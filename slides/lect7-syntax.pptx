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260" r:id="rId3"/>
    <p:sldId id="262" r:id="rId4"/>
    <p:sldId id="263" r:id="rId5"/>
    <p:sldId id="265" r:id="rId6"/>
    <p:sldId id="264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5" r:id="rId15"/>
    <p:sldId id="273" r:id="rId16"/>
    <p:sldId id="276" r:id="rId17"/>
    <p:sldId id="274" r:id="rId18"/>
    <p:sldId id="277" r:id="rId19"/>
    <p:sldId id="280" r:id="rId20"/>
    <p:sldId id="278" r:id="rId21"/>
    <p:sldId id="281" r:id="rId22"/>
    <p:sldId id="282" r:id="rId23"/>
    <p:sldId id="283" r:id="rId24"/>
    <p:sldId id="284" r:id="rId25"/>
    <p:sldId id="285" r:id="rId26"/>
    <p:sldId id="286" r:id="rId27"/>
    <p:sldId id="288" r:id="rId28"/>
    <p:sldId id="287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59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3CBEC9B-BF07-47F8-BD18-E2A90EE43098}">
          <p14:sldIdLst>
            <p14:sldId id="256"/>
            <p14:sldId id="260"/>
          </p14:sldIdLst>
        </p14:section>
        <p14:section name="constituent" id="{A56DCF2E-7453-4B27-94AF-F2B7B2365155}">
          <p14:sldIdLst>
            <p14:sldId id="262"/>
            <p14:sldId id="263"/>
            <p14:sldId id="265"/>
            <p14:sldId id="264"/>
            <p14:sldId id="266"/>
            <p14:sldId id="267"/>
            <p14:sldId id="268"/>
            <p14:sldId id="269"/>
            <p14:sldId id="270"/>
            <p14:sldId id="271"/>
            <p14:sldId id="272"/>
            <p14:sldId id="275"/>
            <p14:sldId id="273"/>
          </p14:sldIdLst>
        </p14:section>
        <p14:section name="c-parsing" id="{F4AB6138-5F85-4C2D-9165-A331131D7775}">
          <p14:sldIdLst>
            <p14:sldId id="276"/>
            <p14:sldId id="274"/>
            <p14:sldId id="277"/>
            <p14:sldId id="280"/>
            <p14:sldId id="278"/>
            <p14:sldId id="281"/>
            <p14:sldId id="282"/>
          </p14:sldIdLst>
        </p14:section>
        <p14:section name="CFG" id="{474DD6F9-2AFB-47F0-A592-BB8B2345302A}">
          <p14:sldIdLst>
            <p14:sldId id="283"/>
            <p14:sldId id="284"/>
            <p14:sldId id="285"/>
            <p14:sldId id="286"/>
            <p14:sldId id="288"/>
            <p14:sldId id="287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next" id="{8509D117-9FDD-4962-BDF9-EDBA81550B5D}">
          <p14:sldIdLst>
            <p14:sldId id="259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AEDAA93-CCF2-59E0-757F-EC741AC82C89}" name="Freda Shi" initials="FS" userId="e68c2e0bbb2f643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E7EAED"/>
    <a:srgbClr val="CCE2F2"/>
    <a:srgbClr val="0505FF"/>
    <a:srgbClr val="980000"/>
    <a:srgbClr val="E6935D"/>
    <a:srgbClr val="7A9E68"/>
    <a:srgbClr val="B78E73"/>
    <a:srgbClr val="64523F"/>
    <a:srgbClr val="3F5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B8FD07-B40B-4D36-BE8C-AFB9C4DD0286}" v="1352" dt="2026-02-09T09:40:08.0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13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47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a Shi" userId="e3bafef1-15f2-4eeb-acbe-fa674bab7991" providerId="ADAL" clId="{9555FC65-5A8C-4EE8-9D5B-8283D7A0923C}"/>
    <pc:docChg chg="undo redo custSel addSld delSld modSld sldOrd modMainMaster addSection delSection modSection">
      <pc:chgData name="Freda Shi" userId="e3bafef1-15f2-4eeb-acbe-fa674bab7991" providerId="ADAL" clId="{9555FC65-5A8C-4EE8-9D5B-8283D7A0923C}" dt="2026-02-09T09:40:55.833" v="62238" actId="20577"/>
      <pc:docMkLst>
        <pc:docMk/>
      </pc:docMkLst>
      <pc:sldChg chg="delSp modSp mod">
        <pc:chgData name="Freda Shi" userId="e3bafef1-15f2-4eeb-acbe-fa674bab7991" providerId="ADAL" clId="{9555FC65-5A8C-4EE8-9D5B-8283D7A0923C}" dt="2026-02-06T00:23:24.845" v="57593" actId="20577"/>
        <pc:sldMkLst>
          <pc:docMk/>
          <pc:sldMk cId="228913878" sldId="256"/>
        </pc:sldMkLst>
        <pc:spChg chg="mod">
          <ac:chgData name="Freda Shi" userId="e3bafef1-15f2-4eeb-acbe-fa674bab7991" providerId="ADAL" clId="{9555FC65-5A8C-4EE8-9D5B-8283D7A0923C}" dt="2026-02-06T00:23:17.382" v="57591" actId="20577"/>
          <ac:spMkLst>
            <pc:docMk/>
            <pc:sldMk cId="228913878" sldId="256"/>
            <ac:spMk id="4" creationId="{DA47CF05-BE52-90FA-5147-DA56FCE560BA}"/>
          </ac:spMkLst>
        </pc:spChg>
        <pc:spChg chg="mod">
          <ac:chgData name="Freda Shi" userId="e3bafef1-15f2-4eeb-acbe-fa674bab7991" providerId="ADAL" clId="{9555FC65-5A8C-4EE8-9D5B-8283D7A0923C}" dt="2026-02-06T00:23:24.845" v="57593" actId="20577"/>
          <ac:spMkLst>
            <pc:docMk/>
            <pc:sldMk cId="228913878" sldId="256"/>
            <ac:spMk id="9" creationId="{28B5EE4A-907F-5295-FED3-0CC20CF8B67E}"/>
          </ac:spMkLst>
        </pc:spChg>
      </pc:sldChg>
      <pc:sldChg chg="modSp mod">
        <pc:chgData name="Freda Shi" userId="e3bafef1-15f2-4eeb-acbe-fa674bab7991" providerId="ADAL" clId="{9555FC65-5A8C-4EE8-9D5B-8283D7A0923C}" dt="2026-02-09T09:40:55.833" v="62238" actId="20577"/>
        <pc:sldMkLst>
          <pc:docMk/>
          <pc:sldMk cId="1896540082" sldId="259"/>
        </pc:sldMkLst>
        <pc:spChg chg="mod">
          <ac:chgData name="Freda Shi" userId="e3bafef1-15f2-4eeb-acbe-fa674bab7991" providerId="ADAL" clId="{9555FC65-5A8C-4EE8-9D5B-8283D7A0923C}" dt="2026-01-28T05:45:14.420" v="45692" actId="20577"/>
          <ac:spMkLst>
            <pc:docMk/>
            <pc:sldMk cId="1896540082" sldId="259"/>
            <ac:spMk id="2" creationId="{E2C7B07E-A3D1-3C2B-B017-E96EB120E8C8}"/>
          </ac:spMkLst>
        </pc:spChg>
        <pc:spChg chg="mod">
          <ac:chgData name="Freda Shi" userId="e3bafef1-15f2-4eeb-acbe-fa674bab7991" providerId="ADAL" clId="{9555FC65-5A8C-4EE8-9D5B-8283D7A0923C}" dt="2026-02-09T09:40:55.833" v="62238" actId="20577"/>
          <ac:spMkLst>
            <pc:docMk/>
            <pc:sldMk cId="1896540082" sldId="259"/>
            <ac:spMk id="3" creationId="{B3BF30C2-A671-A559-D900-4A640E03FB09}"/>
          </ac:spMkLst>
        </pc:spChg>
      </pc:sldChg>
      <pc:sldChg chg="modSp new mod">
        <pc:chgData name="Freda Shi" userId="e3bafef1-15f2-4eeb-acbe-fa674bab7991" providerId="ADAL" clId="{9555FC65-5A8C-4EE8-9D5B-8283D7A0923C}" dt="2026-02-09T05:25:49.751" v="57984" actId="20577"/>
        <pc:sldMkLst>
          <pc:docMk/>
          <pc:sldMk cId="4151398556" sldId="260"/>
        </pc:sldMkLst>
        <pc:spChg chg="mod">
          <ac:chgData name="Freda Shi" userId="e3bafef1-15f2-4eeb-acbe-fa674bab7991" providerId="ADAL" clId="{9555FC65-5A8C-4EE8-9D5B-8283D7A0923C}" dt="2026-02-06T00:39:52.114" v="57615" actId="20577"/>
          <ac:spMkLst>
            <pc:docMk/>
            <pc:sldMk cId="4151398556" sldId="260"/>
            <ac:spMk id="2" creationId="{2903DBF4-8214-6D12-7816-50244752F4CE}"/>
          </ac:spMkLst>
        </pc:spChg>
        <pc:spChg chg="mod">
          <ac:chgData name="Freda Shi" userId="e3bafef1-15f2-4eeb-acbe-fa674bab7991" providerId="ADAL" clId="{9555FC65-5A8C-4EE8-9D5B-8283D7A0923C}" dt="2026-02-09T05:25:49.751" v="57984" actId="20577"/>
          <ac:spMkLst>
            <pc:docMk/>
            <pc:sldMk cId="4151398556" sldId="260"/>
            <ac:spMk id="3" creationId="{437C2521-A6EF-D715-18DA-CE6A752CAEA0}"/>
          </ac:spMkLst>
        </pc:spChg>
      </pc:sldChg>
      <pc:sldChg chg="modSp new mod modAnim">
        <pc:chgData name="Freda Shi" userId="e3bafef1-15f2-4eeb-acbe-fa674bab7991" providerId="ADAL" clId="{9555FC65-5A8C-4EE8-9D5B-8283D7A0923C}" dt="2026-02-06T05:47:55.674" v="57847"/>
        <pc:sldMkLst>
          <pc:docMk/>
          <pc:sldMk cId="1769675640" sldId="262"/>
        </pc:sldMkLst>
        <pc:spChg chg="mod">
          <ac:chgData name="Freda Shi" userId="e3bafef1-15f2-4eeb-acbe-fa674bab7991" providerId="ADAL" clId="{9555FC65-5A8C-4EE8-9D5B-8283D7A0923C}" dt="2026-02-06T05:46:32.750" v="57799" actId="20577"/>
          <ac:spMkLst>
            <pc:docMk/>
            <pc:sldMk cId="1769675640" sldId="262"/>
            <ac:spMk id="2" creationId="{DBFF6033-382D-BCA1-EE1B-8DC41CD741EC}"/>
          </ac:spMkLst>
        </pc:spChg>
        <pc:spChg chg="mod">
          <ac:chgData name="Freda Shi" userId="e3bafef1-15f2-4eeb-acbe-fa674bab7991" providerId="ADAL" clId="{9555FC65-5A8C-4EE8-9D5B-8283D7A0923C}" dt="2026-02-06T05:47:44.820" v="57844" actId="20577"/>
          <ac:spMkLst>
            <pc:docMk/>
            <pc:sldMk cId="1769675640" sldId="262"/>
            <ac:spMk id="3" creationId="{07925DE1-A535-E053-FB13-C483131591A0}"/>
          </ac:spMkLst>
        </pc:spChg>
      </pc:sldChg>
      <pc:sldChg chg="modSp new mod modAnim">
        <pc:chgData name="Freda Shi" userId="e3bafef1-15f2-4eeb-acbe-fa674bab7991" providerId="ADAL" clId="{9555FC65-5A8C-4EE8-9D5B-8283D7A0923C}" dt="2026-02-09T09:38:09.169" v="62162"/>
        <pc:sldMkLst>
          <pc:docMk/>
          <pc:sldMk cId="2972640733" sldId="263"/>
        </pc:sldMkLst>
        <pc:spChg chg="mod">
          <ac:chgData name="Freda Shi" userId="e3bafef1-15f2-4eeb-acbe-fa674bab7991" providerId="ADAL" clId="{9555FC65-5A8C-4EE8-9D5B-8283D7A0923C}" dt="2026-02-06T06:01:38.637" v="57899" actId="20577"/>
          <ac:spMkLst>
            <pc:docMk/>
            <pc:sldMk cId="2972640733" sldId="263"/>
            <ac:spMk id="2" creationId="{D91CCE26-A027-1CD7-BA3F-F8BB029043E6}"/>
          </ac:spMkLst>
        </pc:spChg>
        <pc:spChg chg="mod">
          <ac:chgData name="Freda Shi" userId="e3bafef1-15f2-4eeb-acbe-fa674bab7991" providerId="ADAL" clId="{9555FC65-5A8C-4EE8-9D5B-8283D7A0923C}" dt="2026-02-09T05:27:38.730" v="58067" actId="207"/>
          <ac:spMkLst>
            <pc:docMk/>
            <pc:sldMk cId="2972640733" sldId="263"/>
            <ac:spMk id="3" creationId="{090D6FB9-D882-1FCB-5533-7AFE8F7C70C7}"/>
          </ac:spMkLst>
        </pc:spChg>
      </pc:sldChg>
      <pc:sldChg chg="modSp new mod ord">
        <pc:chgData name="Freda Shi" userId="e3bafef1-15f2-4eeb-acbe-fa674bab7991" providerId="ADAL" clId="{9555FC65-5A8C-4EE8-9D5B-8283D7A0923C}" dt="2026-02-09T05:28:36.289" v="58094"/>
        <pc:sldMkLst>
          <pc:docMk/>
          <pc:sldMk cId="3718222424" sldId="264"/>
        </pc:sldMkLst>
        <pc:spChg chg="mod">
          <ac:chgData name="Freda Shi" userId="e3bafef1-15f2-4eeb-acbe-fa674bab7991" providerId="ADAL" clId="{9555FC65-5A8C-4EE8-9D5B-8283D7A0923C}" dt="2026-02-09T05:27:55.258" v="58082" actId="20577"/>
          <ac:spMkLst>
            <pc:docMk/>
            <pc:sldMk cId="3718222424" sldId="264"/>
            <ac:spMk id="2" creationId="{8BB6174E-7290-1F3A-68F6-87691082E917}"/>
          </ac:spMkLst>
        </pc:spChg>
        <pc:spChg chg="mod">
          <ac:chgData name="Freda Shi" userId="e3bafef1-15f2-4eeb-acbe-fa674bab7991" providerId="ADAL" clId="{9555FC65-5A8C-4EE8-9D5B-8283D7A0923C}" dt="2026-02-09T05:28:31.767" v="58092" actId="207"/>
          <ac:spMkLst>
            <pc:docMk/>
            <pc:sldMk cId="3718222424" sldId="264"/>
            <ac:spMk id="3" creationId="{FD98D8F7-07B0-B44C-B888-2CACD4C0F9F7}"/>
          </ac:spMkLst>
        </pc:spChg>
      </pc:sldChg>
      <pc:sldChg chg="add">
        <pc:chgData name="Freda Shi" userId="e3bafef1-15f2-4eeb-acbe-fa674bab7991" providerId="ADAL" clId="{9555FC65-5A8C-4EE8-9D5B-8283D7A0923C}" dt="2026-02-09T05:27:45.074" v="58068"/>
        <pc:sldMkLst>
          <pc:docMk/>
          <pc:sldMk cId="3529162429" sldId="265"/>
        </pc:sldMkLst>
      </pc:sldChg>
      <pc:sldChg chg="modSp add mod">
        <pc:chgData name="Freda Shi" userId="e3bafef1-15f2-4eeb-acbe-fa674bab7991" providerId="ADAL" clId="{9555FC65-5A8C-4EE8-9D5B-8283D7A0923C}" dt="2026-02-09T06:09:22.518" v="58114" actId="207"/>
        <pc:sldMkLst>
          <pc:docMk/>
          <pc:sldMk cId="3397896907" sldId="266"/>
        </pc:sldMkLst>
        <pc:spChg chg="mod">
          <ac:chgData name="Freda Shi" userId="e3bafef1-15f2-4eeb-acbe-fa674bab7991" providerId="ADAL" clId="{9555FC65-5A8C-4EE8-9D5B-8283D7A0923C}" dt="2026-02-09T05:28:49.742" v="58105" actId="20577"/>
          <ac:spMkLst>
            <pc:docMk/>
            <pc:sldMk cId="3397896907" sldId="266"/>
            <ac:spMk id="2" creationId="{A54C2830-0143-ADF7-6699-AD2AC87EF1C6}"/>
          </ac:spMkLst>
        </pc:spChg>
        <pc:spChg chg="mod">
          <ac:chgData name="Freda Shi" userId="e3bafef1-15f2-4eeb-acbe-fa674bab7991" providerId="ADAL" clId="{9555FC65-5A8C-4EE8-9D5B-8283D7A0923C}" dt="2026-02-09T06:09:22.518" v="58114" actId="207"/>
          <ac:spMkLst>
            <pc:docMk/>
            <pc:sldMk cId="3397896907" sldId="266"/>
            <ac:spMk id="3" creationId="{446A86F4-A7D5-C1C7-9D13-2377487CC97A}"/>
          </ac:spMkLst>
        </pc:spChg>
      </pc:sldChg>
      <pc:sldChg chg="modSp add mod">
        <pc:chgData name="Freda Shi" userId="e3bafef1-15f2-4eeb-acbe-fa674bab7991" providerId="ADAL" clId="{9555FC65-5A8C-4EE8-9D5B-8283D7A0923C}" dt="2026-02-09T07:03:35.994" v="58228" actId="20577"/>
        <pc:sldMkLst>
          <pc:docMk/>
          <pc:sldMk cId="3382487248" sldId="267"/>
        </pc:sldMkLst>
        <pc:spChg chg="mod">
          <ac:chgData name="Freda Shi" userId="e3bafef1-15f2-4eeb-acbe-fa674bab7991" providerId="ADAL" clId="{9555FC65-5A8C-4EE8-9D5B-8283D7A0923C}" dt="2026-02-09T07:02:05.604" v="58127" actId="20577"/>
          <ac:spMkLst>
            <pc:docMk/>
            <pc:sldMk cId="3382487248" sldId="267"/>
            <ac:spMk id="2" creationId="{1AA29DDD-BAB8-9C0B-20FD-C4F5CAE85502}"/>
          </ac:spMkLst>
        </pc:spChg>
        <pc:spChg chg="mod">
          <ac:chgData name="Freda Shi" userId="e3bafef1-15f2-4eeb-acbe-fa674bab7991" providerId="ADAL" clId="{9555FC65-5A8C-4EE8-9D5B-8283D7A0923C}" dt="2026-02-09T07:03:35.994" v="58228" actId="20577"/>
          <ac:spMkLst>
            <pc:docMk/>
            <pc:sldMk cId="3382487248" sldId="267"/>
            <ac:spMk id="3" creationId="{A86070FC-459B-98F4-1CDF-15D0ECFA3D8C}"/>
          </ac:spMkLst>
        </pc:spChg>
      </pc:sldChg>
      <pc:sldChg chg="addSp modSp add mod">
        <pc:chgData name="Freda Shi" userId="e3bafef1-15f2-4eeb-acbe-fa674bab7991" providerId="ADAL" clId="{9555FC65-5A8C-4EE8-9D5B-8283D7A0923C}" dt="2026-02-09T07:06:43.511" v="58274" actId="1076"/>
        <pc:sldMkLst>
          <pc:docMk/>
          <pc:sldMk cId="253139172" sldId="268"/>
        </pc:sldMkLst>
        <pc:spChg chg="mod">
          <ac:chgData name="Freda Shi" userId="e3bafef1-15f2-4eeb-acbe-fa674bab7991" providerId="ADAL" clId="{9555FC65-5A8C-4EE8-9D5B-8283D7A0923C}" dt="2026-02-09T07:06:13.889" v="58267" actId="20577"/>
          <ac:spMkLst>
            <pc:docMk/>
            <pc:sldMk cId="253139172" sldId="268"/>
            <ac:spMk id="2" creationId="{DDCA8224-5596-FBC0-527E-03E2CE40FA82}"/>
          </ac:spMkLst>
        </pc:spChg>
        <pc:spChg chg="mod">
          <ac:chgData name="Freda Shi" userId="e3bafef1-15f2-4eeb-acbe-fa674bab7991" providerId="ADAL" clId="{9555FC65-5A8C-4EE8-9D5B-8283D7A0923C}" dt="2026-02-09T07:06:19.139" v="58268"/>
          <ac:spMkLst>
            <pc:docMk/>
            <pc:sldMk cId="253139172" sldId="268"/>
            <ac:spMk id="3" creationId="{FBA79FA2-8111-8096-4385-83D30B96855B}"/>
          </ac:spMkLst>
        </pc:spChg>
        <pc:spChg chg="add mod">
          <ac:chgData name="Freda Shi" userId="e3bafef1-15f2-4eeb-acbe-fa674bab7991" providerId="ADAL" clId="{9555FC65-5A8C-4EE8-9D5B-8283D7A0923C}" dt="2026-02-09T07:06:35.954" v="58273" actId="403"/>
          <ac:spMkLst>
            <pc:docMk/>
            <pc:sldMk cId="253139172" sldId="268"/>
            <ac:spMk id="10" creationId="{5DC6283D-717C-7ED7-F4DD-017A4CA441C3}"/>
          </ac:spMkLst>
        </pc:spChg>
        <pc:grpChg chg="add mod">
          <ac:chgData name="Freda Shi" userId="e3bafef1-15f2-4eeb-acbe-fa674bab7991" providerId="ADAL" clId="{9555FC65-5A8C-4EE8-9D5B-8283D7A0923C}" dt="2026-02-09T07:06:43.511" v="58274" actId="1076"/>
          <ac:grpSpMkLst>
            <pc:docMk/>
            <pc:sldMk cId="253139172" sldId="268"/>
            <ac:grpSpMk id="5" creationId="{A6A29F6C-495F-2F01-920F-0CB262D154BE}"/>
          </ac:grpSpMkLst>
        </pc:grpChg>
        <pc:cxnChg chg="add mod">
          <ac:chgData name="Freda Shi" userId="e3bafef1-15f2-4eeb-acbe-fa674bab7991" providerId="ADAL" clId="{9555FC65-5A8C-4EE8-9D5B-8283D7A0923C}" dt="2026-02-09T07:06:26.054" v="58269"/>
          <ac:cxnSpMkLst>
            <pc:docMk/>
            <pc:sldMk cId="253139172" sldId="268"/>
            <ac:cxnSpMk id="6" creationId="{697AAF12-5248-90EA-65D7-FAE346AFABA9}"/>
          </ac:cxnSpMkLst>
        </pc:cxnChg>
        <pc:cxnChg chg="add mod">
          <ac:chgData name="Freda Shi" userId="e3bafef1-15f2-4eeb-acbe-fa674bab7991" providerId="ADAL" clId="{9555FC65-5A8C-4EE8-9D5B-8283D7A0923C}" dt="2026-02-09T07:06:26.054" v="58269"/>
          <ac:cxnSpMkLst>
            <pc:docMk/>
            <pc:sldMk cId="253139172" sldId="268"/>
            <ac:cxnSpMk id="7" creationId="{7B8EE54A-A477-5643-3213-6088F4B132D2}"/>
          </ac:cxnSpMkLst>
        </pc:cxnChg>
        <pc:cxnChg chg="add mod">
          <ac:chgData name="Freda Shi" userId="e3bafef1-15f2-4eeb-acbe-fa674bab7991" providerId="ADAL" clId="{9555FC65-5A8C-4EE8-9D5B-8283D7A0923C}" dt="2026-02-09T07:06:26.054" v="58269"/>
          <ac:cxnSpMkLst>
            <pc:docMk/>
            <pc:sldMk cId="253139172" sldId="268"/>
            <ac:cxnSpMk id="8" creationId="{A4F7EBF5-79EF-75BD-A550-BAB9C15D0DBC}"/>
          </ac:cxnSpMkLst>
        </pc:cxnChg>
        <pc:cxnChg chg="add mod">
          <ac:chgData name="Freda Shi" userId="e3bafef1-15f2-4eeb-acbe-fa674bab7991" providerId="ADAL" clId="{9555FC65-5A8C-4EE8-9D5B-8283D7A0923C}" dt="2026-02-09T07:06:26.054" v="58269"/>
          <ac:cxnSpMkLst>
            <pc:docMk/>
            <pc:sldMk cId="253139172" sldId="268"/>
            <ac:cxnSpMk id="9" creationId="{C2F003A8-5862-CA17-6A57-4005626A894E}"/>
          </ac:cxnSpMkLst>
        </pc:cxnChg>
        <pc:cxnChg chg="add mod">
          <ac:chgData name="Freda Shi" userId="e3bafef1-15f2-4eeb-acbe-fa674bab7991" providerId="ADAL" clId="{9555FC65-5A8C-4EE8-9D5B-8283D7A0923C}" dt="2026-02-09T07:06:26.054" v="58269"/>
          <ac:cxnSpMkLst>
            <pc:docMk/>
            <pc:sldMk cId="253139172" sldId="268"/>
            <ac:cxnSpMk id="11" creationId="{21E7CFD4-A8BC-720B-30BB-6791B546271F}"/>
          </ac:cxnSpMkLst>
        </pc:cxnChg>
        <pc:cxnChg chg="add mod">
          <ac:chgData name="Freda Shi" userId="e3bafef1-15f2-4eeb-acbe-fa674bab7991" providerId="ADAL" clId="{9555FC65-5A8C-4EE8-9D5B-8283D7A0923C}" dt="2026-02-09T07:06:26.054" v="58269"/>
          <ac:cxnSpMkLst>
            <pc:docMk/>
            <pc:sldMk cId="253139172" sldId="268"/>
            <ac:cxnSpMk id="12" creationId="{B3BBFB68-8BAA-3E91-0A75-3388EEA0B852}"/>
          </ac:cxnSpMkLst>
        </pc:cxnChg>
        <pc:cxnChg chg="add mod">
          <ac:chgData name="Freda Shi" userId="e3bafef1-15f2-4eeb-acbe-fa674bab7991" providerId="ADAL" clId="{9555FC65-5A8C-4EE8-9D5B-8283D7A0923C}" dt="2026-02-09T07:06:26.054" v="58269"/>
          <ac:cxnSpMkLst>
            <pc:docMk/>
            <pc:sldMk cId="253139172" sldId="268"/>
            <ac:cxnSpMk id="13" creationId="{C0B57B7C-2AB9-1955-3B5E-AE66FC761AA8}"/>
          </ac:cxnSpMkLst>
        </pc:cxnChg>
        <pc:cxnChg chg="add mod">
          <ac:chgData name="Freda Shi" userId="e3bafef1-15f2-4eeb-acbe-fa674bab7991" providerId="ADAL" clId="{9555FC65-5A8C-4EE8-9D5B-8283D7A0923C}" dt="2026-02-09T07:06:26.054" v="58269"/>
          <ac:cxnSpMkLst>
            <pc:docMk/>
            <pc:sldMk cId="253139172" sldId="268"/>
            <ac:cxnSpMk id="14" creationId="{455CA283-EFFE-722E-C8B7-DCED11CC8CD5}"/>
          </ac:cxnSpMkLst>
        </pc:cxnChg>
      </pc:sldChg>
      <pc:sldChg chg="addSp modSp new mod">
        <pc:chgData name="Freda Shi" userId="e3bafef1-15f2-4eeb-acbe-fa674bab7991" providerId="ADAL" clId="{9555FC65-5A8C-4EE8-9D5B-8283D7A0923C}" dt="2026-02-09T07:08:09.539" v="58347" actId="403"/>
        <pc:sldMkLst>
          <pc:docMk/>
          <pc:sldMk cId="2757823621" sldId="269"/>
        </pc:sldMkLst>
        <pc:spChg chg="mod">
          <ac:chgData name="Freda Shi" userId="e3bafef1-15f2-4eeb-acbe-fa674bab7991" providerId="ADAL" clId="{9555FC65-5A8C-4EE8-9D5B-8283D7A0923C}" dt="2026-02-09T07:07:12.198" v="58300" actId="20577"/>
          <ac:spMkLst>
            <pc:docMk/>
            <pc:sldMk cId="2757823621" sldId="269"/>
            <ac:spMk id="2" creationId="{4F6A8410-9C72-1D6C-386D-167D13B61D8C}"/>
          </ac:spMkLst>
        </pc:spChg>
        <pc:spChg chg="mod">
          <ac:chgData name="Freda Shi" userId="e3bafef1-15f2-4eeb-acbe-fa674bab7991" providerId="ADAL" clId="{9555FC65-5A8C-4EE8-9D5B-8283D7A0923C}" dt="2026-02-09T07:07:20.912" v="58302" actId="5793"/>
          <ac:spMkLst>
            <pc:docMk/>
            <pc:sldMk cId="2757823621" sldId="269"/>
            <ac:spMk id="3" creationId="{B702C5E0-6BFE-C8B2-A616-9283F46290FF}"/>
          </ac:spMkLst>
        </pc:spChg>
        <pc:spChg chg="add mod">
          <ac:chgData name="Freda Shi" userId="e3bafef1-15f2-4eeb-acbe-fa674bab7991" providerId="ADAL" clId="{9555FC65-5A8C-4EE8-9D5B-8283D7A0923C}" dt="2026-02-09T07:07:30.035" v="58304"/>
          <ac:spMkLst>
            <pc:docMk/>
            <pc:sldMk cId="2757823621" sldId="269"/>
            <ac:spMk id="5" creationId="{A209D548-F7E8-49F0-7A06-6A82C0708472}"/>
          </ac:spMkLst>
        </pc:spChg>
        <pc:spChg chg="add mod">
          <ac:chgData name="Freda Shi" userId="e3bafef1-15f2-4eeb-acbe-fa674bab7991" providerId="ADAL" clId="{9555FC65-5A8C-4EE8-9D5B-8283D7A0923C}" dt="2026-02-09T07:07:35.471" v="58306"/>
          <ac:spMkLst>
            <pc:docMk/>
            <pc:sldMk cId="2757823621" sldId="269"/>
            <ac:spMk id="6" creationId="{1CA86B39-D9CA-6C2E-550D-D7D2104718D9}"/>
          </ac:spMkLst>
        </pc:spChg>
        <pc:spChg chg="add mod">
          <ac:chgData name="Freda Shi" userId="e3bafef1-15f2-4eeb-acbe-fa674bab7991" providerId="ADAL" clId="{9555FC65-5A8C-4EE8-9D5B-8283D7A0923C}" dt="2026-02-09T07:08:09.539" v="58347" actId="403"/>
          <ac:spMkLst>
            <pc:docMk/>
            <pc:sldMk cId="2757823621" sldId="269"/>
            <ac:spMk id="13" creationId="{1CA86B39-D9CA-6C2E-550D-D7D2104718D9}"/>
          </ac:spMkLst>
        </pc:spChg>
        <pc:spChg chg="add mod">
          <ac:chgData name="Freda Shi" userId="e3bafef1-15f2-4eeb-acbe-fa674bab7991" providerId="ADAL" clId="{9555FC65-5A8C-4EE8-9D5B-8283D7A0923C}" dt="2026-02-09T07:07:50.870" v="58342" actId="404"/>
          <ac:spMkLst>
            <pc:docMk/>
            <pc:sldMk cId="2757823621" sldId="269"/>
            <ac:spMk id="19" creationId="{8F36D5D4-AC35-4B13-4D6F-2CFDCE2F11EC}"/>
          </ac:spMkLst>
        </pc:spChg>
        <pc:spChg chg="add mod">
          <ac:chgData name="Freda Shi" userId="e3bafef1-15f2-4eeb-acbe-fa674bab7991" providerId="ADAL" clId="{9555FC65-5A8C-4EE8-9D5B-8283D7A0923C}" dt="2026-02-09T07:07:50.870" v="58342" actId="404"/>
          <ac:spMkLst>
            <pc:docMk/>
            <pc:sldMk cId="2757823621" sldId="269"/>
            <ac:spMk id="20" creationId="{70EF154F-4EAA-EE10-5C71-992C2D383241}"/>
          </ac:spMkLst>
        </pc:spChg>
        <pc:spChg chg="add mod">
          <ac:chgData name="Freda Shi" userId="e3bafef1-15f2-4eeb-acbe-fa674bab7991" providerId="ADAL" clId="{9555FC65-5A8C-4EE8-9D5B-8283D7A0923C}" dt="2026-02-09T07:07:50.870" v="58342" actId="404"/>
          <ac:spMkLst>
            <pc:docMk/>
            <pc:sldMk cId="2757823621" sldId="269"/>
            <ac:spMk id="21" creationId="{CD21ABB9-DAF1-3615-CE08-B845DD0687FD}"/>
          </ac:spMkLst>
        </pc:spChg>
        <pc:spChg chg="add mod">
          <ac:chgData name="Freda Shi" userId="e3bafef1-15f2-4eeb-acbe-fa674bab7991" providerId="ADAL" clId="{9555FC65-5A8C-4EE8-9D5B-8283D7A0923C}" dt="2026-02-09T07:07:50.870" v="58342" actId="404"/>
          <ac:spMkLst>
            <pc:docMk/>
            <pc:sldMk cId="2757823621" sldId="269"/>
            <ac:spMk id="22" creationId="{0A5561AA-5362-98D5-2183-7943ACB1A283}"/>
          </ac:spMkLst>
        </pc:spChg>
        <pc:spChg chg="add mod">
          <ac:chgData name="Freda Shi" userId="e3bafef1-15f2-4eeb-acbe-fa674bab7991" providerId="ADAL" clId="{9555FC65-5A8C-4EE8-9D5B-8283D7A0923C}" dt="2026-02-09T07:07:50.870" v="58342" actId="404"/>
          <ac:spMkLst>
            <pc:docMk/>
            <pc:sldMk cId="2757823621" sldId="269"/>
            <ac:spMk id="23" creationId="{8FBAD70F-25F1-6599-F951-C1701837775A}"/>
          </ac:spMkLst>
        </pc:spChg>
        <pc:spChg chg="add mod">
          <ac:chgData name="Freda Shi" userId="e3bafef1-15f2-4eeb-acbe-fa674bab7991" providerId="ADAL" clId="{9555FC65-5A8C-4EE8-9D5B-8283D7A0923C}" dt="2026-02-09T07:07:56.276" v="58343" actId="255"/>
          <ac:spMkLst>
            <pc:docMk/>
            <pc:sldMk cId="2757823621" sldId="269"/>
            <ac:spMk id="25" creationId="{A209D548-F7E8-49F0-7A06-6A82C0708472}"/>
          </ac:spMkLst>
        </pc:spChg>
        <pc:grpChg chg="add mod">
          <ac:chgData name="Freda Shi" userId="e3bafef1-15f2-4eeb-acbe-fa674bab7991" providerId="ADAL" clId="{9555FC65-5A8C-4EE8-9D5B-8283D7A0923C}" dt="2026-02-09T07:07:59.839" v="58345" actId="12788"/>
          <ac:grpSpMkLst>
            <pc:docMk/>
            <pc:sldMk cId="2757823621" sldId="269"/>
            <ac:grpSpMk id="8" creationId="{C38BA94D-73FE-FA17-4E74-30940BD10FDD}"/>
          </ac:grpSpMkLst>
        </pc:grpChg>
        <pc:cxnChg chg="add mod">
          <ac:chgData name="Freda Shi" userId="e3bafef1-15f2-4eeb-acbe-fa674bab7991" providerId="ADAL" clId="{9555FC65-5A8C-4EE8-9D5B-8283D7A0923C}" dt="2026-02-09T07:07:35.471" v="58306"/>
          <ac:cxnSpMkLst>
            <pc:docMk/>
            <pc:sldMk cId="2757823621" sldId="269"/>
            <ac:cxnSpMk id="7" creationId="{AEB1F411-4816-3525-EC78-059C4A4B5ED2}"/>
          </ac:cxnSpMkLst>
        </pc:cxnChg>
        <pc:cxnChg chg="mod">
          <ac:chgData name="Freda Shi" userId="e3bafef1-15f2-4eeb-acbe-fa674bab7991" providerId="ADAL" clId="{9555FC65-5A8C-4EE8-9D5B-8283D7A0923C}" dt="2026-02-09T07:07:50.870" v="58342" actId="404"/>
          <ac:cxnSpMkLst>
            <pc:docMk/>
            <pc:sldMk cId="2757823621" sldId="269"/>
            <ac:cxnSpMk id="9" creationId="{B7E31ECB-1539-BA01-44B0-103ED06D4511}"/>
          </ac:cxnSpMkLst>
        </pc:cxnChg>
        <pc:cxnChg chg="add mod">
          <ac:chgData name="Freda Shi" userId="e3bafef1-15f2-4eeb-acbe-fa674bab7991" providerId="ADAL" clId="{9555FC65-5A8C-4EE8-9D5B-8283D7A0923C}" dt="2026-02-09T07:07:50.870" v="58342" actId="404"/>
          <ac:cxnSpMkLst>
            <pc:docMk/>
            <pc:sldMk cId="2757823621" sldId="269"/>
            <ac:cxnSpMk id="10" creationId="{FAA15C34-8A1C-EA26-5DB2-D7DACDE1BAEF}"/>
          </ac:cxnSpMkLst>
        </pc:cxnChg>
        <pc:cxnChg chg="add mod">
          <ac:chgData name="Freda Shi" userId="e3bafef1-15f2-4eeb-acbe-fa674bab7991" providerId="ADAL" clId="{9555FC65-5A8C-4EE8-9D5B-8283D7A0923C}" dt="2026-02-09T07:07:50.870" v="58342" actId="404"/>
          <ac:cxnSpMkLst>
            <pc:docMk/>
            <pc:sldMk cId="2757823621" sldId="269"/>
            <ac:cxnSpMk id="18" creationId="{8776F939-7F00-8534-3137-9C6CF457F6C5}"/>
          </ac:cxnSpMkLst>
        </pc:cxnChg>
      </pc:sldChg>
      <pc:sldChg chg="addSp delSp modSp new mod">
        <pc:chgData name="Freda Shi" userId="e3bafef1-15f2-4eeb-acbe-fa674bab7991" providerId="ADAL" clId="{9555FC65-5A8C-4EE8-9D5B-8283D7A0923C}" dt="2026-02-09T07:09:10.741" v="58396" actId="1036"/>
        <pc:sldMkLst>
          <pc:docMk/>
          <pc:sldMk cId="2851618490" sldId="270"/>
        </pc:sldMkLst>
        <pc:spChg chg="mod">
          <ac:chgData name="Freda Shi" userId="e3bafef1-15f2-4eeb-acbe-fa674bab7991" providerId="ADAL" clId="{9555FC65-5A8C-4EE8-9D5B-8283D7A0923C}" dt="2026-02-09T07:08:45.031" v="58377" actId="20577"/>
          <ac:spMkLst>
            <pc:docMk/>
            <pc:sldMk cId="2851618490" sldId="270"/>
            <ac:spMk id="2" creationId="{AA48104F-C31C-9FC1-9FAF-4A391914F148}"/>
          </ac:spMkLst>
        </pc:spChg>
        <pc:spChg chg="del">
          <ac:chgData name="Freda Shi" userId="e3bafef1-15f2-4eeb-acbe-fa674bab7991" providerId="ADAL" clId="{9555FC65-5A8C-4EE8-9D5B-8283D7A0923C}" dt="2026-02-09T07:08:48.566" v="58378" actId="478"/>
          <ac:spMkLst>
            <pc:docMk/>
            <pc:sldMk cId="2851618490" sldId="270"/>
            <ac:spMk id="3" creationId="{B3FB4262-8F90-9C1A-B54D-7B833A60EB96}"/>
          </ac:spMkLst>
        </pc:spChg>
        <pc:spChg chg="add mod">
          <ac:chgData name="Freda Shi" userId="e3bafef1-15f2-4eeb-acbe-fa674bab7991" providerId="ADAL" clId="{9555FC65-5A8C-4EE8-9D5B-8283D7A0923C}" dt="2026-02-09T07:09:10.741" v="58396" actId="1036"/>
          <ac:spMkLst>
            <pc:docMk/>
            <pc:sldMk cId="2851618490" sldId="270"/>
            <ac:spMk id="5" creationId="{601793B9-26BF-902E-0A27-B013A804E9B5}"/>
          </ac:spMkLst>
        </pc:spChg>
        <pc:spChg chg="add mod">
          <ac:chgData name="Freda Shi" userId="e3bafef1-15f2-4eeb-acbe-fa674bab7991" providerId="ADAL" clId="{9555FC65-5A8C-4EE8-9D5B-8283D7A0923C}" dt="2026-02-09T07:09:10.741" v="58396" actId="1036"/>
          <ac:spMkLst>
            <pc:docMk/>
            <pc:sldMk cId="2851618490" sldId="270"/>
            <ac:spMk id="7" creationId="{8DDA1EB3-CA5C-E702-5910-6C13B7E8B061}"/>
          </ac:spMkLst>
        </pc:spChg>
        <pc:spChg chg="mod">
          <ac:chgData name="Freda Shi" userId="e3bafef1-15f2-4eeb-acbe-fa674bab7991" providerId="ADAL" clId="{9555FC65-5A8C-4EE8-9D5B-8283D7A0923C}" dt="2026-02-09T07:09:10.741" v="58396" actId="1036"/>
          <ac:spMkLst>
            <pc:docMk/>
            <pc:sldMk cId="2851618490" sldId="270"/>
            <ac:spMk id="8" creationId="{FD412F21-32D9-496C-8374-2F207B78B6A7}"/>
          </ac:spMkLst>
        </pc:spChg>
        <pc:spChg chg="mod">
          <ac:chgData name="Freda Shi" userId="e3bafef1-15f2-4eeb-acbe-fa674bab7991" providerId="ADAL" clId="{9555FC65-5A8C-4EE8-9D5B-8283D7A0923C}" dt="2026-02-09T07:09:10.741" v="58396" actId="1036"/>
          <ac:spMkLst>
            <pc:docMk/>
            <pc:sldMk cId="2851618490" sldId="270"/>
            <ac:spMk id="9" creationId="{8E4E089A-F9BF-EBFF-FF8A-16E2E8F49EBD}"/>
          </ac:spMkLst>
        </pc:spChg>
        <pc:spChg chg="mod">
          <ac:chgData name="Freda Shi" userId="e3bafef1-15f2-4eeb-acbe-fa674bab7991" providerId="ADAL" clId="{9555FC65-5A8C-4EE8-9D5B-8283D7A0923C}" dt="2026-02-09T07:09:10.741" v="58396" actId="1036"/>
          <ac:spMkLst>
            <pc:docMk/>
            <pc:sldMk cId="2851618490" sldId="270"/>
            <ac:spMk id="10" creationId="{0D7D751A-44EC-CFAA-D085-00B265ECCA28}"/>
          </ac:spMkLst>
        </pc:spChg>
        <pc:spChg chg="add mod">
          <ac:chgData name="Freda Shi" userId="e3bafef1-15f2-4eeb-acbe-fa674bab7991" providerId="ADAL" clId="{9555FC65-5A8C-4EE8-9D5B-8283D7A0923C}" dt="2026-02-09T07:09:10.741" v="58396" actId="1036"/>
          <ac:spMkLst>
            <pc:docMk/>
            <pc:sldMk cId="2851618490" sldId="270"/>
            <ac:spMk id="11" creationId="{9D499987-9CA7-2996-F059-42760E429472}"/>
          </ac:spMkLst>
        </pc:spChg>
        <pc:spChg chg="mod">
          <ac:chgData name="Freda Shi" userId="e3bafef1-15f2-4eeb-acbe-fa674bab7991" providerId="ADAL" clId="{9555FC65-5A8C-4EE8-9D5B-8283D7A0923C}" dt="2026-02-09T07:09:10.741" v="58396" actId="1036"/>
          <ac:spMkLst>
            <pc:docMk/>
            <pc:sldMk cId="2851618490" sldId="270"/>
            <ac:spMk id="12" creationId="{EE3BB724-4998-DE00-150F-B7BE9A7549B8}"/>
          </ac:spMkLst>
        </pc:spChg>
        <pc:spChg chg="add mod">
          <ac:chgData name="Freda Shi" userId="e3bafef1-15f2-4eeb-acbe-fa674bab7991" providerId="ADAL" clId="{9555FC65-5A8C-4EE8-9D5B-8283D7A0923C}" dt="2026-02-09T07:08:57.235" v="58381" actId="404"/>
          <ac:spMkLst>
            <pc:docMk/>
            <pc:sldMk cId="2851618490" sldId="270"/>
            <ac:spMk id="17" creationId="{4498E078-25F7-792E-04E3-D23FF30F59B3}"/>
          </ac:spMkLst>
        </pc:spChg>
        <pc:spChg chg="add mod">
          <ac:chgData name="Freda Shi" userId="e3bafef1-15f2-4eeb-acbe-fa674bab7991" providerId="ADAL" clId="{9555FC65-5A8C-4EE8-9D5B-8283D7A0923C}" dt="2026-02-09T07:08:57.235" v="58381" actId="404"/>
          <ac:spMkLst>
            <pc:docMk/>
            <pc:sldMk cId="2851618490" sldId="270"/>
            <ac:spMk id="23" creationId="{5BCCB6E6-0FF8-A414-7C4A-AE335C390D93}"/>
          </ac:spMkLst>
        </pc:spChg>
        <pc:spChg chg="add mod">
          <ac:chgData name="Freda Shi" userId="e3bafef1-15f2-4eeb-acbe-fa674bab7991" providerId="ADAL" clId="{9555FC65-5A8C-4EE8-9D5B-8283D7A0923C}" dt="2026-02-09T07:08:57.235" v="58381" actId="404"/>
          <ac:spMkLst>
            <pc:docMk/>
            <pc:sldMk cId="2851618490" sldId="270"/>
            <ac:spMk id="24" creationId="{00F08DA4-4270-6F31-7854-0EBFF8146E5B}"/>
          </ac:spMkLst>
        </pc:spChg>
        <pc:spChg chg="add mod">
          <ac:chgData name="Freda Shi" userId="e3bafef1-15f2-4eeb-acbe-fa674bab7991" providerId="ADAL" clId="{9555FC65-5A8C-4EE8-9D5B-8283D7A0923C}" dt="2026-02-09T07:08:57.235" v="58381" actId="404"/>
          <ac:spMkLst>
            <pc:docMk/>
            <pc:sldMk cId="2851618490" sldId="270"/>
            <ac:spMk id="25" creationId="{349E6579-5BC8-8140-D5B1-1F6CD2308495}"/>
          </ac:spMkLst>
        </pc:spChg>
        <pc:spChg chg="add mod">
          <ac:chgData name="Freda Shi" userId="e3bafef1-15f2-4eeb-acbe-fa674bab7991" providerId="ADAL" clId="{9555FC65-5A8C-4EE8-9D5B-8283D7A0923C}" dt="2026-02-09T07:08:57.235" v="58381" actId="404"/>
          <ac:spMkLst>
            <pc:docMk/>
            <pc:sldMk cId="2851618490" sldId="270"/>
            <ac:spMk id="27" creationId="{4A2A28AA-6F53-4851-7BFE-C9853BD83823}"/>
          </ac:spMkLst>
        </pc:spChg>
        <pc:spChg chg="add mod">
          <ac:chgData name="Freda Shi" userId="e3bafef1-15f2-4eeb-acbe-fa674bab7991" providerId="ADAL" clId="{9555FC65-5A8C-4EE8-9D5B-8283D7A0923C}" dt="2026-02-09T07:08:57.235" v="58381" actId="404"/>
          <ac:spMkLst>
            <pc:docMk/>
            <pc:sldMk cId="2851618490" sldId="270"/>
            <ac:spMk id="30" creationId="{0A46F01D-48D2-C09F-BD6D-985C93B10487}"/>
          </ac:spMkLst>
        </pc:spChg>
        <pc:spChg chg="add mod">
          <ac:chgData name="Freda Shi" userId="e3bafef1-15f2-4eeb-acbe-fa674bab7991" providerId="ADAL" clId="{9555FC65-5A8C-4EE8-9D5B-8283D7A0923C}" dt="2026-02-09T07:08:57.235" v="58381" actId="404"/>
          <ac:spMkLst>
            <pc:docMk/>
            <pc:sldMk cId="2851618490" sldId="270"/>
            <ac:spMk id="31" creationId="{1554289B-986F-454C-9AB8-BB3BE6BA7697}"/>
          </ac:spMkLst>
        </pc:spChg>
        <pc:grpChg chg="mod">
          <ac:chgData name="Freda Shi" userId="e3bafef1-15f2-4eeb-acbe-fa674bab7991" providerId="ADAL" clId="{9555FC65-5A8C-4EE8-9D5B-8283D7A0923C}" dt="2026-02-09T07:09:10.741" v="58396" actId="1036"/>
          <ac:grpSpMkLst>
            <pc:docMk/>
            <pc:sldMk cId="2851618490" sldId="270"/>
            <ac:grpSpMk id="6" creationId="{4E679C91-FFF1-21C3-95EB-9BC925A96B0C}"/>
          </ac:grpSpMkLst>
        </pc:grpChg>
      </pc:sldChg>
      <pc:sldChg chg="addSp modSp new mod">
        <pc:chgData name="Freda Shi" userId="e3bafef1-15f2-4eeb-acbe-fa674bab7991" providerId="ADAL" clId="{9555FC65-5A8C-4EE8-9D5B-8283D7A0923C}" dt="2026-02-09T07:11:01.250" v="58545" actId="20577"/>
        <pc:sldMkLst>
          <pc:docMk/>
          <pc:sldMk cId="365512207" sldId="271"/>
        </pc:sldMkLst>
        <pc:spChg chg="mod">
          <ac:chgData name="Freda Shi" userId="e3bafef1-15f2-4eeb-acbe-fa674bab7991" providerId="ADAL" clId="{9555FC65-5A8C-4EE8-9D5B-8283D7A0923C}" dt="2026-02-09T07:11:01.250" v="58545" actId="20577"/>
          <ac:spMkLst>
            <pc:docMk/>
            <pc:sldMk cId="365512207" sldId="271"/>
            <ac:spMk id="2" creationId="{7373C3AB-E00A-FFBF-5585-AE53C682CEA6}"/>
          </ac:spMkLst>
        </pc:spChg>
        <pc:spChg chg="mod">
          <ac:chgData name="Freda Shi" userId="e3bafef1-15f2-4eeb-acbe-fa674bab7991" providerId="ADAL" clId="{9555FC65-5A8C-4EE8-9D5B-8283D7A0923C}" dt="2026-02-09T07:10:31.736" v="58527" actId="20577"/>
          <ac:spMkLst>
            <pc:docMk/>
            <pc:sldMk cId="365512207" sldId="271"/>
            <ac:spMk id="3" creationId="{DBA295DF-DA26-2117-E0B1-DFBD7BD19B0B}"/>
          </ac:spMkLst>
        </pc:spChg>
        <pc:picChg chg="add mod">
          <ac:chgData name="Freda Shi" userId="e3bafef1-15f2-4eeb-acbe-fa674bab7991" providerId="ADAL" clId="{9555FC65-5A8C-4EE8-9D5B-8283D7A0923C}" dt="2026-02-09T07:10:52.284" v="58529" actId="1076"/>
          <ac:picMkLst>
            <pc:docMk/>
            <pc:sldMk cId="365512207" sldId="271"/>
            <ac:picMk id="5" creationId="{07195240-83F5-D8AD-89AA-C12BA9B4B807}"/>
          </ac:picMkLst>
        </pc:picChg>
      </pc:sldChg>
      <pc:sldChg chg="addSp delSp modSp add mod">
        <pc:chgData name="Freda Shi" userId="e3bafef1-15f2-4eeb-acbe-fa674bab7991" providerId="ADAL" clId="{9555FC65-5A8C-4EE8-9D5B-8283D7A0923C}" dt="2026-02-09T07:11:22.935" v="58600" actId="1036"/>
        <pc:sldMkLst>
          <pc:docMk/>
          <pc:sldMk cId="4130864710" sldId="272"/>
        </pc:sldMkLst>
        <pc:spChg chg="mod">
          <ac:chgData name="Freda Shi" userId="e3bafef1-15f2-4eeb-acbe-fa674bab7991" providerId="ADAL" clId="{9555FC65-5A8C-4EE8-9D5B-8283D7A0923C}" dt="2026-02-09T07:11:10.589" v="58568" actId="20577"/>
          <ac:spMkLst>
            <pc:docMk/>
            <pc:sldMk cId="4130864710" sldId="272"/>
            <ac:spMk id="2" creationId="{F30F4FCF-73BE-A9C2-CF72-BAA691028877}"/>
          </ac:spMkLst>
        </pc:spChg>
        <pc:grpChg chg="add mod">
          <ac:chgData name="Freda Shi" userId="e3bafef1-15f2-4eeb-acbe-fa674bab7991" providerId="ADAL" clId="{9555FC65-5A8C-4EE8-9D5B-8283D7A0923C}" dt="2026-02-09T07:11:22.935" v="58600" actId="1036"/>
          <ac:grpSpMkLst>
            <pc:docMk/>
            <pc:sldMk cId="4130864710" sldId="272"/>
            <ac:grpSpMk id="6" creationId="{63AEDC98-BFC2-5E3F-07D5-9BF195CCD137}"/>
          </ac:grpSpMkLst>
        </pc:grpChg>
        <pc:picChg chg="del">
          <ac:chgData name="Freda Shi" userId="e3bafef1-15f2-4eeb-acbe-fa674bab7991" providerId="ADAL" clId="{9555FC65-5A8C-4EE8-9D5B-8283D7A0923C}" dt="2026-02-09T07:11:15.522" v="58569" actId="478"/>
          <ac:picMkLst>
            <pc:docMk/>
            <pc:sldMk cId="4130864710" sldId="272"/>
            <ac:picMk id="5" creationId="{8F7B9A71-38C4-F2CE-DB1A-F2096DE17C59}"/>
          </ac:picMkLst>
        </pc:picChg>
        <pc:picChg chg="add mod">
          <ac:chgData name="Freda Shi" userId="e3bafef1-15f2-4eeb-acbe-fa674bab7991" providerId="ADAL" clId="{9555FC65-5A8C-4EE8-9D5B-8283D7A0923C}" dt="2026-02-09T07:11:20.077" v="58570"/>
          <ac:picMkLst>
            <pc:docMk/>
            <pc:sldMk cId="4130864710" sldId="272"/>
            <ac:picMk id="7" creationId="{82FBC74D-E818-33EC-813D-0037787AA013}"/>
          </ac:picMkLst>
        </pc:picChg>
        <pc:picChg chg="add mod">
          <ac:chgData name="Freda Shi" userId="e3bafef1-15f2-4eeb-acbe-fa674bab7991" providerId="ADAL" clId="{9555FC65-5A8C-4EE8-9D5B-8283D7A0923C}" dt="2026-02-09T07:11:20.077" v="58570"/>
          <ac:picMkLst>
            <pc:docMk/>
            <pc:sldMk cId="4130864710" sldId="272"/>
            <ac:picMk id="8" creationId="{EE2BAB9C-38F9-47C1-7F1C-A2A56D1F5FDA}"/>
          </ac:picMkLst>
        </pc:picChg>
      </pc:sldChg>
      <pc:sldChg chg="addSp delSp modSp new mod">
        <pc:chgData name="Freda Shi" userId="e3bafef1-15f2-4eeb-acbe-fa674bab7991" providerId="ADAL" clId="{9555FC65-5A8C-4EE8-9D5B-8283D7A0923C}" dt="2026-02-09T07:12:43.956" v="58706" actId="1038"/>
        <pc:sldMkLst>
          <pc:docMk/>
          <pc:sldMk cId="1276384177" sldId="273"/>
        </pc:sldMkLst>
        <pc:spChg chg="mod">
          <ac:chgData name="Freda Shi" userId="e3bafef1-15f2-4eeb-acbe-fa674bab7991" providerId="ADAL" clId="{9555FC65-5A8C-4EE8-9D5B-8283D7A0923C}" dt="2026-02-09T07:11:56.814" v="58622" actId="20577"/>
          <ac:spMkLst>
            <pc:docMk/>
            <pc:sldMk cId="1276384177" sldId="273"/>
            <ac:spMk id="2" creationId="{6A6C50C4-FF04-68AC-CAD6-CB41238F03FB}"/>
          </ac:spMkLst>
        </pc:spChg>
        <pc:spChg chg="del">
          <ac:chgData name="Freda Shi" userId="e3bafef1-15f2-4eeb-acbe-fa674bab7991" providerId="ADAL" clId="{9555FC65-5A8C-4EE8-9D5B-8283D7A0923C}" dt="2026-02-09T07:12:06.728" v="58623" actId="478"/>
          <ac:spMkLst>
            <pc:docMk/>
            <pc:sldMk cId="1276384177" sldId="273"/>
            <ac:spMk id="3" creationId="{E0A92CE3-D2F3-5138-E2FC-D55161A13FAD}"/>
          </ac:spMkLst>
        </pc:spChg>
        <pc:spChg chg="mod">
          <ac:chgData name="Freda Shi" userId="e3bafef1-15f2-4eeb-acbe-fa674bab7991" providerId="ADAL" clId="{9555FC65-5A8C-4EE8-9D5B-8283D7A0923C}" dt="2026-02-09T07:12:38.700" v="58697" actId="1037"/>
          <ac:spMkLst>
            <pc:docMk/>
            <pc:sldMk cId="1276384177" sldId="273"/>
            <ac:spMk id="6" creationId="{5FB98BBD-6F51-2D66-504B-4412F14C0E57}"/>
          </ac:spMkLst>
        </pc:spChg>
        <pc:spChg chg="mod">
          <ac:chgData name="Freda Shi" userId="e3bafef1-15f2-4eeb-acbe-fa674bab7991" providerId="ADAL" clId="{9555FC65-5A8C-4EE8-9D5B-8283D7A0923C}" dt="2026-02-09T07:12:43.956" v="58706" actId="1038"/>
          <ac:spMkLst>
            <pc:docMk/>
            <pc:sldMk cId="1276384177" sldId="273"/>
            <ac:spMk id="9" creationId="{D20DEA19-949E-9B9A-B4D6-DB9A89CF898A}"/>
          </ac:spMkLst>
        </pc:spChg>
        <pc:spChg chg="add mod">
          <ac:chgData name="Freda Shi" userId="e3bafef1-15f2-4eeb-acbe-fa674bab7991" providerId="ADAL" clId="{9555FC65-5A8C-4EE8-9D5B-8283D7A0923C}" dt="2026-02-09T07:12:20.256" v="58672" actId="2711"/>
          <ac:spMkLst>
            <pc:docMk/>
            <pc:sldMk cId="1276384177" sldId="273"/>
            <ac:spMk id="21" creationId="{54D30CD3-6D3C-7EF8-A076-6609113E9A49}"/>
          </ac:spMkLst>
        </pc:spChg>
        <pc:spChg chg="add mod">
          <ac:chgData name="Freda Shi" userId="e3bafef1-15f2-4eeb-acbe-fa674bab7991" providerId="ADAL" clId="{9555FC65-5A8C-4EE8-9D5B-8283D7A0923C}" dt="2026-02-09T07:12:20.256" v="58672" actId="2711"/>
          <ac:spMkLst>
            <pc:docMk/>
            <pc:sldMk cId="1276384177" sldId="273"/>
            <ac:spMk id="25" creationId="{C0E4B342-4523-8805-4079-0C66A82512DA}"/>
          </ac:spMkLst>
        </pc:spChg>
        <pc:spChg chg="add mod">
          <ac:chgData name="Freda Shi" userId="e3bafef1-15f2-4eeb-acbe-fa674bab7991" providerId="ADAL" clId="{9555FC65-5A8C-4EE8-9D5B-8283D7A0923C}" dt="2026-02-09T07:12:20.256" v="58672" actId="2711"/>
          <ac:spMkLst>
            <pc:docMk/>
            <pc:sldMk cId="1276384177" sldId="273"/>
            <ac:spMk id="48" creationId="{7B499B36-4425-1FA5-F8E7-A9A3574BECBB}"/>
          </ac:spMkLst>
        </pc:spChg>
        <pc:spChg chg="add mod">
          <ac:chgData name="Freda Shi" userId="e3bafef1-15f2-4eeb-acbe-fa674bab7991" providerId="ADAL" clId="{9555FC65-5A8C-4EE8-9D5B-8283D7A0923C}" dt="2026-02-09T07:12:20.256" v="58672" actId="2711"/>
          <ac:spMkLst>
            <pc:docMk/>
            <pc:sldMk cId="1276384177" sldId="273"/>
            <ac:spMk id="66" creationId="{33EA7673-C116-00C7-2289-BA6AD953CFDE}"/>
          </ac:spMkLst>
        </pc:spChg>
        <pc:spChg chg="add mod">
          <ac:chgData name="Freda Shi" userId="e3bafef1-15f2-4eeb-acbe-fa674bab7991" providerId="ADAL" clId="{9555FC65-5A8C-4EE8-9D5B-8283D7A0923C}" dt="2026-02-09T07:12:20.256" v="58672" actId="2711"/>
          <ac:spMkLst>
            <pc:docMk/>
            <pc:sldMk cId="1276384177" sldId="273"/>
            <ac:spMk id="69" creationId="{219F51DB-5DF4-44D9-0968-84772F4F4654}"/>
          </ac:spMkLst>
        </pc:spChg>
        <pc:spChg chg="add mod">
          <ac:chgData name="Freda Shi" userId="e3bafef1-15f2-4eeb-acbe-fa674bab7991" providerId="ADAL" clId="{9555FC65-5A8C-4EE8-9D5B-8283D7A0923C}" dt="2026-02-09T07:12:20.256" v="58672" actId="2711"/>
          <ac:spMkLst>
            <pc:docMk/>
            <pc:sldMk cId="1276384177" sldId="273"/>
            <ac:spMk id="75" creationId="{5B0B1B70-34D1-AFD1-A68D-E0492E52A678}"/>
          </ac:spMkLst>
        </pc:spChg>
        <pc:spChg chg="add mod">
          <ac:chgData name="Freda Shi" userId="e3bafef1-15f2-4eeb-acbe-fa674bab7991" providerId="ADAL" clId="{9555FC65-5A8C-4EE8-9D5B-8283D7A0923C}" dt="2026-02-09T07:12:20.256" v="58672" actId="2711"/>
          <ac:spMkLst>
            <pc:docMk/>
            <pc:sldMk cId="1276384177" sldId="273"/>
            <ac:spMk id="89" creationId="{A895FE44-9B12-9A44-A81D-F89BF37F26D3}"/>
          </ac:spMkLst>
        </pc:spChg>
        <pc:spChg chg="add mod">
          <ac:chgData name="Freda Shi" userId="e3bafef1-15f2-4eeb-acbe-fa674bab7991" providerId="ADAL" clId="{9555FC65-5A8C-4EE8-9D5B-8283D7A0923C}" dt="2026-02-09T07:12:20.256" v="58672" actId="2711"/>
          <ac:spMkLst>
            <pc:docMk/>
            <pc:sldMk cId="1276384177" sldId="273"/>
            <ac:spMk id="100" creationId="{B7447AAF-C000-CE54-8E86-DF6AE74A7EFC}"/>
          </ac:spMkLst>
        </pc:spChg>
        <pc:spChg chg="add mod">
          <ac:chgData name="Freda Shi" userId="e3bafef1-15f2-4eeb-acbe-fa674bab7991" providerId="ADAL" clId="{9555FC65-5A8C-4EE8-9D5B-8283D7A0923C}" dt="2026-02-09T07:12:20.256" v="58672" actId="2711"/>
          <ac:spMkLst>
            <pc:docMk/>
            <pc:sldMk cId="1276384177" sldId="273"/>
            <ac:spMk id="105" creationId="{12F0E4A9-3BEE-5E04-999C-66370C6ACD56}"/>
          </ac:spMkLst>
        </pc:spChg>
        <pc:spChg chg="add mod">
          <ac:chgData name="Freda Shi" userId="e3bafef1-15f2-4eeb-acbe-fa674bab7991" providerId="ADAL" clId="{9555FC65-5A8C-4EE8-9D5B-8283D7A0923C}" dt="2026-02-09T07:12:20.256" v="58672" actId="2711"/>
          <ac:spMkLst>
            <pc:docMk/>
            <pc:sldMk cId="1276384177" sldId="273"/>
            <ac:spMk id="109" creationId="{94F8D89E-18BE-2F82-E6FB-4621EB140A0A}"/>
          </ac:spMkLst>
        </pc:spChg>
        <pc:grpChg chg="mod">
          <ac:chgData name="Freda Shi" userId="e3bafef1-15f2-4eeb-acbe-fa674bab7991" providerId="ADAL" clId="{9555FC65-5A8C-4EE8-9D5B-8283D7A0923C}" dt="2026-02-09T07:12:38.700" v="58697" actId="1037"/>
          <ac:grpSpMkLst>
            <pc:docMk/>
            <pc:sldMk cId="1276384177" sldId="273"/>
            <ac:grpSpMk id="7" creationId="{CDD9146D-A53B-9BCC-AD70-B91744CDB15A}"/>
          </ac:grpSpMkLst>
        </pc:grpChg>
        <pc:grpChg chg="mod">
          <ac:chgData name="Freda Shi" userId="e3bafef1-15f2-4eeb-acbe-fa674bab7991" providerId="ADAL" clId="{9555FC65-5A8C-4EE8-9D5B-8283D7A0923C}" dt="2026-02-09T07:12:43.956" v="58706" actId="1038"/>
          <ac:grpSpMkLst>
            <pc:docMk/>
            <pc:sldMk cId="1276384177" sldId="273"/>
            <ac:grpSpMk id="8" creationId="{099073A9-B07B-150E-6F44-D585A24C76A7}"/>
          </ac:grpSpMkLst>
        </pc:grpChg>
        <pc:cxnChg chg="del mod">
          <ac:chgData name="Freda Shi" userId="e3bafef1-15f2-4eeb-acbe-fa674bab7991" providerId="ADAL" clId="{9555FC65-5A8C-4EE8-9D5B-8283D7A0923C}" dt="2026-02-09T07:12:12.813" v="58653" actId="478"/>
          <ac:cxnSpMkLst>
            <pc:docMk/>
            <pc:sldMk cId="1276384177" sldId="273"/>
            <ac:cxnSpMk id="5" creationId="{8F9E63F9-6DB0-50B8-DA23-949E9BE9F15D}"/>
          </ac:cxnSpMkLst>
        </pc:cxnChg>
      </pc:sldChg>
      <pc:sldChg chg="addSp delSp modSp new mod">
        <pc:chgData name="Freda Shi" userId="e3bafef1-15f2-4eeb-acbe-fa674bab7991" providerId="ADAL" clId="{9555FC65-5A8C-4EE8-9D5B-8283D7A0923C}" dt="2026-02-09T07:15:56.966" v="58912" actId="1035"/>
        <pc:sldMkLst>
          <pc:docMk/>
          <pc:sldMk cId="4206860621" sldId="274"/>
        </pc:sldMkLst>
        <pc:spChg chg="mod">
          <ac:chgData name="Freda Shi" userId="e3bafef1-15f2-4eeb-acbe-fa674bab7991" providerId="ADAL" clId="{9555FC65-5A8C-4EE8-9D5B-8283D7A0923C}" dt="2026-02-09T07:15:35.911" v="58877" actId="20577"/>
          <ac:spMkLst>
            <pc:docMk/>
            <pc:sldMk cId="4206860621" sldId="274"/>
            <ac:spMk id="2" creationId="{036F5FCB-9DA5-8756-9F72-C30B57EE8D72}"/>
          </ac:spMkLst>
        </pc:spChg>
        <pc:spChg chg="del">
          <ac:chgData name="Freda Shi" userId="e3bafef1-15f2-4eeb-acbe-fa674bab7991" providerId="ADAL" clId="{9555FC65-5A8C-4EE8-9D5B-8283D7A0923C}" dt="2026-02-09T07:15:38.993" v="58878" actId="478"/>
          <ac:spMkLst>
            <pc:docMk/>
            <pc:sldMk cId="4206860621" sldId="274"/>
            <ac:spMk id="3" creationId="{0C89F76B-0DDA-7AE3-E3C7-1EC286A4E512}"/>
          </ac:spMkLst>
        </pc:spChg>
        <pc:spChg chg="mod">
          <ac:chgData name="Freda Shi" userId="e3bafef1-15f2-4eeb-acbe-fa674bab7991" providerId="ADAL" clId="{9555FC65-5A8C-4EE8-9D5B-8283D7A0923C}" dt="2026-02-09T07:15:41.736" v="58900" actId="1036"/>
          <ac:spMkLst>
            <pc:docMk/>
            <pc:sldMk cId="4206860621" sldId="274"/>
            <ac:spMk id="5" creationId="{83989A2A-A60F-D873-3016-E1281F8CFC6B}"/>
          </ac:spMkLst>
        </pc:spChg>
        <pc:spChg chg="mod">
          <ac:chgData name="Freda Shi" userId="e3bafef1-15f2-4eeb-acbe-fa674bab7991" providerId="ADAL" clId="{9555FC65-5A8C-4EE8-9D5B-8283D7A0923C}" dt="2026-02-09T07:15:41.736" v="58900" actId="1036"/>
          <ac:spMkLst>
            <pc:docMk/>
            <pc:sldMk cId="4206860621" sldId="274"/>
            <ac:spMk id="6" creationId="{996C7B5F-1218-B223-8D73-9693581172A8}"/>
          </ac:spMkLst>
        </pc:spChg>
        <pc:spChg chg="add mod">
          <ac:chgData name="Freda Shi" userId="e3bafef1-15f2-4eeb-acbe-fa674bab7991" providerId="ADAL" clId="{9555FC65-5A8C-4EE8-9D5B-8283D7A0923C}" dt="2026-02-09T07:15:49.214" v="58902" actId="404"/>
          <ac:spMkLst>
            <pc:docMk/>
            <pc:sldMk cId="4206860621" sldId="274"/>
            <ac:spMk id="7" creationId="{C7BC29AF-B43D-1EF4-8E73-AB3863052A7B}"/>
          </ac:spMkLst>
        </pc:spChg>
        <pc:spChg chg="mod">
          <ac:chgData name="Freda Shi" userId="e3bafef1-15f2-4eeb-acbe-fa674bab7991" providerId="ADAL" clId="{9555FC65-5A8C-4EE8-9D5B-8283D7A0923C}" dt="2026-02-09T07:15:56.966" v="58912" actId="1035"/>
          <ac:spMkLst>
            <pc:docMk/>
            <pc:sldMk cId="4206860621" sldId="274"/>
            <ac:spMk id="9" creationId="{9D3651DC-6593-F142-5824-A22CA7F403F5}"/>
          </ac:spMkLst>
        </pc:spChg>
        <pc:spChg chg="mod">
          <ac:chgData name="Freda Shi" userId="e3bafef1-15f2-4eeb-acbe-fa674bab7991" providerId="ADAL" clId="{9555FC65-5A8C-4EE8-9D5B-8283D7A0923C}" dt="2026-02-09T07:15:56.966" v="58912" actId="1035"/>
          <ac:spMkLst>
            <pc:docMk/>
            <pc:sldMk cId="4206860621" sldId="274"/>
            <ac:spMk id="10" creationId="{8D32BC68-C0C8-EC93-78E6-43BEE4E5D513}"/>
          </ac:spMkLst>
        </pc:spChg>
        <pc:spChg chg="mod">
          <ac:chgData name="Freda Shi" userId="e3bafef1-15f2-4eeb-acbe-fa674bab7991" providerId="ADAL" clId="{9555FC65-5A8C-4EE8-9D5B-8283D7A0923C}" dt="2026-02-09T07:15:49.214" v="58903" actId="27636"/>
          <ac:spMkLst>
            <pc:docMk/>
            <pc:sldMk cId="4206860621" sldId="274"/>
            <ac:spMk id="11" creationId="{5157EAC1-BADE-7142-F2EE-783898BE570F}"/>
          </ac:spMkLst>
        </pc:spChg>
        <pc:spChg chg="add mod">
          <ac:chgData name="Freda Shi" userId="e3bafef1-15f2-4eeb-acbe-fa674bab7991" providerId="ADAL" clId="{9555FC65-5A8C-4EE8-9D5B-8283D7A0923C}" dt="2026-02-09T07:15:49.214" v="58902" actId="404"/>
          <ac:spMkLst>
            <pc:docMk/>
            <pc:sldMk cId="4206860621" sldId="274"/>
            <ac:spMk id="16" creationId="{65E99C55-6626-2EBD-31E9-02C0F1FEC493}"/>
          </ac:spMkLst>
        </pc:spChg>
        <pc:spChg chg="add mod">
          <ac:chgData name="Freda Shi" userId="e3bafef1-15f2-4eeb-acbe-fa674bab7991" providerId="ADAL" clId="{9555FC65-5A8C-4EE8-9D5B-8283D7A0923C}" dt="2026-02-09T07:15:49.214" v="58902" actId="404"/>
          <ac:spMkLst>
            <pc:docMk/>
            <pc:sldMk cId="4206860621" sldId="274"/>
            <ac:spMk id="17" creationId="{939C1316-2AB2-134C-BBCA-3FC94574698E}"/>
          </ac:spMkLst>
        </pc:spChg>
        <pc:spChg chg="add mod">
          <ac:chgData name="Freda Shi" userId="e3bafef1-15f2-4eeb-acbe-fa674bab7991" providerId="ADAL" clId="{9555FC65-5A8C-4EE8-9D5B-8283D7A0923C}" dt="2026-02-09T07:15:49.214" v="58902" actId="404"/>
          <ac:spMkLst>
            <pc:docMk/>
            <pc:sldMk cId="4206860621" sldId="274"/>
            <ac:spMk id="19" creationId="{BDDD2741-98EB-886A-40B2-50EFDBBE4320}"/>
          </ac:spMkLst>
        </pc:spChg>
        <pc:spChg chg="add mod">
          <ac:chgData name="Freda Shi" userId="e3bafef1-15f2-4eeb-acbe-fa674bab7991" providerId="ADAL" clId="{9555FC65-5A8C-4EE8-9D5B-8283D7A0923C}" dt="2026-02-09T07:15:49.214" v="58902" actId="404"/>
          <ac:spMkLst>
            <pc:docMk/>
            <pc:sldMk cId="4206860621" sldId="274"/>
            <ac:spMk id="24" creationId="{77AFE4FF-DECA-C89E-487E-FC27BB0977EC}"/>
          </ac:spMkLst>
        </pc:spChg>
        <pc:spChg chg="add mod">
          <ac:chgData name="Freda Shi" userId="e3bafef1-15f2-4eeb-acbe-fa674bab7991" providerId="ADAL" clId="{9555FC65-5A8C-4EE8-9D5B-8283D7A0923C}" dt="2026-02-09T07:15:49.214" v="58902" actId="404"/>
          <ac:spMkLst>
            <pc:docMk/>
            <pc:sldMk cId="4206860621" sldId="274"/>
            <ac:spMk id="25" creationId="{ECE62314-9C32-D002-2EC7-79B53A8F2C19}"/>
          </ac:spMkLst>
        </pc:spChg>
        <pc:spChg chg="add mod">
          <ac:chgData name="Freda Shi" userId="e3bafef1-15f2-4eeb-acbe-fa674bab7991" providerId="ADAL" clId="{9555FC65-5A8C-4EE8-9D5B-8283D7A0923C}" dt="2026-02-09T07:15:49.214" v="58902" actId="404"/>
          <ac:spMkLst>
            <pc:docMk/>
            <pc:sldMk cId="4206860621" sldId="274"/>
            <ac:spMk id="26" creationId="{85593F1C-9165-2470-53B6-6A9BFDB6F493}"/>
          </ac:spMkLst>
        </pc:spChg>
        <pc:spChg chg="add mod">
          <ac:chgData name="Freda Shi" userId="e3bafef1-15f2-4eeb-acbe-fa674bab7991" providerId="ADAL" clId="{9555FC65-5A8C-4EE8-9D5B-8283D7A0923C}" dt="2026-02-09T07:15:49.214" v="58902" actId="404"/>
          <ac:spMkLst>
            <pc:docMk/>
            <pc:sldMk cId="4206860621" sldId="274"/>
            <ac:spMk id="32" creationId="{DA2369FA-EB38-3C82-CEC2-790917946690}"/>
          </ac:spMkLst>
        </pc:spChg>
        <pc:spChg chg="add mod">
          <ac:chgData name="Freda Shi" userId="e3bafef1-15f2-4eeb-acbe-fa674bab7991" providerId="ADAL" clId="{9555FC65-5A8C-4EE8-9D5B-8283D7A0923C}" dt="2026-02-09T07:15:49.214" v="58902" actId="404"/>
          <ac:spMkLst>
            <pc:docMk/>
            <pc:sldMk cId="4206860621" sldId="274"/>
            <ac:spMk id="35" creationId="{DFC0101F-972A-8111-ED6C-EEA555018135}"/>
          </ac:spMkLst>
        </pc:spChg>
        <pc:spChg chg="add mod">
          <ac:chgData name="Freda Shi" userId="e3bafef1-15f2-4eeb-acbe-fa674bab7991" providerId="ADAL" clId="{9555FC65-5A8C-4EE8-9D5B-8283D7A0923C}" dt="2026-02-09T07:15:49.214" v="58902" actId="404"/>
          <ac:spMkLst>
            <pc:docMk/>
            <pc:sldMk cId="4206860621" sldId="274"/>
            <ac:spMk id="38" creationId="{550BDB46-10E6-9196-8686-69B9D0AF41C9}"/>
          </ac:spMkLst>
        </pc:spChg>
        <pc:grpChg chg="mod">
          <ac:chgData name="Freda Shi" userId="e3bafef1-15f2-4eeb-acbe-fa674bab7991" providerId="ADAL" clId="{9555FC65-5A8C-4EE8-9D5B-8283D7A0923C}" dt="2026-02-09T07:15:41.736" v="58900" actId="1036"/>
          <ac:grpSpMkLst>
            <pc:docMk/>
            <pc:sldMk cId="4206860621" sldId="274"/>
            <ac:grpSpMk id="8" creationId="{48D49F83-9766-F715-9F17-84528EBC07E4}"/>
          </ac:grpSpMkLst>
        </pc:grpChg>
      </pc:sldChg>
      <pc:sldChg chg="modSp new mod modAnim">
        <pc:chgData name="Freda Shi" userId="e3bafef1-15f2-4eeb-acbe-fa674bab7991" providerId="ADAL" clId="{9555FC65-5A8C-4EE8-9D5B-8283D7A0923C}" dt="2026-02-09T07:14:08.557" v="58771"/>
        <pc:sldMkLst>
          <pc:docMk/>
          <pc:sldMk cId="453025214" sldId="275"/>
        </pc:sldMkLst>
        <pc:spChg chg="mod">
          <ac:chgData name="Freda Shi" userId="e3bafef1-15f2-4eeb-acbe-fa674bab7991" providerId="ADAL" clId="{9555FC65-5A8C-4EE8-9D5B-8283D7A0923C}" dt="2026-02-09T07:13:32.677" v="58732" actId="20577"/>
          <ac:spMkLst>
            <pc:docMk/>
            <pc:sldMk cId="453025214" sldId="275"/>
            <ac:spMk id="2" creationId="{346006BF-1FFC-5FCC-9BEB-1481B9886D67}"/>
          </ac:spMkLst>
        </pc:spChg>
        <pc:spChg chg="mod">
          <ac:chgData name="Freda Shi" userId="e3bafef1-15f2-4eeb-acbe-fa674bab7991" providerId="ADAL" clId="{9555FC65-5A8C-4EE8-9D5B-8283D7A0923C}" dt="2026-02-09T07:13:50.831" v="58766" actId="20577"/>
          <ac:spMkLst>
            <pc:docMk/>
            <pc:sldMk cId="453025214" sldId="275"/>
            <ac:spMk id="3" creationId="{38546125-F1A5-7A4C-1445-ABB59C4A0EFE}"/>
          </ac:spMkLst>
        </pc:spChg>
      </pc:sldChg>
      <pc:sldChg chg="modSp new mod ord">
        <pc:chgData name="Freda Shi" userId="e3bafef1-15f2-4eeb-acbe-fa674bab7991" providerId="ADAL" clId="{9555FC65-5A8C-4EE8-9D5B-8283D7A0923C}" dt="2026-02-09T09:39:11.564" v="62163" actId="6549"/>
        <pc:sldMkLst>
          <pc:docMk/>
          <pc:sldMk cId="1818052339" sldId="276"/>
        </pc:sldMkLst>
        <pc:spChg chg="mod">
          <ac:chgData name="Freda Shi" userId="e3bafef1-15f2-4eeb-acbe-fa674bab7991" providerId="ADAL" clId="{9555FC65-5A8C-4EE8-9D5B-8283D7A0923C}" dt="2026-02-09T07:14:34.772" v="58828" actId="20577"/>
          <ac:spMkLst>
            <pc:docMk/>
            <pc:sldMk cId="1818052339" sldId="276"/>
            <ac:spMk id="2" creationId="{02A9226D-9D51-0482-1302-2F22848C2DD9}"/>
          </ac:spMkLst>
        </pc:spChg>
        <pc:spChg chg="mod">
          <ac:chgData name="Freda Shi" userId="e3bafef1-15f2-4eeb-acbe-fa674bab7991" providerId="ADAL" clId="{9555FC65-5A8C-4EE8-9D5B-8283D7A0923C}" dt="2026-02-09T09:39:11.564" v="62163" actId="6549"/>
          <ac:spMkLst>
            <pc:docMk/>
            <pc:sldMk cId="1818052339" sldId="276"/>
            <ac:spMk id="3" creationId="{D14A260B-C30C-D68E-C08E-2008B8177087}"/>
          </ac:spMkLst>
        </pc:spChg>
      </pc:sldChg>
      <pc:sldChg chg="addSp delSp modSp new mod">
        <pc:chgData name="Freda Shi" userId="e3bafef1-15f2-4eeb-acbe-fa674bab7991" providerId="ADAL" clId="{9555FC65-5A8C-4EE8-9D5B-8283D7A0923C}" dt="2026-02-09T07:19:34.429" v="59006" actId="20577"/>
        <pc:sldMkLst>
          <pc:docMk/>
          <pc:sldMk cId="1332559321" sldId="277"/>
        </pc:sldMkLst>
        <pc:spChg chg="mod">
          <ac:chgData name="Freda Shi" userId="e3bafef1-15f2-4eeb-acbe-fa674bab7991" providerId="ADAL" clId="{9555FC65-5A8C-4EE8-9D5B-8283D7A0923C}" dt="2026-02-09T07:19:34.429" v="59006" actId="20577"/>
          <ac:spMkLst>
            <pc:docMk/>
            <pc:sldMk cId="1332559321" sldId="277"/>
            <ac:spMk id="2" creationId="{01E61425-8D49-8AC8-8C60-01E4F433A9A0}"/>
          </ac:spMkLst>
        </pc:spChg>
        <pc:spChg chg="del">
          <ac:chgData name="Freda Shi" userId="e3bafef1-15f2-4eeb-acbe-fa674bab7991" providerId="ADAL" clId="{9555FC65-5A8C-4EE8-9D5B-8283D7A0923C}" dt="2026-02-09T07:16:22.796" v="58943" actId="478"/>
          <ac:spMkLst>
            <pc:docMk/>
            <pc:sldMk cId="1332559321" sldId="277"/>
            <ac:spMk id="3" creationId="{CAC2A7FD-6E2A-B2F3-E4EC-052E11CE7E08}"/>
          </ac:spMkLst>
        </pc:spChg>
        <pc:spChg chg="mod">
          <ac:chgData name="Freda Shi" userId="e3bafef1-15f2-4eeb-acbe-fa674bab7991" providerId="ADAL" clId="{9555FC65-5A8C-4EE8-9D5B-8283D7A0923C}" dt="2026-02-09T07:16:38.432" v="58963" actId="1036"/>
          <ac:spMkLst>
            <pc:docMk/>
            <pc:sldMk cId="1332559321" sldId="277"/>
            <ac:spMk id="5" creationId="{83989A2A-A60F-D873-3016-E1281F8CFC6B}"/>
          </ac:spMkLst>
        </pc:spChg>
        <pc:spChg chg="mod">
          <ac:chgData name="Freda Shi" userId="e3bafef1-15f2-4eeb-acbe-fa674bab7991" providerId="ADAL" clId="{9555FC65-5A8C-4EE8-9D5B-8283D7A0923C}" dt="2026-02-09T07:16:38.432" v="58963" actId="1036"/>
          <ac:spMkLst>
            <pc:docMk/>
            <pc:sldMk cId="1332559321" sldId="277"/>
            <ac:spMk id="8" creationId="{2AF8EBE8-6E02-EAEF-71D2-CEE0FB9C5610}"/>
          </ac:spMkLst>
        </pc:spChg>
        <pc:spChg chg="add mod">
          <ac:chgData name="Freda Shi" userId="e3bafef1-15f2-4eeb-acbe-fa674bab7991" providerId="ADAL" clId="{9555FC65-5A8C-4EE8-9D5B-8283D7A0923C}" dt="2026-02-09T07:16:32.896" v="58946" actId="2711"/>
          <ac:spMkLst>
            <pc:docMk/>
            <pc:sldMk cId="1332559321" sldId="277"/>
            <ac:spMk id="14" creationId="{D8155C3C-6781-5C09-87BA-BE1C20B54C33}"/>
          </ac:spMkLst>
        </pc:spChg>
        <pc:spChg chg="add mod">
          <ac:chgData name="Freda Shi" userId="e3bafef1-15f2-4eeb-acbe-fa674bab7991" providerId="ADAL" clId="{9555FC65-5A8C-4EE8-9D5B-8283D7A0923C}" dt="2026-02-09T07:16:32.896" v="58946" actId="2711"/>
          <ac:spMkLst>
            <pc:docMk/>
            <pc:sldMk cId="1332559321" sldId="277"/>
            <ac:spMk id="30" creationId="{457952EA-5DAA-E795-6C37-088925103F94}"/>
          </ac:spMkLst>
        </pc:spChg>
        <pc:spChg chg="add mod">
          <ac:chgData name="Freda Shi" userId="e3bafef1-15f2-4eeb-acbe-fa674bab7991" providerId="ADAL" clId="{9555FC65-5A8C-4EE8-9D5B-8283D7A0923C}" dt="2026-02-09T07:16:32.896" v="58946" actId="2711"/>
          <ac:spMkLst>
            <pc:docMk/>
            <pc:sldMk cId="1332559321" sldId="277"/>
            <ac:spMk id="33" creationId="{3D0E2619-7546-DA29-0F92-AD678F77D92D}"/>
          </ac:spMkLst>
        </pc:spChg>
        <pc:spChg chg="add mod">
          <ac:chgData name="Freda Shi" userId="e3bafef1-15f2-4eeb-acbe-fa674bab7991" providerId="ADAL" clId="{9555FC65-5A8C-4EE8-9D5B-8283D7A0923C}" dt="2026-02-09T07:16:32.896" v="58946" actId="2711"/>
          <ac:spMkLst>
            <pc:docMk/>
            <pc:sldMk cId="1332559321" sldId="277"/>
            <ac:spMk id="34" creationId="{C91C7935-2A99-2365-A8A0-1DD3E2DBFD45}"/>
          </ac:spMkLst>
        </pc:spChg>
        <pc:spChg chg="add mod">
          <ac:chgData name="Freda Shi" userId="e3bafef1-15f2-4eeb-acbe-fa674bab7991" providerId="ADAL" clId="{9555FC65-5A8C-4EE8-9D5B-8283D7A0923C}" dt="2026-02-09T07:16:32.896" v="58946" actId="2711"/>
          <ac:spMkLst>
            <pc:docMk/>
            <pc:sldMk cId="1332559321" sldId="277"/>
            <ac:spMk id="49" creationId="{22DEF370-B17E-3E3E-C42E-147BBBFBFF4C}"/>
          </ac:spMkLst>
        </pc:spChg>
        <pc:spChg chg="add mod">
          <ac:chgData name="Freda Shi" userId="e3bafef1-15f2-4eeb-acbe-fa674bab7991" providerId="ADAL" clId="{9555FC65-5A8C-4EE8-9D5B-8283D7A0923C}" dt="2026-02-09T07:16:32.896" v="58946" actId="2711"/>
          <ac:spMkLst>
            <pc:docMk/>
            <pc:sldMk cId="1332559321" sldId="277"/>
            <ac:spMk id="51" creationId="{2721645E-3829-E3C0-504B-CA26382567F1}"/>
          </ac:spMkLst>
        </pc:spChg>
        <pc:spChg chg="add mod">
          <ac:chgData name="Freda Shi" userId="e3bafef1-15f2-4eeb-acbe-fa674bab7991" providerId="ADAL" clId="{9555FC65-5A8C-4EE8-9D5B-8283D7A0923C}" dt="2026-02-09T07:16:32.896" v="58946" actId="2711"/>
          <ac:spMkLst>
            <pc:docMk/>
            <pc:sldMk cId="1332559321" sldId="277"/>
            <ac:spMk id="59" creationId="{31FB1E2E-ABDC-8A76-5E23-A084B87EED32}"/>
          </ac:spMkLst>
        </pc:spChg>
        <pc:spChg chg="add mod">
          <ac:chgData name="Freda Shi" userId="e3bafef1-15f2-4eeb-acbe-fa674bab7991" providerId="ADAL" clId="{9555FC65-5A8C-4EE8-9D5B-8283D7A0923C}" dt="2026-02-09T07:16:32.896" v="58946" actId="2711"/>
          <ac:spMkLst>
            <pc:docMk/>
            <pc:sldMk cId="1332559321" sldId="277"/>
            <ac:spMk id="67" creationId="{8DB6E468-C3CB-967A-00B9-3EF2AFA57410}"/>
          </ac:spMkLst>
        </pc:spChg>
        <pc:spChg chg="add mod">
          <ac:chgData name="Freda Shi" userId="e3bafef1-15f2-4eeb-acbe-fa674bab7991" providerId="ADAL" clId="{9555FC65-5A8C-4EE8-9D5B-8283D7A0923C}" dt="2026-02-09T07:16:32.896" v="58946" actId="2711"/>
          <ac:spMkLst>
            <pc:docMk/>
            <pc:sldMk cId="1332559321" sldId="277"/>
            <ac:spMk id="68" creationId="{A3ADE527-4E16-28FB-BD60-9A5041A2A9DC}"/>
          </ac:spMkLst>
        </pc:spChg>
        <pc:spChg chg="add mod">
          <ac:chgData name="Freda Shi" userId="e3bafef1-15f2-4eeb-acbe-fa674bab7991" providerId="ADAL" clId="{9555FC65-5A8C-4EE8-9D5B-8283D7A0923C}" dt="2026-02-09T07:16:32.896" v="58946" actId="2711"/>
          <ac:spMkLst>
            <pc:docMk/>
            <pc:sldMk cId="1332559321" sldId="277"/>
            <ac:spMk id="69" creationId="{8BFFBEF8-B7C7-3556-9084-D78AB3BC6A8F}"/>
          </ac:spMkLst>
        </pc:spChg>
        <pc:grpChg chg="mod">
          <ac:chgData name="Freda Shi" userId="e3bafef1-15f2-4eeb-acbe-fa674bab7991" providerId="ADAL" clId="{9555FC65-5A8C-4EE8-9D5B-8283D7A0923C}" dt="2026-02-09T07:16:38.432" v="58963" actId="1036"/>
          <ac:grpSpMkLst>
            <pc:docMk/>
            <pc:sldMk cId="1332559321" sldId="277"/>
            <ac:grpSpMk id="6" creationId="{7D696654-B995-BB97-1803-D8C78F60C9A2}"/>
          </ac:grpSpMkLst>
        </pc:grpChg>
        <pc:grpChg chg="mod">
          <ac:chgData name="Freda Shi" userId="e3bafef1-15f2-4eeb-acbe-fa674bab7991" providerId="ADAL" clId="{9555FC65-5A8C-4EE8-9D5B-8283D7A0923C}" dt="2026-02-09T07:16:38.432" v="58963" actId="1036"/>
          <ac:grpSpMkLst>
            <pc:docMk/>
            <pc:sldMk cId="1332559321" sldId="277"/>
            <ac:grpSpMk id="7" creationId="{DAF5E63F-8B2E-2FF1-CCA2-4434B86E9839}"/>
          </ac:grpSpMkLst>
        </pc:grpChg>
      </pc:sldChg>
      <pc:sldChg chg="addSp delSp modSp new mod">
        <pc:chgData name="Freda Shi" userId="e3bafef1-15f2-4eeb-acbe-fa674bab7991" providerId="ADAL" clId="{9555FC65-5A8C-4EE8-9D5B-8283D7A0923C}" dt="2026-02-09T08:59:02.431" v="60656" actId="20577"/>
        <pc:sldMkLst>
          <pc:docMk/>
          <pc:sldMk cId="855568095" sldId="278"/>
        </pc:sldMkLst>
        <pc:spChg chg="mod">
          <ac:chgData name="Freda Shi" userId="e3bafef1-15f2-4eeb-acbe-fa674bab7991" providerId="ADAL" clId="{9555FC65-5A8C-4EE8-9D5B-8283D7A0923C}" dt="2026-02-09T07:19:29.123" v="58995" actId="20577"/>
          <ac:spMkLst>
            <pc:docMk/>
            <pc:sldMk cId="855568095" sldId="278"/>
            <ac:spMk id="2" creationId="{15DF9349-48F2-D483-5C3A-1265940C02DD}"/>
          </ac:spMkLst>
        </pc:spChg>
        <pc:spChg chg="del">
          <ac:chgData name="Freda Shi" userId="e3bafef1-15f2-4eeb-acbe-fa674bab7991" providerId="ADAL" clId="{9555FC65-5A8C-4EE8-9D5B-8283D7A0923C}" dt="2026-02-09T07:19:38.321" v="59007" actId="478"/>
          <ac:spMkLst>
            <pc:docMk/>
            <pc:sldMk cId="855568095" sldId="278"/>
            <ac:spMk id="3" creationId="{E2CE5D5D-504B-967F-2F23-BA3BD6D48EF8}"/>
          </ac:spMkLst>
        </pc:spChg>
        <pc:spChg chg="mod">
          <ac:chgData name="Freda Shi" userId="e3bafef1-15f2-4eeb-acbe-fa674bab7991" providerId="ADAL" clId="{9555FC65-5A8C-4EE8-9D5B-8283D7A0923C}" dt="2026-02-09T08:59:02.431" v="60656" actId="20577"/>
          <ac:spMkLst>
            <pc:docMk/>
            <pc:sldMk cId="855568095" sldId="278"/>
            <ac:spMk id="7" creationId="{B0DEA81E-9064-9A42-B975-933F550FF19B}"/>
          </ac:spMkLst>
        </pc:spChg>
        <pc:spChg chg="add mod">
          <ac:chgData name="Freda Shi" userId="e3bafef1-15f2-4eeb-acbe-fa674bab7991" providerId="ADAL" clId="{9555FC65-5A8C-4EE8-9D5B-8283D7A0923C}" dt="2026-02-09T07:19:54.279" v="59028" actId="1038"/>
          <ac:spMkLst>
            <pc:docMk/>
            <pc:sldMk cId="855568095" sldId="278"/>
            <ac:spMk id="8" creationId="{83F29389-63B0-A0F4-4AA8-455A742AE1BF}"/>
          </ac:spMkLst>
        </pc:spChg>
        <pc:spChg chg="add mod">
          <ac:chgData name="Freda Shi" userId="e3bafef1-15f2-4eeb-acbe-fa674bab7991" providerId="ADAL" clId="{9555FC65-5A8C-4EE8-9D5B-8283D7A0923C}" dt="2026-02-09T07:19:42.004" v="59009" actId="2711"/>
          <ac:spMkLst>
            <pc:docMk/>
            <pc:sldMk cId="855568095" sldId="278"/>
            <ac:spMk id="15" creationId="{F023334B-AE19-0D8D-2460-79D2915B5099}"/>
          </ac:spMkLst>
        </pc:spChg>
        <pc:spChg chg="add mod">
          <ac:chgData name="Freda Shi" userId="e3bafef1-15f2-4eeb-acbe-fa674bab7991" providerId="ADAL" clId="{9555FC65-5A8C-4EE8-9D5B-8283D7A0923C}" dt="2026-02-09T07:19:42.004" v="59009" actId="2711"/>
          <ac:spMkLst>
            <pc:docMk/>
            <pc:sldMk cId="855568095" sldId="278"/>
            <ac:spMk id="16" creationId="{BDDD2741-98EB-886A-40B2-50EFDBBE4320}"/>
          </ac:spMkLst>
        </pc:spChg>
        <pc:spChg chg="add mod">
          <ac:chgData name="Freda Shi" userId="e3bafef1-15f2-4eeb-acbe-fa674bab7991" providerId="ADAL" clId="{9555FC65-5A8C-4EE8-9D5B-8283D7A0923C}" dt="2026-02-09T07:19:42.004" v="59009" actId="2711"/>
          <ac:spMkLst>
            <pc:docMk/>
            <pc:sldMk cId="855568095" sldId="278"/>
            <ac:spMk id="18" creationId="{B219DC5A-6826-F6AF-FE1D-03934678FCC1}"/>
          </ac:spMkLst>
        </pc:spChg>
        <pc:spChg chg="add mod">
          <ac:chgData name="Freda Shi" userId="e3bafef1-15f2-4eeb-acbe-fa674bab7991" providerId="ADAL" clId="{9555FC65-5A8C-4EE8-9D5B-8283D7A0923C}" dt="2026-02-09T07:19:42.004" v="59009" actId="2711"/>
          <ac:spMkLst>
            <pc:docMk/>
            <pc:sldMk cId="855568095" sldId="278"/>
            <ac:spMk id="20" creationId="{57ACE6BE-6A98-29B7-1006-862F5503AE60}"/>
          </ac:spMkLst>
        </pc:spChg>
        <pc:spChg chg="add mod">
          <ac:chgData name="Freda Shi" userId="e3bafef1-15f2-4eeb-acbe-fa674bab7991" providerId="ADAL" clId="{9555FC65-5A8C-4EE8-9D5B-8283D7A0923C}" dt="2026-02-09T07:19:42.004" v="59009" actId="2711"/>
          <ac:spMkLst>
            <pc:docMk/>
            <pc:sldMk cId="855568095" sldId="278"/>
            <ac:spMk id="24" creationId="{B330B44E-D5F9-626D-71A5-8E9AC6384D40}"/>
          </ac:spMkLst>
        </pc:spChg>
        <pc:spChg chg="add mod">
          <ac:chgData name="Freda Shi" userId="e3bafef1-15f2-4eeb-acbe-fa674bab7991" providerId="ADAL" clId="{9555FC65-5A8C-4EE8-9D5B-8283D7A0923C}" dt="2026-02-09T07:19:42.004" v="59009" actId="2711"/>
          <ac:spMkLst>
            <pc:docMk/>
            <pc:sldMk cId="855568095" sldId="278"/>
            <ac:spMk id="29" creationId="{DA2369FA-EB38-3C82-CEC2-790917946690}"/>
          </ac:spMkLst>
        </pc:spChg>
        <pc:spChg chg="add mod">
          <ac:chgData name="Freda Shi" userId="e3bafef1-15f2-4eeb-acbe-fa674bab7991" providerId="ADAL" clId="{9555FC65-5A8C-4EE8-9D5B-8283D7A0923C}" dt="2026-02-09T07:19:42.004" v="59009" actId="2711"/>
          <ac:spMkLst>
            <pc:docMk/>
            <pc:sldMk cId="855568095" sldId="278"/>
            <ac:spMk id="33" creationId="{74E493BC-6B10-4C36-A76D-69F05A536B71}"/>
          </ac:spMkLst>
        </pc:spChg>
        <pc:spChg chg="add mod">
          <ac:chgData name="Freda Shi" userId="e3bafef1-15f2-4eeb-acbe-fa674bab7991" providerId="ADAL" clId="{9555FC65-5A8C-4EE8-9D5B-8283D7A0923C}" dt="2026-02-09T07:19:42.004" v="59009" actId="2711"/>
          <ac:spMkLst>
            <pc:docMk/>
            <pc:sldMk cId="855568095" sldId="278"/>
            <ac:spMk id="35" creationId="{550BDB46-10E6-9196-8686-69B9D0AF41C9}"/>
          </ac:spMkLst>
        </pc:spChg>
        <pc:spChg chg="add mod">
          <ac:chgData name="Freda Shi" userId="e3bafef1-15f2-4eeb-acbe-fa674bab7991" providerId="ADAL" clId="{9555FC65-5A8C-4EE8-9D5B-8283D7A0923C}" dt="2026-02-09T07:19:42.004" v="59009" actId="2711"/>
          <ac:spMkLst>
            <pc:docMk/>
            <pc:sldMk cId="855568095" sldId="278"/>
            <ac:spMk id="36" creationId="{01135240-9B48-0509-30AC-F0482C3696EB}"/>
          </ac:spMkLst>
        </pc:spChg>
      </pc:sldChg>
      <pc:sldChg chg="delSp add del mod">
        <pc:chgData name="Freda Shi" userId="e3bafef1-15f2-4eeb-acbe-fa674bab7991" providerId="ADAL" clId="{9555FC65-5A8C-4EE8-9D5B-8283D7A0923C}" dt="2026-02-09T07:21:28.596" v="59208" actId="47"/>
        <pc:sldMkLst>
          <pc:docMk/>
          <pc:sldMk cId="1441716231" sldId="279"/>
        </pc:sldMkLst>
        <pc:spChg chg="del">
          <ac:chgData name="Freda Shi" userId="e3bafef1-15f2-4eeb-acbe-fa674bab7991" providerId="ADAL" clId="{9555FC65-5A8C-4EE8-9D5B-8283D7A0923C}" dt="2026-02-09T07:21:21.692" v="59205" actId="478"/>
          <ac:spMkLst>
            <pc:docMk/>
            <pc:sldMk cId="1441716231" sldId="279"/>
            <ac:spMk id="5" creationId="{5AFC2EED-A640-73EF-34DA-7974E5AC0C6C}"/>
          </ac:spMkLst>
        </pc:spChg>
        <pc:spChg chg="del">
          <ac:chgData name="Freda Shi" userId="e3bafef1-15f2-4eeb-acbe-fa674bab7991" providerId="ADAL" clId="{9555FC65-5A8C-4EE8-9D5B-8283D7A0923C}" dt="2026-02-09T07:21:21.692" v="59205" actId="478"/>
          <ac:spMkLst>
            <pc:docMk/>
            <pc:sldMk cId="1441716231" sldId="279"/>
            <ac:spMk id="8" creationId="{F891CBAF-D9F8-890D-E48F-F4A250E1C8D0}"/>
          </ac:spMkLst>
        </pc:spChg>
        <pc:grpChg chg="del">
          <ac:chgData name="Freda Shi" userId="e3bafef1-15f2-4eeb-acbe-fa674bab7991" providerId="ADAL" clId="{9555FC65-5A8C-4EE8-9D5B-8283D7A0923C}" dt="2026-02-09T07:21:21.692" v="59205" actId="478"/>
          <ac:grpSpMkLst>
            <pc:docMk/>
            <pc:sldMk cId="1441716231" sldId="279"/>
            <ac:grpSpMk id="6" creationId="{23D67185-FC21-E7EB-1025-1DF3FAC0BCBD}"/>
          </ac:grpSpMkLst>
        </pc:grpChg>
        <pc:grpChg chg="del">
          <ac:chgData name="Freda Shi" userId="e3bafef1-15f2-4eeb-acbe-fa674bab7991" providerId="ADAL" clId="{9555FC65-5A8C-4EE8-9D5B-8283D7A0923C}" dt="2026-02-09T07:21:21.692" v="59205" actId="478"/>
          <ac:grpSpMkLst>
            <pc:docMk/>
            <pc:sldMk cId="1441716231" sldId="279"/>
            <ac:grpSpMk id="7" creationId="{AB36F7A8-F355-71A5-E111-A6EE3E41D6A3}"/>
          </ac:grpSpMkLst>
        </pc:grpChg>
      </pc:sldChg>
      <pc:sldChg chg="addSp delSp modSp new mod addAnim delAnim modAnim">
        <pc:chgData name="Freda Shi" userId="e3bafef1-15f2-4eeb-acbe-fa674bab7991" providerId="ADAL" clId="{9555FC65-5A8C-4EE8-9D5B-8283D7A0923C}" dt="2026-02-09T09:40:08.032" v="62212" actId="20577"/>
        <pc:sldMkLst>
          <pc:docMk/>
          <pc:sldMk cId="3222756089" sldId="280"/>
        </pc:sldMkLst>
        <pc:spChg chg="mod">
          <ac:chgData name="Freda Shi" userId="e3bafef1-15f2-4eeb-acbe-fa674bab7991" providerId="ADAL" clId="{9555FC65-5A8C-4EE8-9D5B-8283D7A0923C}" dt="2026-02-09T09:39:51.935" v="62183" actId="20577"/>
          <ac:spMkLst>
            <pc:docMk/>
            <pc:sldMk cId="3222756089" sldId="280"/>
            <ac:spMk id="2" creationId="{A8DDAE88-EACE-7931-93A0-2AF5C1C1D22B}"/>
          </ac:spMkLst>
        </pc:spChg>
        <pc:spChg chg="mod">
          <ac:chgData name="Freda Shi" userId="e3bafef1-15f2-4eeb-acbe-fa674bab7991" providerId="ADAL" clId="{9555FC65-5A8C-4EE8-9D5B-8283D7A0923C}" dt="2026-02-09T09:40:08.032" v="62212" actId="20577"/>
          <ac:spMkLst>
            <pc:docMk/>
            <pc:sldMk cId="3222756089" sldId="280"/>
            <ac:spMk id="3" creationId="{5DBA05C8-22D8-97CA-DB5B-921715978435}"/>
          </ac:spMkLst>
        </pc:spChg>
        <pc:spChg chg="mod">
          <ac:chgData name="Freda Shi" userId="e3bafef1-15f2-4eeb-acbe-fa674bab7991" providerId="ADAL" clId="{9555FC65-5A8C-4EE8-9D5B-8283D7A0923C}" dt="2026-02-09T07:23:57.693" v="59226"/>
          <ac:spMkLst>
            <pc:docMk/>
            <pc:sldMk cId="3222756089" sldId="280"/>
            <ac:spMk id="7" creationId="{6B0D859C-BB03-A0BA-69B7-078B18D287C4}"/>
          </ac:spMkLst>
        </pc:spChg>
        <pc:spChg chg="mod">
          <ac:chgData name="Freda Shi" userId="e3bafef1-15f2-4eeb-acbe-fa674bab7991" providerId="ADAL" clId="{9555FC65-5A8C-4EE8-9D5B-8283D7A0923C}" dt="2026-02-09T07:23:57.693" v="59226"/>
          <ac:spMkLst>
            <pc:docMk/>
            <pc:sldMk cId="3222756089" sldId="280"/>
            <ac:spMk id="8" creationId="{47E35237-E51A-770D-EAFC-2F1E789B5C05}"/>
          </ac:spMkLst>
        </pc:spChg>
        <pc:spChg chg="mod">
          <ac:chgData name="Freda Shi" userId="e3bafef1-15f2-4eeb-acbe-fa674bab7991" providerId="ADAL" clId="{9555FC65-5A8C-4EE8-9D5B-8283D7A0923C}" dt="2026-02-09T07:23:57.693" v="59226"/>
          <ac:spMkLst>
            <pc:docMk/>
            <pc:sldMk cId="3222756089" sldId="280"/>
            <ac:spMk id="19" creationId="{9C5E6438-5537-BEEE-660D-2B0DC6E3B650}"/>
          </ac:spMkLst>
        </pc:spChg>
        <pc:spChg chg="mod">
          <ac:chgData name="Freda Shi" userId="e3bafef1-15f2-4eeb-acbe-fa674bab7991" providerId="ADAL" clId="{9555FC65-5A8C-4EE8-9D5B-8283D7A0923C}" dt="2026-02-09T07:23:57.693" v="59226"/>
          <ac:spMkLst>
            <pc:docMk/>
            <pc:sldMk cId="3222756089" sldId="280"/>
            <ac:spMk id="21" creationId="{3F20F469-65AC-3FA6-ADAD-589903DAF00F}"/>
          </ac:spMkLst>
        </pc:spChg>
        <pc:spChg chg="mod">
          <ac:chgData name="Freda Shi" userId="e3bafef1-15f2-4eeb-acbe-fa674bab7991" providerId="ADAL" clId="{9555FC65-5A8C-4EE8-9D5B-8283D7A0923C}" dt="2026-02-09T07:23:57.693" v="59226"/>
          <ac:spMkLst>
            <pc:docMk/>
            <pc:sldMk cId="3222756089" sldId="280"/>
            <ac:spMk id="23" creationId="{A0CAE2A3-8BFB-C676-CC2A-9D17DC1850E3}"/>
          </ac:spMkLst>
        </pc:spChg>
        <pc:spChg chg="mod">
          <ac:chgData name="Freda Shi" userId="e3bafef1-15f2-4eeb-acbe-fa674bab7991" providerId="ADAL" clId="{9555FC65-5A8C-4EE8-9D5B-8283D7A0923C}" dt="2026-02-09T07:23:57.693" v="59226"/>
          <ac:spMkLst>
            <pc:docMk/>
            <pc:sldMk cId="3222756089" sldId="280"/>
            <ac:spMk id="25" creationId="{3EFD7D8F-D049-FAEF-04C3-8ABB4D38B002}"/>
          </ac:spMkLst>
        </pc:spChg>
        <pc:spChg chg="mod">
          <ac:chgData name="Freda Shi" userId="e3bafef1-15f2-4eeb-acbe-fa674bab7991" providerId="ADAL" clId="{9555FC65-5A8C-4EE8-9D5B-8283D7A0923C}" dt="2026-02-09T07:23:57.693" v="59226"/>
          <ac:spMkLst>
            <pc:docMk/>
            <pc:sldMk cId="3222756089" sldId="280"/>
            <ac:spMk id="28" creationId="{BCB5809F-415A-7F62-6135-DDC9236DE66B}"/>
          </ac:spMkLst>
        </pc:spChg>
        <pc:spChg chg="mod">
          <ac:chgData name="Freda Shi" userId="e3bafef1-15f2-4eeb-acbe-fa674bab7991" providerId="ADAL" clId="{9555FC65-5A8C-4EE8-9D5B-8283D7A0923C}" dt="2026-02-09T07:23:57.693" v="59226"/>
          <ac:spMkLst>
            <pc:docMk/>
            <pc:sldMk cId="3222756089" sldId="280"/>
            <ac:spMk id="32" creationId="{7DF890C3-90A8-7B76-A769-2A135F832AFE}"/>
          </ac:spMkLst>
        </pc:spChg>
        <pc:spChg chg="mod">
          <ac:chgData name="Freda Shi" userId="e3bafef1-15f2-4eeb-acbe-fa674bab7991" providerId="ADAL" clId="{9555FC65-5A8C-4EE8-9D5B-8283D7A0923C}" dt="2026-02-09T07:23:57.693" v="59226"/>
          <ac:spMkLst>
            <pc:docMk/>
            <pc:sldMk cId="3222756089" sldId="280"/>
            <ac:spMk id="34" creationId="{AB350979-9BCB-9873-2EFF-762456F424AA}"/>
          </ac:spMkLst>
        </pc:spChg>
        <pc:spChg chg="mod">
          <ac:chgData name="Freda Shi" userId="e3bafef1-15f2-4eeb-acbe-fa674bab7991" providerId="ADAL" clId="{9555FC65-5A8C-4EE8-9D5B-8283D7A0923C}" dt="2026-02-09T07:23:57.693" v="59226"/>
          <ac:spMkLst>
            <pc:docMk/>
            <pc:sldMk cId="3222756089" sldId="280"/>
            <ac:spMk id="38" creationId="{58A61FC1-60DE-49DB-C942-89346B7C4392}"/>
          </ac:spMkLst>
        </pc:spChg>
        <pc:spChg chg="del topLvl">
          <ac:chgData name="Freda Shi" userId="e3bafef1-15f2-4eeb-acbe-fa674bab7991" providerId="ADAL" clId="{9555FC65-5A8C-4EE8-9D5B-8283D7A0923C}" dt="2026-02-09T07:30:25.097" v="59655" actId="478"/>
          <ac:spMkLst>
            <pc:docMk/>
            <pc:sldMk cId="3222756089" sldId="280"/>
            <ac:spMk id="43" creationId="{5685A8EA-2C74-41CB-5B8E-1A6071FAD5A2}"/>
          </ac:spMkLst>
        </pc:spChg>
        <pc:spChg chg="del topLvl">
          <ac:chgData name="Freda Shi" userId="e3bafef1-15f2-4eeb-acbe-fa674bab7991" providerId="ADAL" clId="{9555FC65-5A8C-4EE8-9D5B-8283D7A0923C}" dt="2026-02-09T07:30:25.065" v="59590" actId="478"/>
          <ac:spMkLst>
            <pc:docMk/>
            <pc:sldMk cId="3222756089" sldId="280"/>
            <ac:spMk id="44" creationId="{72584E9C-B2E3-6325-601F-7C8018ABF7D9}"/>
          </ac:spMkLst>
        </pc:spChg>
        <pc:spChg chg="del">
          <ac:chgData name="Freda Shi" userId="e3bafef1-15f2-4eeb-acbe-fa674bab7991" providerId="ADAL" clId="{9555FC65-5A8C-4EE8-9D5B-8283D7A0923C}" dt="2026-02-09T07:30:25.050" v="59589" actId="478"/>
          <ac:spMkLst>
            <pc:docMk/>
            <pc:sldMk cId="3222756089" sldId="280"/>
            <ac:spMk id="45" creationId="{622DC231-97B9-5DF1-84AD-F503A223E5B6}"/>
          </ac:spMkLst>
        </pc:spChg>
        <pc:spChg chg="del">
          <ac:chgData name="Freda Shi" userId="e3bafef1-15f2-4eeb-acbe-fa674bab7991" providerId="ADAL" clId="{9555FC65-5A8C-4EE8-9D5B-8283D7A0923C}" dt="2026-02-09T07:30:25.050" v="59588" actId="478"/>
          <ac:spMkLst>
            <pc:docMk/>
            <pc:sldMk cId="3222756089" sldId="280"/>
            <ac:spMk id="46" creationId="{725FA4AB-FB1E-ED87-7C96-74F736584385}"/>
          </ac:spMkLst>
        </pc:spChg>
        <pc:spChg chg="del">
          <ac:chgData name="Freda Shi" userId="e3bafef1-15f2-4eeb-acbe-fa674bab7991" providerId="ADAL" clId="{9555FC65-5A8C-4EE8-9D5B-8283D7A0923C}" dt="2026-02-09T07:30:25.050" v="59587" actId="478"/>
          <ac:spMkLst>
            <pc:docMk/>
            <pc:sldMk cId="3222756089" sldId="280"/>
            <ac:spMk id="47" creationId="{18897D9D-F827-A2A0-F557-1AF4883424BC}"/>
          </ac:spMkLst>
        </pc:spChg>
        <pc:spChg chg="del">
          <ac:chgData name="Freda Shi" userId="e3bafef1-15f2-4eeb-acbe-fa674bab7991" providerId="ADAL" clId="{9555FC65-5A8C-4EE8-9D5B-8283D7A0923C}" dt="2026-02-09T07:30:25.050" v="59586" actId="478"/>
          <ac:spMkLst>
            <pc:docMk/>
            <pc:sldMk cId="3222756089" sldId="280"/>
            <ac:spMk id="48" creationId="{A39CB78B-7A19-92A4-6DA0-7F9F39A6BB5F}"/>
          </ac:spMkLst>
        </pc:spChg>
        <pc:spChg chg="del">
          <ac:chgData name="Freda Shi" userId="e3bafef1-15f2-4eeb-acbe-fa674bab7991" providerId="ADAL" clId="{9555FC65-5A8C-4EE8-9D5B-8283D7A0923C}" dt="2026-02-09T07:30:25.050" v="59585" actId="478"/>
          <ac:spMkLst>
            <pc:docMk/>
            <pc:sldMk cId="3222756089" sldId="280"/>
            <ac:spMk id="49" creationId="{1BA829F8-D050-D820-1694-3DD33D7CD1AC}"/>
          </ac:spMkLst>
        </pc:spChg>
        <pc:spChg chg="del">
          <ac:chgData name="Freda Shi" userId="e3bafef1-15f2-4eeb-acbe-fa674bab7991" providerId="ADAL" clId="{9555FC65-5A8C-4EE8-9D5B-8283D7A0923C}" dt="2026-02-09T07:30:25.050" v="59584" actId="478"/>
          <ac:spMkLst>
            <pc:docMk/>
            <pc:sldMk cId="3222756089" sldId="280"/>
            <ac:spMk id="50" creationId="{B6165C8D-5635-F709-9FBC-357D6BD082B5}"/>
          </ac:spMkLst>
        </pc:spChg>
        <pc:spChg chg="del">
          <ac:chgData name="Freda Shi" userId="e3bafef1-15f2-4eeb-acbe-fa674bab7991" providerId="ADAL" clId="{9555FC65-5A8C-4EE8-9D5B-8283D7A0923C}" dt="2026-02-09T07:30:25.050" v="59583" actId="478"/>
          <ac:spMkLst>
            <pc:docMk/>
            <pc:sldMk cId="3222756089" sldId="280"/>
            <ac:spMk id="51" creationId="{82E78B35-DF3E-50E5-B754-63919B0FA06C}"/>
          </ac:spMkLst>
        </pc:spChg>
        <pc:spChg chg="del">
          <ac:chgData name="Freda Shi" userId="e3bafef1-15f2-4eeb-acbe-fa674bab7991" providerId="ADAL" clId="{9555FC65-5A8C-4EE8-9D5B-8283D7A0923C}" dt="2026-02-09T07:30:25.050" v="59582" actId="478"/>
          <ac:spMkLst>
            <pc:docMk/>
            <pc:sldMk cId="3222756089" sldId="280"/>
            <ac:spMk id="52" creationId="{14317883-40D3-2708-CFFB-54A34B0F0824}"/>
          </ac:spMkLst>
        </pc:spChg>
        <pc:spChg chg="del">
          <ac:chgData name="Freda Shi" userId="e3bafef1-15f2-4eeb-acbe-fa674bab7991" providerId="ADAL" clId="{9555FC65-5A8C-4EE8-9D5B-8283D7A0923C}" dt="2026-02-09T07:30:25.050" v="59581" actId="478"/>
          <ac:spMkLst>
            <pc:docMk/>
            <pc:sldMk cId="3222756089" sldId="280"/>
            <ac:spMk id="53" creationId="{9CB4EFCC-CBB5-E8DA-54E3-5250E2B03ED8}"/>
          </ac:spMkLst>
        </pc:spChg>
        <pc:spChg chg="del">
          <ac:chgData name="Freda Shi" userId="e3bafef1-15f2-4eeb-acbe-fa674bab7991" providerId="ADAL" clId="{9555FC65-5A8C-4EE8-9D5B-8283D7A0923C}" dt="2026-02-09T07:30:25.050" v="59580" actId="478"/>
          <ac:spMkLst>
            <pc:docMk/>
            <pc:sldMk cId="3222756089" sldId="280"/>
            <ac:spMk id="54" creationId="{B59AE522-18D0-7414-BA18-EBF431BB84DB}"/>
          </ac:spMkLst>
        </pc:spChg>
        <pc:spChg chg="del">
          <ac:chgData name="Freda Shi" userId="e3bafef1-15f2-4eeb-acbe-fa674bab7991" providerId="ADAL" clId="{9555FC65-5A8C-4EE8-9D5B-8283D7A0923C}" dt="2026-02-09T07:30:25.050" v="59579" actId="478"/>
          <ac:spMkLst>
            <pc:docMk/>
            <pc:sldMk cId="3222756089" sldId="280"/>
            <ac:spMk id="55" creationId="{529F4D62-AF20-1877-EE2F-4564A7AA0876}"/>
          </ac:spMkLst>
        </pc:spChg>
        <pc:spChg chg="del">
          <ac:chgData name="Freda Shi" userId="e3bafef1-15f2-4eeb-acbe-fa674bab7991" providerId="ADAL" clId="{9555FC65-5A8C-4EE8-9D5B-8283D7A0923C}" dt="2026-02-09T07:30:25.050" v="59578" actId="478"/>
          <ac:spMkLst>
            <pc:docMk/>
            <pc:sldMk cId="3222756089" sldId="280"/>
            <ac:spMk id="56" creationId="{6C201963-6670-61D3-98B4-F7C7A039AAF4}"/>
          </ac:spMkLst>
        </pc:spChg>
        <pc:spChg chg="del">
          <ac:chgData name="Freda Shi" userId="e3bafef1-15f2-4eeb-acbe-fa674bab7991" providerId="ADAL" clId="{9555FC65-5A8C-4EE8-9D5B-8283D7A0923C}" dt="2026-02-09T07:30:25.050" v="59577" actId="478"/>
          <ac:spMkLst>
            <pc:docMk/>
            <pc:sldMk cId="3222756089" sldId="280"/>
            <ac:spMk id="57" creationId="{0A137C3C-EACB-AC1C-C933-1749EE0FB3C5}"/>
          </ac:spMkLst>
        </pc:spChg>
        <pc:spChg chg="del">
          <ac:chgData name="Freda Shi" userId="e3bafef1-15f2-4eeb-acbe-fa674bab7991" providerId="ADAL" clId="{9555FC65-5A8C-4EE8-9D5B-8283D7A0923C}" dt="2026-02-09T07:30:25.050" v="59576" actId="478"/>
          <ac:spMkLst>
            <pc:docMk/>
            <pc:sldMk cId="3222756089" sldId="280"/>
            <ac:spMk id="58" creationId="{EA4D92F7-EA59-F2D9-A609-5B9B149179A8}"/>
          </ac:spMkLst>
        </pc:spChg>
        <pc:spChg chg="del">
          <ac:chgData name="Freda Shi" userId="e3bafef1-15f2-4eeb-acbe-fa674bab7991" providerId="ADAL" clId="{9555FC65-5A8C-4EE8-9D5B-8283D7A0923C}" dt="2026-02-09T07:30:25.050" v="59575" actId="478"/>
          <ac:spMkLst>
            <pc:docMk/>
            <pc:sldMk cId="3222756089" sldId="280"/>
            <ac:spMk id="59" creationId="{78FCC938-1059-41F7-01CF-DBF2C99AF574}"/>
          </ac:spMkLst>
        </pc:spChg>
        <pc:spChg chg="del">
          <ac:chgData name="Freda Shi" userId="e3bafef1-15f2-4eeb-acbe-fa674bab7991" providerId="ADAL" clId="{9555FC65-5A8C-4EE8-9D5B-8283D7A0923C}" dt="2026-02-09T07:30:25.050" v="59574" actId="478"/>
          <ac:spMkLst>
            <pc:docMk/>
            <pc:sldMk cId="3222756089" sldId="280"/>
            <ac:spMk id="60" creationId="{7D630C1F-47E3-7D5B-F914-068DD5BC920E}"/>
          </ac:spMkLst>
        </pc:spChg>
        <pc:spChg chg="del">
          <ac:chgData name="Freda Shi" userId="e3bafef1-15f2-4eeb-acbe-fa674bab7991" providerId="ADAL" clId="{9555FC65-5A8C-4EE8-9D5B-8283D7A0923C}" dt="2026-02-09T07:30:25.050" v="59573" actId="478"/>
          <ac:spMkLst>
            <pc:docMk/>
            <pc:sldMk cId="3222756089" sldId="280"/>
            <ac:spMk id="61" creationId="{C69DA5BA-B564-CCA8-6632-28F413A6A79B}"/>
          </ac:spMkLst>
        </pc:spChg>
        <pc:spChg chg="del">
          <ac:chgData name="Freda Shi" userId="e3bafef1-15f2-4eeb-acbe-fa674bab7991" providerId="ADAL" clId="{9555FC65-5A8C-4EE8-9D5B-8283D7A0923C}" dt="2026-02-09T07:30:25.050" v="59572" actId="478"/>
          <ac:spMkLst>
            <pc:docMk/>
            <pc:sldMk cId="3222756089" sldId="280"/>
            <ac:spMk id="62" creationId="{1EEFBCC1-B442-87D4-D45D-B5A685058710}"/>
          </ac:spMkLst>
        </pc:spChg>
        <pc:spChg chg="del">
          <ac:chgData name="Freda Shi" userId="e3bafef1-15f2-4eeb-acbe-fa674bab7991" providerId="ADAL" clId="{9555FC65-5A8C-4EE8-9D5B-8283D7A0923C}" dt="2026-02-09T07:30:25.050" v="59571" actId="478"/>
          <ac:spMkLst>
            <pc:docMk/>
            <pc:sldMk cId="3222756089" sldId="280"/>
            <ac:spMk id="63" creationId="{47B685E6-14F1-65E4-1477-8AE695D43026}"/>
          </ac:spMkLst>
        </pc:spChg>
        <pc:spChg chg="del">
          <ac:chgData name="Freda Shi" userId="e3bafef1-15f2-4eeb-acbe-fa674bab7991" providerId="ADAL" clId="{9555FC65-5A8C-4EE8-9D5B-8283D7A0923C}" dt="2026-02-09T07:30:25.050" v="59570" actId="478"/>
          <ac:spMkLst>
            <pc:docMk/>
            <pc:sldMk cId="3222756089" sldId="280"/>
            <ac:spMk id="64" creationId="{CEEEEEA3-D243-7AC3-9810-58E255AB1C0D}"/>
          </ac:spMkLst>
        </pc:spChg>
        <pc:spChg chg="del">
          <ac:chgData name="Freda Shi" userId="e3bafef1-15f2-4eeb-acbe-fa674bab7991" providerId="ADAL" clId="{9555FC65-5A8C-4EE8-9D5B-8283D7A0923C}" dt="2026-02-09T07:30:25.050" v="59569" actId="478"/>
          <ac:spMkLst>
            <pc:docMk/>
            <pc:sldMk cId="3222756089" sldId="280"/>
            <ac:spMk id="65" creationId="{82E8B0D8-A14B-0C6C-A4E9-7ECE65C0F67A}"/>
          </ac:spMkLst>
        </pc:spChg>
        <pc:spChg chg="del">
          <ac:chgData name="Freda Shi" userId="e3bafef1-15f2-4eeb-acbe-fa674bab7991" providerId="ADAL" clId="{9555FC65-5A8C-4EE8-9D5B-8283D7A0923C}" dt="2026-02-09T07:30:25.050" v="59568" actId="478"/>
          <ac:spMkLst>
            <pc:docMk/>
            <pc:sldMk cId="3222756089" sldId="280"/>
            <ac:spMk id="66" creationId="{A6353E92-1DB0-5749-3C83-EF479F7DBD87}"/>
          </ac:spMkLst>
        </pc:spChg>
        <pc:spChg chg="del">
          <ac:chgData name="Freda Shi" userId="e3bafef1-15f2-4eeb-acbe-fa674bab7991" providerId="ADAL" clId="{9555FC65-5A8C-4EE8-9D5B-8283D7A0923C}" dt="2026-02-09T07:30:25.034" v="59567" actId="478"/>
          <ac:spMkLst>
            <pc:docMk/>
            <pc:sldMk cId="3222756089" sldId="280"/>
            <ac:spMk id="67" creationId="{409465DF-83BE-01F1-3C82-5838DFA41596}"/>
          </ac:spMkLst>
        </pc:spChg>
        <pc:spChg chg="del">
          <ac:chgData name="Freda Shi" userId="e3bafef1-15f2-4eeb-acbe-fa674bab7991" providerId="ADAL" clId="{9555FC65-5A8C-4EE8-9D5B-8283D7A0923C}" dt="2026-02-09T07:30:25.034" v="59566" actId="478"/>
          <ac:spMkLst>
            <pc:docMk/>
            <pc:sldMk cId="3222756089" sldId="280"/>
            <ac:spMk id="68" creationId="{DB0F54EB-2220-9BDD-20C3-71C1B9DDED5B}"/>
          </ac:spMkLst>
        </pc:spChg>
        <pc:spChg chg="del">
          <ac:chgData name="Freda Shi" userId="e3bafef1-15f2-4eeb-acbe-fa674bab7991" providerId="ADAL" clId="{9555FC65-5A8C-4EE8-9D5B-8283D7A0923C}" dt="2026-02-09T07:30:25.034" v="59565" actId="478"/>
          <ac:spMkLst>
            <pc:docMk/>
            <pc:sldMk cId="3222756089" sldId="280"/>
            <ac:spMk id="69" creationId="{FC1BBEDE-2061-5E9B-E447-397222B212C1}"/>
          </ac:spMkLst>
        </pc:spChg>
        <pc:spChg chg="del">
          <ac:chgData name="Freda Shi" userId="e3bafef1-15f2-4eeb-acbe-fa674bab7991" providerId="ADAL" clId="{9555FC65-5A8C-4EE8-9D5B-8283D7A0923C}" dt="2026-02-09T07:30:25.034" v="59564" actId="478"/>
          <ac:spMkLst>
            <pc:docMk/>
            <pc:sldMk cId="3222756089" sldId="280"/>
            <ac:spMk id="70" creationId="{AF2CE7E5-8291-4537-C2F9-DA7D569C8E04}"/>
          </ac:spMkLst>
        </pc:spChg>
        <pc:spChg chg="del">
          <ac:chgData name="Freda Shi" userId="e3bafef1-15f2-4eeb-acbe-fa674bab7991" providerId="ADAL" clId="{9555FC65-5A8C-4EE8-9D5B-8283D7A0923C}" dt="2026-02-09T07:30:25.034" v="59563" actId="478"/>
          <ac:spMkLst>
            <pc:docMk/>
            <pc:sldMk cId="3222756089" sldId="280"/>
            <ac:spMk id="71" creationId="{D7A6582A-5AA4-1A1A-846B-BBECF6EB2F92}"/>
          </ac:spMkLst>
        </pc:spChg>
        <pc:spChg chg="del">
          <ac:chgData name="Freda Shi" userId="e3bafef1-15f2-4eeb-acbe-fa674bab7991" providerId="ADAL" clId="{9555FC65-5A8C-4EE8-9D5B-8283D7A0923C}" dt="2026-02-09T07:30:25.034" v="59562" actId="478"/>
          <ac:spMkLst>
            <pc:docMk/>
            <pc:sldMk cId="3222756089" sldId="280"/>
            <ac:spMk id="72" creationId="{A60CF51A-C528-08BB-66B9-EBA5E021068F}"/>
          </ac:spMkLst>
        </pc:spChg>
        <pc:spChg chg="del">
          <ac:chgData name="Freda Shi" userId="e3bafef1-15f2-4eeb-acbe-fa674bab7991" providerId="ADAL" clId="{9555FC65-5A8C-4EE8-9D5B-8283D7A0923C}" dt="2026-02-09T07:30:25.034" v="59561" actId="478"/>
          <ac:spMkLst>
            <pc:docMk/>
            <pc:sldMk cId="3222756089" sldId="280"/>
            <ac:spMk id="73" creationId="{0E4602BC-2355-63AA-EA7B-E0D71A34AB38}"/>
          </ac:spMkLst>
        </pc:spChg>
        <pc:spChg chg="del">
          <ac:chgData name="Freda Shi" userId="e3bafef1-15f2-4eeb-acbe-fa674bab7991" providerId="ADAL" clId="{9555FC65-5A8C-4EE8-9D5B-8283D7A0923C}" dt="2026-02-09T07:30:25.034" v="59560" actId="478"/>
          <ac:spMkLst>
            <pc:docMk/>
            <pc:sldMk cId="3222756089" sldId="280"/>
            <ac:spMk id="74" creationId="{CDE30190-D359-A50B-3C2F-DC8B5851591A}"/>
          </ac:spMkLst>
        </pc:spChg>
        <pc:spChg chg="del">
          <ac:chgData name="Freda Shi" userId="e3bafef1-15f2-4eeb-acbe-fa674bab7991" providerId="ADAL" clId="{9555FC65-5A8C-4EE8-9D5B-8283D7A0923C}" dt="2026-02-09T07:30:25.034" v="59559" actId="478"/>
          <ac:spMkLst>
            <pc:docMk/>
            <pc:sldMk cId="3222756089" sldId="280"/>
            <ac:spMk id="75" creationId="{A8D9835F-6136-94D7-22BD-B53EC998D9B1}"/>
          </ac:spMkLst>
        </pc:spChg>
        <pc:spChg chg="del">
          <ac:chgData name="Freda Shi" userId="e3bafef1-15f2-4eeb-acbe-fa674bab7991" providerId="ADAL" clId="{9555FC65-5A8C-4EE8-9D5B-8283D7A0923C}" dt="2026-02-09T07:30:25.034" v="59558" actId="478"/>
          <ac:spMkLst>
            <pc:docMk/>
            <pc:sldMk cId="3222756089" sldId="280"/>
            <ac:spMk id="76" creationId="{8FAB4378-9330-156E-54F4-C4EEFE70E3D4}"/>
          </ac:spMkLst>
        </pc:spChg>
        <pc:spChg chg="del">
          <ac:chgData name="Freda Shi" userId="e3bafef1-15f2-4eeb-acbe-fa674bab7991" providerId="ADAL" clId="{9555FC65-5A8C-4EE8-9D5B-8283D7A0923C}" dt="2026-02-09T07:30:25.034" v="59557" actId="478"/>
          <ac:spMkLst>
            <pc:docMk/>
            <pc:sldMk cId="3222756089" sldId="280"/>
            <ac:spMk id="77" creationId="{2E019957-6E1C-689F-6612-325DF3AECF60}"/>
          </ac:spMkLst>
        </pc:spChg>
        <pc:spChg chg="del">
          <ac:chgData name="Freda Shi" userId="e3bafef1-15f2-4eeb-acbe-fa674bab7991" providerId="ADAL" clId="{9555FC65-5A8C-4EE8-9D5B-8283D7A0923C}" dt="2026-02-09T07:30:25.034" v="59556" actId="478"/>
          <ac:spMkLst>
            <pc:docMk/>
            <pc:sldMk cId="3222756089" sldId="280"/>
            <ac:spMk id="78" creationId="{D160AF72-C9E1-8CD4-8ACB-04A9824CBD4E}"/>
          </ac:spMkLst>
        </pc:spChg>
        <pc:spChg chg="del">
          <ac:chgData name="Freda Shi" userId="e3bafef1-15f2-4eeb-acbe-fa674bab7991" providerId="ADAL" clId="{9555FC65-5A8C-4EE8-9D5B-8283D7A0923C}" dt="2026-02-09T07:30:25.034" v="59555" actId="478"/>
          <ac:spMkLst>
            <pc:docMk/>
            <pc:sldMk cId="3222756089" sldId="280"/>
            <ac:spMk id="79" creationId="{4B3D7785-63A9-DA6C-9E21-F474191009C7}"/>
          </ac:spMkLst>
        </pc:spChg>
        <pc:spChg chg="del">
          <ac:chgData name="Freda Shi" userId="e3bafef1-15f2-4eeb-acbe-fa674bab7991" providerId="ADAL" clId="{9555FC65-5A8C-4EE8-9D5B-8283D7A0923C}" dt="2026-02-09T07:30:25.034" v="59554" actId="478"/>
          <ac:spMkLst>
            <pc:docMk/>
            <pc:sldMk cId="3222756089" sldId="280"/>
            <ac:spMk id="80" creationId="{329AD129-F634-9DE2-5207-2967562286E4}"/>
          </ac:spMkLst>
        </pc:spChg>
        <pc:spChg chg="del">
          <ac:chgData name="Freda Shi" userId="e3bafef1-15f2-4eeb-acbe-fa674bab7991" providerId="ADAL" clId="{9555FC65-5A8C-4EE8-9D5B-8283D7A0923C}" dt="2026-02-09T07:30:25.034" v="59553" actId="478"/>
          <ac:spMkLst>
            <pc:docMk/>
            <pc:sldMk cId="3222756089" sldId="280"/>
            <ac:spMk id="81" creationId="{AFF94DD4-24A0-15F5-5CAF-3CDEF8659CD6}"/>
          </ac:spMkLst>
        </pc:spChg>
        <pc:spChg chg="mod">
          <ac:chgData name="Freda Shi" userId="e3bafef1-15f2-4eeb-acbe-fa674bab7991" providerId="ADAL" clId="{9555FC65-5A8C-4EE8-9D5B-8283D7A0923C}" dt="2026-02-09T07:30:25.065" v="59591" actId="108"/>
          <ac:spMkLst>
            <pc:docMk/>
            <pc:sldMk cId="3222756089" sldId="280"/>
            <ac:spMk id="86" creationId="{C5C86B09-1A4F-7CE6-DEA7-B445BADC1003}"/>
          </ac:spMkLst>
        </pc:spChg>
        <pc:spChg chg="mod">
          <ac:chgData name="Freda Shi" userId="e3bafef1-15f2-4eeb-acbe-fa674bab7991" providerId="ADAL" clId="{9555FC65-5A8C-4EE8-9D5B-8283D7A0923C}" dt="2026-02-09T07:30:25.065" v="59592" actId="108"/>
          <ac:spMkLst>
            <pc:docMk/>
            <pc:sldMk cId="3222756089" sldId="280"/>
            <ac:spMk id="87" creationId="{617B8BB4-C8DA-C078-0A8A-CCF8AC0EE1D8}"/>
          </ac:spMkLst>
        </pc:spChg>
        <pc:spChg chg="mod">
          <ac:chgData name="Freda Shi" userId="e3bafef1-15f2-4eeb-acbe-fa674bab7991" providerId="ADAL" clId="{9555FC65-5A8C-4EE8-9D5B-8283D7A0923C}" dt="2026-02-09T07:30:25.065" v="59593" actId="108"/>
          <ac:spMkLst>
            <pc:docMk/>
            <pc:sldMk cId="3222756089" sldId="280"/>
            <ac:spMk id="88" creationId="{D95F2F80-D24B-C8F1-74D5-7A7A6294B708}"/>
          </ac:spMkLst>
        </pc:spChg>
        <pc:spChg chg="mod">
          <ac:chgData name="Freda Shi" userId="e3bafef1-15f2-4eeb-acbe-fa674bab7991" providerId="ADAL" clId="{9555FC65-5A8C-4EE8-9D5B-8283D7A0923C}" dt="2026-02-09T07:30:25.065" v="59594" actId="108"/>
          <ac:spMkLst>
            <pc:docMk/>
            <pc:sldMk cId="3222756089" sldId="280"/>
            <ac:spMk id="89" creationId="{E26BC6EA-9687-03EB-16DF-2D2A9EAF488B}"/>
          </ac:spMkLst>
        </pc:spChg>
        <pc:spChg chg="mod">
          <ac:chgData name="Freda Shi" userId="e3bafef1-15f2-4eeb-acbe-fa674bab7991" providerId="ADAL" clId="{9555FC65-5A8C-4EE8-9D5B-8283D7A0923C}" dt="2026-02-09T07:30:25.065" v="59595" actId="108"/>
          <ac:spMkLst>
            <pc:docMk/>
            <pc:sldMk cId="3222756089" sldId="280"/>
            <ac:spMk id="90" creationId="{7586753B-BDE9-7346-1C4B-F3BE5AC5BA1F}"/>
          </ac:spMkLst>
        </pc:spChg>
        <pc:spChg chg="mod">
          <ac:chgData name="Freda Shi" userId="e3bafef1-15f2-4eeb-acbe-fa674bab7991" providerId="ADAL" clId="{9555FC65-5A8C-4EE8-9D5B-8283D7A0923C}" dt="2026-02-09T07:30:25.065" v="59596" actId="108"/>
          <ac:spMkLst>
            <pc:docMk/>
            <pc:sldMk cId="3222756089" sldId="280"/>
            <ac:spMk id="91" creationId="{3ABB9CCD-7026-7197-C02B-03A6EBFFD504}"/>
          </ac:spMkLst>
        </pc:spChg>
        <pc:spChg chg="mod">
          <ac:chgData name="Freda Shi" userId="e3bafef1-15f2-4eeb-acbe-fa674bab7991" providerId="ADAL" clId="{9555FC65-5A8C-4EE8-9D5B-8283D7A0923C}" dt="2026-02-09T07:30:25.065" v="59597" actId="108"/>
          <ac:spMkLst>
            <pc:docMk/>
            <pc:sldMk cId="3222756089" sldId="280"/>
            <ac:spMk id="92" creationId="{5D25E40E-85F8-2F09-1B89-53D0CE6A36CC}"/>
          </ac:spMkLst>
        </pc:spChg>
        <pc:spChg chg="mod">
          <ac:chgData name="Freda Shi" userId="e3bafef1-15f2-4eeb-acbe-fa674bab7991" providerId="ADAL" clId="{9555FC65-5A8C-4EE8-9D5B-8283D7A0923C}" dt="2026-02-09T07:30:25.065" v="59598" actId="108"/>
          <ac:spMkLst>
            <pc:docMk/>
            <pc:sldMk cId="3222756089" sldId="280"/>
            <ac:spMk id="93" creationId="{551371C6-32E7-B1CD-C1D7-861893E1FA2D}"/>
          </ac:spMkLst>
        </pc:spChg>
        <pc:spChg chg="mod">
          <ac:chgData name="Freda Shi" userId="e3bafef1-15f2-4eeb-acbe-fa674bab7991" providerId="ADAL" clId="{9555FC65-5A8C-4EE8-9D5B-8283D7A0923C}" dt="2026-02-09T07:30:25.065" v="59599" actId="108"/>
          <ac:spMkLst>
            <pc:docMk/>
            <pc:sldMk cId="3222756089" sldId="280"/>
            <ac:spMk id="94" creationId="{B53937AB-D2B9-83FF-6FD2-906102F1D775}"/>
          </ac:spMkLst>
        </pc:spChg>
        <pc:spChg chg="mod">
          <ac:chgData name="Freda Shi" userId="e3bafef1-15f2-4eeb-acbe-fa674bab7991" providerId="ADAL" clId="{9555FC65-5A8C-4EE8-9D5B-8283D7A0923C}" dt="2026-02-09T07:30:25.065" v="59600" actId="108"/>
          <ac:spMkLst>
            <pc:docMk/>
            <pc:sldMk cId="3222756089" sldId="280"/>
            <ac:spMk id="95" creationId="{5997AC21-1D7F-5010-31B3-EE49FC239F39}"/>
          </ac:spMkLst>
        </pc:spChg>
        <pc:spChg chg="mod">
          <ac:chgData name="Freda Shi" userId="e3bafef1-15f2-4eeb-acbe-fa674bab7991" providerId="ADAL" clId="{9555FC65-5A8C-4EE8-9D5B-8283D7A0923C}" dt="2026-02-09T07:30:25.065" v="59601" actId="108"/>
          <ac:spMkLst>
            <pc:docMk/>
            <pc:sldMk cId="3222756089" sldId="280"/>
            <ac:spMk id="96" creationId="{EAF7A801-038F-FD61-2B50-6BD685E7B1DD}"/>
          </ac:spMkLst>
        </pc:spChg>
        <pc:spChg chg="mod">
          <ac:chgData name="Freda Shi" userId="e3bafef1-15f2-4eeb-acbe-fa674bab7991" providerId="ADAL" clId="{9555FC65-5A8C-4EE8-9D5B-8283D7A0923C}" dt="2026-02-09T07:30:25.065" v="59602" actId="108"/>
          <ac:spMkLst>
            <pc:docMk/>
            <pc:sldMk cId="3222756089" sldId="280"/>
            <ac:spMk id="97" creationId="{AB21032B-A163-199B-C4B1-BC3946C8A6B2}"/>
          </ac:spMkLst>
        </pc:spChg>
        <pc:spChg chg="mod">
          <ac:chgData name="Freda Shi" userId="e3bafef1-15f2-4eeb-acbe-fa674bab7991" providerId="ADAL" clId="{9555FC65-5A8C-4EE8-9D5B-8283D7A0923C}" dt="2026-02-09T07:30:25.065" v="59603" actId="108"/>
          <ac:spMkLst>
            <pc:docMk/>
            <pc:sldMk cId="3222756089" sldId="280"/>
            <ac:spMk id="98" creationId="{F3194212-29E7-78EF-A06E-4E3C0082D86D}"/>
          </ac:spMkLst>
        </pc:spChg>
        <pc:spChg chg="mod">
          <ac:chgData name="Freda Shi" userId="e3bafef1-15f2-4eeb-acbe-fa674bab7991" providerId="ADAL" clId="{9555FC65-5A8C-4EE8-9D5B-8283D7A0923C}" dt="2026-02-09T07:30:25.065" v="59604" actId="108"/>
          <ac:spMkLst>
            <pc:docMk/>
            <pc:sldMk cId="3222756089" sldId="280"/>
            <ac:spMk id="99" creationId="{0254B5F5-3506-1349-6DD4-D7697EBE771F}"/>
          </ac:spMkLst>
        </pc:spChg>
        <pc:spChg chg="mod">
          <ac:chgData name="Freda Shi" userId="e3bafef1-15f2-4eeb-acbe-fa674bab7991" providerId="ADAL" clId="{9555FC65-5A8C-4EE8-9D5B-8283D7A0923C}" dt="2026-02-09T07:30:25.065" v="59605" actId="108"/>
          <ac:spMkLst>
            <pc:docMk/>
            <pc:sldMk cId="3222756089" sldId="280"/>
            <ac:spMk id="100" creationId="{A1A2EF9A-1781-925B-DF96-E3327816158C}"/>
          </ac:spMkLst>
        </pc:spChg>
        <pc:spChg chg="mod">
          <ac:chgData name="Freda Shi" userId="e3bafef1-15f2-4eeb-acbe-fa674bab7991" providerId="ADAL" clId="{9555FC65-5A8C-4EE8-9D5B-8283D7A0923C}" dt="2026-02-09T07:30:25.065" v="59606" actId="108"/>
          <ac:spMkLst>
            <pc:docMk/>
            <pc:sldMk cId="3222756089" sldId="280"/>
            <ac:spMk id="101" creationId="{E01D2774-CC34-CA77-CAA0-DE6EBEAA1599}"/>
          </ac:spMkLst>
        </pc:spChg>
        <pc:spChg chg="mod">
          <ac:chgData name="Freda Shi" userId="e3bafef1-15f2-4eeb-acbe-fa674bab7991" providerId="ADAL" clId="{9555FC65-5A8C-4EE8-9D5B-8283D7A0923C}" dt="2026-02-09T07:30:25.065" v="59607" actId="108"/>
          <ac:spMkLst>
            <pc:docMk/>
            <pc:sldMk cId="3222756089" sldId="280"/>
            <ac:spMk id="102" creationId="{53260185-6E20-798F-9E97-F2369322A168}"/>
          </ac:spMkLst>
        </pc:spChg>
        <pc:spChg chg="mod">
          <ac:chgData name="Freda Shi" userId="e3bafef1-15f2-4eeb-acbe-fa674bab7991" providerId="ADAL" clId="{9555FC65-5A8C-4EE8-9D5B-8283D7A0923C}" dt="2026-02-09T07:30:25.065" v="59608" actId="108"/>
          <ac:spMkLst>
            <pc:docMk/>
            <pc:sldMk cId="3222756089" sldId="280"/>
            <ac:spMk id="103" creationId="{8A577CB7-0082-0B80-BE71-D1D0DD165CB1}"/>
          </ac:spMkLst>
        </pc:spChg>
        <pc:spChg chg="mod">
          <ac:chgData name="Freda Shi" userId="e3bafef1-15f2-4eeb-acbe-fa674bab7991" providerId="ADAL" clId="{9555FC65-5A8C-4EE8-9D5B-8283D7A0923C}" dt="2026-02-09T07:30:25.065" v="59609" actId="108"/>
          <ac:spMkLst>
            <pc:docMk/>
            <pc:sldMk cId="3222756089" sldId="280"/>
            <ac:spMk id="104" creationId="{40F70EC7-2F95-C67E-D32B-0657DF590FC5}"/>
          </ac:spMkLst>
        </pc:spChg>
        <pc:spChg chg="mod">
          <ac:chgData name="Freda Shi" userId="e3bafef1-15f2-4eeb-acbe-fa674bab7991" providerId="ADAL" clId="{9555FC65-5A8C-4EE8-9D5B-8283D7A0923C}" dt="2026-02-09T07:30:25.065" v="59610" actId="108"/>
          <ac:spMkLst>
            <pc:docMk/>
            <pc:sldMk cId="3222756089" sldId="280"/>
            <ac:spMk id="105" creationId="{777FD740-3DAA-0FE3-6922-7B3F05BB8EE0}"/>
          </ac:spMkLst>
        </pc:spChg>
        <pc:spChg chg="mod">
          <ac:chgData name="Freda Shi" userId="e3bafef1-15f2-4eeb-acbe-fa674bab7991" providerId="ADAL" clId="{9555FC65-5A8C-4EE8-9D5B-8283D7A0923C}" dt="2026-02-09T07:30:25.065" v="59611" actId="108"/>
          <ac:spMkLst>
            <pc:docMk/>
            <pc:sldMk cId="3222756089" sldId="280"/>
            <ac:spMk id="106" creationId="{9A843B6C-DC43-06D7-52E9-8D151A9F01CC}"/>
          </ac:spMkLst>
        </pc:spChg>
        <pc:spChg chg="mod">
          <ac:chgData name="Freda Shi" userId="e3bafef1-15f2-4eeb-acbe-fa674bab7991" providerId="ADAL" clId="{9555FC65-5A8C-4EE8-9D5B-8283D7A0923C}" dt="2026-02-09T07:30:25.065" v="59612" actId="108"/>
          <ac:spMkLst>
            <pc:docMk/>
            <pc:sldMk cId="3222756089" sldId="280"/>
            <ac:spMk id="107" creationId="{1C8A54AF-643E-DAD4-DE34-46B0D4C3EA70}"/>
          </ac:spMkLst>
        </pc:spChg>
        <pc:spChg chg="mod">
          <ac:chgData name="Freda Shi" userId="e3bafef1-15f2-4eeb-acbe-fa674bab7991" providerId="ADAL" clId="{9555FC65-5A8C-4EE8-9D5B-8283D7A0923C}" dt="2026-02-09T07:30:25.065" v="59613" actId="108"/>
          <ac:spMkLst>
            <pc:docMk/>
            <pc:sldMk cId="3222756089" sldId="280"/>
            <ac:spMk id="108" creationId="{E24EC81C-1496-0B0B-2848-344A54A1900D}"/>
          </ac:spMkLst>
        </pc:spChg>
        <pc:spChg chg="mod">
          <ac:chgData name="Freda Shi" userId="e3bafef1-15f2-4eeb-acbe-fa674bab7991" providerId="ADAL" clId="{9555FC65-5A8C-4EE8-9D5B-8283D7A0923C}" dt="2026-02-09T07:30:25.065" v="59614" actId="108"/>
          <ac:spMkLst>
            <pc:docMk/>
            <pc:sldMk cId="3222756089" sldId="280"/>
            <ac:spMk id="109" creationId="{BC39269B-5372-342F-22F0-C6AB6147D821}"/>
          </ac:spMkLst>
        </pc:spChg>
        <pc:spChg chg="mod">
          <ac:chgData name="Freda Shi" userId="e3bafef1-15f2-4eeb-acbe-fa674bab7991" providerId="ADAL" clId="{9555FC65-5A8C-4EE8-9D5B-8283D7A0923C}" dt="2026-02-09T07:30:25.065" v="59615" actId="108"/>
          <ac:spMkLst>
            <pc:docMk/>
            <pc:sldMk cId="3222756089" sldId="280"/>
            <ac:spMk id="110" creationId="{4D49EF01-4FD4-6F94-E76A-604D25355CC9}"/>
          </ac:spMkLst>
        </pc:spChg>
        <pc:spChg chg="mod">
          <ac:chgData name="Freda Shi" userId="e3bafef1-15f2-4eeb-acbe-fa674bab7991" providerId="ADAL" clId="{9555FC65-5A8C-4EE8-9D5B-8283D7A0923C}" dt="2026-02-09T07:30:25.065" v="59616" actId="108"/>
          <ac:spMkLst>
            <pc:docMk/>
            <pc:sldMk cId="3222756089" sldId="280"/>
            <ac:spMk id="111" creationId="{C2503035-28BA-A737-090A-D459E34E2896}"/>
          </ac:spMkLst>
        </pc:spChg>
        <pc:spChg chg="mod">
          <ac:chgData name="Freda Shi" userId="e3bafef1-15f2-4eeb-acbe-fa674bab7991" providerId="ADAL" clId="{9555FC65-5A8C-4EE8-9D5B-8283D7A0923C}" dt="2026-02-09T07:30:25.065" v="59617" actId="108"/>
          <ac:spMkLst>
            <pc:docMk/>
            <pc:sldMk cId="3222756089" sldId="280"/>
            <ac:spMk id="112" creationId="{4727DB3B-ABDE-0564-2701-439DD7575409}"/>
          </ac:spMkLst>
        </pc:spChg>
        <pc:spChg chg="mod">
          <ac:chgData name="Freda Shi" userId="e3bafef1-15f2-4eeb-acbe-fa674bab7991" providerId="ADAL" clId="{9555FC65-5A8C-4EE8-9D5B-8283D7A0923C}" dt="2026-02-09T07:30:25.065" v="59618" actId="108"/>
          <ac:spMkLst>
            <pc:docMk/>
            <pc:sldMk cId="3222756089" sldId="280"/>
            <ac:spMk id="113" creationId="{522C7FD5-3A41-291E-0FAC-30EB79C22D9E}"/>
          </ac:spMkLst>
        </pc:spChg>
        <pc:spChg chg="mod">
          <ac:chgData name="Freda Shi" userId="e3bafef1-15f2-4eeb-acbe-fa674bab7991" providerId="ADAL" clId="{9555FC65-5A8C-4EE8-9D5B-8283D7A0923C}" dt="2026-02-09T07:30:25.081" v="59619" actId="108"/>
          <ac:spMkLst>
            <pc:docMk/>
            <pc:sldMk cId="3222756089" sldId="280"/>
            <ac:spMk id="114" creationId="{DC690188-74E0-C5DD-24C0-8B7522B524DF}"/>
          </ac:spMkLst>
        </pc:spChg>
        <pc:spChg chg="mod">
          <ac:chgData name="Freda Shi" userId="e3bafef1-15f2-4eeb-acbe-fa674bab7991" providerId="ADAL" clId="{9555FC65-5A8C-4EE8-9D5B-8283D7A0923C}" dt="2026-02-09T07:30:25.081" v="59620" actId="108"/>
          <ac:spMkLst>
            <pc:docMk/>
            <pc:sldMk cId="3222756089" sldId="280"/>
            <ac:spMk id="115" creationId="{2AD53A40-A712-954D-6798-10DEE4769609}"/>
          </ac:spMkLst>
        </pc:spChg>
        <pc:spChg chg="mod">
          <ac:chgData name="Freda Shi" userId="e3bafef1-15f2-4eeb-acbe-fa674bab7991" providerId="ADAL" clId="{9555FC65-5A8C-4EE8-9D5B-8283D7A0923C}" dt="2026-02-09T07:30:25.081" v="59621" actId="108"/>
          <ac:spMkLst>
            <pc:docMk/>
            <pc:sldMk cId="3222756089" sldId="280"/>
            <ac:spMk id="116" creationId="{63C68EC8-8041-916D-A4A6-F5F3DBE731AB}"/>
          </ac:spMkLst>
        </pc:spChg>
        <pc:spChg chg="mod">
          <ac:chgData name="Freda Shi" userId="e3bafef1-15f2-4eeb-acbe-fa674bab7991" providerId="ADAL" clId="{9555FC65-5A8C-4EE8-9D5B-8283D7A0923C}" dt="2026-02-09T07:30:25.081" v="59622" actId="108"/>
          <ac:spMkLst>
            <pc:docMk/>
            <pc:sldMk cId="3222756089" sldId="280"/>
            <ac:spMk id="117" creationId="{93C0B9AB-18B0-16EF-2B1C-337122F3C211}"/>
          </ac:spMkLst>
        </pc:spChg>
        <pc:spChg chg="mod">
          <ac:chgData name="Freda Shi" userId="e3bafef1-15f2-4eeb-acbe-fa674bab7991" providerId="ADAL" clId="{9555FC65-5A8C-4EE8-9D5B-8283D7A0923C}" dt="2026-02-09T07:30:25.081" v="59623" actId="108"/>
          <ac:spMkLst>
            <pc:docMk/>
            <pc:sldMk cId="3222756089" sldId="280"/>
            <ac:spMk id="118" creationId="{B520FAEF-1080-3ED4-E392-9BBD2B651250}"/>
          </ac:spMkLst>
        </pc:spChg>
        <pc:spChg chg="mod">
          <ac:chgData name="Freda Shi" userId="e3bafef1-15f2-4eeb-acbe-fa674bab7991" providerId="ADAL" clId="{9555FC65-5A8C-4EE8-9D5B-8283D7A0923C}" dt="2026-02-09T07:30:25.081" v="59624" actId="108"/>
          <ac:spMkLst>
            <pc:docMk/>
            <pc:sldMk cId="3222756089" sldId="280"/>
            <ac:spMk id="119" creationId="{72EA68CC-782E-CBC8-F915-AB3C4561CE0D}"/>
          </ac:spMkLst>
        </pc:spChg>
        <pc:spChg chg="mod">
          <ac:chgData name="Freda Shi" userId="e3bafef1-15f2-4eeb-acbe-fa674bab7991" providerId="ADAL" clId="{9555FC65-5A8C-4EE8-9D5B-8283D7A0923C}" dt="2026-02-09T07:30:25.081" v="59625" actId="108"/>
          <ac:spMkLst>
            <pc:docMk/>
            <pc:sldMk cId="3222756089" sldId="280"/>
            <ac:spMk id="120" creationId="{D0B8A051-F6CF-62E9-2DBC-5F1523E2A567}"/>
          </ac:spMkLst>
        </pc:spChg>
        <pc:spChg chg="mod">
          <ac:chgData name="Freda Shi" userId="e3bafef1-15f2-4eeb-acbe-fa674bab7991" providerId="ADAL" clId="{9555FC65-5A8C-4EE8-9D5B-8283D7A0923C}" dt="2026-02-09T07:30:25.081" v="59626" actId="108"/>
          <ac:spMkLst>
            <pc:docMk/>
            <pc:sldMk cId="3222756089" sldId="280"/>
            <ac:spMk id="121" creationId="{D23E36B7-A8C3-DE66-0F48-847439096D9E}"/>
          </ac:spMkLst>
        </pc:spChg>
        <pc:spChg chg="mod">
          <ac:chgData name="Freda Shi" userId="e3bafef1-15f2-4eeb-acbe-fa674bab7991" providerId="ADAL" clId="{9555FC65-5A8C-4EE8-9D5B-8283D7A0923C}" dt="2026-02-09T07:30:25.081" v="59627" actId="108"/>
          <ac:spMkLst>
            <pc:docMk/>
            <pc:sldMk cId="3222756089" sldId="280"/>
            <ac:spMk id="122" creationId="{9F4AC21F-DBE7-AE15-2121-0CF19EC28E8C}"/>
          </ac:spMkLst>
        </pc:spChg>
        <pc:spChg chg="mod">
          <ac:chgData name="Freda Shi" userId="e3bafef1-15f2-4eeb-acbe-fa674bab7991" providerId="ADAL" clId="{9555FC65-5A8C-4EE8-9D5B-8283D7A0923C}" dt="2026-02-09T07:30:25.081" v="59628" actId="108"/>
          <ac:spMkLst>
            <pc:docMk/>
            <pc:sldMk cId="3222756089" sldId="280"/>
            <ac:spMk id="123" creationId="{DB925F8B-49FC-AE11-5FD8-B027731AC84E}"/>
          </ac:spMkLst>
        </pc:spChg>
        <pc:spChg chg="mod">
          <ac:chgData name="Freda Shi" userId="e3bafef1-15f2-4eeb-acbe-fa674bab7991" providerId="ADAL" clId="{9555FC65-5A8C-4EE8-9D5B-8283D7A0923C}" dt="2026-02-09T07:30:25.081" v="59629" actId="108"/>
          <ac:spMkLst>
            <pc:docMk/>
            <pc:sldMk cId="3222756089" sldId="280"/>
            <ac:spMk id="124" creationId="{89A08B13-3815-1756-341E-495624A0225C}"/>
          </ac:spMkLst>
        </pc:spChg>
        <pc:spChg chg="mod">
          <ac:chgData name="Freda Shi" userId="e3bafef1-15f2-4eeb-acbe-fa674bab7991" providerId="ADAL" clId="{9555FC65-5A8C-4EE8-9D5B-8283D7A0923C}" dt="2026-02-09T07:30:25.081" v="59630" actId="108"/>
          <ac:spMkLst>
            <pc:docMk/>
            <pc:sldMk cId="3222756089" sldId="280"/>
            <ac:spMk id="125" creationId="{5C9001D3-E4EC-B61B-ADCF-7603D7D9DD84}"/>
          </ac:spMkLst>
        </pc:spChg>
        <pc:spChg chg="mod">
          <ac:chgData name="Freda Shi" userId="e3bafef1-15f2-4eeb-acbe-fa674bab7991" providerId="ADAL" clId="{9555FC65-5A8C-4EE8-9D5B-8283D7A0923C}" dt="2026-02-09T07:30:25.081" v="59631" actId="108"/>
          <ac:spMkLst>
            <pc:docMk/>
            <pc:sldMk cId="3222756089" sldId="280"/>
            <ac:spMk id="126" creationId="{83F08C96-42C5-30BC-CE20-040848190B16}"/>
          </ac:spMkLst>
        </pc:spChg>
        <pc:spChg chg="mod">
          <ac:chgData name="Freda Shi" userId="e3bafef1-15f2-4eeb-acbe-fa674bab7991" providerId="ADAL" clId="{9555FC65-5A8C-4EE8-9D5B-8283D7A0923C}" dt="2026-02-09T07:30:25.081" v="59632" actId="108"/>
          <ac:spMkLst>
            <pc:docMk/>
            <pc:sldMk cId="3222756089" sldId="280"/>
            <ac:spMk id="127" creationId="{22EAC2C3-793C-DE4E-90BC-37C9439611C3}"/>
          </ac:spMkLst>
        </pc:spChg>
        <pc:spChg chg="mod">
          <ac:chgData name="Freda Shi" userId="e3bafef1-15f2-4eeb-acbe-fa674bab7991" providerId="ADAL" clId="{9555FC65-5A8C-4EE8-9D5B-8283D7A0923C}" dt="2026-02-09T07:30:25.081" v="59633" actId="108"/>
          <ac:spMkLst>
            <pc:docMk/>
            <pc:sldMk cId="3222756089" sldId="280"/>
            <ac:spMk id="128" creationId="{CBB14C21-14BF-3D1F-B8FE-381A2B9BB8F2}"/>
          </ac:spMkLst>
        </pc:spChg>
        <pc:spChg chg="mod">
          <ac:chgData name="Freda Shi" userId="e3bafef1-15f2-4eeb-acbe-fa674bab7991" providerId="ADAL" clId="{9555FC65-5A8C-4EE8-9D5B-8283D7A0923C}" dt="2026-02-09T07:30:25.081" v="59634" actId="108"/>
          <ac:spMkLst>
            <pc:docMk/>
            <pc:sldMk cId="3222756089" sldId="280"/>
            <ac:spMk id="129" creationId="{807B64A8-9CD3-CE69-2C15-80B86486FEEF}"/>
          </ac:spMkLst>
        </pc:spChg>
        <pc:spChg chg="mod">
          <ac:chgData name="Freda Shi" userId="e3bafef1-15f2-4eeb-acbe-fa674bab7991" providerId="ADAL" clId="{9555FC65-5A8C-4EE8-9D5B-8283D7A0923C}" dt="2026-02-09T07:30:25.081" v="59635" actId="108"/>
          <ac:spMkLst>
            <pc:docMk/>
            <pc:sldMk cId="3222756089" sldId="280"/>
            <ac:spMk id="130" creationId="{4AB45498-528D-DABC-4EA6-72221CEF8824}"/>
          </ac:spMkLst>
        </pc:spChg>
        <pc:spChg chg="mod">
          <ac:chgData name="Freda Shi" userId="e3bafef1-15f2-4eeb-acbe-fa674bab7991" providerId="ADAL" clId="{9555FC65-5A8C-4EE8-9D5B-8283D7A0923C}" dt="2026-02-09T07:30:25.081" v="59636" actId="108"/>
          <ac:spMkLst>
            <pc:docMk/>
            <pc:sldMk cId="3222756089" sldId="280"/>
            <ac:spMk id="131" creationId="{FCA1D113-D169-09F5-6D0E-0D3DE747D42F}"/>
          </ac:spMkLst>
        </pc:spChg>
        <pc:spChg chg="mod">
          <ac:chgData name="Freda Shi" userId="e3bafef1-15f2-4eeb-acbe-fa674bab7991" providerId="ADAL" clId="{9555FC65-5A8C-4EE8-9D5B-8283D7A0923C}" dt="2026-02-09T07:30:25.081" v="59637" actId="108"/>
          <ac:spMkLst>
            <pc:docMk/>
            <pc:sldMk cId="3222756089" sldId="280"/>
            <ac:spMk id="132" creationId="{5242A79B-CF99-2EB1-369E-26C6C3DDA7B3}"/>
          </ac:spMkLst>
        </pc:spChg>
        <pc:spChg chg="mod">
          <ac:chgData name="Freda Shi" userId="e3bafef1-15f2-4eeb-acbe-fa674bab7991" providerId="ADAL" clId="{9555FC65-5A8C-4EE8-9D5B-8283D7A0923C}" dt="2026-02-09T07:30:25.081" v="59638" actId="108"/>
          <ac:spMkLst>
            <pc:docMk/>
            <pc:sldMk cId="3222756089" sldId="280"/>
            <ac:spMk id="133" creationId="{27EDAE15-2671-8DE7-C6EC-8CDA2D0DF877}"/>
          </ac:spMkLst>
        </pc:spChg>
        <pc:spChg chg="mod">
          <ac:chgData name="Freda Shi" userId="e3bafef1-15f2-4eeb-acbe-fa674bab7991" providerId="ADAL" clId="{9555FC65-5A8C-4EE8-9D5B-8283D7A0923C}" dt="2026-02-09T07:30:25.081" v="59639" actId="108"/>
          <ac:spMkLst>
            <pc:docMk/>
            <pc:sldMk cId="3222756089" sldId="280"/>
            <ac:spMk id="134" creationId="{1EDC6DEB-E819-3F01-5F70-EB016D9DAF4A}"/>
          </ac:spMkLst>
        </pc:spChg>
        <pc:spChg chg="mod">
          <ac:chgData name="Freda Shi" userId="e3bafef1-15f2-4eeb-acbe-fa674bab7991" providerId="ADAL" clId="{9555FC65-5A8C-4EE8-9D5B-8283D7A0923C}" dt="2026-02-09T07:30:25.081" v="59640" actId="108"/>
          <ac:spMkLst>
            <pc:docMk/>
            <pc:sldMk cId="3222756089" sldId="280"/>
            <ac:spMk id="135" creationId="{0EC6A4A1-6530-8658-D428-F5DA3A6F3E0C}"/>
          </ac:spMkLst>
        </pc:spChg>
        <pc:spChg chg="mod">
          <ac:chgData name="Freda Shi" userId="e3bafef1-15f2-4eeb-acbe-fa674bab7991" providerId="ADAL" clId="{9555FC65-5A8C-4EE8-9D5B-8283D7A0923C}" dt="2026-02-09T07:30:25.081" v="59641" actId="108"/>
          <ac:spMkLst>
            <pc:docMk/>
            <pc:sldMk cId="3222756089" sldId="280"/>
            <ac:spMk id="136" creationId="{26E34793-3A5D-69AB-7221-EA35BB9E74DB}"/>
          </ac:spMkLst>
        </pc:spChg>
        <pc:spChg chg="mod">
          <ac:chgData name="Freda Shi" userId="e3bafef1-15f2-4eeb-acbe-fa674bab7991" providerId="ADAL" clId="{9555FC65-5A8C-4EE8-9D5B-8283D7A0923C}" dt="2026-02-09T07:30:25.081" v="59642" actId="108"/>
          <ac:spMkLst>
            <pc:docMk/>
            <pc:sldMk cId="3222756089" sldId="280"/>
            <ac:spMk id="137" creationId="{132EB40F-E826-3E6F-467C-BADED2BC3DDE}"/>
          </ac:spMkLst>
        </pc:spChg>
        <pc:spChg chg="mod">
          <ac:chgData name="Freda Shi" userId="e3bafef1-15f2-4eeb-acbe-fa674bab7991" providerId="ADAL" clId="{9555FC65-5A8C-4EE8-9D5B-8283D7A0923C}" dt="2026-02-09T07:30:25.081" v="59643" actId="108"/>
          <ac:spMkLst>
            <pc:docMk/>
            <pc:sldMk cId="3222756089" sldId="280"/>
            <ac:spMk id="138" creationId="{CEC3EA83-5EB6-F8B9-B2D8-867B0AC0F3EC}"/>
          </ac:spMkLst>
        </pc:spChg>
        <pc:spChg chg="mod">
          <ac:chgData name="Freda Shi" userId="e3bafef1-15f2-4eeb-acbe-fa674bab7991" providerId="ADAL" clId="{9555FC65-5A8C-4EE8-9D5B-8283D7A0923C}" dt="2026-02-09T07:30:25.081" v="59644" actId="108"/>
          <ac:spMkLst>
            <pc:docMk/>
            <pc:sldMk cId="3222756089" sldId="280"/>
            <ac:spMk id="139" creationId="{1B45F951-E8EA-99C6-0667-DE0BE830A989}"/>
          </ac:spMkLst>
        </pc:spChg>
        <pc:spChg chg="mod">
          <ac:chgData name="Freda Shi" userId="e3bafef1-15f2-4eeb-acbe-fa674bab7991" providerId="ADAL" clId="{9555FC65-5A8C-4EE8-9D5B-8283D7A0923C}" dt="2026-02-09T07:30:25.081" v="59645" actId="108"/>
          <ac:spMkLst>
            <pc:docMk/>
            <pc:sldMk cId="3222756089" sldId="280"/>
            <ac:spMk id="140" creationId="{F2843F5F-BC1E-7677-F7A1-E8265AE7835E}"/>
          </ac:spMkLst>
        </pc:spChg>
        <pc:spChg chg="mod">
          <ac:chgData name="Freda Shi" userId="e3bafef1-15f2-4eeb-acbe-fa674bab7991" providerId="ADAL" clId="{9555FC65-5A8C-4EE8-9D5B-8283D7A0923C}" dt="2026-02-09T07:30:25.081" v="59646" actId="108"/>
          <ac:spMkLst>
            <pc:docMk/>
            <pc:sldMk cId="3222756089" sldId="280"/>
            <ac:spMk id="141" creationId="{9457944A-8070-D614-1EDA-578C851FB7C4}"/>
          </ac:spMkLst>
        </pc:spChg>
        <pc:spChg chg="mod">
          <ac:chgData name="Freda Shi" userId="e3bafef1-15f2-4eeb-acbe-fa674bab7991" providerId="ADAL" clId="{9555FC65-5A8C-4EE8-9D5B-8283D7A0923C}" dt="2026-02-09T07:30:25.081" v="59647" actId="108"/>
          <ac:spMkLst>
            <pc:docMk/>
            <pc:sldMk cId="3222756089" sldId="280"/>
            <ac:spMk id="142" creationId="{43B16A89-C98A-4DDE-851C-9A6DCC9A8626}"/>
          </ac:spMkLst>
        </pc:spChg>
        <pc:spChg chg="mod">
          <ac:chgData name="Freda Shi" userId="e3bafef1-15f2-4eeb-acbe-fa674bab7991" providerId="ADAL" clId="{9555FC65-5A8C-4EE8-9D5B-8283D7A0923C}" dt="2026-02-09T07:30:25.081" v="59648" actId="108"/>
          <ac:spMkLst>
            <pc:docMk/>
            <pc:sldMk cId="3222756089" sldId="280"/>
            <ac:spMk id="143" creationId="{C482B0D8-06B2-6990-D563-A614804BA450}"/>
          </ac:spMkLst>
        </pc:spChg>
        <pc:spChg chg="mod">
          <ac:chgData name="Freda Shi" userId="e3bafef1-15f2-4eeb-acbe-fa674bab7991" providerId="ADAL" clId="{9555FC65-5A8C-4EE8-9D5B-8283D7A0923C}" dt="2026-02-09T07:30:25.081" v="59649" actId="108"/>
          <ac:spMkLst>
            <pc:docMk/>
            <pc:sldMk cId="3222756089" sldId="280"/>
            <ac:spMk id="144" creationId="{99757915-D2A3-E84F-FEF4-15A048FE6D5D}"/>
          </ac:spMkLst>
        </pc:spChg>
        <pc:spChg chg="mod">
          <ac:chgData name="Freda Shi" userId="e3bafef1-15f2-4eeb-acbe-fa674bab7991" providerId="ADAL" clId="{9555FC65-5A8C-4EE8-9D5B-8283D7A0923C}" dt="2026-02-09T07:30:25.081" v="59650" actId="108"/>
          <ac:spMkLst>
            <pc:docMk/>
            <pc:sldMk cId="3222756089" sldId="280"/>
            <ac:spMk id="145" creationId="{42B091A1-4F71-1A4A-8961-A1133DF03775}"/>
          </ac:spMkLst>
        </pc:spChg>
        <pc:spChg chg="mod">
          <ac:chgData name="Freda Shi" userId="e3bafef1-15f2-4eeb-acbe-fa674bab7991" providerId="ADAL" clId="{9555FC65-5A8C-4EE8-9D5B-8283D7A0923C}" dt="2026-02-09T07:30:25.081" v="59651" actId="108"/>
          <ac:spMkLst>
            <pc:docMk/>
            <pc:sldMk cId="3222756089" sldId="280"/>
            <ac:spMk id="146" creationId="{81E6F29E-1657-8C05-55B7-194DA75104B2}"/>
          </ac:spMkLst>
        </pc:spChg>
        <pc:spChg chg="mod">
          <ac:chgData name="Freda Shi" userId="e3bafef1-15f2-4eeb-acbe-fa674bab7991" providerId="ADAL" clId="{9555FC65-5A8C-4EE8-9D5B-8283D7A0923C}" dt="2026-02-09T07:30:25.081" v="59652" actId="108"/>
          <ac:spMkLst>
            <pc:docMk/>
            <pc:sldMk cId="3222756089" sldId="280"/>
            <ac:spMk id="147" creationId="{57F1A55C-B469-2AE3-EFB2-CDA2BDA46FAC}"/>
          </ac:spMkLst>
        </pc:spChg>
        <pc:spChg chg="mod">
          <ac:chgData name="Freda Shi" userId="e3bafef1-15f2-4eeb-acbe-fa674bab7991" providerId="ADAL" clId="{9555FC65-5A8C-4EE8-9D5B-8283D7A0923C}" dt="2026-02-09T07:30:25.097" v="59653" actId="108"/>
          <ac:spMkLst>
            <pc:docMk/>
            <pc:sldMk cId="3222756089" sldId="280"/>
            <ac:spMk id="148" creationId="{44289793-167D-56CF-7D51-5D24235E597D}"/>
          </ac:spMkLst>
        </pc:spChg>
        <pc:spChg chg="mod">
          <ac:chgData name="Freda Shi" userId="e3bafef1-15f2-4eeb-acbe-fa674bab7991" providerId="ADAL" clId="{9555FC65-5A8C-4EE8-9D5B-8283D7A0923C}" dt="2026-02-09T07:30:25.097" v="59654" actId="108"/>
          <ac:spMkLst>
            <pc:docMk/>
            <pc:sldMk cId="3222756089" sldId="280"/>
            <ac:spMk id="149" creationId="{0DD99705-E51A-84E1-6B80-C6B6ACB85281}"/>
          </ac:spMkLst>
        </pc:spChg>
        <pc:spChg chg="add mod">
          <ac:chgData name="Freda Shi" userId="e3bafef1-15f2-4eeb-acbe-fa674bab7991" providerId="ADAL" clId="{9555FC65-5A8C-4EE8-9D5B-8283D7A0923C}" dt="2026-02-09T07:31:40.997" v="59694" actId="14100"/>
          <ac:spMkLst>
            <pc:docMk/>
            <pc:sldMk cId="3222756089" sldId="280"/>
            <ac:spMk id="191" creationId="{3FAE45AA-C79D-A57E-F96D-BB4DB7D11771}"/>
          </ac:spMkLst>
        </pc:spChg>
        <pc:grpChg chg="mod">
          <ac:chgData name="Freda Shi" userId="e3bafef1-15f2-4eeb-acbe-fa674bab7991" providerId="ADAL" clId="{9555FC65-5A8C-4EE8-9D5B-8283D7A0923C}" dt="2026-02-09T07:24:01.734" v="59297" actId="1036"/>
          <ac:grpSpMkLst>
            <pc:docMk/>
            <pc:sldMk cId="3222756089" sldId="280"/>
            <ac:grpSpMk id="5" creationId="{1B038FD4-0763-B3DA-D5EA-1DE861B43A30}"/>
          </ac:grpSpMkLst>
        </pc:grpChg>
        <pc:grpChg chg="del mod">
          <ac:chgData name="Freda Shi" userId="e3bafef1-15f2-4eeb-acbe-fa674bab7991" providerId="ADAL" clId="{9555FC65-5A8C-4EE8-9D5B-8283D7A0923C}" dt="2026-02-09T07:30:25.065" v="59590" actId="478"/>
          <ac:grpSpMkLst>
            <pc:docMk/>
            <pc:sldMk cId="3222756089" sldId="280"/>
            <ac:grpSpMk id="82" creationId="{1B8F8108-EA59-6B08-1A01-A8CC57D2AE8A}"/>
          </ac:grpSpMkLst>
        </pc:grpChg>
        <pc:grpChg chg="mod ord">
          <ac:chgData name="Freda Shi" userId="e3bafef1-15f2-4eeb-acbe-fa674bab7991" providerId="ADAL" clId="{9555FC65-5A8C-4EE8-9D5B-8283D7A0923C}" dt="2026-02-09T07:30:30.106" v="59659" actId="1076"/>
          <ac:grpSpMkLst>
            <pc:docMk/>
            <pc:sldMk cId="3222756089" sldId="280"/>
            <ac:grpSpMk id="150" creationId="{AF150D98-6D3D-2E7B-1846-4BC3188C4620}"/>
          </ac:grpSpMkLst>
        </pc:grpChg>
        <pc:grpChg chg="del">
          <ac:chgData name="Freda Shi" userId="e3bafef1-15f2-4eeb-acbe-fa674bab7991" providerId="ADAL" clId="{9555FC65-5A8C-4EE8-9D5B-8283D7A0923C}" dt="2026-02-09T07:30:25.097" v="59656" actId="478"/>
          <ac:grpSpMkLst>
            <pc:docMk/>
            <pc:sldMk cId="3222756089" sldId="280"/>
            <ac:grpSpMk id="151" creationId="{20469DA9-7AEB-0039-ADA2-D312D0C4EC85}"/>
          </ac:grpSpMkLst>
        </pc:grpChg>
        <pc:grpChg chg="mod">
          <ac:chgData name="Freda Shi" userId="e3bafef1-15f2-4eeb-acbe-fa674bab7991" providerId="ADAL" clId="{9555FC65-5A8C-4EE8-9D5B-8283D7A0923C}" dt="2026-02-09T07:33:18.549" v="59703" actId="1076"/>
          <ac:grpSpMkLst>
            <pc:docMk/>
            <pc:sldMk cId="3222756089" sldId="280"/>
            <ac:grpSpMk id="221" creationId="{72EB191B-5F2A-11F4-E566-B3F5167248FF}"/>
          </ac:grpSpMkLst>
        </pc:grpChg>
        <pc:picChg chg="mod">
          <ac:chgData name="Freda Shi" userId="e3bafef1-15f2-4eeb-acbe-fa674bab7991" providerId="ADAL" clId="{9555FC65-5A8C-4EE8-9D5B-8283D7A0923C}" dt="2026-02-09T07:29:34.665" v="59538" actId="14100"/>
          <ac:picMkLst>
            <pc:docMk/>
            <pc:sldMk cId="3222756089" sldId="280"/>
            <ac:picMk id="41" creationId="{D4527072-60C7-F5A5-A4A0-0DBB1B3AEBF9}"/>
          </ac:picMkLst>
        </pc:picChg>
        <pc:picChg chg="mod">
          <ac:chgData name="Freda Shi" userId="e3bafef1-15f2-4eeb-acbe-fa674bab7991" providerId="ADAL" clId="{9555FC65-5A8C-4EE8-9D5B-8283D7A0923C}" dt="2026-02-09T07:30:24.923" v="59547" actId="14100"/>
          <ac:picMkLst>
            <pc:docMk/>
            <pc:sldMk cId="3222756089" sldId="280"/>
            <ac:picMk id="84" creationId="{89F114F1-83BE-CC72-5AA1-D31F87E3D4A1}"/>
          </ac:picMkLst>
        </pc:picChg>
        <pc:picChg chg="mod">
          <ac:chgData name="Freda Shi" userId="e3bafef1-15f2-4eeb-acbe-fa674bab7991" providerId="ADAL" clId="{9555FC65-5A8C-4EE8-9D5B-8283D7A0923C}" dt="2026-02-09T07:33:13.758" v="59698" actId="14100"/>
          <ac:picMkLst>
            <pc:docMk/>
            <pc:sldMk cId="3222756089" sldId="280"/>
            <ac:picMk id="193" creationId="{2AF9E278-A997-EBE3-6696-459B5F122CE1}"/>
          </ac:picMkLst>
        </pc:picChg>
      </pc:sldChg>
      <pc:sldChg chg="addSp delSp modSp add mod">
        <pc:chgData name="Freda Shi" userId="e3bafef1-15f2-4eeb-acbe-fa674bab7991" providerId="ADAL" clId="{9555FC65-5A8C-4EE8-9D5B-8283D7A0923C}" dt="2026-02-09T08:31:43.248" v="59855" actId="1035"/>
        <pc:sldMkLst>
          <pc:docMk/>
          <pc:sldMk cId="2209026712" sldId="281"/>
        </pc:sldMkLst>
        <pc:spChg chg="mod">
          <ac:chgData name="Freda Shi" userId="e3bafef1-15f2-4eeb-acbe-fa674bab7991" providerId="ADAL" clId="{9555FC65-5A8C-4EE8-9D5B-8283D7A0923C}" dt="2026-02-09T08:27:43.866" v="59819" actId="2711"/>
          <ac:spMkLst>
            <pc:docMk/>
            <pc:sldMk cId="2209026712" sldId="281"/>
            <ac:spMk id="2" creationId="{5E51D659-15CF-C737-755F-C429E102FC00}"/>
          </ac:spMkLst>
        </pc:spChg>
        <pc:spChg chg="del">
          <ac:chgData name="Freda Shi" userId="e3bafef1-15f2-4eeb-acbe-fa674bab7991" providerId="ADAL" clId="{9555FC65-5A8C-4EE8-9D5B-8283D7A0923C}" dt="2026-02-09T08:25:47.368" v="59731" actId="478"/>
          <ac:spMkLst>
            <pc:docMk/>
            <pc:sldMk cId="2209026712" sldId="281"/>
            <ac:spMk id="5" creationId="{4CCD8AA7-A129-C8DB-B09A-3F9266249013}"/>
          </ac:spMkLst>
        </pc:spChg>
        <pc:spChg chg="del">
          <ac:chgData name="Freda Shi" userId="e3bafef1-15f2-4eeb-acbe-fa674bab7991" providerId="ADAL" clId="{9555FC65-5A8C-4EE8-9D5B-8283D7A0923C}" dt="2026-02-09T08:25:44.730" v="59730" actId="478"/>
          <ac:spMkLst>
            <pc:docMk/>
            <pc:sldMk cId="2209026712" sldId="281"/>
            <ac:spMk id="7" creationId="{91EB658A-B0F2-589E-EE0D-9FBCD88929D1}"/>
          </ac:spMkLst>
        </pc:spChg>
        <pc:spChg chg="del">
          <ac:chgData name="Freda Shi" userId="e3bafef1-15f2-4eeb-acbe-fa674bab7991" providerId="ADAL" clId="{9555FC65-5A8C-4EE8-9D5B-8283D7A0923C}" dt="2026-02-09T08:25:44.730" v="59730" actId="478"/>
          <ac:spMkLst>
            <pc:docMk/>
            <pc:sldMk cId="2209026712" sldId="281"/>
            <ac:spMk id="8" creationId="{ABD3E21E-13BD-F95E-A60F-E3D5A23BEB5F}"/>
          </ac:spMkLst>
        </pc:spChg>
        <pc:spChg chg="add mod">
          <ac:chgData name="Freda Shi" userId="e3bafef1-15f2-4eeb-acbe-fa674bab7991" providerId="ADAL" clId="{9555FC65-5A8C-4EE8-9D5B-8283D7A0923C}" dt="2026-02-09T08:27:43.866" v="59819" actId="2711"/>
          <ac:spMkLst>
            <pc:docMk/>
            <pc:sldMk cId="2209026712" sldId="281"/>
            <ac:spMk id="38" creationId="{FC9AFF74-D701-B36D-D60C-56AC6A4FCF1D}"/>
          </ac:spMkLst>
        </pc:spChg>
        <pc:spChg chg="add mod">
          <ac:chgData name="Freda Shi" userId="e3bafef1-15f2-4eeb-acbe-fa674bab7991" providerId="ADAL" clId="{9555FC65-5A8C-4EE8-9D5B-8283D7A0923C}" dt="2026-02-09T08:25:49.082" v="59732"/>
          <ac:spMkLst>
            <pc:docMk/>
            <pc:sldMk cId="2209026712" sldId="281"/>
            <ac:spMk id="40" creationId="{91F8C405-1108-997C-C120-AA934C6DDAE5}"/>
          </ac:spMkLst>
        </pc:spChg>
        <pc:spChg chg="add mod">
          <ac:chgData name="Freda Shi" userId="e3bafef1-15f2-4eeb-acbe-fa674bab7991" providerId="ADAL" clId="{9555FC65-5A8C-4EE8-9D5B-8283D7A0923C}" dt="2026-02-09T08:25:49.082" v="59732"/>
          <ac:spMkLst>
            <pc:docMk/>
            <pc:sldMk cId="2209026712" sldId="281"/>
            <ac:spMk id="48" creationId="{ABAA750F-F2E3-16BA-3AC2-679272BC91CC}"/>
          </ac:spMkLst>
        </pc:spChg>
        <pc:spChg chg="add mod">
          <ac:chgData name="Freda Shi" userId="e3bafef1-15f2-4eeb-acbe-fa674bab7991" providerId="ADAL" clId="{9555FC65-5A8C-4EE8-9D5B-8283D7A0923C}" dt="2026-02-09T08:25:49.082" v="59732"/>
          <ac:spMkLst>
            <pc:docMk/>
            <pc:sldMk cId="2209026712" sldId="281"/>
            <ac:spMk id="49" creationId="{23CF6DAA-5C59-F2A1-4CA4-BF9D869FC974}"/>
          </ac:spMkLst>
        </pc:spChg>
        <pc:spChg chg="add mod">
          <ac:chgData name="Freda Shi" userId="e3bafef1-15f2-4eeb-acbe-fa674bab7991" providerId="ADAL" clId="{9555FC65-5A8C-4EE8-9D5B-8283D7A0923C}" dt="2026-02-09T08:25:49.082" v="59732"/>
          <ac:spMkLst>
            <pc:docMk/>
            <pc:sldMk cId="2209026712" sldId="281"/>
            <ac:spMk id="50" creationId="{D46FB11B-6F4A-67E5-CEF7-980D7DF048CE}"/>
          </ac:spMkLst>
        </pc:spChg>
        <pc:spChg chg="add mod">
          <ac:chgData name="Freda Shi" userId="e3bafef1-15f2-4eeb-acbe-fa674bab7991" providerId="ADAL" clId="{9555FC65-5A8C-4EE8-9D5B-8283D7A0923C}" dt="2026-02-09T08:27:43.866" v="59819" actId="2711"/>
          <ac:spMkLst>
            <pc:docMk/>
            <pc:sldMk cId="2209026712" sldId="281"/>
            <ac:spMk id="51" creationId="{23781E7C-9E39-C44C-5747-D3724DDB3A9A}"/>
          </ac:spMkLst>
        </pc:spChg>
        <pc:spChg chg="mod">
          <ac:chgData name="Freda Shi" userId="e3bafef1-15f2-4eeb-acbe-fa674bab7991" providerId="ADAL" clId="{9555FC65-5A8C-4EE8-9D5B-8283D7A0923C}" dt="2026-02-09T08:27:43.866" v="59819" actId="2711"/>
          <ac:spMkLst>
            <pc:docMk/>
            <pc:sldMk cId="2209026712" sldId="281"/>
            <ac:spMk id="53" creationId="{161EE8A1-AC69-D1F1-5B6E-7DE9EE60CD6A}"/>
          </ac:spMkLst>
        </pc:spChg>
        <pc:spChg chg="mod">
          <ac:chgData name="Freda Shi" userId="e3bafef1-15f2-4eeb-acbe-fa674bab7991" providerId="ADAL" clId="{9555FC65-5A8C-4EE8-9D5B-8283D7A0923C}" dt="2026-02-09T08:27:43.866" v="59819" actId="2711"/>
          <ac:spMkLst>
            <pc:docMk/>
            <pc:sldMk cId="2209026712" sldId="281"/>
            <ac:spMk id="55" creationId="{EA350F1C-17C1-AA55-5833-A4E599DD4F7C}"/>
          </ac:spMkLst>
        </pc:spChg>
        <pc:spChg chg="add mod">
          <ac:chgData name="Freda Shi" userId="e3bafef1-15f2-4eeb-acbe-fa674bab7991" providerId="ADAL" clId="{9555FC65-5A8C-4EE8-9D5B-8283D7A0923C}" dt="2026-02-09T08:25:49.082" v="59732"/>
          <ac:spMkLst>
            <pc:docMk/>
            <pc:sldMk cId="2209026712" sldId="281"/>
            <ac:spMk id="58" creationId="{58E20E41-9225-C7C3-79F9-B1429441763A}"/>
          </ac:spMkLst>
        </pc:spChg>
        <pc:spChg chg="add mod">
          <ac:chgData name="Freda Shi" userId="e3bafef1-15f2-4eeb-acbe-fa674bab7991" providerId="ADAL" clId="{9555FC65-5A8C-4EE8-9D5B-8283D7A0923C}" dt="2026-02-09T08:25:49.082" v="59732"/>
          <ac:spMkLst>
            <pc:docMk/>
            <pc:sldMk cId="2209026712" sldId="281"/>
            <ac:spMk id="63" creationId="{9183560C-2B1B-7E98-BD82-B2AD8F62EE21}"/>
          </ac:spMkLst>
        </pc:spChg>
        <pc:spChg chg="add mod">
          <ac:chgData name="Freda Shi" userId="e3bafef1-15f2-4eeb-acbe-fa674bab7991" providerId="ADAL" clId="{9555FC65-5A8C-4EE8-9D5B-8283D7A0923C}" dt="2026-02-09T08:25:49.082" v="59732"/>
          <ac:spMkLst>
            <pc:docMk/>
            <pc:sldMk cId="2209026712" sldId="281"/>
            <ac:spMk id="69" creationId="{BB49436A-CC6F-BD6F-C7E2-B78570BB826B}"/>
          </ac:spMkLst>
        </pc:spChg>
        <pc:spChg chg="add mod">
          <ac:chgData name="Freda Shi" userId="e3bafef1-15f2-4eeb-acbe-fa674bab7991" providerId="ADAL" clId="{9555FC65-5A8C-4EE8-9D5B-8283D7A0923C}" dt="2026-02-09T08:25:49.082" v="59732"/>
          <ac:spMkLst>
            <pc:docMk/>
            <pc:sldMk cId="2209026712" sldId="281"/>
            <ac:spMk id="70" creationId="{0B5F3A8C-04A9-288A-1D1C-13CAACAB08BB}"/>
          </ac:spMkLst>
        </pc:spChg>
        <pc:spChg chg="mod">
          <ac:chgData name="Freda Shi" userId="e3bafef1-15f2-4eeb-acbe-fa674bab7991" providerId="ADAL" clId="{9555FC65-5A8C-4EE8-9D5B-8283D7A0923C}" dt="2026-02-09T08:30:30.737" v="59838" actId="20577"/>
          <ac:spMkLst>
            <pc:docMk/>
            <pc:sldMk cId="2209026712" sldId="281"/>
            <ac:spMk id="71" creationId="{4AB68097-8E55-CAA9-C6E1-C61CCEDFA7E8}"/>
          </ac:spMkLst>
        </pc:spChg>
        <pc:spChg chg="add mod">
          <ac:chgData name="Freda Shi" userId="e3bafef1-15f2-4eeb-acbe-fa674bab7991" providerId="ADAL" clId="{9555FC65-5A8C-4EE8-9D5B-8283D7A0923C}" dt="2026-02-09T08:27:24.601" v="59794"/>
          <ac:spMkLst>
            <pc:docMk/>
            <pc:sldMk cId="2209026712" sldId="281"/>
            <ac:spMk id="75" creationId="{D53C305B-104C-CB28-5B40-5613AC11CE12}"/>
          </ac:spMkLst>
        </pc:spChg>
        <pc:spChg chg="add mod">
          <ac:chgData name="Freda Shi" userId="e3bafef1-15f2-4eeb-acbe-fa674bab7991" providerId="ADAL" clId="{9555FC65-5A8C-4EE8-9D5B-8283D7A0923C}" dt="2026-02-09T08:27:24.601" v="59794"/>
          <ac:spMkLst>
            <pc:docMk/>
            <pc:sldMk cId="2209026712" sldId="281"/>
            <ac:spMk id="78" creationId="{A02B7903-F73F-090C-7F3E-2A54F6800062}"/>
          </ac:spMkLst>
        </pc:spChg>
        <pc:spChg chg="add mod">
          <ac:chgData name="Freda Shi" userId="e3bafef1-15f2-4eeb-acbe-fa674bab7991" providerId="ADAL" clId="{9555FC65-5A8C-4EE8-9D5B-8283D7A0923C}" dt="2026-02-09T08:27:43.866" v="59819" actId="2711"/>
          <ac:spMkLst>
            <pc:docMk/>
            <pc:sldMk cId="2209026712" sldId="281"/>
            <ac:spMk id="80" creationId="{888BCF4C-F0E1-DD40-6153-5C801A924F2A}"/>
          </ac:spMkLst>
        </pc:spChg>
        <pc:spChg chg="mod">
          <ac:chgData name="Freda Shi" userId="e3bafef1-15f2-4eeb-acbe-fa674bab7991" providerId="ADAL" clId="{9555FC65-5A8C-4EE8-9D5B-8283D7A0923C}" dt="2026-02-09T08:27:43.866" v="59819" actId="2711"/>
          <ac:spMkLst>
            <pc:docMk/>
            <pc:sldMk cId="2209026712" sldId="281"/>
            <ac:spMk id="86" creationId="{8DBF7479-DE85-7D36-DEF4-5FDB59A8CAED}"/>
          </ac:spMkLst>
        </pc:spChg>
        <pc:spChg chg="add mod">
          <ac:chgData name="Freda Shi" userId="e3bafef1-15f2-4eeb-acbe-fa674bab7991" providerId="ADAL" clId="{9555FC65-5A8C-4EE8-9D5B-8283D7A0923C}" dt="2026-02-09T08:27:24.601" v="59794"/>
          <ac:spMkLst>
            <pc:docMk/>
            <pc:sldMk cId="2209026712" sldId="281"/>
            <ac:spMk id="89" creationId="{13046441-D33F-90C0-81DA-0213CE2C5B1B}"/>
          </ac:spMkLst>
        </pc:spChg>
        <pc:spChg chg="add mod">
          <ac:chgData name="Freda Shi" userId="e3bafef1-15f2-4eeb-acbe-fa674bab7991" providerId="ADAL" clId="{9555FC65-5A8C-4EE8-9D5B-8283D7A0923C}" dt="2026-02-09T08:27:24.601" v="59794"/>
          <ac:spMkLst>
            <pc:docMk/>
            <pc:sldMk cId="2209026712" sldId="281"/>
            <ac:spMk id="90" creationId="{B8EA16A1-34D8-0341-CCBB-24F5BAB4844E}"/>
          </ac:spMkLst>
        </pc:spChg>
        <pc:spChg chg="mod">
          <ac:chgData name="Freda Shi" userId="e3bafef1-15f2-4eeb-acbe-fa674bab7991" providerId="ADAL" clId="{9555FC65-5A8C-4EE8-9D5B-8283D7A0923C}" dt="2026-02-09T08:27:43.866" v="59819" actId="2711"/>
          <ac:spMkLst>
            <pc:docMk/>
            <pc:sldMk cId="2209026712" sldId="281"/>
            <ac:spMk id="91" creationId="{E15EE84D-03EE-3BEB-138A-44341DF54985}"/>
          </ac:spMkLst>
        </pc:spChg>
        <pc:spChg chg="mod">
          <ac:chgData name="Freda Shi" userId="e3bafef1-15f2-4eeb-acbe-fa674bab7991" providerId="ADAL" clId="{9555FC65-5A8C-4EE8-9D5B-8283D7A0923C}" dt="2026-02-09T08:27:43.866" v="59819" actId="2711"/>
          <ac:spMkLst>
            <pc:docMk/>
            <pc:sldMk cId="2209026712" sldId="281"/>
            <ac:spMk id="93" creationId="{5206C336-FA80-68EB-BDB3-1AEBEDE56F5D}"/>
          </ac:spMkLst>
        </pc:spChg>
        <pc:spChg chg="add mod">
          <ac:chgData name="Freda Shi" userId="e3bafef1-15f2-4eeb-acbe-fa674bab7991" providerId="ADAL" clId="{9555FC65-5A8C-4EE8-9D5B-8283D7A0923C}" dt="2026-02-09T08:27:24.601" v="59794"/>
          <ac:spMkLst>
            <pc:docMk/>
            <pc:sldMk cId="2209026712" sldId="281"/>
            <ac:spMk id="94" creationId="{9C43C11A-A3A5-6806-BE30-08A036E23204}"/>
          </ac:spMkLst>
        </pc:spChg>
        <pc:spChg chg="add mod">
          <ac:chgData name="Freda Shi" userId="e3bafef1-15f2-4eeb-acbe-fa674bab7991" providerId="ADAL" clId="{9555FC65-5A8C-4EE8-9D5B-8283D7A0923C}" dt="2026-02-09T08:27:24.601" v="59794"/>
          <ac:spMkLst>
            <pc:docMk/>
            <pc:sldMk cId="2209026712" sldId="281"/>
            <ac:spMk id="97" creationId="{267F736E-DB49-873B-6D84-A373B47DE473}"/>
          </ac:spMkLst>
        </pc:spChg>
        <pc:spChg chg="add mod">
          <ac:chgData name="Freda Shi" userId="e3bafef1-15f2-4eeb-acbe-fa674bab7991" providerId="ADAL" clId="{9555FC65-5A8C-4EE8-9D5B-8283D7A0923C}" dt="2026-02-09T08:27:24.601" v="59794"/>
          <ac:spMkLst>
            <pc:docMk/>
            <pc:sldMk cId="2209026712" sldId="281"/>
            <ac:spMk id="98" creationId="{D3608BE2-15C1-1472-B11C-A2B63EE8DF33}"/>
          </ac:spMkLst>
        </pc:spChg>
        <pc:spChg chg="add mod">
          <ac:chgData name="Freda Shi" userId="e3bafef1-15f2-4eeb-acbe-fa674bab7991" providerId="ADAL" clId="{9555FC65-5A8C-4EE8-9D5B-8283D7A0923C}" dt="2026-02-09T08:27:24.601" v="59794"/>
          <ac:spMkLst>
            <pc:docMk/>
            <pc:sldMk cId="2209026712" sldId="281"/>
            <ac:spMk id="100" creationId="{E7C7F602-341B-971E-9859-C4B0C5B5B431}"/>
          </ac:spMkLst>
        </pc:spChg>
        <pc:spChg chg="add mod">
          <ac:chgData name="Freda Shi" userId="e3bafef1-15f2-4eeb-acbe-fa674bab7991" providerId="ADAL" clId="{9555FC65-5A8C-4EE8-9D5B-8283D7A0923C}" dt="2026-02-09T08:27:24.601" v="59794"/>
          <ac:spMkLst>
            <pc:docMk/>
            <pc:sldMk cId="2209026712" sldId="281"/>
            <ac:spMk id="101" creationId="{52BDF00B-A534-0DC9-B3E0-6C802A301EEA}"/>
          </ac:spMkLst>
        </pc:spChg>
        <pc:spChg chg="mod">
          <ac:chgData name="Freda Shi" userId="e3bafef1-15f2-4eeb-acbe-fa674bab7991" providerId="ADAL" clId="{9555FC65-5A8C-4EE8-9D5B-8283D7A0923C}" dt="2026-02-09T08:27:43.866" v="59819" actId="2711"/>
          <ac:spMkLst>
            <pc:docMk/>
            <pc:sldMk cId="2209026712" sldId="281"/>
            <ac:spMk id="103" creationId="{C93586E6-029E-750D-12D6-5C0177DB0924}"/>
          </ac:spMkLst>
        </pc:spChg>
        <pc:spChg chg="add mod">
          <ac:chgData name="Freda Shi" userId="e3bafef1-15f2-4eeb-acbe-fa674bab7991" providerId="ADAL" clId="{9555FC65-5A8C-4EE8-9D5B-8283D7A0923C}" dt="2026-02-09T08:30:16.115" v="59822"/>
          <ac:spMkLst>
            <pc:docMk/>
            <pc:sldMk cId="2209026712" sldId="281"/>
            <ac:spMk id="106" creationId="{A4F557C3-CE7B-430C-EF51-0F9E1C076057}"/>
          </ac:spMkLst>
        </pc:spChg>
        <pc:spChg chg="add mod">
          <ac:chgData name="Freda Shi" userId="e3bafef1-15f2-4eeb-acbe-fa674bab7991" providerId="ADAL" clId="{9555FC65-5A8C-4EE8-9D5B-8283D7A0923C}" dt="2026-02-09T08:30:16.115" v="59822"/>
          <ac:spMkLst>
            <pc:docMk/>
            <pc:sldMk cId="2209026712" sldId="281"/>
            <ac:spMk id="107" creationId="{4446EAF7-BF27-85B9-EBBC-9F1BC8445B79}"/>
          </ac:spMkLst>
        </pc:spChg>
        <pc:spChg chg="add mod">
          <ac:chgData name="Freda Shi" userId="e3bafef1-15f2-4eeb-acbe-fa674bab7991" providerId="ADAL" clId="{9555FC65-5A8C-4EE8-9D5B-8283D7A0923C}" dt="2026-02-09T08:30:16.115" v="59822"/>
          <ac:spMkLst>
            <pc:docMk/>
            <pc:sldMk cId="2209026712" sldId="281"/>
            <ac:spMk id="108" creationId="{7C561708-B517-FBB0-8665-3385128F6FF0}"/>
          </ac:spMkLst>
        </pc:spChg>
        <pc:spChg chg="add mod">
          <ac:chgData name="Freda Shi" userId="e3bafef1-15f2-4eeb-acbe-fa674bab7991" providerId="ADAL" clId="{9555FC65-5A8C-4EE8-9D5B-8283D7A0923C}" dt="2026-02-09T08:30:16.115" v="59822"/>
          <ac:spMkLst>
            <pc:docMk/>
            <pc:sldMk cId="2209026712" sldId="281"/>
            <ac:spMk id="109" creationId="{29846B41-A4FD-307D-1353-AFE679997C37}"/>
          </ac:spMkLst>
        </pc:spChg>
        <pc:spChg chg="add mod">
          <ac:chgData name="Freda Shi" userId="e3bafef1-15f2-4eeb-acbe-fa674bab7991" providerId="ADAL" clId="{9555FC65-5A8C-4EE8-9D5B-8283D7A0923C}" dt="2026-02-09T08:30:16.115" v="59822"/>
          <ac:spMkLst>
            <pc:docMk/>
            <pc:sldMk cId="2209026712" sldId="281"/>
            <ac:spMk id="110" creationId="{39F4A65C-1EBE-E6B4-4E09-43136F594AB9}"/>
          </ac:spMkLst>
        </pc:spChg>
        <pc:grpChg chg="mod">
          <ac:chgData name="Freda Shi" userId="e3bafef1-15f2-4eeb-acbe-fa674bab7991" providerId="ADAL" clId="{9555FC65-5A8C-4EE8-9D5B-8283D7A0923C}" dt="2026-02-09T08:25:53.864" v="59792" actId="1036"/>
          <ac:grpSpMkLst>
            <pc:docMk/>
            <pc:sldMk cId="2209026712" sldId="281"/>
            <ac:grpSpMk id="3" creationId="{44C2D2DC-5B94-9E15-7CA4-50DB25FF4123}"/>
          </ac:grpSpMkLst>
        </pc:grpChg>
        <pc:grpChg chg="del">
          <ac:chgData name="Freda Shi" userId="e3bafef1-15f2-4eeb-acbe-fa674bab7991" providerId="ADAL" clId="{9555FC65-5A8C-4EE8-9D5B-8283D7A0923C}" dt="2026-02-09T08:25:44.730" v="59730" actId="478"/>
          <ac:grpSpMkLst>
            <pc:docMk/>
            <pc:sldMk cId="2209026712" sldId="281"/>
            <ac:grpSpMk id="6" creationId="{0EC491E3-A03C-F301-C4C3-DB96FE15CB18}"/>
          </ac:grpSpMkLst>
        </pc:grpChg>
        <pc:grpChg chg="mod">
          <ac:chgData name="Freda Shi" userId="e3bafef1-15f2-4eeb-acbe-fa674bab7991" providerId="ADAL" clId="{9555FC65-5A8C-4EE8-9D5B-8283D7A0923C}" dt="2026-02-09T08:31:43.248" v="59855" actId="1035"/>
          <ac:grpSpMkLst>
            <pc:docMk/>
            <pc:sldMk cId="2209026712" sldId="281"/>
            <ac:grpSpMk id="72" creationId="{72D72301-CEB0-9A41-9A7D-15DBC3BEE431}"/>
          </ac:grpSpMkLst>
        </pc:grpChg>
        <pc:grpChg chg="add mod">
          <ac:chgData name="Freda Shi" userId="e3bafef1-15f2-4eeb-acbe-fa674bab7991" providerId="ADAL" clId="{9555FC65-5A8C-4EE8-9D5B-8283D7A0923C}" dt="2026-02-09T08:30:26.682" v="59837" actId="1036"/>
          <ac:grpSpMkLst>
            <pc:docMk/>
            <pc:sldMk cId="2209026712" sldId="281"/>
            <ac:grpSpMk id="105" creationId="{E335F0AC-7DC4-6FF0-3BA0-883C44526D2F}"/>
          </ac:grpSpMkLst>
        </pc:grpChg>
      </pc:sldChg>
      <pc:sldChg chg="addSp delSp modSp new mod modAnim">
        <pc:chgData name="Freda Shi" userId="e3bafef1-15f2-4eeb-acbe-fa674bab7991" providerId="ADAL" clId="{9555FC65-5A8C-4EE8-9D5B-8283D7A0923C}" dt="2026-02-09T09:08:06.351" v="60951" actId="20577"/>
        <pc:sldMkLst>
          <pc:docMk/>
          <pc:sldMk cId="894238336" sldId="282"/>
        </pc:sldMkLst>
        <pc:spChg chg="mod">
          <ac:chgData name="Freda Shi" userId="e3bafef1-15f2-4eeb-acbe-fa674bab7991" providerId="ADAL" clId="{9555FC65-5A8C-4EE8-9D5B-8283D7A0923C}" dt="2026-02-09T08:33:54.796" v="59888" actId="20577"/>
          <ac:spMkLst>
            <pc:docMk/>
            <pc:sldMk cId="894238336" sldId="282"/>
            <ac:spMk id="2" creationId="{8F890249-7793-F3C9-1100-CEB466A89B83}"/>
          </ac:spMkLst>
        </pc:spChg>
        <pc:spChg chg="del">
          <ac:chgData name="Freda Shi" userId="e3bafef1-15f2-4eeb-acbe-fa674bab7991" providerId="ADAL" clId="{9555FC65-5A8C-4EE8-9D5B-8283D7A0923C}" dt="2026-02-09T08:34:02.108" v="59889" actId="478"/>
          <ac:spMkLst>
            <pc:docMk/>
            <pc:sldMk cId="894238336" sldId="282"/>
            <ac:spMk id="3" creationId="{5C942AB2-92AA-208F-27FE-079BA912BC8E}"/>
          </ac:spMkLst>
        </pc:spChg>
        <pc:spChg chg="mod">
          <ac:chgData name="Freda Shi" userId="e3bafef1-15f2-4eeb-acbe-fa674bab7991" providerId="ADAL" clId="{9555FC65-5A8C-4EE8-9D5B-8283D7A0923C}" dt="2026-02-09T09:08:06.351" v="60951" actId="20577"/>
          <ac:spMkLst>
            <pc:docMk/>
            <pc:sldMk cId="894238336" sldId="282"/>
            <ac:spMk id="5" creationId="{4AB68097-8E55-CAA9-C6E1-C61CCEDFA7E8}"/>
          </ac:spMkLst>
        </pc:spChg>
        <pc:spChg chg="add mod">
          <ac:chgData name="Freda Shi" userId="e3bafef1-15f2-4eeb-acbe-fa674bab7991" providerId="ADAL" clId="{9555FC65-5A8C-4EE8-9D5B-8283D7A0923C}" dt="2026-02-09T08:34:18.629" v="59894" actId="255"/>
          <ac:spMkLst>
            <pc:docMk/>
            <pc:sldMk cId="894238336" sldId="282"/>
            <ac:spMk id="16" creationId="{45CFF5E8-0423-1230-7C11-EA848F73917F}"/>
          </ac:spMkLst>
        </pc:spChg>
        <pc:spChg chg="add mod">
          <ac:chgData name="Freda Shi" userId="e3bafef1-15f2-4eeb-acbe-fa674bab7991" providerId="ADAL" clId="{9555FC65-5A8C-4EE8-9D5B-8283D7A0923C}" dt="2026-02-09T08:34:18.629" v="59894" actId="255"/>
          <ac:spMkLst>
            <pc:docMk/>
            <pc:sldMk cId="894238336" sldId="282"/>
            <ac:spMk id="24" creationId="{1C8D4594-3471-98F3-A646-1C07C8535955}"/>
          </ac:spMkLst>
        </pc:spChg>
        <pc:spChg chg="add mod">
          <ac:chgData name="Freda Shi" userId="e3bafef1-15f2-4eeb-acbe-fa674bab7991" providerId="ADAL" clId="{9555FC65-5A8C-4EE8-9D5B-8283D7A0923C}" dt="2026-02-09T08:34:18.629" v="59894" actId="255"/>
          <ac:spMkLst>
            <pc:docMk/>
            <pc:sldMk cId="894238336" sldId="282"/>
            <ac:spMk id="32" creationId="{0DA00532-292D-A3F8-FE31-8EFF589B177A}"/>
          </ac:spMkLst>
        </pc:spChg>
        <pc:spChg chg="add mod">
          <ac:chgData name="Freda Shi" userId="e3bafef1-15f2-4eeb-acbe-fa674bab7991" providerId="ADAL" clId="{9555FC65-5A8C-4EE8-9D5B-8283D7A0923C}" dt="2026-02-09T08:34:18.629" v="59894" actId="255"/>
          <ac:spMkLst>
            <pc:docMk/>
            <pc:sldMk cId="894238336" sldId="282"/>
            <ac:spMk id="40" creationId="{8F4424DB-3994-A36A-889D-3594E59DC88C}"/>
          </ac:spMkLst>
        </pc:spChg>
        <pc:spChg chg="add mod">
          <ac:chgData name="Freda Shi" userId="e3bafef1-15f2-4eeb-acbe-fa674bab7991" providerId="ADAL" clId="{9555FC65-5A8C-4EE8-9D5B-8283D7A0923C}" dt="2026-02-09T08:34:18.629" v="59894" actId="255"/>
          <ac:spMkLst>
            <pc:docMk/>
            <pc:sldMk cId="894238336" sldId="282"/>
            <ac:spMk id="53" creationId="{29846B41-A4FD-307D-1353-AFE679997C37}"/>
          </ac:spMkLst>
        </pc:spChg>
        <pc:spChg chg="add mod">
          <ac:chgData name="Freda Shi" userId="e3bafef1-15f2-4eeb-acbe-fa674bab7991" providerId="ADAL" clId="{9555FC65-5A8C-4EE8-9D5B-8283D7A0923C}" dt="2026-02-09T08:34:18.629" v="59894" actId="255"/>
          <ac:spMkLst>
            <pc:docMk/>
            <pc:sldMk cId="894238336" sldId="282"/>
            <ac:spMk id="64" creationId="{AFD13E59-EA55-636A-F78C-BD90EDEA9143}"/>
          </ac:spMkLst>
        </pc:spChg>
        <pc:spChg chg="add mod">
          <ac:chgData name="Freda Shi" userId="e3bafef1-15f2-4eeb-acbe-fa674bab7991" providerId="ADAL" clId="{9555FC65-5A8C-4EE8-9D5B-8283D7A0923C}" dt="2026-02-09T08:34:18.629" v="59894" actId="255"/>
          <ac:spMkLst>
            <pc:docMk/>
            <pc:sldMk cId="894238336" sldId="282"/>
            <ac:spMk id="65" creationId="{B7203A89-8ABD-F727-4E90-935FD04C9320}"/>
          </ac:spMkLst>
        </pc:spChg>
        <pc:spChg chg="add mod">
          <ac:chgData name="Freda Shi" userId="e3bafef1-15f2-4eeb-acbe-fa674bab7991" providerId="ADAL" clId="{9555FC65-5A8C-4EE8-9D5B-8283D7A0923C}" dt="2026-02-09T08:34:18.629" v="59894" actId="255"/>
          <ac:spMkLst>
            <pc:docMk/>
            <pc:sldMk cId="894238336" sldId="282"/>
            <ac:spMk id="67" creationId="{23CF6DAA-5C59-F2A1-4CA4-BF9D869FC974}"/>
          </ac:spMkLst>
        </pc:spChg>
        <pc:spChg chg="add mod">
          <ac:chgData name="Freda Shi" userId="e3bafef1-15f2-4eeb-acbe-fa674bab7991" providerId="ADAL" clId="{9555FC65-5A8C-4EE8-9D5B-8283D7A0923C}" dt="2026-02-09T08:34:18.629" v="59894" actId="255"/>
          <ac:spMkLst>
            <pc:docMk/>
            <pc:sldMk cId="894238336" sldId="282"/>
            <ac:spMk id="74" creationId="{4FC19101-13E3-F6CF-EF7F-9B826B023AF3}"/>
          </ac:spMkLst>
        </pc:spChg>
        <pc:spChg chg="add mod">
          <ac:chgData name="Freda Shi" userId="e3bafef1-15f2-4eeb-acbe-fa674bab7991" providerId="ADAL" clId="{9555FC65-5A8C-4EE8-9D5B-8283D7A0923C}" dt="2026-02-09T08:34:18.629" v="59894" actId="255"/>
          <ac:spMkLst>
            <pc:docMk/>
            <pc:sldMk cId="894238336" sldId="282"/>
            <ac:spMk id="79" creationId="{10D0CFA8-A41B-FF59-708B-886268193705}"/>
          </ac:spMkLst>
        </pc:spChg>
        <pc:grpChg chg="mod">
          <ac:chgData name="Freda Shi" userId="e3bafef1-15f2-4eeb-acbe-fa674bab7991" providerId="ADAL" clId="{9555FC65-5A8C-4EE8-9D5B-8283D7A0923C}" dt="2026-02-09T08:40:30.086" v="59914" actId="1036"/>
          <ac:grpSpMkLst>
            <pc:docMk/>
            <pc:sldMk cId="894238336" sldId="282"/>
            <ac:grpSpMk id="7" creationId="{E335F0AC-7DC4-6FF0-3BA0-883C44526D2F}"/>
          </ac:grpSpMkLst>
        </pc:grpChg>
        <pc:grpChg chg="mod">
          <ac:chgData name="Freda Shi" userId="e3bafef1-15f2-4eeb-acbe-fa674bab7991" providerId="ADAL" clId="{9555FC65-5A8C-4EE8-9D5B-8283D7A0923C}" dt="2026-02-09T08:40:30.086" v="59914" actId="1036"/>
          <ac:grpSpMkLst>
            <pc:docMk/>
            <pc:sldMk cId="894238336" sldId="282"/>
            <ac:grpSpMk id="8" creationId="{274E3A92-F099-C3E5-7C59-F88F1BE468C6}"/>
          </ac:grpSpMkLst>
        </pc:grpChg>
      </pc:sldChg>
      <pc:sldChg chg="addSp delSp modSp new mod modAnim">
        <pc:chgData name="Freda Shi" userId="e3bafef1-15f2-4eeb-acbe-fa674bab7991" providerId="ADAL" clId="{9555FC65-5A8C-4EE8-9D5B-8283D7A0923C}" dt="2026-02-09T08:48:02.364" v="60147" actId="20577"/>
        <pc:sldMkLst>
          <pc:docMk/>
          <pc:sldMk cId="2254284133" sldId="283"/>
        </pc:sldMkLst>
        <pc:spChg chg="mod">
          <ac:chgData name="Freda Shi" userId="e3bafef1-15f2-4eeb-acbe-fa674bab7991" providerId="ADAL" clId="{9555FC65-5A8C-4EE8-9D5B-8283D7A0923C}" dt="2026-02-09T08:43:46.539" v="59947"/>
          <ac:spMkLst>
            <pc:docMk/>
            <pc:sldMk cId="2254284133" sldId="283"/>
            <ac:spMk id="2" creationId="{0E74E78D-662C-4473-6379-33DF63EEF13E}"/>
          </ac:spMkLst>
        </pc:spChg>
        <pc:spChg chg="mod">
          <ac:chgData name="Freda Shi" userId="e3bafef1-15f2-4eeb-acbe-fa674bab7991" providerId="ADAL" clId="{9555FC65-5A8C-4EE8-9D5B-8283D7A0923C}" dt="2026-02-09T08:48:02.364" v="60147" actId="20577"/>
          <ac:spMkLst>
            <pc:docMk/>
            <pc:sldMk cId="2254284133" sldId="283"/>
            <ac:spMk id="3" creationId="{8ED94ECF-2A7D-2AF6-4C19-91D4B9D8CC79}"/>
          </ac:spMkLst>
        </pc:spChg>
        <pc:spChg chg="add del mod">
          <ac:chgData name="Freda Shi" userId="e3bafef1-15f2-4eeb-acbe-fa674bab7991" providerId="ADAL" clId="{9555FC65-5A8C-4EE8-9D5B-8283D7A0923C}" dt="2026-02-09T08:44:25.751" v="59980" actId="478"/>
          <ac:spMkLst>
            <pc:docMk/>
            <pc:sldMk cId="2254284133" sldId="283"/>
            <ac:spMk id="5" creationId="{4AB68097-8E55-CAA9-C6E1-C61CCEDFA7E8}"/>
          </ac:spMkLst>
        </pc:spChg>
      </pc:sldChg>
      <pc:sldChg chg="addSp delSp modSp new mod">
        <pc:chgData name="Freda Shi" userId="e3bafef1-15f2-4eeb-acbe-fa674bab7991" providerId="ADAL" clId="{9555FC65-5A8C-4EE8-9D5B-8283D7A0923C}" dt="2026-02-09T08:52:32.476" v="60243"/>
        <pc:sldMkLst>
          <pc:docMk/>
          <pc:sldMk cId="2270168062" sldId="284"/>
        </pc:sldMkLst>
        <pc:spChg chg="mod">
          <ac:chgData name="Freda Shi" userId="e3bafef1-15f2-4eeb-acbe-fa674bab7991" providerId="ADAL" clId="{9555FC65-5A8C-4EE8-9D5B-8283D7A0923C}" dt="2026-02-09T08:45:31.229" v="60020" actId="20577"/>
          <ac:spMkLst>
            <pc:docMk/>
            <pc:sldMk cId="2270168062" sldId="284"/>
            <ac:spMk id="2" creationId="{CF7F7EB4-0D9B-250B-8E44-0F878C97A8EE}"/>
          </ac:spMkLst>
        </pc:spChg>
        <pc:spChg chg="mod">
          <ac:chgData name="Freda Shi" userId="e3bafef1-15f2-4eeb-acbe-fa674bab7991" providerId="ADAL" clId="{9555FC65-5A8C-4EE8-9D5B-8283D7A0923C}" dt="2026-02-09T08:51:15.123" v="60149" actId="20577"/>
          <ac:spMkLst>
            <pc:docMk/>
            <pc:sldMk cId="2270168062" sldId="284"/>
            <ac:spMk id="3" creationId="{B469B6CB-C052-9837-F8BD-434E3E957590}"/>
          </ac:spMkLst>
        </pc:spChg>
        <pc:spChg chg="add del mod">
          <ac:chgData name="Freda Shi" userId="e3bafef1-15f2-4eeb-acbe-fa674bab7991" providerId="ADAL" clId="{9555FC65-5A8C-4EE8-9D5B-8283D7A0923C}" dt="2026-02-09T08:52:32.220" v="60242" actId="478"/>
          <ac:spMkLst>
            <pc:docMk/>
            <pc:sldMk cId="2270168062" sldId="284"/>
            <ac:spMk id="9" creationId="{10D6420B-FEA7-4101-C69F-4C001368D532}"/>
          </ac:spMkLst>
        </pc:spChg>
        <pc:spChg chg="add del mod">
          <ac:chgData name="Freda Shi" userId="e3bafef1-15f2-4eeb-acbe-fa674bab7991" providerId="ADAL" clId="{9555FC65-5A8C-4EE8-9D5B-8283D7A0923C}" dt="2026-02-09T08:52:32.220" v="60242" actId="478"/>
          <ac:spMkLst>
            <pc:docMk/>
            <pc:sldMk cId="2270168062" sldId="284"/>
            <ac:spMk id="15" creationId="{57D8544B-80E9-BF16-EEA2-A0C55CBAFCE2}"/>
          </ac:spMkLst>
        </pc:spChg>
        <pc:spChg chg="add del mod">
          <ac:chgData name="Freda Shi" userId="e3bafef1-15f2-4eeb-acbe-fa674bab7991" providerId="ADAL" clId="{9555FC65-5A8C-4EE8-9D5B-8283D7A0923C}" dt="2026-02-09T08:52:32.220" v="60242" actId="478"/>
          <ac:spMkLst>
            <pc:docMk/>
            <pc:sldMk cId="2270168062" sldId="284"/>
            <ac:spMk id="16" creationId="{A2B1843C-391D-4F49-3B7C-0BAFE0C5890D}"/>
          </ac:spMkLst>
        </pc:spChg>
        <pc:spChg chg="add del mod">
          <ac:chgData name="Freda Shi" userId="e3bafef1-15f2-4eeb-acbe-fa674bab7991" providerId="ADAL" clId="{9555FC65-5A8C-4EE8-9D5B-8283D7A0923C}" dt="2026-02-09T08:52:32.220" v="60242" actId="478"/>
          <ac:spMkLst>
            <pc:docMk/>
            <pc:sldMk cId="2270168062" sldId="284"/>
            <ac:spMk id="17" creationId="{631ECD9F-16A8-9B89-96CD-70C863CC974F}"/>
          </ac:spMkLst>
        </pc:spChg>
        <pc:spChg chg="add del mod">
          <ac:chgData name="Freda Shi" userId="e3bafef1-15f2-4eeb-acbe-fa674bab7991" providerId="ADAL" clId="{9555FC65-5A8C-4EE8-9D5B-8283D7A0923C}" dt="2026-02-09T08:52:32.220" v="60242" actId="478"/>
          <ac:spMkLst>
            <pc:docMk/>
            <pc:sldMk cId="2270168062" sldId="284"/>
            <ac:spMk id="18" creationId="{132A9B8C-3FC0-BF61-7D56-8EB1E2B434DB}"/>
          </ac:spMkLst>
        </pc:spChg>
        <pc:spChg chg="add del mod">
          <ac:chgData name="Freda Shi" userId="e3bafef1-15f2-4eeb-acbe-fa674bab7991" providerId="ADAL" clId="{9555FC65-5A8C-4EE8-9D5B-8283D7A0923C}" dt="2026-02-09T08:52:32.220" v="60242" actId="478"/>
          <ac:spMkLst>
            <pc:docMk/>
            <pc:sldMk cId="2270168062" sldId="284"/>
            <ac:spMk id="19" creationId="{99932509-5D61-9514-3193-5150C70394C4}"/>
          </ac:spMkLst>
        </pc:spChg>
        <pc:spChg chg="add del mod">
          <ac:chgData name="Freda Shi" userId="e3bafef1-15f2-4eeb-acbe-fa674bab7991" providerId="ADAL" clId="{9555FC65-5A8C-4EE8-9D5B-8283D7A0923C}" dt="2026-02-09T08:52:32.220" v="60242" actId="478"/>
          <ac:spMkLst>
            <pc:docMk/>
            <pc:sldMk cId="2270168062" sldId="284"/>
            <ac:spMk id="23" creationId="{C9836DA0-2576-3395-E29B-DE0CFB5695CC}"/>
          </ac:spMkLst>
        </pc:spChg>
        <pc:spChg chg="add del mod">
          <ac:chgData name="Freda Shi" userId="e3bafef1-15f2-4eeb-acbe-fa674bab7991" providerId="ADAL" clId="{9555FC65-5A8C-4EE8-9D5B-8283D7A0923C}" dt="2026-02-09T08:52:32.220" v="60242" actId="478"/>
          <ac:spMkLst>
            <pc:docMk/>
            <pc:sldMk cId="2270168062" sldId="284"/>
            <ac:spMk id="24" creationId="{EE91919C-DCD5-99ED-49D3-FEFA1D83CAD3}"/>
          </ac:spMkLst>
        </pc:spChg>
        <pc:spChg chg="add del mod">
          <ac:chgData name="Freda Shi" userId="e3bafef1-15f2-4eeb-acbe-fa674bab7991" providerId="ADAL" clId="{9555FC65-5A8C-4EE8-9D5B-8283D7A0923C}" dt="2026-02-09T08:52:32.220" v="60242" actId="478"/>
          <ac:spMkLst>
            <pc:docMk/>
            <pc:sldMk cId="2270168062" sldId="284"/>
            <ac:spMk id="25" creationId="{612BF027-ABB4-B976-0752-D77634D86A36}"/>
          </ac:spMkLst>
        </pc:spChg>
        <pc:spChg chg="mod">
          <ac:chgData name="Freda Shi" userId="e3bafef1-15f2-4eeb-acbe-fa674bab7991" providerId="ADAL" clId="{9555FC65-5A8C-4EE8-9D5B-8283D7A0923C}" dt="2026-02-09T08:47:32.292" v="60065" actId="1076"/>
          <ac:spMkLst>
            <pc:docMk/>
            <pc:sldMk cId="2270168062" sldId="284"/>
            <ac:spMk id="26" creationId="{F8A38789-C48E-3A8D-4FAD-4BEEBE29D4B2}"/>
          </ac:spMkLst>
        </pc:spChg>
        <pc:spChg chg="add del mod">
          <ac:chgData name="Freda Shi" userId="e3bafef1-15f2-4eeb-acbe-fa674bab7991" providerId="ADAL" clId="{9555FC65-5A8C-4EE8-9D5B-8283D7A0923C}" dt="2026-02-09T08:52:32.220" v="60242" actId="478"/>
          <ac:spMkLst>
            <pc:docMk/>
            <pc:sldMk cId="2270168062" sldId="284"/>
            <ac:spMk id="27" creationId="{4C32794C-4003-6A70-56B4-58ED1F02FBD5}"/>
          </ac:spMkLst>
        </pc:spChg>
        <pc:spChg chg="add mod">
          <ac:chgData name="Freda Shi" userId="e3bafef1-15f2-4eeb-acbe-fa674bab7991" providerId="ADAL" clId="{9555FC65-5A8C-4EE8-9D5B-8283D7A0923C}" dt="2026-02-09T08:52:32.476" v="60243"/>
          <ac:spMkLst>
            <pc:docMk/>
            <pc:sldMk cId="2270168062" sldId="284"/>
            <ac:spMk id="46" creationId="{D83545AB-19B6-3E07-A23A-886EA267926A}"/>
          </ac:spMkLst>
        </pc:spChg>
        <pc:spChg chg="add mod">
          <ac:chgData name="Freda Shi" userId="e3bafef1-15f2-4eeb-acbe-fa674bab7991" providerId="ADAL" clId="{9555FC65-5A8C-4EE8-9D5B-8283D7A0923C}" dt="2026-02-09T08:52:32.476" v="60243"/>
          <ac:spMkLst>
            <pc:docMk/>
            <pc:sldMk cId="2270168062" sldId="284"/>
            <ac:spMk id="52" creationId="{647EEF5F-61E3-2CF7-2F97-1F0940F27439}"/>
          </ac:spMkLst>
        </pc:spChg>
        <pc:spChg chg="add mod">
          <ac:chgData name="Freda Shi" userId="e3bafef1-15f2-4eeb-acbe-fa674bab7991" providerId="ADAL" clId="{9555FC65-5A8C-4EE8-9D5B-8283D7A0923C}" dt="2026-02-09T08:52:32.476" v="60243"/>
          <ac:spMkLst>
            <pc:docMk/>
            <pc:sldMk cId="2270168062" sldId="284"/>
            <ac:spMk id="54" creationId="{448EDC1A-F869-D1BE-A022-4F315452D758}"/>
          </ac:spMkLst>
        </pc:spChg>
        <pc:spChg chg="add mod">
          <ac:chgData name="Freda Shi" userId="e3bafef1-15f2-4eeb-acbe-fa674bab7991" providerId="ADAL" clId="{9555FC65-5A8C-4EE8-9D5B-8283D7A0923C}" dt="2026-02-09T08:52:32.476" v="60243"/>
          <ac:spMkLst>
            <pc:docMk/>
            <pc:sldMk cId="2270168062" sldId="284"/>
            <ac:spMk id="56" creationId="{16E9DCAC-092E-1543-1793-1E5A149CF0DB}"/>
          </ac:spMkLst>
        </pc:spChg>
        <pc:spChg chg="add mod">
          <ac:chgData name="Freda Shi" userId="e3bafef1-15f2-4eeb-acbe-fa674bab7991" providerId="ADAL" clId="{9555FC65-5A8C-4EE8-9D5B-8283D7A0923C}" dt="2026-02-09T08:52:32.476" v="60243"/>
          <ac:spMkLst>
            <pc:docMk/>
            <pc:sldMk cId="2270168062" sldId="284"/>
            <ac:spMk id="58" creationId="{FA07D351-1282-1546-CEAD-320FFD510209}"/>
          </ac:spMkLst>
        </pc:spChg>
        <pc:spChg chg="add mod">
          <ac:chgData name="Freda Shi" userId="e3bafef1-15f2-4eeb-acbe-fa674bab7991" providerId="ADAL" clId="{9555FC65-5A8C-4EE8-9D5B-8283D7A0923C}" dt="2026-02-09T08:52:32.476" v="60243"/>
          <ac:spMkLst>
            <pc:docMk/>
            <pc:sldMk cId="2270168062" sldId="284"/>
            <ac:spMk id="59" creationId="{C7ED1B2F-9E58-8AF5-5664-72FCEA68265D}"/>
          </ac:spMkLst>
        </pc:spChg>
        <pc:spChg chg="add mod">
          <ac:chgData name="Freda Shi" userId="e3bafef1-15f2-4eeb-acbe-fa674bab7991" providerId="ADAL" clId="{9555FC65-5A8C-4EE8-9D5B-8283D7A0923C}" dt="2026-02-09T08:52:32.476" v="60243"/>
          <ac:spMkLst>
            <pc:docMk/>
            <pc:sldMk cId="2270168062" sldId="284"/>
            <ac:spMk id="60" creationId="{B582C596-55DA-7077-E04B-882846F08C1A}"/>
          </ac:spMkLst>
        </pc:spChg>
        <pc:spChg chg="add mod">
          <ac:chgData name="Freda Shi" userId="e3bafef1-15f2-4eeb-acbe-fa674bab7991" providerId="ADAL" clId="{9555FC65-5A8C-4EE8-9D5B-8283D7A0923C}" dt="2026-02-09T08:52:32.476" v="60243"/>
          <ac:spMkLst>
            <pc:docMk/>
            <pc:sldMk cId="2270168062" sldId="284"/>
            <ac:spMk id="61" creationId="{A987C167-C304-08DD-4D8B-A63E6199897F}"/>
          </ac:spMkLst>
        </pc:spChg>
        <pc:spChg chg="add mod">
          <ac:chgData name="Freda Shi" userId="e3bafef1-15f2-4eeb-acbe-fa674bab7991" providerId="ADAL" clId="{9555FC65-5A8C-4EE8-9D5B-8283D7A0923C}" dt="2026-02-09T08:52:32.476" v="60243"/>
          <ac:spMkLst>
            <pc:docMk/>
            <pc:sldMk cId="2270168062" sldId="284"/>
            <ac:spMk id="63" creationId="{F6A93CB6-D329-BB65-3929-390F6F74485D}"/>
          </ac:spMkLst>
        </pc:spChg>
        <pc:spChg chg="add mod">
          <ac:chgData name="Freda Shi" userId="e3bafef1-15f2-4eeb-acbe-fa674bab7991" providerId="ADAL" clId="{9555FC65-5A8C-4EE8-9D5B-8283D7A0923C}" dt="2026-02-09T08:52:32.476" v="60243"/>
          <ac:spMkLst>
            <pc:docMk/>
            <pc:sldMk cId="2270168062" sldId="284"/>
            <ac:spMk id="64" creationId="{AF14EC2F-F6E0-173C-412D-C0E6106720F7}"/>
          </ac:spMkLst>
        </pc:spChg>
        <pc:cxnChg chg="mod">
          <ac:chgData name="Freda Shi" userId="e3bafef1-15f2-4eeb-acbe-fa674bab7991" providerId="ADAL" clId="{9555FC65-5A8C-4EE8-9D5B-8283D7A0923C}" dt="2026-02-09T08:47:10.686" v="60059" actId="14100"/>
          <ac:cxnSpMkLst>
            <pc:docMk/>
            <pc:sldMk cId="2270168062" sldId="284"/>
            <ac:cxnSpMk id="5" creationId="{86233F51-BA23-C4AD-12AD-462A29DA560F}"/>
          </ac:cxnSpMkLst>
        </pc:cxnChg>
        <pc:cxnChg chg="mod">
          <ac:chgData name="Freda Shi" userId="e3bafef1-15f2-4eeb-acbe-fa674bab7991" providerId="ADAL" clId="{9555FC65-5A8C-4EE8-9D5B-8283D7A0923C}" dt="2026-02-09T08:47:21.671" v="60063" actId="14100"/>
          <ac:cxnSpMkLst>
            <pc:docMk/>
            <pc:sldMk cId="2270168062" sldId="284"/>
            <ac:cxnSpMk id="6" creationId="{E2A1C0E7-1022-5670-AF52-846EF7B57BB0}"/>
          </ac:cxnSpMkLst>
        </pc:cxnChg>
        <pc:cxnChg chg="mod">
          <ac:chgData name="Freda Shi" userId="e3bafef1-15f2-4eeb-acbe-fa674bab7991" providerId="ADAL" clId="{9555FC65-5A8C-4EE8-9D5B-8283D7A0923C}" dt="2026-02-09T08:47:14.256" v="60060" actId="14100"/>
          <ac:cxnSpMkLst>
            <pc:docMk/>
            <pc:sldMk cId="2270168062" sldId="284"/>
            <ac:cxnSpMk id="7" creationId="{1C39D3D4-BE0B-B53A-4D7E-B9453087D797}"/>
          </ac:cxnSpMkLst>
        </pc:cxnChg>
        <pc:cxnChg chg="mod">
          <ac:chgData name="Freda Shi" userId="e3bafef1-15f2-4eeb-acbe-fa674bab7991" providerId="ADAL" clId="{9555FC65-5A8C-4EE8-9D5B-8283D7A0923C}" dt="2026-02-09T08:47:15.993" v="60061" actId="14100"/>
          <ac:cxnSpMkLst>
            <pc:docMk/>
            <pc:sldMk cId="2270168062" sldId="284"/>
            <ac:cxnSpMk id="8" creationId="{D4C1A4F8-AFBC-6A43-B739-A03E38781937}"/>
          </ac:cxnSpMkLst>
        </pc:cxnChg>
        <pc:cxnChg chg="mod">
          <ac:chgData name="Freda Shi" userId="e3bafef1-15f2-4eeb-acbe-fa674bab7991" providerId="ADAL" clId="{9555FC65-5A8C-4EE8-9D5B-8283D7A0923C}" dt="2026-02-09T08:47:19.235" v="60062" actId="14100"/>
          <ac:cxnSpMkLst>
            <pc:docMk/>
            <pc:sldMk cId="2270168062" sldId="284"/>
            <ac:cxnSpMk id="10" creationId="{4EC3983F-D056-FEB4-5C75-FEBD359B731F}"/>
          </ac:cxnSpMkLst>
        </pc:cxnChg>
        <pc:cxnChg chg="mod">
          <ac:chgData name="Freda Shi" userId="e3bafef1-15f2-4eeb-acbe-fa674bab7991" providerId="ADAL" clId="{9555FC65-5A8C-4EE8-9D5B-8283D7A0923C}" dt="2026-02-09T08:47:27.745" v="60064" actId="14100"/>
          <ac:cxnSpMkLst>
            <pc:docMk/>
            <pc:sldMk cId="2270168062" sldId="284"/>
            <ac:cxnSpMk id="11" creationId="{AE689AFB-AD1C-56CB-341E-B98C650B3ECA}"/>
          </ac:cxnSpMkLst>
        </pc:cxnChg>
        <pc:cxnChg chg="mod">
          <ac:chgData name="Freda Shi" userId="e3bafef1-15f2-4eeb-acbe-fa674bab7991" providerId="ADAL" clId="{9555FC65-5A8C-4EE8-9D5B-8283D7A0923C}" dt="2026-02-09T08:46:51.689" v="60055" actId="14100"/>
          <ac:cxnSpMkLst>
            <pc:docMk/>
            <pc:sldMk cId="2270168062" sldId="284"/>
            <ac:cxnSpMk id="12" creationId="{BFAC4661-47EE-2667-3BBA-373E7EE16102}"/>
          </ac:cxnSpMkLst>
        </pc:cxnChg>
        <pc:cxnChg chg="mod">
          <ac:chgData name="Freda Shi" userId="e3bafef1-15f2-4eeb-acbe-fa674bab7991" providerId="ADAL" clId="{9555FC65-5A8C-4EE8-9D5B-8283D7A0923C}" dt="2026-02-09T08:47:06.669" v="60058" actId="14100"/>
          <ac:cxnSpMkLst>
            <pc:docMk/>
            <pc:sldMk cId="2270168062" sldId="284"/>
            <ac:cxnSpMk id="13" creationId="{6FCC7BE3-6934-3201-F575-8FE3F810AB38}"/>
          </ac:cxnSpMkLst>
        </pc:cxnChg>
        <pc:cxnChg chg="mod">
          <ac:chgData name="Freda Shi" userId="e3bafef1-15f2-4eeb-acbe-fa674bab7991" providerId="ADAL" clId="{9555FC65-5A8C-4EE8-9D5B-8283D7A0923C}" dt="2026-02-09T08:47:01.506" v="60057" actId="14100"/>
          <ac:cxnSpMkLst>
            <pc:docMk/>
            <pc:sldMk cId="2270168062" sldId="284"/>
            <ac:cxnSpMk id="14" creationId="{52AC6285-4ABC-D59B-39E0-865F099CA3EC}"/>
          </ac:cxnSpMkLst>
        </pc:cxnChg>
        <pc:cxnChg chg="mod">
          <ac:chgData name="Freda Shi" userId="e3bafef1-15f2-4eeb-acbe-fa674bab7991" providerId="ADAL" clId="{9555FC65-5A8C-4EE8-9D5B-8283D7A0923C}" dt="2026-02-09T08:47:01.506" v="60057" actId="14100"/>
          <ac:cxnSpMkLst>
            <pc:docMk/>
            <pc:sldMk cId="2270168062" sldId="284"/>
            <ac:cxnSpMk id="20" creationId="{E6929D73-5704-336A-252C-FC57DFD6F39F}"/>
          </ac:cxnSpMkLst>
        </pc:cxnChg>
      </pc:sldChg>
      <pc:sldChg chg="addSp modSp new mod">
        <pc:chgData name="Freda Shi" userId="e3bafef1-15f2-4eeb-acbe-fa674bab7991" providerId="ADAL" clId="{9555FC65-5A8C-4EE8-9D5B-8283D7A0923C}" dt="2026-02-09T08:52:43.383" v="60246" actId="20577"/>
        <pc:sldMkLst>
          <pc:docMk/>
          <pc:sldMk cId="3027651759" sldId="285"/>
        </pc:sldMkLst>
        <pc:spChg chg="mod">
          <ac:chgData name="Freda Shi" userId="e3bafef1-15f2-4eeb-acbe-fa674bab7991" providerId="ADAL" clId="{9555FC65-5A8C-4EE8-9D5B-8283D7A0923C}" dt="2026-02-09T08:51:52.752" v="60212" actId="20577"/>
          <ac:spMkLst>
            <pc:docMk/>
            <pc:sldMk cId="3027651759" sldId="285"/>
            <ac:spMk id="2" creationId="{95360F9D-7E9C-6BB7-E378-922933018CA9}"/>
          </ac:spMkLst>
        </pc:spChg>
        <pc:spChg chg="mod">
          <ac:chgData name="Freda Shi" userId="e3bafef1-15f2-4eeb-acbe-fa674bab7991" providerId="ADAL" clId="{9555FC65-5A8C-4EE8-9D5B-8283D7A0923C}" dt="2026-02-09T08:52:43.383" v="60246" actId="20577"/>
          <ac:spMkLst>
            <pc:docMk/>
            <pc:sldMk cId="3027651759" sldId="285"/>
            <ac:spMk id="3" creationId="{433D90CF-7523-E8CC-D431-A33F2E20C209}"/>
          </ac:spMkLst>
        </pc:spChg>
        <pc:spChg chg="add mod">
          <ac:chgData name="Freda Shi" userId="e3bafef1-15f2-4eeb-acbe-fa674bab7991" providerId="ADAL" clId="{9555FC65-5A8C-4EE8-9D5B-8283D7A0923C}" dt="2026-02-09T08:52:28.200" v="60241" actId="1036"/>
          <ac:spMkLst>
            <pc:docMk/>
            <pc:sldMk cId="3027651759" sldId="285"/>
            <ac:spMk id="9" creationId="{B94EF369-53B1-4B08-82E9-8FC679874017}"/>
          </ac:spMkLst>
        </pc:spChg>
        <pc:spChg chg="add mod">
          <ac:chgData name="Freda Shi" userId="e3bafef1-15f2-4eeb-acbe-fa674bab7991" providerId="ADAL" clId="{9555FC65-5A8C-4EE8-9D5B-8283D7A0923C}" dt="2026-02-09T08:52:28.200" v="60241" actId="1036"/>
          <ac:spMkLst>
            <pc:docMk/>
            <pc:sldMk cId="3027651759" sldId="285"/>
            <ac:spMk id="15" creationId="{B28FEC24-E743-E912-3717-30AC7DF45B82}"/>
          </ac:spMkLst>
        </pc:spChg>
        <pc:spChg chg="add mod">
          <ac:chgData name="Freda Shi" userId="e3bafef1-15f2-4eeb-acbe-fa674bab7991" providerId="ADAL" clId="{9555FC65-5A8C-4EE8-9D5B-8283D7A0923C}" dt="2026-02-09T08:52:28.200" v="60241" actId="1036"/>
          <ac:spMkLst>
            <pc:docMk/>
            <pc:sldMk cId="3027651759" sldId="285"/>
            <ac:spMk id="16" creationId="{598DA496-5531-8E0E-C34D-45E5C1A22407}"/>
          </ac:spMkLst>
        </pc:spChg>
        <pc:spChg chg="add mod">
          <ac:chgData name="Freda Shi" userId="e3bafef1-15f2-4eeb-acbe-fa674bab7991" providerId="ADAL" clId="{9555FC65-5A8C-4EE8-9D5B-8283D7A0923C}" dt="2026-02-09T08:52:28.200" v="60241" actId="1036"/>
          <ac:spMkLst>
            <pc:docMk/>
            <pc:sldMk cId="3027651759" sldId="285"/>
            <ac:spMk id="17" creationId="{019333E4-1AD9-5A1D-7FDD-D50CF37DB90E}"/>
          </ac:spMkLst>
        </pc:spChg>
        <pc:spChg chg="add mod">
          <ac:chgData name="Freda Shi" userId="e3bafef1-15f2-4eeb-acbe-fa674bab7991" providerId="ADAL" clId="{9555FC65-5A8C-4EE8-9D5B-8283D7A0923C}" dt="2026-02-09T08:52:28.200" v="60241" actId="1036"/>
          <ac:spMkLst>
            <pc:docMk/>
            <pc:sldMk cId="3027651759" sldId="285"/>
            <ac:spMk id="19" creationId="{9E6C3477-D242-424D-89B1-F4538FCB15CA}"/>
          </ac:spMkLst>
        </pc:spChg>
        <pc:spChg chg="add mod">
          <ac:chgData name="Freda Shi" userId="e3bafef1-15f2-4eeb-acbe-fa674bab7991" providerId="ADAL" clId="{9555FC65-5A8C-4EE8-9D5B-8283D7A0923C}" dt="2026-02-09T08:52:28.200" v="60241" actId="1036"/>
          <ac:spMkLst>
            <pc:docMk/>
            <pc:sldMk cId="3027651759" sldId="285"/>
            <ac:spMk id="21" creationId="{1630C1CC-B313-6B88-2F59-441153B9B94A}"/>
          </ac:spMkLst>
        </pc:spChg>
        <pc:spChg chg="add mod">
          <ac:chgData name="Freda Shi" userId="e3bafef1-15f2-4eeb-acbe-fa674bab7991" providerId="ADAL" clId="{9555FC65-5A8C-4EE8-9D5B-8283D7A0923C}" dt="2026-02-09T08:52:28.200" v="60241" actId="1036"/>
          <ac:spMkLst>
            <pc:docMk/>
            <pc:sldMk cId="3027651759" sldId="285"/>
            <ac:spMk id="22" creationId="{7CCCEDA2-7016-447A-5B10-075EC737CB37}"/>
          </ac:spMkLst>
        </pc:spChg>
        <pc:spChg chg="add mod">
          <ac:chgData name="Freda Shi" userId="e3bafef1-15f2-4eeb-acbe-fa674bab7991" providerId="ADAL" clId="{9555FC65-5A8C-4EE8-9D5B-8283D7A0923C}" dt="2026-02-09T08:52:28.200" v="60241" actId="1036"/>
          <ac:spMkLst>
            <pc:docMk/>
            <pc:sldMk cId="3027651759" sldId="285"/>
            <ac:spMk id="23" creationId="{AADAFAE2-A6F1-1A99-5171-0F730827B4CB}"/>
          </ac:spMkLst>
        </pc:spChg>
        <pc:spChg chg="add mod">
          <ac:chgData name="Freda Shi" userId="e3bafef1-15f2-4eeb-acbe-fa674bab7991" providerId="ADAL" clId="{9555FC65-5A8C-4EE8-9D5B-8283D7A0923C}" dt="2026-02-09T08:52:28.200" v="60241" actId="1036"/>
          <ac:spMkLst>
            <pc:docMk/>
            <pc:sldMk cId="3027651759" sldId="285"/>
            <ac:spMk id="25" creationId="{99381857-17AC-15D0-A821-52B3B368D244}"/>
          </ac:spMkLst>
        </pc:spChg>
        <pc:spChg chg="add mod">
          <ac:chgData name="Freda Shi" userId="e3bafef1-15f2-4eeb-acbe-fa674bab7991" providerId="ADAL" clId="{9555FC65-5A8C-4EE8-9D5B-8283D7A0923C}" dt="2026-02-09T08:52:28.200" v="60241" actId="1036"/>
          <ac:spMkLst>
            <pc:docMk/>
            <pc:sldMk cId="3027651759" sldId="285"/>
            <ac:spMk id="27" creationId="{69935B42-9B8B-92E3-2A25-4FB187E3ADD3}"/>
          </ac:spMkLst>
        </pc:spChg>
      </pc:sldChg>
      <pc:sldChg chg="addSp modSp new mod modAnim">
        <pc:chgData name="Freda Shi" userId="e3bafef1-15f2-4eeb-acbe-fa674bab7991" providerId="ADAL" clId="{9555FC65-5A8C-4EE8-9D5B-8283D7A0923C}" dt="2026-02-09T08:58:02.711" v="60595" actId="20577"/>
        <pc:sldMkLst>
          <pc:docMk/>
          <pc:sldMk cId="2538836055" sldId="286"/>
        </pc:sldMkLst>
        <pc:spChg chg="mod">
          <ac:chgData name="Freda Shi" userId="e3bafef1-15f2-4eeb-acbe-fa674bab7991" providerId="ADAL" clId="{9555FC65-5A8C-4EE8-9D5B-8283D7A0923C}" dt="2026-02-09T08:53:04.224" v="60288" actId="20577"/>
          <ac:spMkLst>
            <pc:docMk/>
            <pc:sldMk cId="2538836055" sldId="286"/>
            <ac:spMk id="2" creationId="{51D06E76-36E2-ADB1-4FCD-B2B496376D4D}"/>
          </ac:spMkLst>
        </pc:spChg>
        <pc:spChg chg="mod">
          <ac:chgData name="Freda Shi" userId="e3bafef1-15f2-4eeb-acbe-fa674bab7991" providerId="ADAL" clId="{9555FC65-5A8C-4EE8-9D5B-8283D7A0923C}" dt="2026-02-09T08:58:02.711" v="60595" actId="20577"/>
          <ac:spMkLst>
            <pc:docMk/>
            <pc:sldMk cId="2538836055" sldId="286"/>
            <ac:spMk id="3" creationId="{AAC39E50-9B0E-4FAA-9C16-6B4CB7285173}"/>
          </ac:spMkLst>
        </pc:spChg>
        <pc:spChg chg="add mod">
          <ac:chgData name="Freda Shi" userId="e3bafef1-15f2-4eeb-acbe-fa674bab7991" providerId="ADAL" clId="{9555FC65-5A8C-4EE8-9D5B-8283D7A0923C}" dt="2026-02-09T08:53:32.746" v="60293" actId="2711"/>
          <ac:spMkLst>
            <pc:docMk/>
            <pc:sldMk cId="2538836055" sldId="286"/>
            <ac:spMk id="7" creationId="{8D00502A-C95C-F573-B3B6-7E19552C6724}"/>
          </ac:spMkLst>
        </pc:spChg>
        <pc:cxnChg chg="add mod">
          <ac:chgData name="Freda Shi" userId="e3bafef1-15f2-4eeb-acbe-fa674bab7991" providerId="ADAL" clId="{9555FC65-5A8C-4EE8-9D5B-8283D7A0923C}" dt="2026-02-09T08:53:29.738" v="60292" actId="1076"/>
          <ac:cxnSpMkLst>
            <pc:docMk/>
            <pc:sldMk cId="2538836055" sldId="286"/>
            <ac:cxnSpMk id="5" creationId="{58292A4F-AB2C-120E-5F7B-7E7088C84151}"/>
          </ac:cxnSpMkLst>
        </pc:cxnChg>
        <pc:cxnChg chg="add mod">
          <ac:chgData name="Freda Shi" userId="e3bafef1-15f2-4eeb-acbe-fa674bab7991" providerId="ADAL" clId="{9555FC65-5A8C-4EE8-9D5B-8283D7A0923C}" dt="2026-02-09T08:53:29.738" v="60292" actId="1076"/>
          <ac:cxnSpMkLst>
            <pc:docMk/>
            <pc:sldMk cId="2538836055" sldId="286"/>
            <ac:cxnSpMk id="6" creationId="{22F520AE-58AE-7753-2DE1-0E11A511A424}"/>
          </ac:cxnSpMkLst>
        </pc:cxnChg>
      </pc:sldChg>
      <pc:sldChg chg="addSp delSp modSp new mod">
        <pc:chgData name="Freda Shi" userId="e3bafef1-15f2-4eeb-acbe-fa674bab7991" providerId="ADAL" clId="{9555FC65-5A8C-4EE8-9D5B-8283D7A0923C}" dt="2026-02-09T09:04:10.442" v="60754" actId="1036"/>
        <pc:sldMkLst>
          <pc:docMk/>
          <pc:sldMk cId="654941232" sldId="287"/>
        </pc:sldMkLst>
        <pc:spChg chg="mod">
          <ac:chgData name="Freda Shi" userId="e3bafef1-15f2-4eeb-acbe-fa674bab7991" providerId="ADAL" clId="{9555FC65-5A8C-4EE8-9D5B-8283D7A0923C}" dt="2026-02-09T08:56:47.609" v="60571" actId="20577"/>
          <ac:spMkLst>
            <pc:docMk/>
            <pc:sldMk cId="654941232" sldId="287"/>
            <ac:spMk id="2" creationId="{4DBAFB76-1948-8895-4475-A2A5729025A0}"/>
          </ac:spMkLst>
        </pc:spChg>
        <pc:spChg chg="del">
          <ac:chgData name="Freda Shi" userId="e3bafef1-15f2-4eeb-acbe-fa674bab7991" providerId="ADAL" clId="{9555FC65-5A8C-4EE8-9D5B-8283D7A0923C}" dt="2026-02-09T08:56:57.626" v="60572" actId="478"/>
          <ac:spMkLst>
            <pc:docMk/>
            <pc:sldMk cId="654941232" sldId="287"/>
            <ac:spMk id="3" creationId="{42474D4A-C8A1-472A-4253-7A496D308BEE}"/>
          </ac:spMkLst>
        </pc:spChg>
        <pc:spChg chg="mod">
          <ac:chgData name="Freda Shi" userId="e3bafef1-15f2-4eeb-acbe-fa674bab7991" providerId="ADAL" clId="{9555FC65-5A8C-4EE8-9D5B-8283D7A0923C}" dt="2026-02-09T08:57:36.999" v="60577" actId="1076"/>
          <ac:spMkLst>
            <pc:docMk/>
            <pc:sldMk cId="654941232" sldId="287"/>
            <ac:spMk id="5" creationId="{E7C6DF3D-B8BD-4B15-DFD9-59F59883B9AD}"/>
          </ac:spMkLst>
        </pc:spChg>
        <pc:spChg chg="add mod">
          <ac:chgData name="Freda Shi" userId="e3bafef1-15f2-4eeb-acbe-fa674bab7991" providerId="ADAL" clId="{9555FC65-5A8C-4EE8-9D5B-8283D7A0923C}" dt="2026-02-09T09:04:10.442" v="60754" actId="1036"/>
          <ac:spMkLst>
            <pc:docMk/>
            <pc:sldMk cId="654941232" sldId="287"/>
            <ac:spMk id="8" creationId="{628B72BA-0E6E-9E9B-4948-6B8A51BA6B31}"/>
          </ac:spMkLst>
        </pc:spChg>
        <pc:spChg chg="add mod">
          <ac:chgData name="Freda Shi" userId="e3bafef1-15f2-4eeb-acbe-fa674bab7991" providerId="ADAL" clId="{9555FC65-5A8C-4EE8-9D5B-8283D7A0923C}" dt="2026-02-09T08:57:02.949" v="60574" actId="2711"/>
          <ac:spMkLst>
            <pc:docMk/>
            <pc:sldMk cId="654941232" sldId="287"/>
            <ac:spMk id="14" creationId="{CCF7654E-DD5F-6E41-E034-D7A1B76C17E0}"/>
          </ac:spMkLst>
        </pc:spChg>
        <pc:spChg chg="add mod">
          <ac:chgData name="Freda Shi" userId="e3bafef1-15f2-4eeb-acbe-fa674bab7991" providerId="ADAL" clId="{9555FC65-5A8C-4EE8-9D5B-8283D7A0923C}" dt="2026-02-09T08:57:02.949" v="60574" actId="2711"/>
          <ac:spMkLst>
            <pc:docMk/>
            <pc:sldMk cId="654941232" sldId="287"/>
            <ac:spMk id="15" creationId="{25311571-4B7B-F763-07A5-226818CFE4C2}"/>
          </ac:spMkLst>
        </pc:spChg>
        <pc:spChg chg="add mod">
          <ac:chgData name="Freda Shi" userId="e3bafef1-15f2-4eeb-acbe-fa674bab7991" providerId="ADAL" clId="{9555FC65-5A8C-4EE8-9D5B-8283D7A0923C}" dt="2026-02-09T08:57:02.949" v="60574" actId="2711"/>
          <ac:spMkLst>
            <pc:docMk/>
            <pc:sldMk cId="654941232" sldId="287"/>
            <ac:spMk id="17" creationId="{0A072358-683A-AD79-9816-75EB46CD9F5B}"/>
          </ac:spMkLst>
        </pc:spChg>
        <pc:spChg chg="add mod">
          <ac:chgData name="Freda Shi" userId="e3bafef1-15f2-4eeb-acbe-fa674bab7991" providerId="ADAL" clId="{9555FC65-5A8C-4EE8-9D5B-8283D7A0923C}" dt="2026-02-09T08:57:02.949" v="60574" actId="2711"/>
          <ac:spMkLst>
            <pc:docMk/>
            <pc:sldMk cId="654941232" sldId="287"/>
            <ac:spMk id="25" creationId="{F4E0BED1-BF0A-C761-7E13-1AC2314E064D}"/>
          </ac:spMkLst>
        </pc:spChg>
        <pc:spChg chg="add mod">
          <ac:chgData name="Freda Shi" userId="e3bafef1-15f2-4eeb-acbe-fa674bab7991" providerId="ADAL" clId="{9555FC65-5A8C-4EE8-9D5B-8283D7A0923C}" dt="2026-02-09T08:57:02.949" v="60574" actId="2711"/>
          <ac:spMkLst>
            <pc:docMk/>
            <pc:sldMk cId="654941232" sldId="287"/>
            <ac:spMk id="28" creationId="{79264EBA-36F8-CE58-E545-C440C2FBD1D2}"/>
          </ac:spMkLst>
        </pc:spChg>
        <pc:spChg chg="add mod">
          <ac:chgData name="Freda Shi" userId="e3bafef1-15f2-4eeb-acbe-fa674bab7991" providerId="ADAL" clId="{9555FC65-5A8C-4EE8-9D5B-8283D7A0923C}" dt="2026-02-09T08:57:02.949" v="60574" actId="2711"/>
          <ac:spMkLst>
            <pc:docMk/>
            <pc:sldMk cId="654941232" sldId="287"/>
            <ac:spMk id="29" creationId="{6D78FDA8-A720-553F-145A-E8147135D411}"/>
          </ac:spMkLst>
        </pc:spChg>
        <pc:spChg chg="add mod">
          <ac:chgData name="Freda Shi" userId="e3bafef1-15f2-4eeb-acbe-fa674bab7991" providerId="ADAL" clId="{9555FC65-5A8C-4EE8-9D5B-8283D7A0923C}" dt="2026-02-09T08:57:02.949" v="60574" actId="2711"/>
          <ac:spMkLst>
            <pc:docMk/>
            <pc:sldMk cId="654941232" sldId="287"/>
            <ac:spMk id="41" creationId="{41B8B1BF-23A2-12A0-1A0C-E3F4BCBD5202}"/>
          </ac:spMkLst>
        </pc:spChg>
        <pc:spChg chg="add mod">
          <ac:chgData name="Freda Shi" userId="e3bafef1-15f2-4eeb-acbe-fa674bab7991" providerId="ADAL" clId="{9555FC65-5A8C-4EE8-9D5B-8283D7A0923C}" dt="2026-02-09T08:57:02.949" v="60574" actId="2711"/>
          <ac:spMkLst>
            <pc:docMk/>
            <pc:sldMk cId="654941232" sldId="287"/>
            <ac:spMk id="53" creationId="{90165550-56C2-7B3A-FADA-2B2174EADFE0}"/>
          </ac:spMkLst>
        </pc:spChg>
        <pc:spChg chg="add mod">
          <ac:chgData name="Freda Shi" userId="e3bafef1-15f2-4eeb-acbe-fa674bab7991" providerId="ADAL" clId="{9555FC65-5A8C-4EE8-9D5B-8283D7A0923C}" dt="2026-02-09T08:57:02.949" v="60574" actId="2711"/>
          <ac:spMkLst>
            <pc:docMk/>
            <pc:sldMk cId="654941232" sldId="287"/>
            <ac:spMk id="56" creationId="{A57BF696-6FB4-7FC7-4D5A-C38D0DD805E8}"/>
          </ac:spMkLst>
        </pc:spChg>
        <pc:grpChg chg="mod">
          <ac:chgData name="Freda Shi" userId="e3bafef1-15f2-4eeb-acbe-fa674bab7991" providerId="ADAL" clId="{9555FC65-5A8C-4EE8-9D5B-8283D7A0923C}" dt="2026-02-09T09:04:10.442" v="60754" actId="1036"/>
          <ac:grpSpMkLst>
            <pc:docMk/>
            <pc:sldMk cId="654941232" sldId="287"/>
            <ac:grpSpMk id="6" creationId="{B5F746E9-DB63-C799-9818-2B34D11041A9}"/>
          </ac:grpSpMkLst>
        </pc:grpChg>
        <pc:cxnChg chg="mod">
          <ac:chgData name="Freda Shi" userId="e3bafef1-15f2-4eeb-acbe-fa674bab7991" providerId="ADAL" clId="{9555FC65-5A8C-4EE8-9D5B-8283D7A0923C}" dt="2026-02-09T09:04:10.442" v="60754" actId="1036"/>
          <ac:cxnSpMkLst>
            <pc:docMk/>
            <pc:sldMk cId="654941232" sldId="287"/>
            <ac:cxnSpMk id="7" creationId="{936F1DCF-936E-F5BA-31BA-E5F340799E62}"/>
          </ac:cxnSpMkLst>
        </pc:cxnChg>
      </pc:sldChg>
      <pc:sldChg chg="addSp delSp modSp new mod">
        <pc:chgData name="Freda Shi" userId="e3bafef1-15f2-4eeb-acbe-fa674bab7991" providerId="ADAL" clId="{9555FC65-5A8C-4EE8-9D5B-8283D7A0923C}" dt="2026-02-09T09:02:35.023" v="60724" actId="20577"/>
        <pc:sldMkLst>
          <pc:docMk/>
          <pc:sldMk cId="3079326772" sldId="288"/>
        </pc:sldMkLst>
        <pc:spChg chg="mod">
          <ac:chgData name="Freda Shi" userId="e3bafef1-15f2-4eeb-acbe-fa674bab7991" providerId="ADAL" clId="{9555FC65-5A8C-4EE8-9D5B-8283D7A0923C}" dt="2026-02-09T08:58:26.139" v="60620" actId="20577"/>
          <ac:spMkLst>
            <pc:docMk/>
            <pc:sldMk cId="3079326772" sldId="288"/>
            <ac:spMk id="2" creationId="{00107C36-0237-52DF-F8AF-52447FEA8827}"/>
          </ac:spMkLst>
        </pc:spChg>
        <pc:spChg chg="mod">
          <ac:chgData name="Freda Shi" userId="e3bafef1-15f2-4eeb-acbe-fa674bab7991" providerId="ADAL" clId="{9555FC65-5A8C-4EE8-9D5B-8283D7A0923C}" dt="2026-02-09T09:02:35.023" v="60724" actId="20577"/>
          <ac:spMkLst>
            <pc:docMk/>
            <pc:sldMk cId="3079326772" sldId="288"/>
            <ac:spMk id="3" creationId="{E23BB4AE-D09A-E36E-6795-8C87A3C88B71}"/>
          </ac:spMkLst>
        </pc:spChg>
        <pc:spChg chg="add mod">
          <ac:chgData name="Freda Shi" userId="e3bafef1-15f2-4eeb-acbe-fa674bab7991" providerId="ADAL" clId="{9555FC65-5A8C-4EE8-9D5B-8283D7A0923C}" dt="2026-02-09T08:58:36.766" v="60623"/>
          <ac:spMkLst>
            <pc:docMk/>
            <pc:sldMk cId="3079326772" sldId="288"/>
            <ac:spMk id="15" creationId="{048E43B1-8710-7DBA-B561-3D9B2DD8436F}"/>
          </ac:spMkLst>
        </pc:spChg>
        <pc:spChg chg="add mod">
          <ac:chgData name="Freda Shi" userId="e3bafef1-15f2-4eeb-acbe-fa674bab7991" providerId="ADAL" clId="{9555FC65-5A8C-4EE8-9D5B-8283D7A0923C}" dt="2026-02-09T08:58:36.766" v="60623"/>
          <ac:spMkLst>
            <pc:docMk/>
            <pc:sldMk cId="3079326772" sldId="288"/>
            <ac:spMk id="16" creationId="{7228B2CC-02E9-4B6B-D162-F3F0495E9CDF}"/>
          </ac:spMkLst>
        </pc:spChg>
        <pc:spChg chg="add mod">
          <ac:chgData name="Freda Shi" userId="e3bafef1-15f2-4eeb-acbe-fa674bab7991" providerId="ADAL" clId="{9555FC65-5A8C-4EE8-9D5B-8283D7A0923C}" dt="2026-02-09T08:58:36.766" v="60623"/>
          <ac:spMkLst>
            <pc:docMk/>
            <pc:sldMk cId="3079326772" sldId="288"/>
            <ac:spMk id="20" creationId="{42D2DDC9-43F8-E99A-436F-9424982514FF}"/>
          </ac:spMkLst>
        </pc:spChg>
        <pc:spChg chg="add mod">
          <ac:chgData name="Freda Shi" userId="e3bafef1-15f2-4eeb-acbe-fa674bab7991" providerId="ADAL" clId="{9555FC65-5A8C-4EE8-9D5B-8283D7A0923C}" dt="2026-02-09T08:58:36.766" v="60623"/>
          <ac:spMkLst>
            <pc:docMk/>
            <pc:sldMk cId="3079326772" sldId="288"/>
            <ac:spMk id="27" creationId="{79A80186-BA1E-FAD2-BA9A-8F3E84576B95}"/>
          </ac:spMkLst>
        </pc:spChg>
        <pc:spChg chg="add mod">
          <ac:chgData name="Freda Shi" userId="e3bafef1-15f2-4eeb-acbe-fa674bab7991" providerId="ADAL" clId="{9555FC65-5A8C-4EE8-9D5B-8283D7A0923C}" dt="2026-02-09T08:58:36.766" v="60623"/>
          <ac:spMkLst>
            <pc:docMk/>
            <pc:sldMk cId="3079326772" sldId="288"/>
            <ac:spMk id="29" creationId="{5EDE66BE-535A-64F4-9BD7-973523975BE0}"/>
          </ac:spMkLst>
        </pc:spChg>
        <pc:spChg chg="add mod">
          <ac:chgData name="Freda Shi" userId="e3bafef1-15f2-4eeb-acbe-fa674bab7991" providerId="ADAL" clId="{9555FC65-5A8C-4EE8-9D5B-8283D7A0923C}" dt="2026-02-09T08:58:36.766" v="60623"/>
          <ac:spMkLst>
            <pc:docMk/>
            <pc:sldMk cId="3079326772" sldId="288"/>
            <ac:spMk id="30" creationId="{D2EE0F9F-6BB2-AE89-237F-D9D7349B5B8E}"/>
          </ac:spMkLst>
        </pc:spChg>
        <pc:spChg chg="add mod">
          <ac:chgData name="Freda Shi" userId="e3bafef1-15f2-4eeb-acbe-fa674bab7991" providerId="ADAL" clId="{9555FC65-5A8C-4EE8-9D5B-8283D7A0923C}" dt="2026-02-09T08:58:36.766" v="60623"/>
          <ac:spMkLst>
            <pc:docMk/>
            <pc:sldMk cId="3079326772" sldId="288"/>
            <ac:spMk id="39" creationId="{5E0537C8-D54C-9534-4BE0-1FE7AF23996A}"/>
          </ac:spMkLst>
        </pc:spChg>
        <pc:spChg chg="add mod">
          <ac:chgData name="Freda Shi" userId="e3bafef1-15f2-4eeb-acbe-fa674bab7991" providerId="ADAL" clId="{9555FC65-5A8C-4EE8-9D5B-8283D7A0923C}" dt="2026-02-09T08:58:36.766" v="60623"/>
          <ac:spMkLst>
            <pc:docMk/>
            <pc:sldMk cId="3079326772" sldId="288"/>
            <ac:spMk id="44" creationId="{0E9553A1-B8D4-F48C-0F0D-8EF224A1BE75}"/>
          </ac:spMkLst>
        </pc:spChg>
        <pc:spChg chg="add mod">
          <ac:chgData name="Freda Shi" userId="e3bafef1-15f2-4eeb-acbe-fa674bab7991" providerId="ADAL" clId="{9555FC65-5A8C-4EE8-9D5B-8283D7A0923C}" dt="2026-02-09T08:58:36.766" v="60623"/>
          <ac:spMkLst>
            <pc:docMk/>
            <pc:sldMk cId="3079326772" sldId="288"/>
            <ac:spMk id="45" creationId="{EEBC1A0E-C88A-82B8-9B33-F011F9A795EB}"/>
          </ac:spMkLst>
        </pc:spChg>
        <pc:spChg chg="add mod">
          <ac:chgData name="Freda Shi" userId="e3bafef1-15f2-4eeb-acbe-fa674bab7991" providerId="ADAL" clId="{9555FC65-5A8C-4EE8-9D5B-8283D7A0923C}" dt="2026-02-09T08:58:36.766" v="60623"/>
          <ac:spMkLst>
            <pc:docMk/>
            <pc:sldMk cId="3079326772" sldId="288"/>
            <ac:spMk id="48" creationId="{A71C0F37-F248-EDA5-E7A0-C551F9B23D4D}"/>
          </ac:spMkLst>
        </pc:spChg>
        <pc:spChg chg="add del">
          <ac:chgData name="Freda Shi" userId="e3bafef1-15f2-4eeb-acbe-fa674bab7991" providerId="ADAL" clId="{9555FC65-5A8C-4EE8-9D5B-8283D7A0923C}" dt="2026-02-09T09:01:59.731" v="60658" actId="22"/>
          <ac:spMkLst>
            <pc:docMk/>
            <pc:sldMk cId="3079326772" sldId="288"/>
            <ac:spMk id="61" creationId="{E7835D9D-7611-27C7-CA39-4346ED066432}"/>
          </ac:spMkLst>
        </pc:spChg>
        <pc:grpChg chg="mod">
          <ac:chgData name="Freda Shi" userId="e3bafef1-15f2-4eeb-acbe-fa674bab7991" providerId="ADAL" clId="{9555FC65-5A8C-4EE8-9D5B-8283D7A0923C}" dt="2026-02-09T08:58:41.787" v="60647" actId="1035"/>
          <ac:grpSpMkLst>
            <pc:docMk/>
            <pc:sldMk cId="3079326772" sldId="288"/>
            <ac:grpSpMk id="5" creationId="{CC2E6BFA-4243-F44C-AEBE-D395F6E58A3C}"/>
          </ac:grpSpMkLst>
        </pc:grpChg>
      </pc:sldChg>
      <pc:sldChg chg="addSp delSp modSp new mod modAnim">
        <pc:chgData name="Freda Shi" userId="e3bafef1-15f2-4eeb-acbe-fa674bab7991" providerId="ADAL" clId="{9555FC65-5A8C-4EE8-9D5B-8283D7A0923C}" dt="2026-02-09T09:23:04.052" v="61785" actId="20577"/>
        <pc:sldMkLst>
          <pc:docMk/>
          <pc:sldMk cId="2455931262" sldId="289"/>
        </pc:sldMkLst>
        <pc:spChg chg="mod">
          <ac:chgData name="Freda Shi" userId="e3bafef1-15f2-4eeb-acbe-fa674bab7991" providerId="ADAL" clId="{9555FC65-5A8C-4EE8-9D5B-8283D7A0923C}" dt="2026-02-09T09:04:19.462" v="60782" actId="20577"/>
          <ac:spMkLst>
            <pc:docMk/>
            <pc:sldMk cId="2455931262" sldId="289"/>
            <ac:spMk id="2" creationId="{20A1BB54-0F64-CB3E-F5F9-832304DEAAC8}"/>
          </ac:spMkLst>
        </pc:spChg>
        <pc:spChg chg="del">
          <ac:chgData name="Freda Shi" userId="e3bafef1-15f2-4eeb-acbe-fa674bab7991" providerId="ADAL" clId="{9555FC65-5A8C-4EE8-9D5B-8283D7A0923C}" dt="2026-02-09T09:04:23.654" v="60783" actId="478"/>
          <ac:spMkLst>
            <pc:docMk/>
            <pc:sldMk cId="2455931262" sldId="289"/>
            <ac:spMk id="3" creationId="{22CB7057-C084-5AF7-529A-E8956DDBD342}"/>
          </ac:spMkLst>
        </pc:spChg>
        <pc:spChg chg="add del mod">
          <ac:chgData name="Freda Shi" userId="e3bafef1-15f2-4eeb-acbe-fa674bab7991" providerId="ADAL" clId="{9555FC65-5A8C-4EE8-9D5B-8283D7A0923C}" dt="2026-02-09T09:04:28.362" v="60786" actId="478"/>
          <ac:spMkLst>
            <pc:docMk/>
            <pc:sldMk cId="2455931262" sldId="289"/>
            <ac:spMk id="6" creationId="{2316711A-2078-485B-A791-55EFFD3D5578}"/>
          </ac:spMkLst>
        </pc:spChg>
        <pc:spChg chg="mod">
          <ac:chgData name="Freda Shi" userId="e3bafef1-15f2-4eeb-acbe-fa674bab7991" providerId="ADAL" clId="{9555FC65-5A8C-4EE8-9D5B-8283D7A0923C}" dt="2026-02-09T09:23:04.052" v="61785" actId="20577"/>
          <ac:spMkLst>
            <pc:docMk/>
            <pc:sldMk cId="2455931262" sldId="289"/>
            <ac:spMk id="7" creationId="{E7C6DF3D-B8BD-4B15-DFD9-59F59883B9AD}"/>
          </ac:spMkLst>
        </pc:spChg>
        <pc:spChg chg="mod">
          <ac:chgData name="Freda Shi" userId="e3bafef1-15f2-4eeb-acbe-fa674bab7991" providerId="ADAL" clId="{9555FC65-5A8C-4EE8-9D5B-8283D7A0923C}" dt="2026-02-09T09:04:42.198" v="60789" actId="1076"/>
          <ac:spMkLst>
            <pc:docMk/>
            <pc:sldMk cId="2455931262" sldId="289"/>
            <ac:spMk id="11" creationId="{BD4E8EA5-F825-0D65-934C-04A8B9701647}"/>
          </ac:spMkLst>
        </pc:spChg>
        <pc:spChg chg="mod">
          <ac:chgData name="Freda Shi" userId="e3bafef1-15f2-4eeb-acbe-fa674bab7991" providerId="ADAL" clId="{9555FC65-5A8C-4EE8-9D5B-8283D7A0923C}" dt="2026-02-09T09:05:06.349" v="60794" actId="14100"/>
          <ac:spMkLst>
            <pc:docMk/>
            <pc:sldMk cId="2455931262" sldId="289"/>
            <ac:spMk id="13" creationId="{3B043895-4001-939A-878A-34C21A9FE2BA}"/>
          </ac:spMkLst>
        </pc:spChg>
        <pc:spChg chg="mod">
          <ac:chgData name="Freda Shi" userId="e3bafef1-15f2-4eeb-acbe-fa674bab7991" providerId="ADAL" clId="{9555FC65-5A8C-4EE8-9D5B-8283D7A0923C}" dt="2026-02-09T09:04:36.775" v="60788" actId="2711"/>
          <ac:spMkLst>
            <pc:docMk/>
            <pc:sldMk cId="2455931262" sldId="289"/>
            <ac:spMk id="15" creationId="{9F0EC3E4-4445-221E-8DAA-BD2EE392151E}"/>
          </ac:spMkLst>
        </pc:spChg>
        <pc:spChg chg="add mod">
          <ac:chgData name="Freda Shi" userId="e3bafef1-15f2-4eeb-acbe-fa674bab7991" providerId="ADAL" clId="{9555FC65-5A8C-4EE8-9D5B-8283D7A0923C}" dt="2026-02-09T09:04:32.965" v="60787"/>
          <ac:spMkLst>
            <pc:docMk/>
            <pc:sldMk cId="2455931262" sldId="289"/>
            <ac:spMk id="18" creationId="{2DBB6D2B-29A2-B564-64A2-BFA8F3A4CC72}"/>
          </ac:spMkLst>
        </pc:spChg>
        <pc:spChg chg="mod">
          <ac:chgData name="Freda Shi" userId="e3bafef1-15f2-4eeb-acbe-fa674bab7991" providerId="ADAL" clId="{9555FC65-5A8C-4EE8-9D5B-8283D7A0923C}" dt="2026-02-09T09:04:36.775" v="60788" actId="2711"/>
          <ac:spMkLst>
            <pc:docMk/>
            <pc:sldMk cId="2455931262" sldId="289"/>
            <ac:spMk id="20" creationId="{16C2E040-6EFA-8F65-01A2-307B6DD9C6C9}"/>
          </ac:spMkLst>
        </pc:spChg>
        <pc:spChg chg="add mod">
          <ac:chgData name="Freda Shi" userId="e3bafef1-15f2-4eeb-acbe-fa674bab7991" providerId="ADAL" clId="{9555FC65-5A8C-4EE8-9D5B-8283D7A0923C}" dt="2026-02-09T09:04:32.965" v="60787"/>
          <ac:spMkLst>
            <pc:docMk/>
            <pc:sldMk cId="2455931262" sldId="289"/>
            <ac:spMk id="21" creationId="{C4C20CF4-BCBE-7351-1EB4-492FFA16E7B6}"/>
          </ac:spMkLst>
        </pc:spChg>
        <pc:spChg chg="mod">
          <ac:chgData name="Freda Shi" userId="e3bafef1-15f2-4eeb-acbe-fa674bab7991" providerId="ADAL" clId="{9555FC65-5A8C-4EE8-9D5B-8283D7A0923C}" dt="2026-02-09T09:04:36.775" v="60788" actId="2711"/>
          <ac:spMkLst>
            <pc:docMk/>
            <pc:sldMk cId="2455931262" sldId="289"/>
            <ac:spMk id="29" creationId="{D9CC9DC0-C52F-CFB3-DCD7-95DD1DAB8652}"/>
          </ac:spMkLst>
        </pc:spChg>
        <pc:spChg chg="add mod">
          <ac:chgData name="Freda Shi" userId="e3bafef1-15f2-4eeb-acbe-fa674bab7991" providerId="ADAL" clId="{9555FC65-5A8C-4EE8-9D5B-8283D7A0923C}" dt="2026-02-09T09:04:36.775" v="60788" actId="2711"/>
          <ac:spMkLst>
            <pc:docMk/>
            <pc:sldMk cId="2455931262" sldId="289"/>
            <ac:spMk id="31" creationId="{FFE8E7EF-B4BC-6DA0-FA9A-58623CC7D779}"/>
          </ac:spMkLst>
        </pc:spChg>
        <pc:spChg chg="add mod">
          <ac:chgData name="Freda Shi" userId="e3bafef1-15f2-4eeb-acbe-fa674bab7991" providerId="ADAL" clId="{9555FC65-5A8C-4EE8-9D5B-8283D7A0923C}" dt="2026-02-09T09:04:32.965" v="60787"/>
          <ac:spMkLst>
            <pc:docMk/>
            <pc:sldMk cId="2455931262" sldId="289"/>
            <ac:spMk id="32" creationId="{8D8454EB-9B73-F7D0-2A68-AD79E0A36D1D}"/>
          </ac:spMkLst>
        </pc:spChg>
        <pc:spChg chg="mod">
          <ac:chgData name="Freda Shi" userId="e3bafef1-15f2-4eeb-acbe-fa674bab7991" providerId="ADAL" clId="{9555FC65-5A8C-4EE8-9D5B-8283D7A0923C}" dt="2026-02-09T09:04:36.775" v="60788" actId="2711"/>
          <ac:spMkLst>
            <pc:docMk/>
            <pc:sldMk cId="2455931262" sldId="289"/>
            <ac:spMk id="33" creationId="{F67B9D04-65A1-B242-FF54-C81A8D7AE11D}"/>
          </ac:spMkLst>
        </pc:spChg>
        <pc:spChg chg="add mod">
          <ac:chgData name="Freda Shi" userId="e3bafef1-15f2-4eeb-acbe-fa674bab7991" providerId="ADAL" clId="{9555FC65-5A8C-4EE8-9D5B-8283D7A0923C}" dt="2026-02-09T09:04:32.965" v="60787"/>
          <ac:spMkLst>
            <pc:docMk/>
            <pc:sldMk cId="2455931262" sldId="289"/>
            <ac:spMk id="35" creationId="{D97376FE-4A4E-0796-8D00-D9F8301A2F94}"/>
          </ac:spMkLst>
        </pc:spChg>
        <pc:spChg chg="mod">
          <ac:chgData name="Freda Shi" userId="e3bafef1-15f2-4eeb-acbe-fa674bab7991" providerId="ADAL" clId="{9555FC65-5A8C-4EE8-9D5B-8283D7A0923C}" dt="2026-02-09T09:04:36.775" v="60788" actId="2711"/>
          <ac:spMkLst>
            <pc:docMk/>
            <pc:sldMk cId="2455931262" sldId="289"/>
            <ac:spMk id="38" creationId="{50C3BDAC-B348-2740-DCBB-AF3E00FD6EC2}"/>
          </ac:spMkLst>
        </pc:spChg>
        <pc:spChg chg="add mod">
          <ac:chgData name="Freda Shi" userId="e3bafef1-15f2-4eeb-acbe-fa674bab7991" providerId="ADAL" clId="{9555FC65-5A8C-4EE8-9D5B-8283D7A0923C}" dt="2026-02-09T09:04:32.965" v="60787"/>
          <ac:spMkLst>
            <pc:docMk/>
            <pc:sldMk cId="2455931262" sldId="289"/>
            <ac:spMk id="39" creationId="{E3054D31-4813-703C-CAB7-AB257C417B0E}"/>
          </ac:spMkLst>
        </pc:spChg>
        <pc:spChg chg="mod">
          <ac:chgData name="Freda Shi" userId="e3bafef1-15f2-4eeb-acbe-fa674bab7991" providerId="ADAL" clId="{9555FC65-5A8C-4EE8-9D5B-8283D7A0923C}" dt="2026-02-09T09:04:36.775" v="60788" actId="2711"/>
          <ac:spMkLst>
            <pc:docMk/>
            <pc:sldMk cId="2455931262" sldId="289"/>
            <ac:spMk id="40" creationId="{779A6299-7C82-491C-330A-CE84B919CC73}"/>
          </ac:spMkLst>
        </pc:spChg>
        <pc:spChg chg="add mod">
          <ac:chgData name="Freda Shi" userId="e3bafef1-15f2-4eeb-acbe-fa674bab7991" providerId="ADAL" clId="{9555FC65-5A8C-4EE8-9D5B-8283D7A0923C}" dt="2026-02-09T09:04:32.965" v="60787"/>
          <ac:spMkLst>
            <pc:docMk/>
            <pc:sldMk cId="2455931262" sldId="289"/>
            <ac:spMk id="44" creationId="{DFD9CC8D-91E8-657B-5AE5-01B3844E919D}"/>
          </ac:spMkLst>
        </pc:spChg>
        <pc:spChg chg="add mod">
          <ac:chgData name="Freda Shi" userId="e3bafef1-15f2-4eeb-acbe-fa674bab7991" providerId="ADAL" clId="{9555FC65-5A8C-4EE8-9D5B-8283D7A0923C}" dt="2026-02-09T09:04:32.965" v="60787"/>
          <ac:spMkLst>
            <pc:docMk/>
            <pc:sldMk cId="2455931262" sldId="289"/>
            <ac:spMk id="48" creationId="{20893F91-9727-3AC6-839D-6C069B405F58}"/>
          </ac:spMkLst>
        </pc:spChg>
        <pc:spChg chg="add mod">
          <ac:chgData name="Freda Shi" userId="e3bafef1-15f2-4eeb-acbe-fa674bab7991" providerId="ADAL" clId="{9555FC65-5A8C-4EE8-9D5B-8283D7A0923C}" dt="2026-02-09T09:04:36.775" v="60788" actId="2711"/>
          <ac:spMkLst>
            <pc:docMk/>
            <pc:sldMk cId="2455931262" sldId="289"/>
            <ac:spMk id="52" creationId="{2F78388D-E92F-AF90-034A-6AB8C85962BB}"/>
          </ac:spMkLst>
        </pc:spChg>
        <pc:spChg chg="mod">
          <ac:chgData name="Freda Shi" userId="e3bafef1-15f2-4eeb-acbe-fa674bab7991" providerId="ADAL" clId="{9555FC65-5A8C-4EE8-9D5B-8283D7A0923C}" dt="2026-02-09T09:04:36.775" v="60788" actId="2711"/>
          <ac:spMkLst>
            <pc:docMk/>
            <pc:sldMk cId="2455931262" sldId="289"/>
            <ac:spMk id="65" creationId="{CCB0BBC4-4D60-C915-108D-BE5EBBC32C2E}"/>
          </ac:spMkLst>
        </pc:spChg>
        <pc:spChg chg="add mod">
          <ac:chgData name="Freda Shi" userId="e3bafef1-15f2-4eeb-acbe-fa674bab7991" providerId="ADAL" clId="{9555FC65-5A8C-4EE8-9D5B-8283D7A0923C}" dt="2026-02-09T09:04:32.965" v="60787"/>
          <ac:spMkLst>
            <pc:docMk/>
            <pc:sldMk cId="2455931262" sldId="289"/>
            <ac:spMk id="71" creationId="{4C578707-FEFE-5F36-7F7D-ECE1E8E634D5}"/>
          </ac:spMkLst>
        </pc:spChg>
        <pc:grpChg chg="mod">
          <ac:chgData name="Freda Shi" userId="e3bafef1-15f2-4eeb-acbe-fa674bab7991" providerId="ADAL" clId="{9555FC65-5A8C-4EE8-9D5B-8283D7A0923C}" dt="2026-02-09T09:04:42.198" v="60789" actId="1076"/>
          <ac:grpSpMkLst>
            <pc:docMk/>
            <pc:sldMk cId="2455931262" sldId="289"/>
            <ac:grpSpMk id="8" creationId="{F6F2F872-804D-4D30-0336-FE3C057FA708}"/>
          </ac:grpSpMkLst>
        </pc:grpChg>
        <pc:grpChg chg="mod">
          <ac:chgData name="Freda Shi" userId="e3bafef1-15f2-4eeb-acbe-fa674bab7991" providerId="ADAL" clId="{9555FC65-5A8C-4EE8-9D5B-8283D7A0923C}" dt="2026-02-09T09:04:42.198" v="60789" actId="1076"/>
          <ac:grpSpMkLst>
            <pc:docMk/>
            <pc:sldMk cId="2455931262" sldId="289"/>
            <ac:grpSpMk id="9" creationId="{5FDD2B0E-BA0F-02E2-5B77-85F0C5C22BD6}"/>
          </ac:grpSpMkLst>
        </pc:grpChg>
        <pc:cxnChg chg="mod">
          <ac:chgData name="Freda Shi" userId="e3bafef1-15f2-4eeb-acbe-fa674bab7991" providerId="ADAL" clId="{9555FC65-5A8C-4EE8-9D5B-8283D7A0923C}" dt="2026-02-09T09:04:42.198" v="60789" actId="1076"/>
          <ac:cxnSpMkLst>
            <pc:docMk/>
            <pc:sldMk cId="2455931262" sldId="289"/>
            <ac:cxnSpMk id="10" creationId="{C1074158-4B77-35FA-FB19-6E18C4A14562}"/>
          </ac:cxnSpMkLst>
        </pc:cxnChg>
        <pc:cxnChg chg="mod">
          <ac:chgData name="Freda Shi" userId="e3bafef1-15f2-4eeb-acbe-fa674bab7991" providerId="ADAL" clId="{9555FC65-5A8C-4EE8-9D5B-8283D7A0923C}" dt="2026-02-09T09:05:06.349" v="60794" actId="14100"/>
          <ac:cxnSpMkLst>
            <pc:docMk/>
            <pc:sldMk cId="2455931262" sldId="289"/>
            <ac:cxnSpMk id="12" creationId="{1BFC023B-78A9-AA25-962B-33EE288A9262}"/>
          </ac:cxnSpMkLst>
        </pc:cxnChg>
      </pc:sldChg>
      <pc:sldChg chg="addSp delSp modSp add mod modAnim">
        <pc:chgData name="Freda Shi" userId="e3bafef1-15f2-4eeb-acbe-fa674bab7991" providerId="ADAL" clId="{9555FC65-5A8C-4EE8-9D5B-8283D7A0923C}" dt="2026-02-09T09:20:36.858" v="61726" actId="1036"/>
        <pc:sldMkLst>
          <pc:docMk/>
          <pc:sldMk cId="2593661572" sldId="290"/>
        </pc:sldMkLst>
        <pc:spChg chg="mod">
          <ac:chgData name="Freda Shi" userId="e3bafef1-15f2-4eeb-acbe-fa674bab7991" providerId="ADAL" clId="{9555FC65-5A8C-4EE8-9D5B-8283D7A0923C}" dt="2026-02-09T09:15:35.901" v="61057" actId="20577"/>
          <ac:spMkLst>
            <pc:docMk/>
            <pc:sldMk cId="2593661572" sldId="290"/>
            <ac:spMk id="2" creationId="{EBF4592E-7C60-9E3E-326C-ED7821F3BD04}"/>
          </ac:spMkLst>
        </pc:spChg>
        <pc:spChg chg="mod">
          <ac:chgData name="Freda Shi" userId="e3bafef1-15f2-4eeb-acbe-fa674bab7991" providerId="ADAL" clId="{9555FC65-5A8C-4EE8-9D5B-8283D7A0923C}" dt="2026-02-09T09:15:50.562" v="61101" actId="20577"/>
          <ac:spMkLst>
            <pc:docMk/>
            <pc:sldMk cId="2593661572" sldId="290"/>
            <ac:spMk id="5" creationId="{FFC7B4AB-3490-93CE-01E5-1FE4091FCCBF}"/>
          </ac:spMkLst>
        </pc:spChg>
        <pc:spChg chg="del">
          <ac:chgData name="Freda Shi" userId="e3bafef1-15f2-4eeb-acbe-fa674bab7991" providerId="ADAL" clId="{9555FC65-5A8C-4EE8-9D5B-8283D7A0923C}" dt="2026-02-09T09:19:03.540" v="61537" actId="478"/>
          <ac:spMkLst>
            <pc:docMk/>
            <pc:sldMk cId="2593661572" sldId="290"/>
            <ac:spMk id="8" creationId="{EA87D435-BA44-0F5D-FCAF-33778B60FA5D}"/>
          </ac:spMkLst>
        </pc:spChg>
        <pc:spChg chg="mod">
          <ac:chgData name="Freda Shi" userId="e3bafef1-15f2-4eeb-acbe-fa674bab7991" providerId="ADAL" clId="{9555FC65-5A8C-4EE8-9D5B-8283D7A0923C}" dt="2026-02-09T09:19:14.244" v="61604" actId="108"/>
          <ac:spMkLst>
            <pc:docMk/>
            <pc:sldMk cId="2593661572" sldId="290"/>
            <ac:spMk id="63" creationId="{C852FB40-1030-B60C-3672-9A325E888A38}"/>
          </ac:spMkLst>
        </pc:spChg>
        <pc:spChg chg="mod">
          <ac:chgData name="Freda Shi" userId="e3bafef1-15f2-4eeb-acbe-fa674bab7991" providerId="ADAL" clId="{9555FC65-5A8C-4EE8-9D5B-8283D7A0923C}" dt="2026-02-09T09:19:14.244" v="61605" actId="108"/>
          <ac:spMkLst>
            <pc:docMk/>
            <pc:sldMk cId="2593661572" sldId="290"/>
            <ac:spMk id="320" creationId="{6189AB05-94EA-9C94-3305-7D3219308BF2}"/>
          </ac:spMkLst>
        </pc:spChg>
        <pc:spChg chg="mod">
          <ac:chgData name="Freda Shi" userId="e3bafef1-15f2-4eeb-acbe-fa674bab7991" providerId="ADAL" clId="{9555FC65-5A8C-4EE8-9D5B-8283D7A0923C}" dt="2026-02-09T09:19:14.244" v="61606" actId="108"/>
          <ac:spMkLst>
            <pc:docMk/>
            <pc:sldMk cId="2593661572" sldId="290"/>
            <ac:spMk id="321" creationId="{FE9C4EBA-1480-32F5-C0CF-0FC23F10F53C}"/>
          </ac:spMkLst>
        </pc:spChg>
        <pc:spChg chg="mod">
          <ac:chgData name="Freda Shi" userId="e3bafef1-15f2-4eeb-acbe-fa674bab7991" providerId="ADAL" clId="{9555FC65-5A8C-4EE8-9D5B-8283D7A0923C}" dt="2026-02-09T09:19:14.244" v="61607" actId="108"/>
          <ac:spMkLst>
            <pc:docMk/>
            <pc:sldMk cId="2593661572" sldId="290"/>
            <ac:spMk id="322" creationId="{C1B8FEC5-A61E-12C2-66A5-40E732EF580A}"/>
          </ac:spMkLst>
        </pc:spChg>
        <pc:spChg chg="mod">
          <ac:chgData name="Freda Shi" userId="e3bafef1-15f2-4eeb-acbe-fa674bab7991" providerId="ADAL" clId="{9555FC65-5A8C-4EE8-9D5B-8283D7A0923C}" dt="2026-02-09T09:19:14.244" v="61608" actId="108"/>
          <ac:spMkLst>
            <pc:docMk/>
            <pc:sldMk cId="2593661572" sldId="290"/>
            <ac:spMk id="323" creationId="{6226DA68-EB45-60C8-5DFD-3EE0D16C776E}"/>
          </ac:spMkLst>
        </pc:spChg>
        <pc:spChg chg="mod">
          <ac:chgData name="Freda Shi" userId="e3bafef1-15f2-4eeb-acbe-fa674bab7991" providerId="ADAL" clId="{9555FC65-5A8C-4EE8-9D5B-8283D7A0923C}" dt="2026-02-09T09:19:14.244" v="61609" actId="108"/>
          <ac:spMkLst>
            <pc:docMk/>
            <pc:sldMk cId="2593661572" sldId="290"/>
            <ac:spMk id="324" creationId="{8545E0E2-CCA8-7CC0-D858-0AE457140948}"/>
          </ac:spMkLst>
        </pc:spChg>
        <pc:spChg chg="mod">
          <ac:chgData name="Freda Shi" userId="e3bafef1-15f2-4eeb-acbe-fa674bab7991" providerId="ADAL" clId="{9555FC65-5A8C-4EE8-9D5B-8283D7A0923C}" dt="2026-02-09T09:19:14.244" v="61610" actId="108"/>
          <ac:spMkLst>
            <pc:docMk/>
            <pc:sldMk cId="2593661572" sldId="290"/>
            <ac:spMk id="325" creationId="{C3563867-237F-0088-D01A-B5C3F19134E6}"/>
          </ac:spMkLst>
        </pc:spChg>
        <pc:spChg chg="mod">
          <ac:chgData name="Freda Shi" userId="e3bafef1-15f2-4eeb-acbe-fa674bab7991" providerId="ADAL" clId="{9555FC65-5A8C-4EE8-9D5B-8283D7A0923C}" dt="2026-02-09T09:19:14.244" v="61611" actId="108"/>
          <ac:spMkLst>
            <pc:docMk/>
            <pc:sldMk cId="2593661572" sldId="290"/>
            <ac:spMk id="326" creationId="{31877EB0-453D-430A-170B-FD084CFF7AAD}"/>
          </ac:spMkLst>
        </pc:spChg>
        <pc:spChg chg="mod">
          <ac:chgData name="Freda Shi" userId="e3bafef1-15f2-4eeb-acbe-fa674bab7991" providerId="ADAL" clId="{9555FC65-5A8C-4EE8-9D5B-8283D7A0923C}" dt="2026-02-09T09:19:14.244" v="61612" actId="108"/>
          <ac:spMkLst>
            <pc:docMk/>
            <pc:sldMk cId="2593661572" sldId="290"/>
            <ac:spMk id="327" creationId="{26045987-9716-8F54-6F15-131B03F77FE3}"/>
          </ac:spMkLst>
        </pc:spChg>
        <pc:spChg chg="mod">
          <ac:chgData name="Freda Shi" userId="e3bafef1-15f2-4eeb-acbe-fa674bab7991" providerId="ADAL" clId="{9555FC65-5A8C-4EE8-9D5B-8283D7A0923C}" dt="2026-02-09T09:19:14.244" v="61613" actId="108"/>
          <ac:spMkLst>
            <pc:docMk/>
            <pc:sldMk cId="2593661572" sldId="290"/>
            <ac:spMk id="328" creationId="{DFDFCEDD-9BAA-C5E2-E397-73F1BF0B7EE4}"/>
          </ac:spMkLst>
        </pc:spChg>
        <pc:spChg chg="mod">
          <ac:chgData name="Freda Shi" userId="e3bafef1-15f2-4eeb-acbe-fa674bab7991" providerId="ADAL" clId="{9555FC65-5A8C-4EE8-9D5B-8283D7A0923C}" dt="2026-02-09T09:19:14.244" v="61614" actId="108"/>
          <ac:spMkLst>
            <pc:docMk/>
            <pc:sldMk cId="2593661572" sldId="290"/>
            <ac:spMk id="329" creationId="{8081BC04-5A5C-43DD-D6BB-11A86E7AB343}"/>
          </ac:spMkLst>
        </pc:spChg>
        <pc:spChg chg="mod">
          <ac:chgData name="Freda Shi" userId="e3bafef1-15f2-4eeb-acbe-fa674bab7991" providerId="ADAL" clId="{9555FC65-5A8C-4EE8-9D5B-8283D7A0923C}" dt="2026-02-09T09:19:14.244" v="61615" actId="108"/>
          <ac:spMkLst>
            <pc:docMk/>
            <pc:sldMk cId="2593661572" sldId="290"/>
            <ac:spMk id="330" creationId="{D05DBA4B-6F8C-59B5-7980-385CED2B5F59}"/>
          </ac:spMkLst>
        </pc:spChg>
        <pc:spChg chg="mod">
          <ac:chgData name="Freda Shi" userId="e3bafef1-15f2-4eeb-acbe-fa674bab7991" providerId="ADAL" clId="{9555FC65-5A8C-4EE8-9D5B-8283D7A0923C}" dt="2026-02-09T09:19:14.244" v="61616" actId="108"/>
          <ac:spMkLst>
            <pc:docMk/>
            <pc:sldMk cId="2593661572" sldId="290"/>
            <ac:spMk id="331" creationId="{5FEFF7F4-6772-5BF8-B633-48B578191038}"/>
          </ac:spMkLst>
        </pc:spChg>
        <pc:spChg chg="mod">
          <ac:chgData name="Freda Shi" userId="e3bafef1-15f2-4eeb-acbe-fa674bab7991" providerId="ADAL" clId="{9555FC65-5A8C-4EE8-9D5B-8283D7A0923C}" dt="2026-02-09T09:19:14.244" v="61617" actId="108"/>
          <ac:spMkLst>
            <pc:docMk/>
            <pc:sldMk cId="2593661572" sldId="290"/>
            <ac:spMk id="332" creationId="{3E258C71-D685-2848-D0AB-E98F081C0B42}"/>
          </ac:spMkLst>
        </pc:spChg>
        <pc:spChg chg="mod">
          <ac:chgData name="Freda Shi" userId="e3bafef1-15f2-4eeb-acbe-fa674bab7991" providerId="ADAL" clId="{9555FC65-5A8C-4EE8-9D5B-8283D7A0923C}" dt="2026-02-09T09:19:14.244" v="61618" actId="108"/>
          <ac:spMkLst>
            <pc:docMk/>
            <pc:sldMk cId="2593661572" sldId="290"/>
            <ac:spMk id="333" creationId="{F8F507BB-714E-D90E-1DEA-5A43CFFAD2DA}"/>
          </ac:spMkLst>
        </pc:spChg>
        <pc:spChg chg="mod">
          <ac:chgData name="Freda Shi" userId="e3bafef1-15f2-4eeb-acbe-fa674bab7991" providerId="ADAL" clId="{9555FC65-5A8C-4EE8-9D5B-8283D7A0923C}" dt="2026-02-09T09:19:14.244" v="61619" actId="108"/>
          <ac:spMkLst>
            <pc:docMk/>
            <pc:sldMk cId="2593661572" sldId="290"/>
            <ac:spMk id="334" creationId="{E8470D41-6A39-B953-CA23-7DF38824CD5F}"/>
          </ac:spMkLst>
        </pc:spChg>
        <pc:spChg chg="mod">
          <ac:chgData name="Freda Shi" userId="e3bafef1-15f2-4eeb-acbe-fa674bab7991" providerId="ADAL" clId="{9555FC65-5A8C-4EE8-9D5B-8283D7A0923C}" dt="2026-02-09T09:19:14.244" v="61620" actId="108"/>
          <ac:spMkLst>
            <pc:docMk/>
            <pc:sldMk cId="2593661572" sldId="290"/>
            <ac:spMk id="335" creationId="{A897F154-E2A7-92A1-29A4-292560166E65}"/>
          </ac:spMkLst>
        </pc:spChg>
        <pc:spChg chg="mod">
          <ac:chgData name="Freda Shi" userId="e3bafef1-15f2-4eeb-acbe-fa674bab7991" providerId="ADAL" clId="{9555FC65-5A8C-4EE8-9D5B-8283D7A0923C}" dt="2026-02-09T09:19:14.244" v="61621" actId="108"/>
          <ac:spMkLst>
            <pc:docMk/>
            <pc:sldMk cId="2593661572" sldId="290"/>
            <ac:spMk id="336" creationId="{839DFEFA-36B0-303A-0611-85BDD637771C}"/>
          </ac:spMkLst>
        </pc:spChg>
        <pc:spChg chg="mod">
          <ac:chgData name="Freda Shi" userId="e3bafef1-15f2-4eeb-acbe-fa674bab7991" providerId="ADAL" clId="{9555FC65-5A8C-4EE8-9D5B-8283D7A0923C}" dt="2026-02-09T09:19:14.259" v="61622" actId="108"/>
          <ac:spMkLst>
            <pc:docMk/>
            <pc:sldMk cId="2593661572" sldId="290"/>
            <ac:spMk id="337" creationId="{85AB01B9-FFE6-1EE4-4203-9C037FA43C86}"/>
          </ac:spMkLst>
        </pc:spChg>
        <pc:spChg chg="mod">
          <ac:chgData name="Freda Shi" userId="e3bafef1-15f2-4eeb-acbe-fa674bab7991" providerId="ADAL" clId="{9555FC65-5A8C-4EE8-9D5B-8283D7A0923C}" dt="2026-02-09T09:19:14.259" v="61623" actId="108"/>
          <ac:spMkLst>
            <pc:docMk/>
            <pc:sldMk cId="2593661572" sldId="290"/>
            <ac:spMk id="338" creationId="{71A63FC3-0670-51BB-C6D0-2CCEA7D32BE4}"/>
          </ac:spMkLst>
        </pc:spChg>
        <pc:spChg chg="mod">
          <ac:chgData name="Freda Shi" userId="e3bafef1-15f2-4eeb-acbe-fa674bab7991" providerId="ADAL" clId="{9555FC65-5A8C-4EE8-9D5B-8283D7A0923C}" dt="2026-02-09T09:19:14.259" v="61624" actId="108"/>
          <ac:spMkLst>
            <pc:docMk/>
            <pc:sldMk cId="2593661572" sldId="290"/>
            <ac:spMk id="339" creationId="{0167EED7-6E3B-95DE-4EE0-2264D6E41C65}"/>
          </ac:spMkLst>
        </pc:spChg>
        <pc:spChg chg="mod">
          <ac:chgData name="Freda Shi" userId="e3bafef1-15f2-4eeb-acbe-fa674bab7991" providerId="ADAL" clId="{9555FC65-5A8C-4EE8-9D5B-8283D7A0923C}" dt="2026-02-09T09:19:14.259" v="61625" actId="108"/>
          <ac:spMkLst>
            <pc:docMk/>
            <pc:sldMk cId="2593661572" sldId="290"/>
            <ac:spMk id="340" creationId="{26ED6DE1-D2BC-D24B-E444-F841040410DB}"/>
          </ac:spMkLst>
        </pc:spChg>
        <pc:spChg chg="mod">
          <ac:chgData name="Freda Shi" userId="e3bafef1-15f2-4eeb-acbe-fa674bab7991" providerId="ADAL" clId="{9555FC65-5A8C-4EE8-9D5B-8283D7A0923C}" dt="2026-02-09T09:19:14.259" v="61626" actId="108"/>
          <ac:spMkLst>
            <pc:docMk/>
            <pc:sldMk cId="2593661572" sldId="290"/>
            <ac:spMk id="341" creationId="{17AA9E84-3ED3-9514-3882-6D60687CB42D}"/>
          </ac:spMkLst>
        </pc:spChg>
        <pc:spChg chg="mod">
          <ac:chgData name="Freda Shi" userId="e3bafef1-15f2-4eeb-acbe-fa674bab7991" providerId="ADAL" clId="{9555FC65-5A8C-4EE8-9D5B-8283D7A0923C}" dt="2026-02-09T09:19:14.259" v="61627" actId="108"/>
          <ac:spMkLst>
            <pc:docMk/>
            <pc:sldMk cId="2593661572" sldId="290"/>
            <ac:spMk id="342" creationId="{9307E8FD-6F14-CA8A-117E-AA6B5F2A7649}"/>
          </ac:spMkLst>
        </pc:spChg>
        <pc:spChg chg="mod">
          <ac:chgData name="Freda Shi" userId="e3bafef1-15f2-4eeb-acbe-fa674bab7991" providerId="ADAL" clId="{9555FC65-5A8C-4EE8-9D5B-8283D7A0923C}" dt="2026-02-09T09:19:14.259" v="61628" actId="108"/>
          <ac:spMkLst>
            <pc:docMk/>
            <pc:sldMk cId="2593661572" sldId="290"/>
            <ac:spMk id="343" creationId="{3E1DF84B-2A6D-5E3C-CB8C-C7838BAC00DB}"/>
          </ac:spMkLst>
        </pc:spChg>
        <pc:spChg chg="mod">
          <ac:chgData name="Freda Shi" userId="e3bafef1-15f2-4eeb-acbe-fa674bab7991" providerId="ADAL" clId="{9555FC65-5A8C-4EE8-9D5B-8283D7A0923C}" dt="2026-02-09T09:19:14.263" v="61629" actId="108"/>
          <ac:spMkLst>
            <pc:docMk/>
            <pc:sldMk cId="2593661572" sldId="290"/>
            <ac:spMk id="344" creationId="{C1DFCFA8-49AE-89D4-001C-15E72D73C1EC}"/>
          </ac:spMkLst>
        </pc:spChg>
        <pc:spChg chg="mod">
          <ac:chgData name="Freda Shi" userId="e3bafef1-15f2-4eeb-acbe-fa674bab7991" providerId="ADAL" clId="{9555FC65-5A8C-4EE8-9D5B-8283D7A0923C}" dt="2026-02-09T09:19:14.263" v="61630" actId="108"/>
          <ac:spMkLst>
            <pc:docMk/>
            <pc:sldMk cId="2593661572" sldId="290"/>
            <ac:spMk id="345" creationId="{170711D0-47C4-08F1-962D-433DE5AF80C8}"/>
          </ac:spMkLst>
        </pc:spChg>
        <pc:spChg chg="mod">
          <ac:chgData name="Freda Shi" userId="e3bafef1-15f2-4eeb-acbe-fa674bab7991" providerId="ADAL" clId="{9555FC65-5A8C-4EE8-9D5B-8283D7A0923C}" dt="2026-02-09T09:19:14.263" v="61631" actId="108"/>
          <ac:spMkLst>
            <pc:docMk/>
            <pc:sldMk cId="2593661572" sldId="290"/>
            <ac:spMk id="346" creationId="{E88CDAAD-D031-1ED8-161E-4097E9D74067}"/>
          </ac:spMkLst>
        </pc:spChg>
        <pc:spChg chg="mod">
          <ac:chgData name="Freda Shi" userId="e3bafef1-15f2-4eeb-acbe-fa674bab7991" providerId="ADAL" clId="{9555FC65-5A8C-4EE8-9D5B-8283D7A0923C}" dt="2026-02-09T09:19:14.263" v="61632" actId="108"/>
          <ac:spMkLst>
            <pc:docMk/>
            <pc:sldMk cId="2593661572" sldId="290"/>
            <ac:spMk id="347" creationId="{C1978D9D-0435-D01C-6E60-4448743B18FD}"/>
          </ac:spMkLst>
        </pc:spChg>
        <pc:spChg chg="mod">
          <ac:chgData name="Freda Shi" userId="e3bafef1-15f2-4eeb-acbe-fa674bab7991" providerId="ADAL" clId="{9555FC65-5A8C-4EE8-9D5B-8283D7A0923C}" dt="2026-02-09T09:19:14.263" v="61633" actId="108"/>
          <ac:spMkLst>
            <pc:docMk/>
            <pc:sldMk cId="2593661572" sldId="290"/>
            <ac:spMk id="348" creationId="{70AC77FF-DC87-0223-76CC-9D9D1D388A1D}"/>
          </ac:spMkLst>
        </pc:spChg>
        <pc:spChg chg="mod">
          <ac:chgData name="Freda Shi" userId="e3bafef1-15f2-4eeb-acbe-fa674bab7991" providerId="ADAL" clId="{9555FC65-5A8C-4EE8-9D5B-8283D7A0923C}" dt="2026-02-09T09:19:14.263" v="61634" actId="108"/>
          <ac:spMkLst>
            <pc:docMk/>
            <pc:sldMk cId="2593661572" sldId="290"/>
            <ac:spMk id="349" creationId="{DED47FEB-A264-9490-F7DD-504B5F0C45E1}"/>
          </ac:spMkLst>
        </pc:spChg>
        <pc:spChg chg="mod">
          <ac:chgData name="Freda Shi" userId="e3bafef1-15f2-4eeb-acbe-fa674bab7991" providerId="ADAL" clId="{9555FC65-5A8C-4EE8-9D5B-8283D7A0923C}" dt="2026-02-09T09:19:14.263" v="61635" actId="108"/>
          <ac:spMkLst>
            <pc:docMk/>
            <pc:sldMk cId="2593661572" sldId="290"/>
            <ac:spMk id="350" creationId="{EE413947-AE78-BE1A-5D86-57C9426ADC41}"/>
          </ac:spMkLst>
        </pc:spChg>
        <pc:spChg chg="mod">
          <ac:chgData name="Freda Shi" userId="e3bafef1-15f2-4eeb-acbe-fa674bab7991" providerId="ADAL" clId="{9555FC65-5A8C-4EE8-9D5B-8283D7A0923C}" dt="2026-02-09T09:19:14.263" v="61636" actId="108"/>
          <ac:spMkLst>
            <pc:docMk/>
            <pc:sldMk cId="2593661572" sldId="290"/>
            <ac:spMk id="351" creationId="{B8E19D81-CECC-5C78-01DE-6B59CE33BE29}"/>
          </ac:spMkLst>
        </pc:spChg>
        <pc:spChg chg="mod">
          <ac:chgData name="Freda Shi" userId="e3bafef1-15f2-4eeb-acbe-fa674bab7991" providerId="ADAL" clId="{9555FC65-5A8C-4EE8-9D5B-8283D7A0923C}" dt="2026-02-09T09:19:14.263" v="61637" actId="108"/>
          <ac:spMkLst>
            <pc:docMk/>
            <pc:sldMk cId="2593661572" sldId="290"/>
            <ac:spMk id="352" creationId="{ECF504FF-84D9-4FAA-4558-8FEC4188FEE3}"/>
          </ac:spMkLst>
        </pc:spChg>
        <pc:spChg chg="mod">
          <ac:chgData name="Freda Shi" userId="e3bafef1-15f2-4eeb-acbe-fa674bab7991" providerId="ADAL" clId="{9555FC65-5A8C-4EE8-9D5B-8283D7A0923C}" dt="2026-02-09T09:19:14.263" v="61638" actId="108"/>
          <ac:spMkLst>
            <pc:docMk/>
            <pc:sldMk cId="2593661572" sldId="290"/>
            <ac:spMk id="353" creationId="{07D58994-88E9-A5B7-E938-1B639D46A7C4}"/>
          </ac:spMkLst>
        </pc:spChg>
        <pc:spChg chg="mod">
          <ac:chgData name="Freda Shi" userId="e3bafef1-15f2-4eeb-acbe-fa674bab7991" providerId="ADAL" clId="{9555FC65-5A8C-4EE8-9D5B-8283D7A0923C}" dt="2026-02-09T09:19:14.263" v="61639" actId="108"/>
          <ac:spMkLst>
            <pc:docMk/>
            <pc:sldMk cId="2593661572" sldId="290"/>
            <ac:spMk id="354" creationId="{45E77E3F-8A52-EF39-CBAA-5FB94FBE1C78}"/>
          </ac:spMkLst>
        </pc:spChg>
        <pc:spChg chg="mod">
          <ac:chgData name="Freda Shi" userId="e3bafef1-15f2-4eeb-acbe-fa674bab7991" providerId="ADAL" clId="{9555FC65-5A8C-4EE8-9D5B-8283D7A0923C}" dt="2026-02-09T09:19:14.263" v="61640" actId="108"/>
          <ac:spMkLst>
            <pc:docMk/>
            <pc:sldMk cId="2593661572" sldId="290"/>
            <ac:spMk id="355" creationId="{7FC70DEC-2BF4-E283-2350-5F1376FD40BE}"/>
          </ac:spMkLst>
        </pc:spChg>
        <pc:spChg chg="mod">
          <ac:chgData name="Freda Shi" userId="e3bafef1-15f2-4eeb-acbe-fa674bab7991" providerId="ADAL" clId="{9555FC65-5A8C-4EE8-9D5B-8283D7A0923C}" dt="2026-02-09T09:19:14.263" v="61641" actId="108"/>
          <ac:spMkLst>
            <pc:docMk/>
            <pc:sldMk cId="2593661572" sldId="290"/>
            <ac:spMk id="356" creationId="{BDEEABE1-C971-F8C1-6412-F09834824239}"/>
          </ac:spMkLst>
        </pc:spChg>
        <pc:spChg chg="mod">
          <ac:chgData name="Freda Shi" userId="e3bafef1-15f2-4eeb-acbe-fa674bab7991" providerId="ADAL" clId="{9555FC65-5A8C-4EE8-9D5B-8283D7A0923C}" dt="2026-02-09T09:19:14.263" v="61642" actId="108"/>
          <ac:spMkLst>
            <pc:docMk/>
            <pc:sldMk cId="2593661572" sldId="290"/>
            <ac:spMk id="357" creationId="{C7503691-81B1-0B64-7C0F-3EEFAF5AA7DB}"/>
          </ac:spMkLst>
        </pc:spChg>
        <pc:spChg chg="mod">
          <ac:chgData name="Freda Shi" userId="e3bafef1-15f2-4eeb-acbe-fa674bab7991" providerId="ADAL" clId="{9555FC65-5A8C-4EE8-9D5B-8283D7A0923C}" dt="2026-02-09T09:19:14.263" v="61643" actId="108"/>
          <ac:spMkLst>
            <pc:docMk/>
            <pc:sldMk cId="2593661572" sldId="290"/>
            <ac:spMk id="358" creationId="{9D47C991-970D-C2A9-33CB-802718237D5C}"/>
          </ac:spMkLst>
        </pc:spChg>
        <pc:spChg chg="mod">
          <ac:chgData name="Freda Shi" userId="e3bafef1-15f2-4eeb-acbe-fa674bab7991" providerId="ADAL" clId="{9555FC65-5A8C-4EE8-9D5B-8283D7A0923C}" dt="2026-02-09T09:19:14.263" v="61644" actId="108"/>
          <ac:spMkLst>
            <pc:docMk/>
            <pc:sldMk cId="2593661572" sldId="290"/>
            <ac:spMk id="359" creationId="{06B2C089-DBC1-7A12-0FF4-21717685A4FB}"/>
          </ac:spMkLst>
        </pc:spChg>
        <pc:spChg chg="mod">
          <ac:chgData name="Freda Shi" userId="e3bafef1-15f2-4eeb-acbe-fa674bab7991" providerId="ADAL" clId="{9555FC65-5A8C-4EE8-9D5B-8283D7A0923C}" dt="2026-02-09T09:19:14.263" v="61645" actId="108"/>
          <ac:spMkLst>
            <pc:docMk/>
            <pc:sldMk cId="2593661572" sldId="290"/>
            <ac:spMk id="360" creationId="{1EE9ACC4-C7FF-AE15-A09A-C64BCD6F219D}"/>
          </ac:spMkLst>
        </pc:spChg>
        <pc:spChg chg="mod">
          <ac:chgData name="Freda Shi" userId="e3bafef1-15f2-4eeb-acbe-fa674bab7991" providerId="ADAL" clId="{9555FC65-5A8C-4EE8-9D5B-8283D7A0923C}" dt="2026-02-09T09:19:14.263" v="61646" actId="108"/>
          <ac:spMkLst>
            <pc:docMk/>
            <pc:sldMk cId="2593661572" sldId="290"/>
            <ac:spMk id="361" creationId="{BD0D998A-5612-B1FE-F3B6-C92D1BB5291E}"/>
          </ac:spMkLst>
        </pc:spChg>
        <pc:spChg chg="mod">
          <ac:chgData name="Freda Shi" userId="e3bafef1-15f2-4eeb-acbe-fa674bab7991" providerId="ADAL" clId="{9555FC65-5A8C-4EE8-9D5B-8283D7A0923C}" dt="2026-02-09T09:19:14.263" v="61647" actId="108"/>
          <ac:spMkLst>
            <pc:docMk/>
            <pc:sldMk cId="2593661572" sldId="290"/>
            <ac:spMk id="362" creationId="{B853030E-1742-0CFF-584F-33AB73C51B7D}"/>
          </ac:spMkLst>
        </pc:spChg>
        <pc:spChg chg="mod">
          <ac:chgData name="Freda Shi" userId="e3bafef1-15f2-4eeb-acbe-fa674bab7991" providerId="ADAL" clId="{9555FC65-5A8C-4EE8-9D5B-8283D7A0923C}" dt="2026-02-09T09:19:14.263" v="61648" actId="108"/>
          <ac:spMkLst>
            <pc:docMk/>
            <pc:sldMk cId="2593661572" sldId="290"/>
            <ac:spMk id="363" creationId="{9852C690-FE12-1637-1626-B44FCB569E73}"/>
          </ac:spMkLst>
        </pc:spChg>
        <pc:spChg chg="mod">
          <ac:chgData name="Freda Shi" userId="e3bafef1-15f2-4eeb-acbe-fa674bab7991" providerId="ADAL" clId="{9555FC65-5A8C-4EE8-9D5B-8283D7A0923C}" dt="2026-02-09T09:19:14.263" v="61649" actId="108"/>
          <ac:spMkLst>
            <pc:docMk/>
            <pc:sldMk cId="2593661572" sldId="290"/>
            <ac:spMk id="364" creationId="{90C1BA76-3DC7-4E28-CD23-76767910431E}"/>
          </ac:spMkLst>
        </pc:spChg>
        <pc:spChg chg="mod">
          <ac:chgData name="Freda Shi" userId="e3bafef1-15f2-4eeb-acbe-fa674bab7991" providerId="ADAL" clId="{9555FC65-5A8C-4EE8-9D5B-8283D7A0923C}" dt="2026-02-09T09:19:14.263" v="61650" actId="108"/>
          <ac:spMkLst>
            <pc:docMk/>
            <pc:sldMk cId="2593661572" sldId="290"/>
            <ac:spMk id="365" creationId="{AB6CBBCD-9371-CE69-95E9-578AA5FE97D4}"/>
          </ac:spMkLst>
        </pc:spChg>
        <pc:spChg chg="mod">
          <ac:chgData name="Freda Shi" userId="e3bafef1-15f2-4eeb-acbe-fa674bab7991" providerId="ADAL" clId="{9555FC65-5A8C-4EE8-9D5B-8283D7A0923C}" dt="2026-02-09T09:19:14.263" v="61651" actId="108"/>
          <ac:spMkLst>
            <pc:docMk/>
            <pc:sldMk cId="2593661572" sldId="290"/>
            <ac:spMk id="366" creationId="{4714C211-FDF8-F028-668E-D662BA876AFB}"/>
          </ac:spMkLst>
        </pc:spChg>
        <pc:spChg chg="del topLvl">
          <ac:chgData name="Freda Shi" userId="e3bafef1-15f2-4eeb-acbe-fa674bab7991" providerId="ADAL" clId="{9555FC65-5A8C-4EE8-9D5B-8283D7A0923C}" dt="2026-02-09T09:19:14.275" v="61660" actId="478"/>
          <ac:spMkLst>
            <pc:docMk/>
            <pc:sldMk cId="2593661572" sldId="290"/>
            <ac:spMk id="367" creationId="{F3EC046A-616E-41FE-A383-E64AF1BCDEFD}"/>
          </ac:spMkLst>
        </pc:spChg>
        <pc:spChg chg="del topLvl">
          <ac:chgData name="Freda Shi" userId="e3bafef1-15f2-4eeb-acbe-fa674bab7991" providerId="ADAL" clId="{9555FC65-5A8C-4EE8-9D5B-8283D7A0923C}" dt="2026-02-09T09:19:14.244" v="61603" actId="478"/>
          <ac:spMkLst>
            <pc:docMk/>
            <pc:sldMk cId="2593661572" sldId="290"/>
            <ac:spMk id="368" creationId="{CDAF21C0-407A-05B3-4CA2-B420B1CFFBCA}"/>
          </ac:spMkLst>
        </pc:spChg>
        <pc:spChg chg="del">
          <ac:chgData name="Freda Shi" userId="e3bafef1-15f2-4eeb-acbe-fa674bab7991" providerId="ADAL" clId="{9555FC65-5A8C-4EE8-9D5B-8283D7A0923C}" dt="2026-02-09T09:19:14.244" v="61602" actId="478"/>
          <ac:spMkLst>
            <pc:docMk/>
            <pc:sldMk cId="2593661572" sldId="290"/>
            <ac:spMk id="369" creationId="{CF18BB1E-7C1E-FA34-1BED-3A79BAB95C0B}"/>
          </ac:spMkLst>
        </pc:spChg>
        <pc:spChg chg="del">
          <ac:chgData name="Freda Shi" userId="e3bafef1-15f2-4eeb-acbe-fa674bab7991" providerId="ADAL" clId="{9555FC65-5A8C-4EE8-9D5B-8283D7A0923C}" dt="2026-02-09T09:19:14.244" v="61601" actId="478"/>
          <ac:spMkLst>
            <pc:docMk/>
            <pc:sldMk cId="2593661572" sldId="290"/>
            <ac:spMk id="370" creationId="{8752EACC-48ED-C98F-5014-54CC74658B2E}"/>
          </ac:spMkLst>
        </pc:spChg>
        <pc:spChg chg="del mod">
          <ac:chgData name="Freda Shi" userId="e3bafef1-15f2-4eeb-acbe-fa674bab7991" providerId="ADAL" clId="{9555FC65-5A8C-4EE8-9D5B-8283D7A0923C}" dt="2026-02-09T09:19:14.244" v="61600" actId="478"/>
          <ac:spMkLst>
            <pc:docMk/>
            <pc:sldMk cId="2593661572" sldId="290"/>
            <ac:spMk id="371" creationId="{227026CB-77D5-642A-1BCA-5CE06692AC32}"/>
          </ac:spMkLst>
        </pc:spChg>
        <pc:spChg chg="del mod">
          <ac:chgData name="Freda Shi" userId="e3bafef1-15f2-4eeb-acbe-fa674bab7991" providerId="ADAL" clId="{9555FC65-5A8C-4EE8-9D5B-8283D7A0923C}" dt="2026-02-09T09:19:14.244" v="61599" actId="478"/>
          <ac:spMkLst>
            <pc:docMk/>
            <pc:sldMk cId="2593661572" sldId="290"/>
            <ac:spMk id="372" creationId="{A56C5228-2C3D-3295-27CD-05D2CE440230}"/>
          </ac:spMkLst>
        </pc:spChg>
        <pc:spChg chg="del mod">
          <ac:chgData name="Freda Shi" userId="e3bafef1-15f2-4eeb-acbe-fa674bab7991" providerId="ADAL" clId="{9555FC65-5A8C-4EE8-9D5B-8283D7A0923C}" dt="2026-02-09T09:19:14.244" v="61598" actId="478"/>
          <ac:spMkLst>
            <pc:docMk/>
            <pc:sldMk cId="2593661572" sldId="290"/>
            <ac:spMk id="373" creationId="{155C5449-621D-6FB5-C939-E63B9199122F}"/>
          </ac:spMkLst>
        </pc:spChg>
        <pc:spChg chg="del">
          <ac:chgData name="Freda Shi" userId="e3bafef1-15f2-4eeb-acbe-fa674bab7991" providerId="ADAL" clId="{9555FC65-5A8C-4EE8-9D5B-8283D7A0923C}" dt="2026-02-09T09:19:14.244" v="61597" actId="478"/>
          <ac:spMkLst>
            <pc:docMk/>
            <pc:sldMk cId="2593661572" sldId="290"/>
            <ac:spMk id="374" creationId="{FE34A280-90BC-4675-9A12-BAF0795D8209}"/>
          </ac:spMkLst>
        </pc:spChg>
        <pc:spChg chg="del mod">
          <ac:chgData name="Freda Shi" userId="e3bafef1-15f2-4eeb-acbe-fa674bab7991" providerId="ADAL" clId="{9555FC65-5A8C-4EE8-9D5B-8283D7A0923C}" dt="2026-02-09T09:19:14.228" v="61596" actId="478"/>
          <ac:spMkLst>
            <pc:docMk/>
            <pc:sldMk cId="2593661572" sldId="290"/>
            <ac:spMk id="375" creationId="{45589F78-5C6D-CF69-051E-87C593F467CF}"/>
          </ac:spMkLst>
        </pc:spChg>
        <pc:spChg chg="del">
          <ac:chgData name="Freda Shi" userId="e3bafef1-15f2-4eeb-acbe-fa674bab7991" providerId="ADAL" clId="{9555FC65-5A8C-4EE8-9D5B-8283D7A0923C}" dt="2026-02-09T09:19:14.228" v="61595" actId="478"/>
          <ac:spMkLst>
            <pc:docMk/>
            <pc:sldMk cId="2593661572" sldId="290"/>
            <ac:spMk id="376" creationId="{07355A97-5F1A-663D-47B8-78DD329E457F}"/>
          </ac:spMkLst>
        </pc:spChg>
        <pc:spChg chg="del">
          <ac:chgData name="Freda Shi" userId="e3bafef1-15f2-4eeb-acbe-fa674bab7991" providerId="ADAL" clId="{9555FC65-5A8C-4EE8-9D5B-8283D7A0923C}" dt="2026-02-09T09:19:14.228" v="61594" actId="478"/>
          <ac:spMkLst>
            <pc:docMk/>
            <pc:sldMk cId="2593661572" sldId="290"/>
            <ac:spMk id="377" creationId="{E5AE081A-3330-FC4C-B885-4805BF47E6F7}"/>
          </ac:spMkLst>
        </pc:spChg>
        <pc:spChg chg="del">
          <ac:chgData name="Freda Shi" userId="e3bafef1-15f2-4eeb-acbe-fa674bab7991" providerId="ADAL" clId="{9555FC65-5A8C-4EE8-9D5B-8283D7A0923C}" dt="2026-02-09T09:19:14.228" v="61593" actId="478"/>
          <ac:spMkLst>
            <pc:docMk/>
            <pc:sldMk cId="2593661572" sldId="290"/>
            <ac:spMk id="378" creationId="{8AD07438-E199-C5CD-70D0-29FB409A41D3}"/>
          </ac:spMkLst>
        </pc:spChg>
        <pc:spChg chg="del">
          <ac:chgData name="Freda Shi" userId="e3bafef1-15f2-4eeb-acbe-fa674bab7991" providerId="ADAL" clId="{9555FC65-5A8C-4EE8-9D5B-8283D7A0923C}" dt="2026-02-09T09:19:14.228" v="61592" actId="478"/>
          <ac:spMkLst>
            <pc:docMk/>
            <pc:sldMk cId="2593661572" sldId="290"/>
            <ac:spMk id="379" creationId="{17212783-1AAA-94BB-1B80-6AE5093B23D2}"/>
          </ac:spMkLst>
        </pc:spChg>
        <pc:spChg chg="del">
          <ac:chgData name="Freda Shi" userId="e3bafef1-15f2-4eeb-acbe-fa674bab7991" providerId="ADAL" clId="{9555FC65-5A8C-4EE8-9D5B-8283D7A0923C}" dt="2026-02-09T09:19:14.228" v="61591" actId="478"/>
          <ac:spMkLst>
            <pc:docMk/>
            <pc:sldMk cId="2593661572" sldId="290"/>
            <ac:spMk id="380" creationId="{8E7CDE66-B2D2-E41C-ABD0-F82B9344485E}"/>
          </ac:spMkLst>
        </pc:spChg>
        <pc:spChg chg="del">
          <ac:chgData name="Freda Shi" userId="e3bafef1-15f2-4eeb-acbe-fa674bab7991" providerId="ADAL" clId="{9555FC65-5A8C-4EE8-9D5B-8283D7A0923C}" dt="2026-02-09T09:19:14.228" v="61590" actId="478"/>
          <ac:spMkLst>
            <pc:docMk/>
            <pc:sldMk cId="2593661572" sldId="290"/>
            <ac:spMk id="381" creationId="{BAF14BA4-6911-4F74-2990-A6843D314018}"/>
          </ac:spMkLst>
        </pc:spChg>
        <pc:spChg chg="del">
          <ac:chgData name="Freda Shi" userId="e3bafef1-15f2-4eeb-acbe-fa674bab7991" providerId="ADAL" clId="{9555FC65-5A8C-4EE8-9D5B-8283D7A0923C}" dt="2026-02-09T09:19:14.228" v="61589" actId="478"/>
          <ac:spMkLst>
            <pc:docMk/>
            <pc:sldMk cId="2593661572" sldId="290"/>
            <ac:spMk id="382" creationId="{448D7E91-9110-4EBA-3001-344063BE9BCD}"/>
          </ac:spMkLst>
        </pc:spChg>
        <pc:spChg chg="del">
          <ac:chgData name="Freda Shi" userId="e3bafef1-15f2-4eeb-acbe-fa674bab7991" providerId="ADAL" clId="{9555FC65-5A8C-4EE8-9D5B-8283D7A0923C}" dt="2026-02-09T09:19:14.228" v="61588" actId="478"/>
          <ac:spMkLst>
            <pc:docMk/>
            <pc:sldMk cId="2593661572" sldId="290"/>
            <ac:spMk id="383" creationId="{E37B2806-F37B-0552-6809-04B5B0C14693}"/>
          </ac:spMkLst>
        </pc:spChg>
        <pc:spChg chg="del">
          <ac:chgData name="Freda Shi" userId="e3bafef1-15f2-4eeb-acbe-fa674bab7991" providerId="ADAL" clId="{9555FC65-5A8C-4EE8-9D5B-8283D7A0923C}" dt="2026-02-09T09:19:14.228" v="61587" actId="478"/>
          <ac:spMkLst>
            <pc:docMk/>
            <pc:sldMk cId="2593661572" sldId="290"/>
            <ac:spMk id="384" creationId="{0325B06E-CCCC-0F7A-635F-363629381F03}"/>
          </ac:spMkLst>
        </pc:spChg>
        <pc:spChg chg="del">
          <ac:chgData name="Freda Shi" userId="e3bafef1-15f2-4eeb-acbe-fa674bab7991" providerId="ADAL" clId="{9555FC65-5A8C-4EE8-9D5B-8283D7A0923C}" dt="2026-02-09T09:19:14.228" v="61586" actId="478"/>
          <ac:spMkLst>
            <pc:docMk/>
            <pc:sldMk cId="2593661572" sldId="290"/>
            <ac:spMk id="385" creationId="{6C4016E7-2728-D7D0-AA63-2BDC62240BAB}"/>
          </ac:spMkLst>
        </pc:spChg>
        <pc:spChg chg="del">
          <ac:chgData name="Freda Shi" userId="e3bafef1-15f2-4eeb-acbe-fa674bab7991" providerId="ADAL" clId="{9555FC65-5A8C-4EE8-9D5B-8283D7A0923C}" dt="2026-02-09T09:19:14.228" v="61585" actId="478"/>
          <ac:spMkLst>
            <pc:docMk/>
            <pc:sldMk cId="2593661572" sldId="290"/>
            <ac:spMk id="386" creationId="{402CC5BF-4DF5-832F-F739-88DC6DEC6459}"/>
          </ac:spMkLst>
        </pc:spChg>
        <pc:spChg chg="del mod">
          <ac:chgData name="Freda Shi" userId="e3bafef1-15f2-4eeb-acbe-fa674bab7991" providerId="ADAL" clId="{9555FC65-5A8C-4EE8-9D5B-8283D7A0923C}" dt="2026-02-09T09:19:14.228" v="61584" actId="478"/>
          <ac:spMkLst>
            <pc:docMk/>
            <pc:sldMk cId="2593661572" sldId="290"/>
            <ac:spMk id="387" creationId="{FDCB06CE-31F0-A24A-36C2-011F006E745E}"/>
          </ac:spMkLst>
        </pc:spChg>
        <pc:spChg chg="del">
          <ac:chgData name="Freda Shi" userId="e3bafef1-15f2-4eeb-acbe-fa674bab7991" providerId="ADAL" clId="{9555FC65-5A8C-4EE8-9D5B-8283D7A0923C}" dt="2026-02-09T09:19:14.228" v="61583" actId="478"/>
          <ac:spMkLst>
            <pc:docMk/>
            <pc:sldMk cId="2593661572" sldId="290"/>
            <ac:spMk id="388" creationId="{36D70423-2BEB-7692-E808-BEB7AF47496D}"/>
          </ac:spMkLst>
        </pc:spChg>
        <pc:spChg chg="del mod">
          <ac:chgData name="Freda Shi" userId="e3bafef1-15f2-4eeb-acbe-fa674bab7991" providerId="ADAL" clId="{9555FC65-5A8C-4EE8-9D5B-8283D7A0923C}" dt="2026-02-09T09:19:14.228" v="61582" actId="478"/>
          <ac:spMkLst>
            <pc:docMk/>
            <pc:sldMk cId="2593661572" sldId="290"/>
            <ac:spMk id="389" creationId="{E38A68A5-62F4-51B7-FAA2-80F096D64A1D}"/>
          </ac:spMkLst>
        </pc:spChg>
        <pc:spChg chg="del mod">
          <ac:chgData name="Freda Shi" userId="e3bafef1-15f2-4eeb-acbe-fa674bab7991" providerId="ADAL" clId="{9555FC65-5A8C-4EE8-9D5B-8283D7A0923C}" dt="2026-02-09T09:19:14.228" v="61581" actId="478"/>
          <ac:spMkLst>
            <pc:docMk/>
            <pc:sldMk cId="2593661572" sldId="290"/>
            <ac:spMk id="390" creationId="{502CA97D-9AB8-A0E1-D947-A7172AFF9F11}"/>
          </ac:spMkLst>
        </pc:spChg>
        <pc:spChg chg="del">
          <ac:chgData name="Freda Shi" userId="e3bafef1-15f2-4eeb-acbe-fa674bab7991" providerId="ADAL" clId="{9555FC65-5A8C-4EE8-9D5B-8283D7A0923C}" dt="2026-02-09T09:19:14.212" v="61580" actId="478"/>
          <ac:spMkLst>
            <pc:docMk/>
            <pc:sldMk cId="2593661572" sldId="290"/>
            <ac:spMk id="391" creationId="{2B293DF9-7838-A058-5307-A4DDF078C6C0}"/>
          </ac:spMkLst>
        </pc:spChg>
        <pc:spChg chg="del">
          <ac:chgData name="Freda Shi" userId="e3bafef1-15f2-4eeb-acbe-fa674bab7991" providerId="ADAL" clId="{9555FC65-5A8C-4EE8-9D5B-8283D7A0923C}" dt="2026-02-09T09:19:14.212" v="61579" actId="478"/>
          <ac:spMkLst>
            <pc:docMk/>
            <pc:sldMk cId="2593661572" sldId="290"/>
            <ac:spMk id="392" creationId="{4188A4AD-B4DB-14D0-D3A8-46DFFCE82700}"/>
          </ac:spMkLst>
        </pc:spChg>
        <pc:spChg chg="del">
          <ac:chgData name="Freda Shi" userId="e3bafef1-15f2-4eeb-acbe-fa674bab7991" providerId="ADAL" clId="{9555FC65-5A8C-4EE8-9D5B-8283D7A0923C}" dt="2026-02-09T09:19:14.212" v="61578" actId="478"/>
          <ac:spMkLst>
            <pc:docMk/>
            <pc:sldMk cId="2593661572" sldId="290"/>
            <ac:spMk id="393" creationId="{DA9B0298-6CCF-204B-B97C-BDFD83530BE6}"/>
          </ac:spMkLst>
        </pc:spChg>
        <pc:spChg chg="del">
          <ac:chgData name="Freda Shi" userId="e3bafef1-15f2-4eeb-acbe-fa674bab7991" providerId="ADAL" clId="{9555FC65-5A8C-4EE8-9D5B-8283D7A0923C}" dt="2026-02-09T09:19:14.212" v="61577" actId="478"/>
          <ac:spMkLst>
            <pc:docMk/>
            <pc:sldMk cId="2593661572" sldId="290"/>
            <ac:spMk id="394" creationId="{A2499DE9-C891-A6A5-E1D0-550552AABE53}"/>
          </ac:spMkLst>
        </pc:spChg>
        <pc:spChg chg="del">
          <ac:chgData name="Freda Shi" userId="e3bafef1-15f2-4eeb-acbe-fa674bab7991" providerId="ADAL" clId="{9555FC65-5A8C-4EE8-9D5B-8283D7A0923C}" dt="2026-02-09T09:19:14.212" v="61576" actId="478"/>
          <ac:spMkLst>
            <pc:docMk/>
            <pc:sldMk cId="2593661572" sldId="290"/>
            <ac:spMk id="395" creationId="{16CEFB3A-1F04-ABED-F446-8F31E8C0D70B}"/>
          </ac:spMkLst>
        </pc:spChg>
        <pc:spChg chg="del">
          <ac:chgData name="Freda Shi" userId="e3bafef1-15f2-4eeb-acbe-fa674bab7991" providerId="ADAL" clId="{9555FC65-5A8C-4EE8-9D5B-8283D7A0923C}" dt="2026-02-09T09:19:14.212" v="61575" actId="478"/>
          <ac:spMkLst>
            <pc:docMk/>
            <pc:sldMk cId="2593661572" sldId="290"/>
            <ac:spMk id="396" creationId="{6617628C-5311-BE29-3502-F4F1FB84566D}"/>
          </ac:spMkLst>
        </pc:spChg>
        <pc:spChg chg="del">
          <ac:chgData name="Freda Shi" userId="e3bafef1-15f2-4eeb-acbe-fa674bab7991" providerId="ADAL" clId="{9555FC65-5A8C-4EE8-9D5B-8283D7A0923C}" dt="2026-02-09T09:19:14.212" v="61574" actId="478"/>
          <ac:spMkLst>
            <pc:docMk/>
            <pc:sldMk cId="2593661572" sldId="290"/>
            <ac:spMk id="397" creationId="{C135D65C-CC49-21D9-7600-22BBEB643BDD}"/>
          </ac:spMkLst>
        </pc:spChg>
        <pc:spChg chg="del">
          <ac:chgData name="Freda Shi" userId="e3bafef1-15f2-4eeb-acbe-fa674bab7991" providerId="ADAL" clId="{9555FC65-5A8C-4EE8-9D5B-8283D7A0923C}" dt="2026-02-09T09:19:14.212" v="61573" actId="478"/>
          <ac:spMkLst>
            <pc:docMk/>
            <pc:sldMk cId="2593661572" sldId="290"/>
            <ac:spMk id="398" creationId="{3EE8C5E4-209B-D9FF-7F32-108DD1501960}"/>
          </ac:spMkLst>
        </pc:spChg>
        <pc:spChg chg="del">
          <ac:chgData name="Freda Shi" userId="e3bafef1-15f2-4eeb-acbe-fa674bab7991" providerId="ADAL" clId="{9555FC65-5A8C-4EE8-9D5B-8283D7A0923C}" dt="2026-02-09T09:19:14.212" v="61572" actId="478"/>
          <ac:spMkLst>
            <pc:docMk/>
            <pc:sldMk cId="2593661572" sldId="290"/>
            <ac:spMk id="399" creationId="{1098C2A3-FD05-0A54-B50B-AA1C1C3E7E45}"/>
          </ac:spMkLst>
        </pc:spChg>
        <pc:spChg chg="del">
          <ac:chgData name="Freda Shi" userId="e3bafef1-15f2-4eeb-acbe-fa674bab7991" providerId="ADAL" clId="{9555FC65-5A8C-4EE8-9D5B-8283D7A0923C}" dt="2026-02-09T09:19:14.212" v="61571" actId="478"/>
          <ac:spMkLst>
            <pc:docMk/>
            <pc:sldMk cId="2593661572" sldId="290"/>
            <ac:spMk id="400" creationId="{F282C99B-578E-C635-E967-183CDCF23D29}"/>
          </ac:spMkLst>
        </pc:spChg>
        <pc:spChg chg="del">
          <ac:chgData name="Freda Shi" userId="e3bafef1-15f2-4eeb-acbe-fa674bab7991" providerId="ADAL" clId="{9555FC65-5A8C-4EE8-9D5B-8283D7A0923C}" dt="2026-02-09T09:19:14.212" v="61570" actId="478"/>
          <ac:spMkLst>
            <pc:docMk/>
            <pc:sldMk cId="2593661572" sldId="290"/>
            <ac:spMk id="401" creationId="{023116FA-B7A2-D829-D842-72920F8A17E4}"/>
          </ac:spMkLst>
        </pc:spChg>
        <pc:spChg chg="del">
          <ac:chgData name="Freda Shi" userId="e3bafef1-15f2-4eeb-acbe-fa674bab7991" providerId="ADAL" clId="{9555FC65-5A8C-4EE8-9D5B-8283D7A0923C}" dt="2026-02-09T09:19:14.196" v="61569" actId="478"/>
          <ac:spMkLst>
            <pc:docMk/>
            <pc:sldMk cId="2593661572" sldId="290"/>
            <ac:spMk id="402" creationId="{07C6D86A-787F-52D3-C7E2-35132ED9C4D0}"/>
          </ac:spMkLst>
        </pc:spChg>
        <pc:spChg chg="del">
          <ac:chgData name="Freda Shi" userId="e3bafef1-15f2-4eeb-acbe-fa674bab7991" providerId="ADAL" clId="{9555FC65-5A8C-4EE8-9D5B-8283D7A0923C}" dt="2026-02-09T09:19:14.196" v="61568" actId="478"/>
          <ac:spMkLst>
            <pc:docMk/>
            <pc:sldMk cId="2593661572" sldId="290"/>
            <ac:spMk id="403" creationId="{2CA31F12-56B6-2339-7DA6-C28A8E4D7BE3}"/>
          </ac:spMkLst>
        </pc:spChg>
        <pc:spChg chg="del">
          <ac:chgData name="Freda Shi" userId="e3bafef1-15f2-4eeb-acbe-fa674bab7991" providerId="ADAL" clId="{9555FC65-5A8C-4EE8-9D5B-8283D7A0923C}" dt="2026-02-09T09:19:14.196" v="61567" actId="478"/>
          <ac:spMkLst>
            <pc:docMk/>
            <pc:sldMk cId="2593661572" sldId="290"/>
            <ac:spMk id="404" creationId="{8048B7D4-5B53-66EA-5D79-B3BA2C9AFEC9}"/>
          </ac:spMkLst>
        </pc:spChg>
        <pc:spChg chg="del">
          <ac:chgData name="Freda Shi" userId="e3bafef1-15f2-4eeb-acbe-fa674bab7991" providerId="ADAL" clId="{9555FC65-5A8C-4EE8-9D5B-8283D7A0923C}" dt="2026-02-09T09:19:14.196" v="61566" actId="478"/>
          <ac:spMkLst>
            <pc:docMk/>
            <pc:sldMk cId="2593661572" sldId="290"/>
            <ac:spMk id="405" creationId="{5D0AF157-6B78-91E2-E251-7782ECD07C7A}"/>
          </ac:spMkLst>
        </pc:spChg>
        <pc:spChg chg="del">
          <ac:chgData name="Freda Shi" userId="e3bafef1-15f2-4eeb-acbe-fa674bab7991" providerId="ADAL" clId="{9555FC65-5A8C-4EE8-9D5B-8283D7A0923C}" dt="2026-02-09T09:19:14.196" v="61565" actId="478"/>
          <ac:spMkLst>
            <pc:docMk/>
            <pc:sldMk cId="2593661572" sldId="290"/>
            <ac:spMk id="406" creationId="{A7BAC540-0E2C-86B3-B64D-62AE5CF099DF}"/>
          </ac:spMkLst>
        </pc:spChg>
        <pc:spChg chg="del">
          <ac:chgData name="Freda Shi" userId="e3bafef1-15f2-4eeb-acbe-fa674bab7991" providerId="ADAL" clId="{9555FC65-5A8C-4EE8-9D5B-8283D7A0923C}" dt="2026-02-09T09:19:14.196" v="61564" actId="478"/>
          <ac:spMkLst>
            <pc:docMk/>
            <pc:sldMk cId="2593661572" sldId="290"/>
            <ac:spMk id="407" creationId="{D44F5F1C-85D3-2E02-BCC3-EBDE51FD1AB2}"/>
          </ac:spMkLst>
        </pc:spChg>
        <pc:spChg chg="del">
          <ac:chgData name="Freda Shi" userId="e3bafef1-15f2-4eeb-acbe-fa674bab7991" providerId="ADAL" clId="{9555FC65-5A8C-4EE8-9D5B-8283D7A0923C}" dt="2026-02-09T09:19:14.196" v="61563" actId="478"/>
          <ac:spMkLst>
            <pc:docMk/>
            <pc:sldMk cId="2593661572" sldId="290"/>
            <ac:spMk id="408" creationId="{10ABBC8A-EE11-462E-9955-DE20D60A46DC}"/>
          </ac:spMkLst>
        </pc:spChg>
        <pc:spChg chg="del">
          <ac:chgData name="Freda Shi" userId="e3bafef1-15f2-4eeb-acbe-fa674bab7991" providerId="ADAL" clId="{9555FC65-5A8C-4EE8-9D5B-8283D7A0923C}" dt="2026-02-09T09:19:14.196" v="61562" actId="478"/>
          <ac:spMkLst>
            <pc:docMk/>
            <pc:sldMk cId="2593661572" sldId="290"/>
            <ac:spMk id="409" creationId="{7E3A7BBC-6333-6290-2A81-E6FC926BF6F8}"/>
          </ac:spMkLst>
        </pc:spChg>
        <pc:spChg chg="del">
          <ac:chgData name="Freda Shi" userId="e3bafef1-15f2-4eeb-acbe-fa674bab7991" providerId="ADAL" clId="{9555FC65-5A8C-4EE8-9D5B-8283D7A0923C}" dt="2026-02-09T09:19:14.196" v="61561" actId="478"/>
          <ac:spMkLst>
            <pc:docMk/>
            <pc:sldMk cId="2593661572" sldId="290"/>
            <ac:spMk id="410" creationId="{A114F81D-48F8-BF7C-F9F1-075621519D37}"/>
          </ac:spMkLst>
        </pc:spChg>
        <pc:spChg chg="del mod">
          <ac:chgData name="Freda Shi" userId="e3bafef1-15f2-4eeb-acbe-fa674bab7991" providerId="ADAL" clId="{9555FC65-5A8C-4EE8-9D5B-8283D7A0923C}" dt="2026-02-09T09:19:14.186" v="61560" actId="478"/>
          <ac:spMkLst>
            <pc:docMk/>
            <pc:sldMk cId="2593661572" sldId="290"/>
            <ac:spMk id="411" creationId="{E5280F2A-A121-162A-6C48-E8A2B78BE288}"/>
          </ac:spMkLst>
        </pc:spChg>
        <pc:spChg chg="del">
          <ac:chgData name="Freda Shi" userId="e3bafef1-15f2-4eeb-acbe-fa674bab7991" providerId="ADAL" clId="{9555FC65-5A8C-4EE8-9D5B-8283D7A0923C}" dt="2026-02-09T09:19:14.186" v="61559" actId="478"/>
          <ac:spMkLst>
            <pc:docMk/>
            <pc:sldMk cId="2593661572" sldId="290"/>
            <ac:spMk id="412" creationId="{6895125F-6958-118F-6523-6EEADB74F272}"/>
          </ac:spMkLst>
        </pc:spChg>
        <pc:spChg chg="del mod">
          <ac:chgData name="Freda Shi" userId="e3bafef1-15f2-4eeb-acbe-fa674bab7991" providerId="ADAL" clId="{9555FC65-5A8C-4EE8-9D5B-8283D7A0923C}" dt="2026-02-09T09:19:14.186" v="61558" actId="478"/>
          <ac:spMkLst>
            <pc:docMk/>
            <pc:sldMk cId="2593661572" sldId="290"/>
            <ac:spMk id="413" creationId="{A63FB0BC-3E9D-6ED2-5D48-3ADE2312C007}"/>
          </ac:spMkLst>
        </pc:spChg>
        <pc:spChg chg="del">
          <ac:chgData name="Freda Shi" userId="e3bafef1-15f2-4eeb-acbe-fa674bab7991" providerId="ADAL" clId="{9555FC65-5A8C-4EE8-9D5B-8283D7A0923C}" dt="2026-02-09T09:19:14.186" v="61557" actId="478"/>
          <ac:spMkLst>
            <pc:docMk/>
            <pc:sldMk cId="2593661572" sldId="290"/>
            <ac:spMk id="414" creationId="{C9301736-4F2A-C4EE-7F4F-E946BD8786D0}"/>
          </ac:spMkLst>
        </pc:spChg>
        <pc:spChg chg="del mod">
          <ac:chgData name="Freda Shi" userId="e3bafef1-15f2-4eeb-acbe-fa674bab7991" providerId="ADAL" clId="{9555FC65-5A8C-4EE8-9D5B-8283D7A0923C}" dt="2026-02-09T09:19:14.186" v="61556" actId="478"/>
          <ac:spMkLst>
            <pc:docMk/>
            <pc:sldMk cId="2593661572" sldId="290"/>
            <ac:spMk id="415" creationId="{BE3BD6E7-F831-0DDC-3324-4C73F79B3FCB}"/>
          </ac:spMkLst>
        </pc:spChg>
        <pc:spChg chg="del">
          <ac:chgData name="Freda Shi" userId="e3bafef1-15f2-4eeb-acbe-fa674bab7991" providerId="ADAL" clId="{9555FC65-5A8C-4EE8-9D5B-8283D7A0923C}" dt="2026-02-09T09:19:14.186" v="61555" actId="478"/>
          <ac:spMkLst>
            <pc:docMk/>
            <pc:sldMk cId="2593661572" sldId="290"/>
            <ac:spMk id="416" creationId="{B80D0511-9DE9-690E-DF95-0D17FECCD7E5}"/>
          </ac:spMkLst>
        </pc:spChg>
        <pc:spChg chg="del">
          <ac:chgData name="Freda Shi" userId="e3bafef1-15f2-4eeb-acbe-fa674bab7991" providerId="ADAL" clId="{9555FC65-5A8C-4EE8-9D5B-8283D7A0923C}" dt="2026-02-09T09:19:14.180" v="61554" actId="478"/>
          <ac:spMkLst>
            <pc:docMk/>
            <pc:sldMk cId="2593661572" sldId="290"/>
            <ac:spMk id="417" creationId="{3C653997-DF58-1255-8731-FA03AF5AFFA3}"/>
          </ac:spMkLst>
        </pc:spChg>
        <pc:spChg chg="del">
          <ac:chgData name="Freda Shi" userId="e3bafef1-15f2-4eeb-acbe-fa674bab7991" providerId="ADAL" clId="{9555FC65-5A8C-4EE8-9D5B-8283D7A0923C}" dt="2026-02-09T09:19:14.180" v="61553" actId="478"/>
          <ac:spMkLst>
            <pc:docMk/>
            <pc:sldMk cId="2593661572" sldId="290"/>
            <ac:spMk id="418" creationId="{7E1873E2-8AAE-86C8-1831-CB8AB938B29D}"/>
          </ac:spMkLst>
        </pc:spChg>
        <pc:spChg chg="del">
          <ac:chgData name="Freda Shi" userId="e3bafef1-15f2-4eeb-acbe-fa674bab7991" providerId="ADAL" clId="{9555FC65-5A8C-4EE8-9D5B-8283D7A0923C}" dt="2026-02-09T09:19:14.165" v="61552" actId="478"/>
          <ac:spMkLst>
            <pc:docMk/>
            <pc:sldMk cId="2593661572" sldId="290"/>
            <ac:spMk id="419" creationId="{1A1E04F1-8523-42DA-DB00-DDFF28319ECB}"/>
          </ac:spMkLst>
        </pc:spChg>
        <pc:spChg chg="del">
          <ac:chgData name="Freda Shi" userId="e3bafef1-15f2-4eeb-acbe-fa674bab7991" providerId="ADAL" clId="{9555FC65-5A8C-4EE8-9D5B-8283D7A0923C}" dt="2026-02-09T09:19:14.165" v="61551" actId="478"/>
          <ac:spMkLst>
            <pc:docMk/>
            <pc:sldMk cId="2593661572" sldId="290"/>
            <ac:spMk id="420" creationId="{61AE5930-F397-132D-6103-A6D8418559A6}"/>
          </ac:spMkLst>
        </pc:spChg>
        <pc:spChg chg="del">
          <ac:chgData name="Freda Shi" userId="e3bafef1-15f2-4eeb-acbe-fa674bab7991" providerId="ADAL" clId="{9555FC65-5A8C-4EE8-9D5B-8283D7A0923C}" dt="2026-02-09T09:19:14.165" v="61550" actId="478"/>
          <ac:spMkLst>
            <pc:docMk/>
            <pc:sldMk cId="2593661572" sldId="290"/>
            <ac:spMk id="421" creationId="{B1EF6817-D6D5-52F0-5717-0C03102A235A}"/>
          </ac:spMkLst>
        </pc:spChg>
        <pc:spChg chg="del">
          <ac:chgData name="Freda Shi" userId="e3bafef1-15f2-4eeb-acbe-fa674bab7991" providerId="ADAL" clId="{9555FC65-5A8C-4EE8-9D5B-8283D7A0923C}" dt="2026-02-09T09:19:14.165" v="61549" actId="478"/>
          <ac:spMkLst>
            <pc:docMk/>
            <pc:sldMk cId="2593661572" sldId="290"/>
            <ac:spMk id="422" creationId="{C489B264-50E3-B08C-B430-C21042310788}"/>
          </ac:spMkLst>
        </pc:spChg>
        <pc:spChg chg="mod">
          <ac:chgData name="Freda Shi" userId="e3bafef1-15f2-4eeb-acbe-fa674bab7991" providerId="ADAL" clId="{9555FC65-5A8C-4EE8-9D5B-8283D7A0923C}" dt="2026-02-09T09:19:14.263" v="61652" actId="108"/>
          <ac:spMkLst>
            <pc:docMk/>
            <pc:sldMk cId="2593661572" sldId="290"/>
            <ac:spMk id="424" creationId="{887B783D-063B-75FB-3935-3A9AEEB234B8}"/>
          </ac:spMkLst>
        </pc:spChg>
        <pc:spChg chg="mod">
          <ac:chgData name="Freda Shi" userId="e3bafef1-15f2-4eeb-acbe-fa674bab7991" providerId="ADAL" clId="{9555FC65-5A8C-4EE8-9D5B-8283D7A0923C}" dt="2026-02-09T09:19:14.263" v="61653" actId="108"/>
          <ac:spMkLst>
            <pc:docMk/>
            <pc:sldMk cId="2593661572" sldId="290"/>
            <ac:spMk id="425" creationId="{2F180368-6A5B-CA26-80C4-F84E3343427B}"/>
          </ac:spMkLst>
        </pc:spChg>
        <pc:spChg chg="mod">
          <ac:chgData name="Freda Shi" userId="e3bafef1-15f2-4eeb-acbe-fa674bab7991" providerId="ADAL" clId="{9555FC65-5A8C-4EE8-9D5B-8283D7A0923C}" dt="2026-02-09T09:19:14.275" v="61654" actId="108"/>
          <ac:spMkLst>
            <pc:docMk/>
            <pc:sldMk cId="2593661572" sldId="290"/>
            <ac:spMk id="426" creationId="{E32299A5-DD0B-9B48-6A3F-FB5621B5290C}"/>
          </ac:spMkLst>
        </pc:spChg>
        <pc:spChg chg="mod">
          <ac:chgData name="Freda Shi" userId="e3bafef1-15f2-4eeb-acbe-fa674bab7991" providerId="ADAL" clId="{9555FC65-5A8C-4EE8-9D5B-8283D7A0923C}" dt="2026-02-09T09:19:14.275" v="61655" actId="108"/>
          <ac:spMkLst>
            <pc:docMk/>
            <pc:sldMk cId="2593661572" sldId="290"/>
            <ac:spMk id="427" creationId="{006B6A75-E076-C5C3-6007-F724757C0167}"/>
          </ac:spMkLst>
        </pc:spChg>
        <pc:spChg chg="mod">
          <ac:chgData name="Freda Shi" userId="e3bafef1-15f2-4eeb-acbe-fa674bab7991" providerId="ADAL" clId="{9555FC65-5A8C-4EE8-9D5B-8283D7A0923C}" dt="2026-02-09T09:19:14.275" v="61656" actId="108"/>
          <ac:spMkLst>
            <pc:docMk/>
            <pc:sldMk cId="2593661572" sldId="290"/>
            <ac:spMk id="428" creationId="{E09311A2-5687-BAC3-EBF2-0BCB4E90A361}"/>
          </ac:spMkLst>
        </pc:spChg>
        <pc:spChg chg="mod">
          <ac:chgData name="Freda Shi" userId="e3bafef1-15f2-4eeb-acbe-fa674bab7991" providerId="ADAL" clId="{9555FC65-5A8C-4EE8-9D5B-8283D7A0923C}" dt="2026-02-09T09:19:14.275" v="61657" actId="108"/>
          <ac:spMkLst>
            <pc:docMk/>
            <pc:sldMk cId="2593661572" sldId="290"/>
            <ac:spMk id="429" creationId="{8F095425-70A9-728C-C01D-068FDA1ACFA1}"/>
          </ac:spMkLst>
        </pc:spChg>
        <pc:spChg chg="mod">
          <ac:chgData name="Freda Shi" userId="e3bafef1-15f2-4eeb-acbe-fa674bab7991" providerId="ADAL" clId="{9555FC65-5A8C-4EE8-9D5B-8283D7A0923C}" dt="2026-02-09T09:19:14.275" v="61658" actId="108"/>
          <ac:spMkLst>
            <pc:docMk/>
            <pc:sldMk cId="2593661572" sldId="290"/>
            <ac:spMk id="430" creationId="{2AD4CB6B-851F-A1F9-454F-9CF7957F060F}"/>
          </ac:spMkLst>
        </pc:spChg>
        <pc:spChg chg="mod">
          <ac:chgData name="Freda Shi" userId="e3bafef1-15f2-4eeb-acbe-fa674bab7991" providerId="ADAL" clId="{9555FC65-5A8C-4EE8-9D5B-8283D7A0923C}" dt="2026-02-09T09:19:14.275" v="61659" actId="108"/>
          <ac:spMkLst>
            <pc:docMk/>
            <pc:sldMk cId="2593661572" sldId="290"/>
            <ac:spMk id="431" creationId="{69E56DF6-1612-AE83-D1BB-C90FDE8BD81F}"/>
          </ac:spMkLst>
        </pc:spChg>
        <pc:spChg chg="add mod">
          <ac:chgData name="Freda Shi" userId="e3bafef1-15f2-4eeb-acbe-fa674bab7991" providerId="ADAL" clId="{9555FC65-5A8C-4EE8-9D5B-8283D7A0923C}" dt="2026-02-09T09:20:36.858" v="61726" actId="1036"/>
          <ac:spMkLst>
            <pc:docMk/>
            <pc:sldMk cId="2593661572" sldId="290"/>
            <ac:spMk id="491" creationId="{B470A6F8-B93C-1CF2-AA88-CEFAA72973E1}"/>
          </ac:spMkLst>
        </pc:spChg>
        <pc:spChg chg="add mod">
          <ac:chgData name="Freda Shi" userId="e3bafef1-15f2-4eeb-acbe-fa674bab7991" providerId="ADAL" clId="{9555FC65-5A8C-4EE8-9D5B-8283D7A0923C}" dt="2026-02-09T09:20:36.858" v="61726" actId="1036"/>
          <ac:spMkLst>
            <pc:docMk/>
            <pc:sldMk cId="2593661572" sldId="290"/>
            <ac:spMk id="493" creationId="{A399FAC9-D0FF-5026-78FD-118A7F83E2A9}"/>
          </ac:spMkLst>
        </pc:spChg>
        <pc:grpChg chg="del">
          <ac:chgData name="Freda Shi" userId="e3bafef1-15f2-4eeb-acbe-fa674bab7991" providerId="ADAL" clId="{9555FC65-5A8C-4EE8-9D5B-8283D7A0923C}" dt="2026-02-09T09:20:28.823" v="61671" actId="478"/>
          <ac:grpSpMkLst>
            <pc:docMk/>
            <pc:sldMk cId="2593661572" sldId="290"/>
            <ac:grpSpMk id="6" creationId="{C169A711-0C65-986C-3D10-F3298C737C17}"/>
          </ac:grpSpMkLst>
        </pc:grpChg>
        <pc:grpChg chg="del mod">
          <ac:chgData name="Freda Shi" userId="e3bafef1-15f2-4eeb-acbe-fa674bab7991" providerId="ADAL" clId="{9555FC65-5A8C-4EE8-9D5B-8283D7A0923C}" dt="2026-02-09T09:19:14.244" v="61603" actId="478"/>
          <ac:grpSpMkLst>
            <pc:docMk/>
            <pc:sldMk cId="2593661572" sldId="290"/>
            <ac:grpSpMk id="423" creationId="{FE504DC0-3050-1F8E-D218-39F7F61D1AD3}"/>
          </ac:grpSpMkLst>
        </pc:grpChg>
        <pc:grpChg chg="mod ord">
          <ac:chgData name="Freda Shi" userId="e3bafef1-15f2-4eeb-acbe-fa674bab7991" providerId="ADAL" clId="{9555FC65-5A8C-4EE8-9D5B-8283D7A0923C}" dt="2026-02-09T09:20:36.858" v="61726" actId="1036"/>
          <ac:grpSpMkLst>
            <pc:docMk/>
            <pc:sldMk cId="2593661572" sldId="290"/>
            <ac:grpSpMk id="432" creationId="{127F5964-A6A4-80E2-6B02-3A1F6350F493}"/>
          </ac:grpSpMkLst>
        </pc:grpChg>
        <pc:grpChg chg="del">
          <ac:chgData name="Freda Shi" userId="e3bafef1-15f2-4eeb-acbe-fa674bab7991" providerId="ADAL" clId="{9555FC65-5A8C-4EE8-9D5B-8283D7A0923C}" dt="2026-02-09T09:19:14.275" v="61661" actId="478"/>
          <ac:grpSpMkLst>
            <pc:docMk/>
            <pc:sldMk cId="2593661572" sldId="290"/>
            <ac:grpSpMk id="433" creationId="{D0E69497-8CD5-3BCF-5006-31AF5B090616}"/>
          </ac:grpSpMkLst>
        </pc:grpChg>
        <pc:picChg chg="mod">
          <ac:chgData name="Freda Shi" userId="e3bafef1-15f2-4eeb-acbe-fa674bab7991" providerId="ADAL" clId="{9555FC65-5A8C-4EE8-9D5B-8283D7A0923C}" dt="2026-02-09T09:19:14.058" v="61543" actId="14100"/>
          <ac:picMkLst>
            <pc:docMk/>
            <pc:sldMk cId="2593661572" sldId="290"/>
            <ac:picMk id="61" creationId="{5A4505E4-F0B9-C648-A4C3-7464E461FBCA}"/>
          </ac:picMkLst>
        </pc:picChg>
        <pc:cxnChg chg="del">
          <ac:chgData name="Freda Shi" userId="e3bafef1-15f2-4eeb-acbe-fa674bab7991" providerId="ADAL" clId="{9555FC65-5A8C-4EE8-9D5B-8283D7A0923C}" dt="2026-02-09T09:19:03.540" v="61537" actId="478"/>
          <ac:cxnSpMkLst>
            <pc:docMk/>
            <pc:sldMk cId="2593661572" sldId="290"/>
            <ac:cxnSpMk id="7" creationId="{67D4BC72-F40E-624F-8788-A0D49A02FA63}"/>
          </ac:cxnSpMkLst>
        </pc:cxnChg>
        <pc:cxnChg chg="add mod">
          <ac:chgData name="Freda Shi" userId="e3bafef1-15f2-4eeb-acbe-fa674bab7991" providerId="ADAL" clId="{9555FC65-5A8C-4EE8-9D5B-8283D7A0923C}" dt="2026-02-09T09:20:36.858" v="61726" actId="1036"/>
          <ac:cxnSpMkLst>
            <pc:docMk/>
            <pc:sldMk cId="2593661572" sldId="290"/>
            <ac:cxnSpMk id="490" creationId="{959D6773-E9E2-660C-DFFF-BF2808508F07}"/>
          </ac:cxnSpMkLst>
        </pc:cxnChg>
        <pc:cxnChg chg="add mod">
          <ac:chgData name="Freda Shi" userId="e3bafef1-15f2-4eeb-acbe-fa674bab7991" providerId="ADAL" clId="{9555FC65-5A8C-4EE8-9D5B-8283D7A0923C}" dt="2026-02-09T09:20:36.858" v="61726" actId="1036"/>
          <ac:cxnSpMkLst>
            <pc:docMk/>
            <pc:sldMk cId="2593661572" sldId="290"/>
            <ac:cxnSpMk id="492" creationId="{42E12471-B1DA-1FA8-63EF-7593B43E4962}"/>
          </ac:cxnSpMkLst>
        </pc:cxnChg>
      </pc:sldChg>
      <pc:sldChg chg="addSp modSp new mod">
        <pc:chgData name="Freda Shi" userId="e3bafef1-15f2-4eeb-acbe-fa674bab7991" providerId="ADAL" clId="{9555FC65-5A8C-4EE8-9D5B-8283D7A0923C}" dt="2026-02-09T09:28:06.329" v="61857" actId="20577"/>
        <pc:sldMkLst>
          <pc:docMk/>
          <pc:sldMk cId="666511040" sldId="291"/>
        </pc:sldMkLst>
        <pc:spChg chg="mod">
          <ac:chgData name="Freda Shi" userId="e3bafef1-15f2-4eeb-acbe-fa674bab7991" providerId="ADAL" clId="{9555FC65-5A8C-4EE8-9D5B-8283D7A0923C}" dt="2026-02-09T09:26:31.392" v="61817" actId="20577"/>
          <ac:spMkLst>
            <pc:docMk/>
            <pc:sldMk cId="666511040" sldId="291"/>
            <ac:spMk id="2" creationId="{95024E4F-8D7F-5915-93BE-93FE92A5B343}"/>
          </ac:spMkLst>
        </pc:spChg>
        <pc:spChg chg="mod">
          <ac:chgData name="Freda Shi" userId="e3bafef1-15f2-4eeb-acbe-fa674bab7991" providerId="ADAL" clId="{9555FC65-5A8C-4EE8-9D5B-8283D7A0923C}" dt="2026-02-09T09:26:57.290" v="61824" actId="1076"/>
          <ac:spMkLst>
            <pc:docMk/>
            <pc:sldMk cId="666511040" sldId="291"/>
            <ac:spMk id="3" creationId="{E875A481-8FFC-DBE6-9583-0D9F9DC3B2F7}"/>
          </ac:spMkLst>
        </pc:spChg>
        <pc:spChg chg="add mod">
          <ac:chgData name="Freda Shi" userId="e3bafef1-15f2-4eeb-acbe-fa674bab7991" providerId="ADAL" clId="{9555FC65-5A8C-4EE8-9D5B-8283D7A0923C}" dt="2026-02-09T09:27:51.055" v="61852" actId="164"/>
          <ac:spMkLst>
            <pc:docMk/>
            <pc:sldMk cId="666511040" sldId="291"/>
            <ac:spMk id="5" creationId="{E312E0AE-0BAB-70A5-81A4-5582195C54A9}"/>
          </ac:spMkLst>
        </pc:spChg>
        <pc:spChg chg="add mod">
          <ac:chgData name="Freda Shi" userId="e3bafef1-15f2-4eeb-acbe-fa674bab7991" providerId="ADAL" clId="{9555FC65-5A8C-4EE8-9D5B-8283D7A0923C}" dt="2026-02-09T09:28:06.329" v="61857" actId="20577"/>
          <ac:spMkLst>
            <pc:docMk/>
            <pc:sldMk cId="666511040" sldId="291"/>
            <ac:spMk id="6" creationId="{30743F5E-08DF-34DA-0549-C1BB5FC4A07B}"/>
          </ac:spMkLst>
        </pc:spChg>
        <pc:spChg chg="add mod">
          <ac:chgData name="Freda Shi" userId="e3bafef1-15f2-4eeb-acbe-fa674bab7991" providerId="ADAL" clId="{9555FC65-5A8C-4EE8-9D5B-8283D7A0923C}" dt="2026-02-09T09:27:51.055" v="61852" actId="164"/>
          <ac:spMkLst>
            <pc:docMk/>
            <pc:sldMk cId="666511040" sldId="291"/>
            <ac:spMk id="8" creationId="{197C6839-4932-25CE-0DA9-85D85114F2EC}"/>
          </ac:spMkLst>
        </pc:spChg>
        <pc:grpChg chg="add mod">
          <ac:chgData name="Freda Shi" userId="e3bafef1-15f2-4eeb-acbe-fa674bab7991" providerId="ADAL" clId="{9555FC65-5A8C-4EE8-9D5B-8283D7A0923C}" dt="2026-02-09T09:28:01.600" v="61854" actId="1076"/>
          <ac:grpSpMkLst>
            <pc:docMk/>
            <pc:sldMk cId="666511040" sldId="291"/>
            <ac:grpSpMk id="11" creationId="{2FAA7AAA-83AA-DF7D-43E3-4FBA99BAF377}"/>
          </ac:grpSpMkLst>
        </pc:grpChg>
        <pc:cxnChg chg="add mod">
          <ac:chgData name="Freda Shi" userId="e3bafef1-15f2-4eeb-acbe-fa674bab7991" providerId="ADAL" clId="{9555FC65-5A8C-4EE8-9D5B-8283D7A0923C}" dt="2026-02-09T09:27:51.055" v="61852" actId="164"/>
          <ac:cxnSpMkLst>
            <pc:docMk/>
            <pc:sldMk cId="666511040" sldId="291"/>
            <ac:cxnSpMk id="7" creationId="{48EF309B-5F94-B9E4-E8E8-7631C8A4F797}"/>
          </ac:cxnSpMkLst>
        </pc:cxnChg>
      </pc:sldChg>
      <pc:sldChg chg="delSp modSp add del mod delAnim">
        <pc:chgData name="Freda Shi" userId="e3bafef1-15f2-4eeb-acbe-fa674bab7991" providerId="ADAL" clId="{9555FC65-5A8C-4EE8-9D5B-8283D7A0923C}" dt="2026-02-09T09:20:02.979" v="61669" actId="47"/>
        <pc:sldMkLst>
          <pc:docMk/>
          <pc:sldMk cId="2341486259" sldId="291"/>
        </pc:sldMkLst>
        <pc:spChg chg="mod">
          <ac:chgData name="Freda Shi" userId="e3bafef1-15f2-4eeb-acbe-fa674bab7991" providerId="ADAL" clId="{9555FC65-5A8C-4EE8-9D5B-8283D7A0923C}" dt="2026-02-09T09:18:53.186" v="61535" actId="20577"/>
          <ac:spMkLst>
            <pc:docMk/>
            <pc:sldMk cId="2341486259" sldId="291"/>
            <ac:spMk id="2" creationId="{E20893A3-6248-EB3B-3CE4-1907856AACE7}"/>
          </ac:spMkLst>
        </pc:spChg>
        <pc:spChg chg="del mod">
          <ac:chgData name="Freda Shi" userId="e3bafef1-15f2-4eeb-acbe-fa674bab7991" providerId="ADAL" clId="{9555FC65-5A8C-4EE8-9D5B-8283D7A0923C}" dt="2026-02-09T09:15:56.926" v="61102" actId="478"/>
          <ac:spMkLst>
            <pc:docMk/>
            <pc:sldMk cId="2341486259" sldId="291"/>
            <ac:spMk id="7" creationId="{3B650358-83EB-D699-CA66-A4D2682B2F0C}"/>
          </ac:spMkLst>
        </pc:spChg>
        <pc:spChg chg="mod">
          <ac:chgData name="Freda Shi" userId="e3bafef1-15f2-4eeb-acbe-fa674bab7991" providerId="ADAL" clId="{9555FC65-5A8C-4EE8-9D5B-8283D7A0923C}" dt="2026-02-09T09:16:02.851" v="61138" actId="1036"/>
          <ac:spMkLst>
            <pc:docMk/>
            <pc:sldMk cId="2341486259" sldId="291"/>
            <ac:spMk id="11" creationId="{C0F2D31B-A439-CE2D-F578-8576ED31461C}"/>
          </ac:spMkLst>
        </pc:spChg>
        <pc:spChg chg="mod">
          <ac:chgData name="Freda Shi" userId="e3bafef1-15f2-4eeb-acbe-fa674bab7991" providerId="ADAL" clId="{9555FC65-5A8C-4EE8-9D5B-8283D7A0923C}" dt="2026-02-09T09:16:02.851" v="61138" actId="1036"/>
          <ac:spMkLst>
            <pc:docMk/>
            <pc:sldMk cId="2341486259" sldId="291"/>
            <ac:spMk id="13" creationId="{D64E5E68-6B2C-3C13-BDD4-58A6224FE667}"/>
          </ac:spMkLst>
        </pc:spChg>
        <pc:spChg chg="del topLvl">
          <ac:chgData name="Freda Shi" userId="e3bafef1-15f2-4eeb-acbe-fa674bab7991" providerId="ADAL" clId="{9555FC65-5A8C-4EE8-9D5B-8283D7A0923C}" dt="2026-02-09T09:18:23.109" v="61268" actId="478"/>
          <ac:spMkLst>
            <pc:docMk/>
            <pc:sldMk cId="2341486259" sldId="291"/>
            <ac:spMk id="73" creationId="{DA2C2A3E-E399-3F7B-FFC7-1AA7B49E2F4E}"/>
          </ac:spMkLst>
        </pc:spChg>
        <pc:spChg chg="del topLvl">
          <ac:chgData name="Freda Shi" userId="e3bafef1-15f2-4eeb-acbe-fa674bab7991" providerId="ADAL" clId="{9555FC65-5A8C-4EE8-9D5B-8283D7A0923C}" dt="2026-02-09T09:18:23.061" v="61211" actId="478"/>
          <ac:spMkLst>
            <pc:docMk/>
            <pc:sldMk cId="2341486259" sldId="291"/>
            <ac:spMk id="74" creationId="{AC3422E2-9FEE-1D16-78E4-3E6DFA90B90E}"/>
          </ac:spMkLst>
        </pc:spChg>
        <pc:spChg chg="del">
          <ac:chgData name="Freda Shi" userId="e3bafef1-15f2-4eeb-acbe-fa674bab7991" providerId="ADAL" clId="{9555FC65-5A8C-4EE8-9D5B-8283D7A0923C}" dt="2026-02-09T09:18:23.061" v="61210" actId="478"/>
          <ac:spMkLst>
            <pc:docMk/>
            <pc:sldMk cId="2341486259" sldId="291"/>
            <ac:spMk id="75" creationId="{AC1AB277-027A-C30B-D936-E891B01ABCB9}"/>
          </ac:spMkLst>
        </pc:spChg>
        <pc:spChg chg="del">
          <ac:chgData name="Freda Shi" userId="e3bafef1-15f2-4eeb-acbe-fa674bab7991" providerId="ADAL" clId="{9555FC65-5A8C-4EE8-9D5B-8283D7A0923C}" dt="2026-02-09T09:18:23.061" v="61209" actId="478"/>
          <ac:spMkLst>
            <pc:docMk/>
            <pc:sldMk cId="2341486259" sldId="291"/>
            <ac:spMk id="76" creationId="{290700AE-3BF0-7F75-D4D1-00968229ABA8}"/>
          </ac:spMkLst>
        </pc:spChg>
        <pc:spChg chg="del">
          <ac:chgData name="Freda Shi" userId="e3bafef1-15f2-4eeb-acbe-fa674bab7991" providerId="ADAL" clId="{9555FC65-5A8C-4EE8-9D5B-8283D7A0923C}" dt="2026-02-09T09:18:23.061" v="61208" actId="478"/>
          <ac:spMkLst>
            <pc:docMk/>
            <pc:sldMk cId="2341486259" sldId="291"/>
            <ac:spMk id="77" creationId="{23D315A3-024F-F3FC-549A-09937BF707B3}"/>
          </ac:spMkLst>
        </pc:spChg>
        <pc:spChg chg="del">
          <ac:chgData name="Freda Shi" userId="e3bafef1-15f2-4eeb-acbe-fa674bab7991" providerId="ADAL" clId="{9555FC65-5A8C-4EE8-9D5B-8283D7A0923C}" dt="2026-02-09T09:18:23.061" v="61207" actId="478"/>
          <ac:spMkLst>
            <pc:docMk/>
            <pc:sldMk cId="2341486259" sldId="291"/>
            <ac:spMk id="78" creationId="{3BC4EEB5-68FE-2BB0-F225-4EC1091B4FA5}"/>
          </ac:spMkLst>
        </pc:spChg>
        <pc:spChg chg="del">
          <ac:chgData name="Freda Shi" userId="e3bafef1-15f2-4eeb-acbe-fa674bab7991" providerId="ADAL" clId="{9555FC65-5A8C-4EE8-9D5B-8283D7A0923C}" dt="2026-02-09T09:18:23.061" v="61206" actId="478"/>
          <ac:spMkLst>
            <pc:docMk/>
            <pc:sldMk cId="2341486259" sldId="291"/>
            <ac:spMk id="79" creationId="{3F9075EA-242D-0F12-BB85-C7563D4ED2F0}"/>
          </ac:spMkLst>
        </pc:spChg>
        <pc:spChg chg="del">
          <ac:chgData name="Freda Shi" userId="e3bafef1-15f2-4eeb-acbe-fa674bab7991" providerId="ADAL" clId="{9555FC65-5A8C-4EE8-9D5B-8283D7A0923C}" dt="2026-02-09T09:18:23.061" v="61205" actId="478"/>
          <ac:spMkLst>
            <pc:docMk/>
            <pc:sldMk cId="2341486259" sldId="291"/>
            <ac:spMk id="80" creationId="{BE253957-6230-60A7-950F-9087534A4DB7}"/>
          </ac:spMkLst>
        </pc:spChg>
        <pc:spChg chg="del">
          <ac:chgData name="Freda Shi" userId="e3bafef1-15f2-4eeb-acbe-fa674bab7991" providerId="ADAL" clId="{9555FC65-5A8C-4EE8-9D5B-8283D7A0923C}" dt="2026-02-09T09:18:23.061" v="61204" actId="478"/>
          <ac:spMkLst>
            <pc:docMk/>
            <pc:sldMk cId="2341486259" sldId="291"/>
            <ac:spMk id="81" creationId="{DF8326C9-2A40-C445-83E2-6669F1BD7310}"/>
          </ac:spMkLst>
        </pc:spChg>
        <pc:spChg chg="del">
          <ac:chgData name="Freda Shi" userId="e3bafef1-15f2-4eeb-acbe-fa674bab7991" providerId="ADAL" clId="{9555FC65-5A8C-4EE8-9D5B-8283D7A0923C}" dt="2026-02-09T09:18:23.061" v="61203" actId="478"/>
          <ac:spMkLst>
            <pc:docMk/>
            <pc:sldMk cId="2341486259" sldId="291"/>
            <ac:spMk id="82" creationId="{73B55DAE-6EFF-70E4-4849-880CE62485B7}"/>
          </ac:spMkLst>
        </pc:spChg>
        <pc:spChg chg="del">
          <ac:chgData name="Freda Shi" userId="e3bafef1-15f2-4eeb-acbe-fa674bab7991" providerId="ADAL" clId="{9555FC65-5A8C-4EE8-9D5B-8283D7A0923C}" dt="2026-02-09T09:18:23.061" v="61202" actId="478"/>
          <ac:spMkLst>
            <pc:docMk/>
            <pc:sldMk cId="2341486259" sldId="291"/>
            <ac:spMk id="83" creationId="{73F27E80-E1F1-7A7F-32C6-780027F7BB75}"/>
          </ac:spMkLst>
        </pc:spChg>
        <pc:spChg chg="del">
          <ac:chgData name="Freda Shi" userId="e3bafef1-15f2-4eeb-acbe-fa674bab7991" providerId="ADAL" clId="{9555FC65-5A8C-4EE8-9D5B-8283D7A0923C}" dt="2026-02-09T09:18:23.061" v="61201" actId="478"/>
          <ac:spMkLst>
            <pc:docMk/>
            <pc:sldMk cId="2341486259" sldId="291"/>
            <ac:spMk id="84" creationId="{947D2DFD-C97F-E592-63A6-947D4946D333}"/>
          </ac:spMkLst>
        </pc:spChg>
        <pc:spChg chg="del">
          <ac:chgData name="Freda Shi" userId="e3bafef1-15f2-4eeb-acbe-fa674bab7991" providerId="ADAL" clId="{9555FC65-5A8C-4EE8-9D5B-8283D7A0923C}" dt="2026-02-09T09:18:23.061" v="61200" actId="478"/>
          <ac:spMkLst>
            <pc:docMk/>
            <pc:sldMk cId="2341486259" sldId="291"/>
            <ac:spMk id="85" creationId="{5751A6D8-C452-D525-FD98-E08ACCA70928}"/>
          </ac:spMkLst>
        </pc:spChg>
        <pc:spChg chg="del">
          <ac:chgData name="Freda Shi" userId="e3bafef1-15f2-4eeb-acbe-fa674bab7991" providerId="ADAL" clId="{9555FC65-5A8C-4EE8-9D5B-8283D7A0923C}" dt="2026-02-09T09:18:23.061" v="61199" actId="478"/>
          <ac:spMkLst>
            <pc:docMk/>
            <pc:sldMk cId="2341486259" sldId="291"/>
            <ac:spMk id="86" creationId="{8297C840-2B12-1960-F3E8-1899E298B104}"/>
          </ac:spMkLst>
        </pc:spChg>
        <pc:spChg chg="del">
          <ac:chgData name="Freda Shi" userId="e3bafef1-15f2-4eeb-acbe-fa674bab7991" providerId="ADAL" clId="{9555FC65-5A8C-4EE8-9D5B-8283D7A0923C}" dt="2026-02-09T09:18:23.061" v="61198" actId="478"/>
          <ac:spMkLst>
            <pc:docMk/>
            <pc:sldMk cId="2341486259" sldId="291"/>
            <ac:spMk id="87" creationId="{BA3D02CC-AAFE-7976-67F9-FC7D27902F1B}"/>
          </ac:spMkLst>
        </pc:spChg>
        <pc:spChg chg="del">
          <ac:chgData name="Freda Shi" userId="e3bafef1-15f2-4eeb-acbe-fa674bab7991" providerId="ADAL" clId="{9555FC65-5A8C-4EE8-9D5B-8283D7A0923C}" dt="2026-02-09T09:18:23.061" v="61197" actId="478"/>
          <ac:spMkLst>
            <pc:docMk/>
            <pc:sldMk cId="2341486259" sldId="291"/>
            <ac:spMk id="88" creationId="{CB1C9E13-7BB2-4E04-5ABE-FD3A1E83F567}"/>
          </ac:spMkLst>
        </pc:spChg>
        <pc:spChg chg="del">
          <ac:chgData name="Freda Shi" userId="e3bafef1-15f2-4eeb-acbe-fa674bab7991" providerId="ADAL" clId="{9555FC65-5A8C-4EE8-9D5B-8283D7A0923C}" dt="2026-02-09T09:18:23.061" v="61196" actId="478"/>
          <ac:spMkLst>
            <pc:docMk/>
            <pc:sldMk cId="2341486259" sldId="291"/>
            <ac:spMk id="89" creationId="{F18D8BE7-74E1-B22C-352D-AACAF9BBCAF6}"/>
          </ac:spMkLst>
        </pc:spChg>
        <pc:spChg chg="del">
          <ac:chgData name="Freda Shi" userId="e3bafef1-15f2-4eeb-acbe-fa674bab7991" providerId="ADAL" clId="{9555FC65-5A8C-4EE8-9D5B-8283D7A0923C}" dt="2026-02-09T09:18:23.045" v="61195" actId="478"/>
          <ac:spMkLst>
            <pc:docMk/>
            <pc:sldMk cId="2341486259" sldId="291"/>
            <ac:spMk id="90" creationId="{56D8A118-C9D1-3F2D-54D8-ECB7D9558A78}"/>
          </ac:spMkLst>
        </pc:spChg>
        <pc:spChg chg="del">
          <ac:chgData name="Freda Shi" userId="e3bafef1-15f2-4eeb-acbe-fa674bab7991" providerId="ADAL" clId="{9555FC65-5A8C-4EE8-9D5B-8283D7A0923C}" dt="2026-02-09T09:18:23.045" v="61194" actId="478"/>
          <ac:spMkLst>
            <pc:docMk/>
            <pc:sldMk cId="2341486259" sldId="291"/>
            <ac:spMk id="91" creationId="{31295836-D029-2F4E-648D-4FA494C473C1}"/>
          </ac:spMkLst>
        </pc:spChg>
        <pc:spChg chg="del">
          <ac:chgData name="Freda Shi" userId="e3bafef1-15f2-4eeb-acbe-fa674bab7991" providerId="ADAL" clId="{9555FC65-5A8C-4EE8-9D5B-8283D7A0923C}" dt="2026-02-09T09:18:23.045" v="61193" actId="478"/>
          <ac:spMkLst>
            <pc:docMk/>
            <pc:sldMk cId="2341486259" sldId="291"/>
            <ac:spMk id="92" creationId="{7BB145BD-8610-3027-B03C-D0176F757447}"/>
          </ac:spMkLst>
        </pc:spChg>
        <pc:spChg chg="del">
          <ac:chgData name="Freda Shi" userId="e3bafef1-15f2-4eeb-acbe-fa674bab7991" providerId="ADAL" clId="{9555FC65-5A8C-4EE8-9D5B-8283D7A0923C}" dt="2026-02-09T09:18:23.045" v="61192" actId="478"/>
          <ac:spMkLst>
            <pc:docMk/>
            <pc:sldMk cId="2341486259" sldId="291"/>
            <ac:spMk id="93" creationId="{5C069EDC-6BA3-EDA4-8F3C-03C425FAF830}"/>
          </ac:spMkLst>
        </pc:spChg>
        <pc:spChg chg="del">
          <ac:chgData name="Freda Shi" userId="e3bafef1-15f2-4eeb-acbe-fa674bab7991" providerId="ADAL" clId="{9555FC65-5A8C-4EE8-9D5B-8283D7A0923C}" dt="2026-02-09T09:18:23.045" v="61191" actId="478"/>
          <ac:spMkLst>
            <pc:docMk/>
            <pc:sldMk cId="2341486259" sldId="291"/>
            <ac:spMk id="94" creationId="{B6E328F2-676F-AEB7-BF95-8094D869CD16}"/>
          </ac:spMkLst>
        </pc:spChg>
        <pc:spChg chg="del">
          <ac:chgData name="Freda Shi" userId="e3bafef1-15f2-4eeb-acbe-fa674bab7991" providerId="ADAL" clId="{9555FC65-5A8C-4EE8-9D5B-8283D7A0923C}" dt="2026-02-09T09:18:23.045" v="61190" actId="478"/>
          <ac:spMkLst>
            <pc:docMk/>
            <pc:sldMk cId="2341486259" sldId="291"/>
            <ac:spMk id="95" creationId="{12FD1CC3-62C0-D471-8B60-9F3624A5A059}"/>
          </ac:spMkLst>
        </pc:spChg>
        <pc:spChg chg="del">
          <ac:chgData name="Freda Shi" userId="e3bafef1-15f2-4eeb-acbe-fa674bab7991" providerId="ADAL" clId="{9555FC65-5A8C-4EE8-9D5B-8283D7A0923C}" dt="2026-02-09T09:18:23.045" v="61189" actId="478"/>
          <ac:spMkLst>
            <pc:docMk/>
            <pc:sldMk cId="2341486259" sldId="291"/>
            <ac:spMk id="96" creationId="{72B0CC69-C2CD-DF26-6C74-4D3C6F9CC0EE}"/>
          </ac:spMkLst>
        </pc:spChg>
        <pc:spChg chg="del">
          <ac:chgData name="Freda Shi" userId="e3bafef1-15f2-4eeb-acbe-fa674bab7991" providerId="ADAL" clId="{9555FC65-5A8C-4EE8-9D5B-8283D7A0923C}" dt="2026-02-09T09:18:23.045" v="61188" actId="478"/>
          <ac:spMkLst>
            <pc:docMk/>
            <pc:sldMk cId="2341486259" sldId="291"/>
            <ac:spMk id="97" creationId="{409DE8F9-CCFF-7334-BF9F-BAD16023A786}"/>
          </ac:spMkLst>
        </pc:spChg>
        <pc:spChg chg="del">
          <ac:chgData name="Freda Shi" userId="e3bafef1-15f2-4eeb-acbe-fa674bab7991" providerId="ADAL" clId="{9555FC65-5A8C-4EE8-9D5B-8283D7A0923C}" dt="2026-02-09T09:18:23.045" v="61187" actId="478"/>
          <ac:spMkLst>
            <pc:docMk/>
            <pc:sldMk cId="2341486259" sldId="291"/>
            <ac:spMk id="98" creationId="{31E43FCF-E75C-9F25-8CFE-24B18ACA01D3}"/>
          </ac:spMkLst>
        </pc:spChg>
        <pc:spChg chg="del">
          <ac:chgData name="Freda Shi" userId="e3bafef1-15f2-4eeb-acbe-fa674bab7991" providerId="ADAL" clId="{9555FC65-5A8C-4EE8-9D5B-8283D7A0923C}" dt="2026-02-09T09:18:23.045" v="61186" actId="478"/>
          <ac:spMkLst>
            <pc:docMk/>
            <pc:sldMk cId="2341486259" sldId="291"/>
            <ac:spMk id="99" creationId="{45A6EA9F-969C-948F-3AA9-DAD1774A28A8}"/>
          </ac:spMkLst>
        </pc:spChg>
        <pc:spChg chg="del">
          <ac:chgData name="Freda Shi" userId="e3bafef1-15f2-4eeb-acbe-fa674bab7991" providerId="ADAL" clId="{9555FC65-5A8C-4EE8-9D5B-8283D7A0923C}" dt="2026-02-09T09:18:23.045" v="61185" actId="478"/>
          <ac:spMkLst>
            <pc:docMk/>
            <pc:sldMk cId="2341486259" sldId="291"/>
            <ac:spMk id="100" creationId="{00A4936E-C479-A4C9-8965-91E56ADBC874}"/>
          </ac:spMkLst>
        </pc:spChg>
        <pc:spChg chg="del">
          <ac:chgData name="Freda Shi" userId="e3bafef1-15f2-4eeb-acbe-fa674bab7991" providerId="ADAL" clId="{9555FC65-5A8C-4EE8-9D5B-8283D7A0923C}" dt="2026-02-09T09:18:23.045" v="61184" actId="478"/>
          <ac:spMkLst>
            <pc:docMk/>
            <pc:sldMk cId="2341486259" sldId="291"/>
            <ac:spMk id="101" creationId="{34C194CA-42EB-C3EF-800C-087F741CBE64}"/>
          </ac:spMkLst>
        </pc:spChg>
        <pc:spChg chg="del">
          <ac:chgData name="Freda Shi" userId="e3bafef1-15f2-4eeb-acbe-fa674bab7991" providerId="ADAL" clId="{9555FC65-5A8C-4EE8-9D5B-8283D7A0923C}" dt="2026-02-09T09:18:23.029" v="61183" actId="478"/>
          <ac:spMkLst>
            <pc:docMk/>
            <pc:sldMk cId="2341486259" sldId="291"/>
            <ac:spMk id="102" creationId="{2C2025F6-B03D-AE9A-22CB-DF3B31385D0C}"/>
          </ac:spMkLst>
        </pc:spChg>
        <pc:spChg chg="del">
          <ac:chgData name="Freda Shi" userId="e3bafef1-15f2-4eeb-acbe-fa674bab7991" providerId="ADAL" clId="{9555FC65-5A8C-4EE8-9D5B-8283D7A0923C}" dt="2026-02-09T09:18:23.029" v="61182" actId="478"/>
          <ac:spMkLst>
            <pc:docMk/>
            <pc:sldMk cId="2341486259" sldId="291"/>
            <ac:spMk id="103" creationId="{E173B803-7134-5F3B-C1E9-9B99765F4FD4}"/>
          </ac:spMkLst>
        </pc:spChg>
        <pc:spChg chg="del">
          <ac:chgData name="Freda Shi" userId="e3bafef1-15f2-4eeb-acbe-fa674bab7991" providerId="ADAL" clId="{9555FC65-5A8C-4EE8-9D5B-8283D7A0923C}" dt="2026-02-09T09:18:23.029" v="61181" actId="478"/>
          <ac:spMkLst>
            <pc:docMk/>
            <pc:sldMk cId="2341486259" sldId="291"/>
            <ac:spMk id="104" creationId="{FFC965DB-C0F9-5224-AF5C-BB4D4CECB93E}"/>
          </ac:spMkLst>
        </pc:spChg>
        <pc:spChg chg="del">
          <ac:chgData name="Freda Shi" userId="e3bafef1-15f2-4eeb-acbe-fa674bab7991" providerId="ADAL" clId="{9555FC65-5A8C-4EE8-9D5B-8283D7A0923C}" dt="2026-02-09T09:18:23.029" v="61180" actId="478"/>
          <ac:spMkLst>
            <pc:docMk/>
            <pc:sldMk cId="2341486259" sldId="291"/>
            <ac:spMk id="105" creationId="{67C15066-5536-6C00-ACBC-0016B7F11D67}"/>
          </ac:spMkLst>
        </pc:spChg>
        <pc:spChg chg="del">
          <ac:chgData name="Freda Shi" userId="e3bafef1-15f2-4eeb-acbe-fa674bab7991" providerId="ADAL" clId="{9555FC65-5A8C-4EE8-9D5B-8283D7A0923C}" dt="2026-02-09T09:18:23.029" v="61179" actId="478"/>
          <ac:spMkLst>
            <pc:docMk/>
            <pc:sldMk cId="2341486259" sldId="291"/>
            <ac:spMk id="106" creationId="{ACF44D11-1791-F737-6FE1-D06E01425406}"/>
          </ac:spMkLst>
        </pc:spChg>
        <pc:spChg chg="del">
          <ac:chgData name="Freda Shi" userId="e3bafef1-15f2-4eeb-acbe-fa674bab7991" providerId="ADAL" clId="{9555FC65-5A8C-4EE8-9D5B-8283D7A0923C}" dt="2026-02-09T09:18:23.029" v="61178" actId="478"/>
          <ac:spMkLst>
            <pc:docMk/>
            <pc:sldMk cId="2341486259" sldId="291"/>
            <ac:spMk id="107" creationId="{3C04E4DC-C05C-1690-8574-AE93404496C7}"/>
          </ac:spMkLst>
        </pc:spChg>
        <pc:spChg chg="del">
          <ac:chgData name="Freda Shi" userId="e3bafef1-15f2-4eeb-acbe-fa674bab7991" providerId="ADAL" clId="{9555FC65-5A8C-4EE8-9D5B-8283D7A0923C}" dt="2026-02-09T09:18:23.029" v="61177" actId="478"/>
          <ac:spMkLst>
            <pc:docMk/>
            <pc:sldMk cId="2341486259" sldId="291"/>
            <ac:spMk id="108" creationId="{5C16B5A3-AD52-9CC9-2C25-EBB3F69FE636}"/>
          </ac:spMkLst>
        </pc:spChg>
        <pc:spChg chg="del">
          <ac:chgData name="Freda Shi" userId="e3bafef1-15f2-4eeb-acbe-fa674bab7991" providerId="ADAL" clId="{9555FC65-5A8C-4EE8-9D5B-8283D7A0923C}" dt="2026-02-09T09:18:23.029" v="61176" actId="478"/>
          <ac:spMkLst>
            <pc:docMk/>
            <pc:sldMk cId="2341486259" sldId="291"/>
            <ac:spMk id="109" creationId="{92D95047-EDCF-0A21-4D9F-D8AEB4F306DF}"/>
          </ac:spMkLst>
        </pc:spChg>
        <pc:spChg chg="del">
          <ac:chgData name="Freda Shi" userId="e3bafef1-15f2-4eeb-acbe-fa674bab7991" providerId="ADAL" clId="{9555FC65-5A8C-4EE8-9D5B-8283D7A0923C}" dt="2026-02-09T09:18:23.029" v="61175" actId="478"/>
          <ac:spMkLst>
            <pc:docMk/>
            <pc:sldMk cId="2341486259" sldId="291"/>
            <ac:spMk id="110" creationId="{74568F43-1B3A-6D2F-711B-0E3B1B17F2BA}"/>
          </ac:spMkLst>
        </pc:spChg>
        <pc:spChg chg="del">
          <ac:chgData name="Freda Shi" userId="e3bafef1-15f2-4eeb-acbe-fa674bab7991" providerId="ADAL" clId="{9555FC65-5A8C-4EE8-9D5B-8283D7A0923C}" dt="2026-02-09T09:18:23.029" v="61174" actId="478"/>
          <ac:spMkLst>
            <pc:docMk/>
            <pc:sldMk cId="2341486259" sldId="291"/>
            <ac:spMk id="111" creationId="{E4778E41-37D9-A083-699B-8C6768785934}"/>
          </ac:spMkLst>
        </pc:spChg>
        <pc:spChg chg="del">
          <ac:chgData name="Freda Shi" userId="e3bafef1-15f2-4eeb-acbe-fa674bab7991" providerId="ADAL" clId="{9555FC65-5A8C-4EE8-9D5B-8283D7A0923C}" dt="2026-02-09T09:18:23.029" v="61173" actId="478"/>
          <ac:spMkLst>
            <pc:docMk/>
            <pc:sldMk cId="2341486259" sldId="291"/>
            <ac:spMk id="112" creationId="{C93892BF-24B7-E9DC-130C-B09D4B59F40B}"/>
          </ac:spMkLst>
        </pc:spChg>
        <pc:spChg chg="del">
          <ac:chgData name="Freda Shi" userId="e3bafef1-15f2-4eeb-acbe-fa674bab7991" providerId="ADAL" clId="{9555FC65-5A8C-4EE8-9D5B-8283D7A0923C}" dt="2026-02-09T09:18:23.013" v="61172" actId="478"/>
          <ac:spMkLst>
            <pc:docMk/>
            <pc:sldMk cId="2341486259" sldId="291"/>
            <ac:spMk id="113" creationId="{322F2DF0-A181-76F7-7632-9D7046598A2D}"/>
          </ac:spMkLst>
        </pc:spChg>
        <pc:spChg chg="del">
          <ac:chgData name="Freda Shi" userId="e3bafef1-15f2-4eeb-acbe-fa674bab7991" providerId="ADAL" clId="{9555FC65-5A8C-4EE8-9D5B-8283D7A0923C}" dt="2026-02-09T09:18:23.013" v="61171" actId="478"/>
          <ac:spMkLst>
            <pc:docMk/>
            <pc:sldMk cId="2341486259" sldId="291"/>
            <ac:spMk id="114" creationId="{41155F37-EC5A-499D-3812-039087D8D0D1}"/>
          </ac:spMkLst>
        </pc:spChg>
        <pc:spChg chg="del">
          <ac:chgData name="Freda Shi" userId="e3bafef1-15f2-4eeb-acbe-fa674bab7991" providerId="ADAL" clId="{9555FC65-5A8C-4EE8-9D5B-8283D7A0923C}" dt="2026-02-09T09:18:23.013" v="61170" actId="478"/>
          <ac:spMkLst>
            <pc:docMk/>
            <pc:sldMk cId="2341486259" sldId="291"/>
            <ac:spMk id="115" creationId="{E76E06B7-A502-5814-1C69-CB19B00F45F5}"/>
          </ac:spMkLst>
        </pc:spChg>
        <pc:spChg chg="del">
          <ac:chgData name="Freda Shi" userId="e3bafef1-15f2-4eeb-acbe-fa674bab7991" providerId="ADAL" clId="{9555FC65-5A8C-4EE8-9D5B-8283D7A0923C}" dt="2026-02-09T09:18:23.013" v="61169" actId="478"/>
          <ac:spMkLst>
            <pc:docMk/>
            <pc:sldMk cId="2341486259" sldId="291"/>
            <ac:spMk id="116" creationId="{CFF3CA1C-1C96-FAAC-47C8-957BDC417C54}"/>
          </ac:spMkLst>
        </pc:spChg>
        <pc:spChg chg="del">
          <ac:chgData name="Freda Shi" userId="e3bafef1-15f2-4eeb-acbe-fa674bab7991" providerId="ADAL" clId="{9555FC65-5A8C-4EE8-9D5B-8283D7A0923C}" dt="2026-02-09T09:18:23.013" v="61168" actId="478"/>
          <ac:spMkLst>
            <pc:docMk/>
            <pc:sldMk cId="2341486259" sldId="291"/>
            <ac:spMk id="117" creationId="{4493BF09-7B39-28A9-86FA-3B2FB1031804}"/>
          </ac:spMkLst>
        </pc:spChg>
        <pc:spChg chg="del">
          <ac:chgData name="Freda Shi" userId="e3bafef1-15f2-4eeb-acbe-fa674bab7991" providerId="ADAL" clId="{9555FC65-5A8C-4EE8-9D5B-8283D7A0923C}" dt="2026-02-09T09:18:23.013" v="61167" actId="478"/>
          <ac:spMkLst>
            <pc:docMk/>
            <pc:sldMk cId="2341486259" sldId="291"/>
            <ac:spMk id="118" creationId="{38B3B35B-B151-C808-D5E8-B50063225957}"/>
          </ac:spMkLst>
        </pc:spChg>
        <pc:spChg chg="del">
          <ac:chgData name="Freda Shi" userId="e3bafef1-15f2-4eeb-acbe-fa674bab7991" providerId="ADAL" clId="{9555FC65-5A8C-4EE8-9D5B-8283D7A0923C}" dt="2026-02-09T09:18:23.013" v="61166" actId="478"/>
          <ac:spMkLst>
            <pc:docMk/>
            <pc:sldMk cId="2341486259" sldId="291"/>
            <ac:spMk id="119" creationId="{8157F662-FA24-FFAD-5828-0D70119C5761}"/>
          </ac:spMkLst>
        </pc:spChg>
        <pc:spChg chg="del">
          <ac:chgData name="Freda Shi" userId="e3bafef1-15f2-4eeb-acbe-fa674bab7991" providerId="ADAL" clId="{9555FC65-5A8C-4EE8-9D5B-8283D7A0923C}" dt="2026-02-09T09:18:23.013" v="61165" actId="478"/>
          <ac:spMkLst>
            <pc:docMk/>
            <pc:sldMk cId="2341486259" sldId="291"/>
            <ac:spMk id="120" creationId="{2202008D-5989-7898-A5AF-8E65701BEE12}"/>
          </ac:spMkLst>
        </pc:spChg>
        <pc:spChg chg="del">
          <ac:chgData name="Freda Shi" userId="e3bafef1-15f2-4eeb-acbe-fa674bab7991" providerId="ADAL" clId="{9555FC65-5A8C-4EE8-9D5B-8283D7A0923C}" dt="2026-02-09T09:18:23.013" v="61164" actId="478"/>
          <ac:spMkLst>
            <pc:docMk/>
            <pc:sldMk cId="2341486259" sldId="291"/>
            <ac:spMk id="121" creationId="{01695B27-E1BD-ED17-5347-8265ADA1133A}"/>
          </ac:spMkLst>
        </pc:spChg>
        <pc:spChg chg="del">
          <ac:chgData name="Freda Shi" userId="e3bafef1-15f2-4eeb-acbe-fa674bab7991" providerId="ADAL" clId="{9555FC65-5A8C-4EE8-9D5B-8283D7A0923C}" dt="2026-02-09T09:18:22.999" v="61163" actId="478"/>
          <ac:spMkLst>
            <pc:docMk/>
            <pc:sldMk cId="2341486259" sldId="291"/>
            <ac:spMk id="122" creationId="{1B0E8DD6-BBC1-8AFE-3D29-A1D202AD3055}"/>
          </ac:spMkLst>
        </pc:spChg>
        <pc:spChg chg="del">
          <ac:chgData name="Freda Shi" userId="e3bafef1-15f2-4eeb-acbe-fa674bab7991" providerId="ADAL" clId="{9555FC65-5A8C-4EE8-9D5B-8283D7A0923C}" dt="2026-02-09T09:18:22.999" v="61162" actId="478"/>
          <ac:spMkLst>
            <pc:docMk/>
            <pc:sldMk cId="2341486259" sldId="291"/>
            <ac:spMk id="123" creationId="{80D0768F-DBFE-9DB4-CBB7-CFBD748BA810}"/>
          </ac:spMkLst>
        </pc:spChg>
        <pc:spChg chg="del">
          <ac:chgData name="Freda Shi" userId="e3bafef1-15f2-4eeb-acbe-fa674bab7991" providerId="ADAL" clId="{9555FC65-5A8C-4EE8-9D5B-8283D7A0923C}" dt="2026-02-09T09:18:22.999" v="61161" actId="478"/>
          <ac:spMkLst>
            <pc:docMk/>
            <pc:sldMk cId="2341486259" sldId="291"/>
            <ac:spMk id="124" creationId="{329AE0D5-C1CC-21AC-B4EC-398ACC4D6F23}"/>
          </ac:spMkLst>
        </pc:spChg>
        <pc:spChg chg="del">
          <ac:chgData name="Freda Shi" userId="e3bafef1-15f2-4eeb-acbe-fa674bab7991" providerId="ADAL" clId="{9555FC65-5A8C-4EE8-9D5B-8283D7A0923C}" dt="2026-02-09T09:18:22.999" v="61160" actId="478"/>
          <ac:spMkLst>
            <pc:docMk/>
            <pc:sldMk cId="2341486259" sldId="291"/>
            <ac:spMk id="125" creationId="{264C85A6-81DB-9C46-3A1C-BE91FEC65FF9}"/>
          </ac:spMkLst>
        </pc:spChg>
        <pc:spChg chg="del">
          <ac:chgData name="Freda Shi" userId="e3bafef1-15f2-4eeb-acbe-fa674bab7991" providerId="ADAL" clId="{9555FC65-5A8C-4EE8-9D5B-8283D7A0923C}" dt="2026-02-09T09:18:22.999" v="61159" actId="478"/>
          <ac:spMkLst>
            <pc:docMk/>
            <pc:sldMk cId="2341486259" sldId="291"/>
            <ac:spMk id="126" creationId="{92E90BD8-66DF-2B27-87FE-E026C7866BF0}"/>
          </ac:spMkLst>
        </pc:spChg>
        <pc:spChg chg="del">
          <ac:chgData name="Freda Shi" userId="e3bafef1-15f2-4eeb-acbe-fa674bab7991" providerId="ADAL" clId="{9555FC65-5A8C-4EE8-9D5B-8283D7A0923C}" dt="2026-02-09T09:18:22.999" v="61158" actId="478"/>
          <ac:spMkLst>
            <pc:docMk/>
            <pc:sldMk cId="2341486259" sldId="291"/>
            <ac:spMk id="127" creationId="{1B92806D-7EC7-3F05-21C8-9E7A741CD577}"/>
          </ac:spMkLst>
        </pc:spChg>
        <pc:spChg chg="del">
          <ac:chgData name="Freda Shi" userId="e3bafef1-15f2-4eeb-acbe-fa674bab7991" providerId="ADAL" clId="{9555FC65-5A8C-4EE8-9D5B-8283D7A0923C}" dt="2026-02-09T09:18:22.999" v="61157" actId="478"/>
          <ac:spMkLst>
            <pc:docMk/>
            <pc:sldMk cId="2341486259" sldId="291"/>
            <ac:spMk id="128" creationId="{BB54865B-E15E-94B1-7AE1-2D6000EAD48C}"/>
          </ac:spMkLst>
        </pc:spChg>
        <pc:spChg chg="del mod topLvl">
          <ac:chgData name="Freda Shi" userId="e3bafef1-15f2-4eeb-acbe-fa674bab7991" providerId="ADAL" clId="{9555FC65-5A8C-4EE8-9D5B-8283D7A0923C}" dt="2026-02-09T09:18:32.802" v="61392" actId="478"/>
          <ac:spMkLst>
            <pc:docMk/>
            <pc:sldMk cId="2341486259" sldId="291"/>
            <ac:spMk id="133" creationId="{3FAB5848-612E-B810-83D9-046541F5B002}"/>
          </ac:spMkLst>
        </pc:spChg>
        <pc:spChg chg="del mod topLvl">
          <ac:chgData name="Freda Shi" userId="e3bafef1-15f2-4eeb-acbe-fa674bab7991" providerId="ADAL" clId="{9555FC65-5A8C-4EE8-9D5B-8283D7A0923C}" dt="2026-02-09T09:18:32.770" v="61335" actId="478"/>
          <ac:spMkLst>
            <pc:docMk/>
            <pc:sldMk cId="2341486259" sldId="291"/>
            <ac:spMk id="134" creationId="{0D8E794A-23AD-13A0-5D15-B1FAC5B6A9B2}"/>
          </ac:spMkLst>
        </pc:spChg>
        <pc:spChg chg="del mod">
          <ac:chgData name="Freda Shi" userId="e3bafef1-15f2-4eeb-acbe-fa674bab7991" providerId="ADAL" clId="{9555FC65-5A8C-4EE8-9D5B-8283D7A0923C}" dt="2026-02-09T09:18:32.770" v="61334" actId="478"/>
          <ac:spMkLst>
            <pc:docMk/>
            <pc:sldMk cId="2341486259" sldId="291"/>
            <ac:spMk id="135" creationId="{B511A94E-CB91-AEB3-1F21-7925ABD56A03}"/>
          </ac:spMkLst>
        </pc:spChg>
        <pc:spChg chg="del mod">
          <ac:chgData name="Freda Shi" userId="e3bafef1-15f2-4eeb-acbe-fa674bab7991" providerId="ADAL" clId="{9555FC65-5A8C-4EE8-9D5B-8283D7A0923C}" dt="2026-02-09T09:18:32.770" v="61333" actId="478"/>
          <ac:spMkLst>
            <pc:docMk/>
            <pc:sldMk cId="2341486259" sldId="291"/>
            <ac:spMk id="136" creationId="{6AB3EB23-FDAE-35BB-BC13-6305AC551E11}"/>
          </ac:spMkLst>
        </pc:spChg>
        <pc:spChg chg="del mod">
          <ac:chgData name="Freda Shi" userId="e3bafef1-15f2-4eeb-acbe-fa674bab7991" providerId="ADAL" clId="{9555FC65-5A8C-4EE8-9D5B-8283D7A0923C}" dt="2026-02-09T09:18:32.770" v="61332" actId="478"/>
          <ac:spMkLst>
            <pc:docMk/>
            <pc:sldMk cId="2341486259" sldId="291"/>
            <ac:spMk id="137" creationId="{33EFBCB7-2FC0-4EBE-6F3B-572CD64B4B1F}"/>
          </ac:spMkLst>
        </pc:spChg>
        <pc:spChg chg="del mod">
          <ac:chgData name="Freda Shi" userId="e3bafef1-15f2-4eeb-acbe-fa674bab7991" providerId="ADAL" clId="{9555FC65-5A8C-4EE8-9D5B-8283D7A0923C}" dt="2026-02-09T09:18:32.770" v="61331" actId="478"/>
          <ac:spMkLst>
            <pc:docMk/>
            <pc:sldMk cId="2341486259" sldId="291"/>
            <ac:spMk id="138" creationId="{148F542E-56E2-2F02-3EFF-A0989F98E066}"/>
          </ac:spMkLst>
        </pc:spChg>
        <pc:spChg chg="del mod">
          <ac:chgData name="Freda Shi" userId="e3bafef1-15f2-4eeb-acbe-fa674bab7991" providerId="ADAL" clId="{9555FC65-5A8C-4EE8-9D5B-8283D7A0923C}" dt="2026-02-09T09:18:32.770" v="61330" actId="478"/>
          <ac:spMkLst>
            <pc:docMk/>
            <pc:sldMk cId="2341486259" sldId="291"/>
            <ac:spMk id="139" creationId="{CEF3230C-224B-B511-A596-F2BF0E1D95D5}"/>
          </ac:spMkLst>
        </pc:spChg>
        <pc:spChg chg="del mod">
          <ac:chgData name="Freda Shi" userId="e3bafef1-15f2-4eeb-acbe-fa674bab7991" providerId="ADAL" clId="{9555FC65-5A8C-4EE8-9D5B-8283D7A0923C}" dt="2026-02-09T09:18:32.770" v="61329" actId="478"/>
          <ac:spMkLst>
            <pc:docMk/>
            <pc:sldMk cId="2341486259" sldId="291"/>
            <ac:spMk id="140" creationId="{7F40F03D-6471-ACF2-97C4-B7920403D312}"/>
          </ac:spMkLst>
        </pc:spChg>
        <pc:spChg chg="del mod">
          <ac:chgData name="Freda Shi" userId="e3bafef1-15f2-4eeb-acbe-fa674bab7991" providerId="ADAL" clId="{9555FC65-5A8C-4EE8-9D5B-8283D7A0923C}" dt="2026-02-09T09:18:32.770" v="61328" actId="478"/>
          <ac:spMkLst>
            <pc:docMk/>
            <pc:sldMk cId="2341486259" sldId="291"/>
            <ac:spMk id="141" creationId="{70CDD798-CA27-CFCF-2DD1-ED8E9D9753C1}"/>
          </ac:spMkLst>
        </pc:spChg>
        <pc:spChg chg="del mod">
          <ac:chgData name="Freda Shi" userId="e3bafef1-15f2-4eeb-acbe-fa674bab7991" providerId="ADAL" clId="{9555FC65-5A8C-4EE8-9D5B-8283D7A0923C}" dt="2026-02-09T09:18:32.770" v="61327" actId="478"/>
          <ac:spMkLst>
            <pc:docMk/>
            <pc:sldMk cId="2341486259" sldId="291"/>
            <ac:spMk id="142" creationId="{7E1862CC-1144-E00D-1607-29FC75270394}"/>
          </ac:spMkLst>
        </pc:spChg>
        <pc:spChg chg="del mod">
          <ac:chgData name="Freda Shi" userId="e3bafef1-15f2-4eeb-acbe-fa674bab7991" providerId="ADAL" clId="{9555FC65-5A8C-4EE8-9D5B-8283D7A0923C}" dt="2026-02-09T09:18:32.770" v="61326" actId="478"/>
          <ac:spMkLst>
            <pc:docMk/>
            <pc:sldMk cId="2341486259" sldId="291"/>
            <ac:spMk id="143" creationId="{3FF4A564-A225-A5AD-5FA4-0020A5A2E29B}"/>
          </ac:spMkLst>
        </pc:spChg>
        <pc:spChg chg="del mod">
          <ac:chgData name="Freda Shi" userId="e3bafef1-15f2-4eeb-acbe-fa674bab7991" providerId="ADAL" clId="{9555FC65-5A8C-4EE8-9D5B-8283D7A0923C}" dt="2026-02-09T09:18:32.754" v="61325" actId="478"/>
          <ac:spMkLst>
            <pc:docMk/>
            <pc:sldMk cId="2341486259" sldId="291"/>
            <ac:spMk id="144" creationId="{45CECA16-F371-C07B-0822-968D0E30929E}"/>
          </ac:spMkLst>
        </pc:spChg>
        <pc:spChg chg="del mod">
          <ac:chgData name="Freda Shi" userId="e3bafef1-15f2-4eeb-acbe-fa674bab7991" providerId="ADAL" clId="{9555FC65-5A8C-4EE8-9D5B-8283D7A0923C}" dt="2026-02-09T09:18:32.754" v="61324" actId="478"/>
          <ac:spMkLst>
            <pc:docMk/>
            <pc:sldMk cId="2341486259" sldId="291"/>
            <ac:spMk id="145" creationId="{E960409A-8280-1644-71AA-2BF40BAFDB7D}"/>
          </ac:spMkLst>
        </pc:spChg>
        <pc:spChg chg="del mod">
          <ac:chgData name="Freda Shi" userId="e3bafef1-15f2-4eeb-acbe-fa674bab7991" providerId="ADAL" clId="{9555FC65-5A8C-4EE8-9D5B-8283D7A0923C}" dt="2026-02-09T09:18:32.754" v="61323" actId="478"/>
          <ac:spMkLst>
            <pc:docMk/>
            <pc:sldMk cId="2341486259" sldId="291"/>
            <ac:spMk id="146" creationId="{76F0463C-4427-51A2-90FC-F47497FEE677}"/>
          </ac:spMkLst>
        </pc:spChg>
        <pc:spChg chg="del mod">
          <ac:chgData name="Freda Shi" userId="e3bafef1-15f2-4eeb-acbe-fa674bab7991" providerId="ADAL" clId="{9555FC65-5A8C-4EE8-9D5B-8283D7A0923C}" dt="2026-02-09T09:18:32.754" v="61322" actId="478"/>
          <ac:spMkLst>
            <pc:docMk/>
            <pc:sldMk cId="2341486259" sldId="291"/>
            <ac:spMk id="147" creationId="{47700C49-6A98-A220-21C6-8286F9D377A1}"/>
          </ac:spMkLst>
        </pc:spChg>
        <pc:spChg chg="del mod">
          <ac:chgData name="Freda Shi" userId="e3bafef1-15f2-4eeb-acbe-fa674bab7991" providerId="ADAL" clId="{9555FC65-5A8C-4EE8-9D5B-8283D7A0923C}" dt="2026-02-09T09:18:32.754" v="61321" actId="478"/>
          <ac:spMkLst>
            <pc:docMk/>
            <pc:sldMk cId="2341486259" sldId="291"/>
            <ac:spMk id="148" creationId="{CF3CE153-C450-8F1C-7AD0-59ED6D2034E3}"/>
          </ac:spMkLst>
        </pc:spChg>
        <pc:spChg chg="del mod">
          <ac:chgData name="Freda Shi" userId="e3bafef1-15f2-4eeb-acbe-fa674bab7991" providerId="ADAL" clId="{9555FC65-5A8C-4EE8-9D5B-8283D7A0923C}" dt="2026-02-09T09:18:32.754" v="61320" actId="478"/>
          <ac:spMkLst>
            <pc:docMk/>
            <pc:sldMk cId="2341486259" sldId="291"/>
            <ac:spMk id="149" creationId="{6245C2B4-2FA0-F876-37C8-F5A43EAA1B92}"/>
          </ac:spMkLst>
        </pc:spChg>
        <pc:spChg chg="del mod">
          <ac:chgData name="Freda Shi" userId="e3bafef1-15f2-4eeb-acbe-fa674bab7991" providerId="ADAL" clId="{9555FC65-5A8C-4EE8-9D5B-8283D7A0923C}" dt="2026-02-09T09:18:32.754" v="61319" actId="478"/>
          <ac:spMkLst>
            <pc:docMk/>
            <pc:sldMk cId="2341486259" sldId="291"/>
            <ac:spMk id="150" creationId="{664BB660-7441-8200-A8E2-D21517200F59}"/>
          </ac:spMkLst>
        </pc:spChg>
        <pc:spChg chg="del mod">
          <ac:chgData name="Freda Shi" userId="e3bafef1-15f2-4eeb-acbe-fa674bab7991" providerId="ADAL" clId="{9555FC65-5A8C-4EE8-9D5B-8283D7A0923C}" dt="2026-02-09T09:18:32.754" v="61318" actId="478"/>
          <ac:spMkLst>
            <pc:docMk/>
            <pc:sldMk cId="2341486259" sldId="291"/>
            <ac:spMk id="151" creationId="{AB27E92B-B01D-C877-3CB8-24E4B46AAC52}"/>
          </ac:spMkLst>
        </pc:spChg>
        <pc:spChg chg="del mod">
          <ac:chgData name="Freda Shi" userId="e3bafef1-15f2-4eeb-acbe-fa674bab7991" providerId="ADAL" clId="{9555FC65-5A8C-4EE8-9D5B-8283D7A0923C}" dt="2026-02-09T09:18:32.754" v="61317" actId="478"/>
          <ac:spMkLst>
            <pc:docMk/>
            <pc:sldMk cId="2341486259" sldId="291"/>
            <ac:spMk id="152" creationId="{0BC69ADD-DD3E-A63D-9A7E-8369A78794E6}"/>
          </ac:spMkLst>
        </pc:spChg>
        <pc:spChg chg="del mod">
          <ac:chgData name="Freda Shi" userId="e3bafef1-15f2-4eeb-acbe-fa674bab7991" providerId="ADAL" clId="{9555FC65-5A8C-4EE8-9D5B-8283D7A0923C}" dt="2026-02-09T09:18:32.754" v="61316" actId="478"/>
          <ac:spMkLst>
            <pc:docMk/>
            <pc:sldMk cId="2341486259" sldId="291"/>
            <ac:spMk id="153" creationId="{FFB68E47-745A-4482-36B4-D56170A061A0}"/>
          </ac:spMkLst>
        </pc:spChg>
        <pc:spChg chg="del mod">
          <ac:chgData name="Freda Shi" userId="e3bafef1-15f2-4eeb-acbe-fa674bab7991" providerId="ADAL" clId="{9555FC65-5A8C-4EE8-9D5B-8283D7A0923C}" dt="2026-02-09T09:18:32.754" v="61315" actId="478"/>
          <ac:spMkLst>
            <pc:docMk/>
            <pc:sldMk cId="2341486259" sldId="291"/>
            <ac:spMk id="154" creationId="{D872D0EE-9D44-F56A-AA33-E6BB97825F6A}"/>
          </ac:spMkLst>
        </pc:spChg>
        <pc:spChg chg="del mod">
          <ac:chgData name="Freda Shi" userId="e3bafef1-15f2-4eeb-acbe-fa674bab7991" providerId="ADAL" clId="{9555FC65-5A8C-4EE8-9D5B-8283D7A0923C}" dt="2026-02-09T09:18:32.754" v="61314" actId="478"/>
          <ac:spMkLst>
            <pc:docMk/>
            <pc:sldMk cId="2341486259" sldId="291"/>
            <ac:spMk id="155" creationId="{B3687E75-1D14-A150-AC05-99058900CE7C}"/>
          </ac:spMkLst>
        </pc:spChg>
        <pc:spChg chg="del mod">
          <ac:chgData name="Freda Shi" userId="e3bafef1-15f2-4eeb-acbe-fa674bab7991" providerId="ADAL" clId="{9555FC65-5A8C-4EE8-9D5B-8283D7A0923C}" dt="2026-02-09T09:18:32.754" v="61313" actId="478"/>
          <ac:spMkLst>
            <pc:docMk/>
            <pc:sldMk cId="2341486259" sldId="291"/>
            <ac:spMk id="156" creationId="{37862A5A-CF63-5F2D-DC4F-EBD89762B6A2}"/>
          </ac:spMkLst>
        </pc:spChg>
        <pc:spChg chg="del mod">
          <ac:chgData name="Freda Shi" userId="e3bafef1-15f2-4eeb-acbe-fa674bab7991" providerId="ADAL" clId="{9555FC65-5A8C-4EE8-9D5B-8283D7A0923C}" dt="2026-02-09T09:18:32.754" v="61312" actId="478"/>
          <ac:spMkLst>
            <pc:docMk/>
            <pc:sldMk cId="2341486259" sldId="291"/>
            <ac:spMk id="157" creationId="{12F76313-E19C-FD98-5075-F080DC9A8E52}"/>
          </ac:spMkLst>
        </pc:spChg>
        <pc:spChg chg="del mod">
          <ac:chgData name="Freda Shi" userId="e3bafef1-15f2-4eeb-acbe-fa674bab7991" providerId="ADAL" clId="{9555FC65-5A8C-4EE8-9D5B-8283D7A0923C}" dt="2026-02-09T09:18:32.754" v="61311" actId="478"/>
          <ac:spMkLst>
            <pc:docMk/>
            <pc:sldMk cId="2341486259" sldId="291"/>
            <ac:spMk id="158" creationId="{00F1E864-C354-0407-6ABB-527A45A79D48}"/>
          </ac:spMkLst>
        </pc:spChg>
        <pc:spChg chg="del mod">
          <ac:chgData name="Freda Shi" userId="e3bafef1-15f2-4eeb-acbe-fa674bab7991" providerId="ADAL" clId="{9555FC65-5A8C-4EE8-9D5B-8283D7A0923C}" dt="2026-02-09T09:18:32.738" v="61310" actId="478"/>
          <ac:spMkLst>
            <pc:docMk/>
            <pc:sldMk cId="2341486259" sldId="291"/>
            <ac:spMk id="159" creationId="{3899D2AE-75A1-C215-48D1-6F07F9583589}"/>
          </ac:spMkLst>
        </pc:spChg>
        <pc:spChg chg="del mod">
          <ac:chgData name="Freda Shi" userId="e3bafef1-15f2-4eeb-acbe-fa674bab7991" providerId="ADAL" clId="{9555FC65-5A8C-4EE8-9D5B-8283D7A0923C}" dt="2026-02-09T09:18:32.738" v="61309" actId="478"/>
          <ac:spMkLst>
            <pc:docMk/>
            <pc:sldMk cId="2341486259" sldId="291"/>
            <ac:spMk id="160" creationId="{D175DC6C-C097-5514-13EB-B68A52035DF6}"/>
          </ac:spMkLst>
        </pc:spChg>
        <pc:spChg chg="del mod">
          <ac:chgData name="Freda Shi" userId="e3bafef1-15f2-4eeb-acbe-fa674bab7991" providerId="ADAL" clId="{9555FC65-5A8C-4EE8-9D5B-8283D7A0923C}" dt="2026-02-09T09:18:32.738" v="61308" actId="478"/>
          <ac:spMkLst>
            <pc:docMk/>
            <pc:sldMk cId="2341486259" sldId="291"/>
            <ac:spMk id="161" creationId="{F7385D4E-49B4-488E-E131-547B90732920}"/>
          </ac:spMkLst>
        </pc:spChg>
        <pc:spChg chg="del mod">
          <ac:chgData name="Freda Shi" userId="e3bafef1-15f2-4eeb-acbe-fa674bab7991" providerId="ADAL" clId="{9555FC65-5A8C-4EE8-9D5B-8283D7A0923C}" dt="2026-02-09T09:18:32.738" v="61307" actId="478"/>
          <ac:spMkLst>
            <pc:docMk/>
            <pc:sldMk cId="2341486259" sldId="291"/>
            <ac:spMk id="162" creationId="{44291110-3A6E-B77D-2627-A8F2FF281E9C}"/>
          </ac:spMkLst>
        </pc:spChg>
        <pc:spChg chg="del mod">
          <ac:chgData name="Freda Shi" userId="e3bafef1-15f2-4eeb-acbe-fa674bab7991" providerId="ADAL" clId="{9555FC65-5A8C-4EE8-9D5B-8283D7A0923C}" dt="2026-02-09T09:18:32.738" v="61306" actId="478"/>
          <ac:spMkLst>
            <pc:docMk/>
            <pc:sldMk cId="2341486259" sldId="291"/>
            <ac:spMk id="163" creationId="{78C016E7-FADA-B3DA-2807-F7C3EE78CD81}"/>
          </ac:spMkLst>
        </pc:spChg>
        <pc:spChg chg="del mod">
          <ac:chgData name="Freda Shi" userId="e3bafef1-15f2-4eeb-acbe-fa674bab7991" providerId="ADAL" clId="{9555FC65-5A8C-4EE8-9D5B-8283D7A0923C}" dt="2026-02-09T09:18:32.738" v="61305" actId="478"/>
          <ac:spMkLst>
            <pc:docMk/>
            <pc:sldMk cId="2341486259" sldId="291"/>
            <ac:spMk id="164" creationId="{D25037B9-19BA-DD76-9EBD-C1FBBB40D3D1}"/>
          </ac:spMkLst>
        </pc:spChg>
        <pc:spChg chg="del mod">
          <ac:chgData name="Freda Shi" userId="e3bafef1-15f2-4eeb-acbe-fa674bab7991" providerId="ADAL" clId="{9555FC65-5A8C-4EE8-9D5B-8283D7A0923C}" dt="2026-02-09T09:18:32.738" v="61304" actId="478"/>
          <ac:spMkLst>
            <pc:docMk/>
            <pc:sldMk cId="2341486259" sldId="291"/>
            <ac:spMk id="165" creationId="{F7AD5A71-FC23-A147-E7BA-1833E856AA07}"/>
          </ac:spMkLst>
        </pc:spChg>
        <pc:spChg chg="del mod">
          <ac:chgData name="Freda Shi" userId="e3bafef1-15f2-4eeb-acbe-fa674bab7991" providerId="ADAL" clId="{9555FC65-5A8C-4EE8-9D5B-8283D7A0923C}" dt="2026-02-09T09:18:32.738" v="61303" actId="478"/>
          <ac:spMkLst>
            <pc:docMk/>
            <pc:sldMk cId="2341486259" sldId="291"/>
            <ac:spMk id="166" creationId="{C6ECAB98-9212-0E32-B5D5-89E0AF862AD9}"/>
          </ac:spMkLst>
        </pc:spChg>
        <pc:spChg chg="del mod">
          <ac:chgData name="Freda Shi" userId="e3bafef1-15f2-4eeb-acbe-fa674bab7991" providerId="ADAL" clId="{9555FC65-5A8C-4EE8-9D5B-8283D7A0923C}" dt="2026-02-09T09:18:32.738" v="61302" actId="478"/>
          <ac:spMkLst>
            <pc:docMk/>
            <pc:sldMk cId="2341486259" sldId="291"/>
            <ac:spMk id="167" creationId="{5886738B-F91A-2E3F-FB8B-785B370F793A}"/>
          </ac:spMkLst>
        </pc:spChg>
        <pc:spChg chg="del mod">
          <ac:chgData name="Freda Shi" userId="e3bafef1-15f2-4eeb-acbe-fa674bab7991" providerId="ADAL" clId="{9555FC65-5A8C-4EE8-9D5B-8283D7A0923C}" dt="2026-02-09T09:18:32.738" v="61301" actId="478"/>
          <ac:spMkLst>
            <pc:docMk/>
            <pc:sldMk cId="2341486259" sldId="291"/>
            <ac:spMk id="168" creationId="{655E9AC3-01E0-BB98-DFA1-509EB930CF37}"/>
          </ac:spMkLst>
        </pc:spChg>
        <pc:spChg chg="del mod">
          <ac:chgData name="Freda Shi" userId="e3bafef1-15f2-4eeb-acbe-fa674bab7991" providerId="ADAL" clId="{9555FC65-5A8C-4EE8-9D5B-8283D7A0923C}" dt="2026-02-09T09:18:32.738" v="61300" actId="478"/>
          <ac:spMkLst>
            <pc:docMk/>
            <pc:sldMk cId="2341486259" sldId="291"/>
            <ac:spMk id="169" creationId="{6266EB59-1DBE-F1FE-44B4-CD26EC011B29}"/>
          </ac:spMkLst>
        </pc:spChg>
        <pc:spChg chg="del mod">
          <ac:chgData name="Freda Shi" userId="e3bafef1-15f2-4eeb-acbe-fa674bab7991" providerId="ADAL" clId="{9555FC65-5A8C-4EE8-9D5B-8283D7A0923C}" dt="2026-02-09T09:18:32.738" v="61299" actId="478"/>
          <ac:spMkLst>
            <pc:docMk/>
            <pc:sldMk cId="2341486259" sldId="291"/>
            <ac:spMk id="170" creationId="{E3AF76CC-4A4A-3E39-AD3F-D4C21F6BFDF2}"/>
          </ac:spMkLst>
        </pc:spChg>
        <pc:spChg chg="del mod">
          <ac:chgData name="Freda Shi" userId="e3bafef1-15f2-4eeb-acbe-fa674bab7991" providerId="ADAL" clId="{9555FC65-5A8C-4EE8-9D5B-8283D7A0923C}" dt="2026-02-09T09:18:32.722" v="61298" actId="478"/>
          <ac:spMkLst>
            <pc:docMk/>
            <pc:sldMk cId="2341486259" sldId="291"/>
            <ac:spMk id="171" creationId="{636D6892-8774-7525-AD2D-85690354E673}"/>
          </ac:spMkLst>
        </pc:spChg>
        <pc:spChg chg="del mod">
          <ac:chgData name="Freda Shi" userId="e3bafef1-15f2-4eeb-acbe-fa674bab7991" providerId="ADAL" clId="{9555FC65-5A8C-4EE8-9D5B-8283D7A0923C}" dt="2026-02-09T09:18:32.722" v="61297" actId="478"/>
          <ac:spMkLst>
            <pc:docMk/>
            <pc:sldMk cId="2341486259" sldId="291"/>
            <ac:spMk id="172" creationId="{B5DCC3B3-ECB8-6510-777B-32C3A7A8B06B}"/>
          </ac:spMkLst>
        </pc:spChg>
        <pc:spChg chg="del mod">
          <ac:chgData name="Freda Shi" userId="e3bafef1-15f2-4eeb-acbe-fa674bab7991" providerId="ADAL" clId="{9555FC65-5A8C-4EE8-9D5B-8283D7A0923C}" dt="2026-02-09T09:18:32.722" v="61296" actId="478"/>
          <ac:spMkLst>
            <pc:docMk/>
            <pc:sldMk cId="2341486259" sldId="291"/>
            <ac:spMk id="173" creationId="{D3F92D49-534B-5773-EA04-430D3B5C2DE4}"/>
          </ac:spMkLst>
        </pc:spChg>
        <pc:spChg chg="del mod">
          <ac:chgData name="Freda Shi" userId="e3bafef1-15f2-4eeb-acbe-fa674bab7991" providerId="ADAL" clId="{9555FC65-5A8C-4EE8-9D5B-8283D7A0923C}" dt="2026-02-09T09:18:32.722" v="61295" actId="478"/>
          <ac:spMkLst>
            <pc:docMk/>
            <pc:sldMk cId="2341486259" sldId="291"/>
            <ac:spMk id="174" creationId="{A13CD8D8-09A3-EF3A-50C2-E31529C71B17}"/>
          </ac:spMkLst>
        </pc:spChg>
        <pc:spChg chg="del mod">
          <ac:chgData name="Freda Shi" userId="e3bafef1-15f2-4eeb-acbe-fa674bab7991" providerId="ADAL" clId="{9555FC65-5A8C-4EE8-9D5B-8283D7A0923C}" dt="2026-02-09T09:18:32.722" v="61294" actId="478"/>
          <ac:spMkLst>
            <pc:docMk/>
            <pc:sldMk cId="2341486259" sldId="291"/>
            <ac:spMk id="175" creationId="{21C878AC-10B1-347B-1525-23ABB33A0140}"/>
          </ac:spMkLst>
        </pc:spChg>
        <pc:spChg chg="del mod">
          <ac:chgData name="Freda Shi" userId="e3bafef1-15f2-4eeb-acbe-fa674bab7991" providerId="ADAL" clId="{9555FC65-5A8C-4EE8-9D5B-8283D7A0923C}" dt="2026-02-09T09:18:32.722" v="61293" actId="478"/>
          <ac:spMkLst>
            <pc:docMk/>
            <pc:sldMk cId="2341486259" sldId="291"/>
            <ac:spMk id="176" creationId="{6461A8BE-6000-62F8-ACBA-9CD68B6D7229}"/>
          </ac:spMkLst>
        </pc:spChg>
        <pc:spChg chg="del mod">
          <ac:chgData name="Freda Shi" userId="e3bafef1-15f2-4eeb-acbe-fa674bab7991" providerId="ADAL" clId="{9555FC65-5A8C-4EE8-9D5B-8283D7A0923C}" dt="2026-02-09T09:18:32.722" v="61292" actId="478"/>
          <ac:spMkLst>
            <pc:docMk/>
            <pc:sldMk cId="2341486259" sldId="291"/>
            <ac:spMk id="177" creationId="{C753A0A2-CB6E-572D-5FEF-E84C7F69394F}"/>
          </ac:spMkLst>
        </pc:spChg>
        <pc:spChg chg="del mod">
          <ac:chgData name="Freda Shi" userId="e3bafef1-15f2-4eeb-acbe-fa674bab7991" providerId="ADAL" clId="{9555FC65-5A8C-4EE8-9D5B-8283D7A0923C}" dt="2026-02-09T09:18:32.722" v="61291" actId="478"/>
          <ac:spMkLst>
            <pc:docMk/>
            <pc:sldMk cId="2341486259" sldId="291"/>
            <ac:spMk id="178" creationId="{EEFE911F-D1C9-77F4-A92E-DA89D3A9BDD9}"/>
          </ac:spMkLst>
        </pc:spChg>
        <pc:spChg chg="del mod">
          <ac:chgData name="Freda Shi" userId="e3bafef1-15f2-4eeb-acbe-fa674bab7991" providerId="ADAL" clId="{9555FC65-5A8C-4EE8-9D5B-8283D7A0923C}" dt="2026-02-09T09:18:32.706" v="61290" actId="478"/>
          <ac:spMkLst>
            <pc:docMk/>
            <pc:sldMk cId="2341486259" sldId="291"/>
            <ac:spMk id="179" creationId="{ABA4B451-EE4B-C7C2-6D0A-B29A2D6B6F0A}"/>
          </ac:spMkLst>
        </pc:spChg>
        <pc:spChg chg="del mod">
          <ac:chgData name="Freda Shi" userId="e3bafef1-15f2-4eeb-acbe-fa674bab7991" providerId="ADAL" clId="{9555FC65-5A8C-4EE8-9D5B-8283D7A0923C}" dt="2026-02-09T09:18:32.706" v="61289" actId="478"/>
          <ac:spMkLst>
            <pc:docMk/>
            <pc:sldMk cId="2341486259" sldId="291"/>
            <ac:spMk id="180" creationId="{9B37C805-A031-43BA-3C66-EDECD5D73F9C}"/>
          </ac:spMkLst>
        </pc:spChg>
        <pc:spChg chg="del mod">
          <ac:chgData name="Freda Shi" userId="e3bafef1-15f2-4eeb-acbe-fa674bab7991" providerId="ADAL" clId="{9555FC65-5A8C-4EE8-9D5B-8283D7A0923C}" dt="2026-02-09T09:18:32.706" v="61288" actId="478"/>
          <ac:spMkLst>
            <pc:docMk/>
            <pc:sldMk cId="2341486259" sldId="291"/>
            <ac:spMk id="181" creationId="{575F0174-AC14-1A6D-B203-AEDBC23AFE8F}"/>
          </ac:spMkLst>
        </pc:spChg>
        <pc:spChg chg="del mod">
          <ac:chgData name="Freda Shi" userId="e3bafef1-15f2-4eeb-acbe-fa674bab7991" providerId="ADAL" clId="{9555FC65-5A8C-4EE8-9D5B-8283D7A0923C}" dt="2026-02-09T09:18:32.706" v="61287" actId="478"/>
          <ac:spMkLst>
            <pc:docMk/>
            <pc:sldMk cId="2341486259" sldId="291"/>
            <ac:spMk id="182" creationId="{48A61826-8846-1669-FE02-D8E1A69F7A84}"/>
          </ac:spMkLst>
        </pc:spChg>
        <pc:spChg chg="del mod">
          <ac:chgData name="Freda Shi" userId="e3bafef1-15f2-4eeb-acbe-fa674bab7991" providerId="ADAL" clId="{9555FC65-5A8C-4EE8-9D5B-8283D7A0923C}" dt="2026-02-09T09:18:32.706" v="61286" actId="478"/>
          <ac:spMkLst>
            <pc:docMk/>
            <pc:sldMk cId="2341486259" sldId="291"/>
            <ac:spMk id="183" creationId="{01EE9CD3-0E98-6ED4-1BFB-D4C146C573AD}"/>
          </ac:spMkLst>
        </pc:spChg>
        <pc:spChg chg="del mod">
          <ac:chgData name="Freda Shi" userId="e3bafef1-15f2-4eeb-acbe-fa674bab7991" providerId="ADAL" clId="{9555FC65-5A8C-4EE8-9D5B-8283D7A0923C}" dt="2026-02-09T09:18:32.706" v="61285" actId="478"/>
          <ac:spMkLst>
            <pc:docMk/>
            <pc:sldMk cId="2341486259" sldId="291"/>
            <ac:spMk id="184" creationId="{F1F04766-CE55-A81C-CCBB-E952748E06F7}"/>
          </ac:spMkLst>
        </pc:spChg>
        <pc:spChg chg="del mod">
          <ac:chgData name="Freda Shi" userId="e3bafef1-15f2-4eeb-acbe-fa674bab7991" providerId="ADAL" clId="{9555FC65-5A8C-4EE8-9D5B-8283D7A0923C}" dt="2026-02-09T09:18:32.706" v="61284" actId="478"/>
          <ac:spMkLst>
            <pc:docMk/>
            <pc:sldMk cId="2341486259" sldId="291"/>
            <ac:spMk id="185" creationId="{3DC9B52F-53A0-425B-173A-32FD123B9294}"/>
          </ac:spMkLst>
        </pc:spChg>
        <pc:spChg chg="del mod">
          <ac:chgData name="Freda Shi" userId="e3bafef1-15f2-4eeb-acbe-fa674bab7991" providerId="ADAL" clId="{9555FC65-5A8C-4EE8-9D5B-8283D7A0923C}" dt="2026-02-09T09:18:32.706" v="61283" actId="478"/>
          <ac:spMkLst>
            <pc:docMk/>
            <pc:sldMk cId="2341486259" sldId="291"/>
            <ac:spMk id="186" creationId="{1C5ADB45-B3D9-0998-54E1-4B3DEBFC210E}"/>
          </ac:spMkLst>
        </pc:spChg>
        <pc:spChg chg="del mod">
          <ac:chgData name="Freda Shi" userId="e3bafef1-15f2-4eeb-acbe-fa674bab7991" providerId="ADAL" clId="{9555FC65-5A8C-4EE8-9D5B-8283D7A0923C}" dt="2026-02-09T09:18:32.698" v="61282" actId="478"/>
          <ac:spMkLst>
            <pc:docMk/>
            <pc:sldMk cId="2341486259" sldId="291"/>
            <ac:spMk id="187" creationId="{294EE95A-CC1A-61C2-0D87-08CD232C73C1}"/>
          </ac:spMkLst>
        </pc:spChg>
        <pc:spChg chg="del mod">
          <ac:chgData name="Freda Shi" userId="e3bafef1-15f2-4eeb-acbe-fa674bab7991" providerId="ADAL" clId="{9555FC65-5A8C-4EE8-9D5B-8283D7A0923C}" dt="2026-02-09T09:18:32.698" v="61281" actId="478"/>
          <ac:spMkLst>
            <pc:docMk/>
            <pc:sldMk cId="2341486259" sldId="291"/>
            <ac:spMk id="188" creationId="{00212BAC-722A-0DCF-477D-E9B10B14BD56}"/>
          </ac:spMkLst>
        </pc:spChg>
        <pc:spChg chg="del mod topLvl">
          <ac:chgData name="Freda Shi" userId="e3bafef1-15f2-4eeb-acbe-fa674bab7991" providerId="ADAL" clId="{9555FC65-5A8C-4EE8-9D5B-8283D7A0923C}" dt="2026-02-09T09:18:46.962" v="61516" actId="478"/>
          <ac:spMkLst>
            <pc:docMk/>
            <pc:sldMk cId="2341486259" sldId="291"/>
            <ac:spMk id="250" creationId="{B95788F1-9FA8-843F-2D26-CBE93D785BB7}"/>
          </ac:spMkLst>
        </pc:spChg>
        <pc:spChg chg="del mod topLvl">
          <ac:chgData name="Freda Shi" userId="e3bafef1-15f2-4eeb-acbe-fa674bab7991" providerId="ADAL" clId="{9555FC65-5A8C-4EE8-9D5B-8283D7A0923C}" dt="2026-02-09T09:18:46.931" v="61459" actId="478"/>
          <ac:spMkLst>
            <pc:docMk/>
            <pc:sldMk cId="2341486259" sldId="291"/>
            <ac:spMk id="251" creationId="{B03DA5E2-ECD8-B30F-2C80-16532D52B158}"/>
          </ac:spMkLst>
        </pc:spChg>
        <pc:spChg chg="del mod">
          <ac:chgData name="Freda Shi" userId="e3bafef1-15f2-4eeb-acbe-fa674bab7991" providerId="ADAL" clId="{9555FC65-5A8C-4EE8-9D5B-8283D7A0923C}" dt="2026-02-09T09:18:46.931" v="61458" actId="478"/>
          <ac:spMkLst>
            <pc:docMk/>
            <pc:sldMk cId="2341486259" sldId="291"/>
            <ac:spMk id="252" creationId="{474D9822-0C27-6DE3-3BC5-3CE47C9E73BA}"/>
          </ac:spMkLst>
        </pc:spChg>
        <pc:spChg chg="del mod">
          <ac:chgData name="Freda Shi" userId="e3bafef1-15f2-4eeb-acbe-fa674bab7991" providerId="ADAL" clId="{9555FC65-5A8C-4EE8-9D5B-8283D7A0923C}" dt="2026-02-09T09:18:46.931" v="61457" actId="478"/>
          <ac:spMkLst>
            <pc:docMk/>
            <pc:sldMk cId="2341486259" sldId="291"/>
            <ac:spMk id="253" creationId="{4C454276-8276-E185-BB28-F2BD4D4FEAF9}"/>
          </ac:spMkLst>
        </pc:spChg>
        <pc:spChg chg="del mod">
          <ac:chgData name="Freda Shi" userId="e3bafef1-15f2-4eeb-acbe-fa674bab7991" providerId="ADAL" clId="{9555FC65-5A8C-4EE8-9D5B-8283D7A0923C}" dt="2026-02-09T09:18:46.931" v="61456" actId="478"/>
          <ac:spMkLst>
            <pc:docMk/>
            <pc:sldMk cId="2341486259" sldId="291"/>
            <ac:spMk id="254" creationId="{4DE074AF-BE3F-2AED-A0BB-54A5AFC6C595}"/>
          </ac:spMkLst>
        </pc:spChg>
        <pc:spChg chg="del mod">
          <ac:chgData name="Freda Shi" userId="e3bafef1-15f2-4eeb-acbe-fa674bab7991" providerId="ADAL" clId="{9555FC65-5A8C-4EE8-9D5B-8283D7A0923C}" dt="2026-02-09T09:18:46.931" v="61455" actId="478"/>
          <ac:spMkLst>
            <pc:docMk/>
            <pc:sldMk cId="2341486259" sldId="291"/>
            <ac:spMk id="255" creationId="{2BBAFE0F-86CE-EF2F-A3F9-0D39D81D5CF0}"/>
          </ac:spMkLst>
        </pc:spChg>
        <pc:spChg chg="del mod">
          <ac:chgData name="Freda Shi" userId="e3bafef1-15f2-4eeb-acbe-fa674bab7991" providerId="ADAL" clId="{9555FC65-5A8C-4EE8-9D5B-8283D7A0923C}" dt="2026-02-09T09:18:46.931" v="61454" actId="478"/>
          <ac:spMkLst>
            <pc:docMk/>
            <pc:sldMk cId="2341486259" sldId="291"/>
            <ac:spMk id="256" creationId="{7C475435-2243-552D-9B0F-8D727E9ED3F1}"/>
          </ac:spMkLst>
        </pc:spChg>
        <pc:spChg chg="del mod">
          <ac:chgData name="Freda Shi" userId="e3bafef1-15f2-4eeb-acbe-fa674bab7991" providerId="ADAL" clId="{9555FC65-5A8C-4EE8-9D5B-8283D7A0923C}" dt="2026-02-09T09:18:46.931" v="61453" actId="478"/>
          <ac:spMkLst>
            <pc:docMk/>
            <pc:sldMk cId="2341486259" sldId="291"/>
            <ac:spMk id="257" creationId="{964944DE-20A6-8776-6957-0409695EBC35}"/>
          </ac:spMkLst>
        </pc:spChg>
        <pc:spChg chg="del mod">
          <ac:chgData name="Freda Shi" userId="e3bafef1-15f2-4eeb-acbe-fa674bab7991" providerId="ADAL" clId="{9555FC65-5A8C-4EE8-9D5B-8283D7A0923C}" dt="2026-02-09T09:18:46.931" v="61452" actId="478"/>
          <ac:spMkLst>
            <pc:docMk/>
            <pc:sldMk cId="2341486259" sldId="291"/>
            <ac:spMk id="258" creationId="{1C003CB4-B3FA-A258-6936-30432A389E07}"/>
          </ac:spMkLst>
        </pc:spChg>
        <pc:spChg chg="del mod">
          <ac:chgData name="Freda Shi" userId="e3bafef1-15f2-4eeb-acbe-fa674bab7991" providerId="ADAL" clId="{9555FC65-5A8C-4EE8-9D5B-8283D7A0923C}" dt="2026-02-09T09:18:46.931" v="61451" actId="478"/>
          <ac:spMkLst>
            <pc:docMk/>
            <pc:sldMk cId="2341486259" sldId="291"/>
            <ac:spMk id="259" creationId="{423F71C1-56A5-A40E-596A-6E40E451BF38}"/>
          </ac:spMkLst>
        </pc:spChg>
        <pc:spChg chg="del mod">
          <ac:chgData name="Freda Shi" userId="e3bafef1-15f2-4eeb-acbe-fa674bab7991" providerId="ADAL" clId="{9555FC65-5A8C-4EE8-9D5B-8283D7A0923C}" dt="2026-02-09T09:18:46.931" v="61450" actId="478"/>
          <ac:spMkLst>
            <pc:docMk/>
            <pc:sldMk cId="2341486259" sldId="291"/>
            <ac:spMk id="260" creationId="{014F8F8D-F413-5975-66AD-2B4AF20CAF56}"/>
          </ac:spMkLst>
        </pc:spChg>
        <pc:spChg chg="del mod">
          <ac:chgData name="Freda Shi" userId="e3bafef1-15f2-4eeb-acbe-fa674bab7991" providerId="ADAL" clId="{9555FC65-5A8C-4EE8-9D5B-8283D7A0923C}" dt="2026-02-09T09:18:46.931" v="61449" actId="478"/>
          <ac:spMkLst>
            <pc:docMk/>
            <pc:sldMk cId="2341486259" sldId="291"/>
            <ac:spMk id="261" creationId="{66DD90E2-3CC8-CD98-FC26-3ACD64ED4420}"/>
          </ac:spMkLst>
        </pc:spChg>
        <pc:spChg chg="del mod">
          <ac:chgData name="Freda Shi" userId="e3bafef1-15f2-4eeb-acbe-fa674bab7991" providerId="ADAL" clId="{9555FC65-5A8C-4EE8-9D5B-8283D7A0923C}" dt="2026-02-09T09:18:46.915" v="61448" actId="478"/>
          <ac:spMkLst>
            <pc:docMk/>
            <pc:sldMk cId="2341486259" sldId="291"/>
            <ac:spMk id="262" creationId="{CD58ABD8-FF5E-1343-7E15-627A5FF52C4F}"/>
          </ac:spMkLst>
        </pc:spChg>
        <pc:spChg chg="del mod">
          <ac:chgData name="Freda Shi" userId="e3bafef1-15f2-4eeb-acbe-fa674bab7991" providerId="ADAL" clId="{9555FC65-5A8C-4EE8-9D5B-8283D7A0923C}" dt="2026-02-09T09:18:46.915" v="61447" actId="478"/>
          <ac:spMkLst>
            <pc:docMk/>
            <pc:sldMk cId="2341486259" sldId="291"/>
            <ac:spMk id="263" creationId="{92A31DBE-C777-410D-D563-A4BFB4CBF4D7}"/>
          </ac:spMkLst>
        </pc:spChg>
        <pc:spChg chg="del mod">
          <ac:chgData name="Freda Shi" userId="e3bafef1-15f2-4eeb-acbe-fa674bab7991" providerId="ADAL" clId="{9555FC65-5A8C-4EE8-9D5B-8283D7A0923C}" dt="2026-02-09T09:18:46.915" v="61446" actId="478"/>
          <ac:spMkLst>
            <pc:docMk/>
            <pc:sldMk cId="2341486259" sldId="291"/>
            <ac:spMk id="264" creationId="{7A13E957-901F-F176-AC74-8A889A100189}"/>
          </ac:spMkLst>
        </pc:spChg>
        <pc:spChg chg="del mod">
          <ac:chgData name="Freda Shi" userId="e3bafef1-15f2-4eeb-acbe-fa674bab7991" providerId="ADAL" clId="{9555FC65-5A8C-4EE8-9D5B-8283D7A0923C}" dt="2026-02-09T09:18:46.915" v="61445" actId="478"/>
          <ac:spMkLst>
            <pc:docMk/>
            <pc:sldMk cId="2341486259" sldId="291"/>
            <ac:spMk id="265" creationId="{3AC137F7-9109-22DC-6CCB-C2C181671D2C}"/>
          </ac:spMkLst>
        </pc:spChg>
        <pc:spChg chg="del mod">
          <ac:chgData name="Freda Shi" userId="e3bafef1-15f2-4eeb-acbe-fa674bab7991" providerId="ADAL" clId="{9555FC65-5A8C-4EE8-9D5B-8283D7A0923C}" dt="2026-02-09T09:18:46.915" v="61444" actId="478"/>
          <ac:spMkLst>
            <pc:docMk/>
            <pc:sldMk cId="2341486259" sldId="291"/>
            <ac:spMk id="266" creationId="{A1653812-CDD7-2023-77A0-8B3DE724943E}"/>
          </ac:spMkLst>
        </pc:spChg>
        <pc:spChg chg="del mod">
          <ac:chgData name="Freda Shi" userId="e3bafef1-15f2-4eeb-acbe-fa674bab7991" providerId="ADAL" clId="{9555FC65-5A8C-4EE8-9D5B-8283D7A0923C}" dt="2026-02-09T09:18:46.915" v="61443" actId="478"/>
          <ac:spMkLst>
            <pc:docMk/>
            <pc:sldMk cId="2341486259" sldId="291"/>
            <ac:spMk id="267" creationId="{690BD972-8415-32AB-99E8-710AA8279D89}"/>
          </ac:spMkLst>
        </pc:spChg>
        <pc:spChg chg="del mod">
          <ac:chgData name="Freda Shi" userId="e3bafef1-15f2-4eeb-acbe-fa674bab7991" providerId="ADAL" clId="{9555FC65-5A8C-4EE8-9D5B-8283D7A0923C}" dt="2026-02-09T09:18:46.915" v="61442" actId="478"/>
          <ac:spMkLst>
            <pc:docMk/>
            <pc:sldMk cId="2341486259" sldId="291"/>
            <ac:spMk id="268" creationId="{F86ED86C-6129-24DB-197F-87C05314803C}"/>
          </ac:spMkLst>
        </pc:spChg>
        <pc:spChg chg="del mod">
          <ac:chgData name="Freda Shi" userId="e3bafef1-15f2-4eeb-acbe-fa674bab7991" providerId="ADAL" clId="{9555FC65-5A8C-4EE8-9D5B-8283D7A0923C}" dt="2026-02-09T09:18:46.915" v="61441" actId="478"/>
          <ac:spMkLst>
            <pc:docMk/>
            <pc:sldMk cId="2341486259" sldId="291"/>
            <ac:spMk id="269" creationId="{4ADBECBC-8DC7-802C-220E-1F50C80FDE8B}"/>
          </ac:spMkLst>
        </pc:spChg>
        <pc:spChg chg="del mod">
          <ac:chgData name="Freda Shi" userId="e3bafef1-15f2-4eeb-acbe-fa674bab7991" providerId="ADAL" clId="{9555FC65-5A8C-4EE8-9D5B-8283D7A0923C}" dt="2026-02-09T09:18:46.915" v="61440" actId="478"/>
          <ac:spMkLst>
            <pc:docMk/>
            <pc:sldMk cId="2341486259" sldId="291"/>
            <ac:spMk id="270" creationId="{DA2ACB1E-210D-91F2-2146-A15491BC3DCE}"/>
          </ac:spMkLst>
        </pc:spChg>
        <pc:spChg chg="del mod">
          <ac:chgData name="Freda Shi" userId="e3bafef1-15f2-4eeb-acbe-fa674bab7991" providerId="ADAL" clId="{9555FC65-5A8C-4EE8-9D5B-8283D7A0923C}" dt="2026-02-09T09:18:46.915" v="61439" actId="478"/>
          <ac:spMkLst>
            <pc:docMk/>
            <pc:sldMk cId="2341486259" sldId="291"/>
            <ac:spMk id="271" creationId="{40D592C2-821B-E431-36D9-5142E1329B37}"/>
          </ac:spMkLst>
        </pc:spChg>
        <pc:spChg chg="del mod">
          <ac:chgData name="Freda Shi" userId="e3bafef1-15f2-4eeb-acbe-fa674bab7991" providerId="ADAL" clId="{9555FC65-5A8C-4EE8-9D5B-8283D7A0923C}" dt="2026-02-09T09:18:46.915" v="61438" actId="478"/>
          <ac:spMkLst>
            <pc:docMk/>
            <pc:sldMk cId="2341486259" sldId="291"/>
            <ac:spMk id="272" creationId="{76798FA4-C70B-1226-802F-52B2EE425193}"/>
          </ac:spMkLst>
        </pc:spChg>
        <pc:spChg chg="del mod">
          <ac:chgData name="Freda Shi" userId="e3bafef1-15f2-4eeb-acbe-fa674bab7991" providerId="ADAL" clId="{9555FC65-5A8C-4EE8-9D5B-8283D7A0923C}" dt="2026-02-09T09:18:46.915" v="61437" actId="478"/>
          <ac:spMkLst>
            <pc:docMk/>
            <pc:sldMk cId="2341486259" sldId="291"/>
            <ac:spMk id="273" creationId="{766DBD22-A0B8-3208-2885-EC226C5DE780}"/>
          </ac:spMkLst>
        </pc:spChg>
        <pc:spChg chg="del mod">
          <ac:chgData name="Freda Shi" userId="e3bafef1-15f2-4eeb-acbe-fa674bab7991" providerId="ADAL" clId="{9555FC65-5A8C-4EE8-9D5B-8283D7A0923C}" dt="2026-02-09T09:18:46.915" v="61436" actId="478"/>
          <ac:spMkLst>
            <pc:docMk/>
            <pc:sldMk cId="2341486259" sldId="291"/>
            <ac:spMk id="274" creationId="{CA55F481-BAA9-0A40-C213-1AA11F1EC499}"/>
          </ac:spMkLst>
        </pc:spChg>
        <pc:spChg chg="del mod">
          <ac:chgData name="Freda Shi" userId="e3bafef1-15f2-4eeb-acbe-fa674bab7991" providerId="ADAL" clId="{9555FC65-5A8C-4EE8-9D5B-8283D7A0923C}" dt="2026-02-09T09:18:46.915" v="61435" actId="478"/>
          <ac:spMkLst>
            <pc:docMk/>
            <pc:sldMk cId="2341486259" sldId="291"/>
            <ac:spMk id="275" creationId="{B661FB2B-642C-28C7-2DBE-BCD23126716B}"/>
          </ac:spMkLst>
        </pc:spChg>
        <pc:spChg chg="del mod">
          <ac:chgData name="Freda Shi" userId="e3bafef1-15f2-4eeb-acbe-fa674bab7991" providerId="ADAL" clId="{9555FC65-5A8C-4EE8-9D5B-8283D7A0923C}" dt="2026-02-09T09:18:46.915" v="61434" actId="478"/>
          <ac:spMkLst>
            <pc:docMk/>
            <pc:sldMk cId="2341486259" sldId="291"/>
            <ac:spMk id="276" creationId="{273595D9-CF9A-57B3-709E-CEAB97CBBE73}"/>
          </ac:spMkLst>
        </pc:spChg>
        <pc:spChg chg="del mod">
          <ac:chgData name="Freda Shi" userId="e3bafef1-15f2-4eeb-acbe-fa674bab7991" providerId="ADAL" clId="{9555FC65-5A8C-4EE8-9D5B-8283D7A0923C}" dt="2026-02-09T09:18:46.899" v="61433" actId="478"/>
          <ac:spMkLst>
            <pc:docMk/>
            <pc:sldMk cId="2341486259" sldId="291"/>
            <ac:spMk id="277" creationId="{1B8E91DF-A657-3E7D-B3DF-1800C44613CB}"/>
          </ac:spMkLst>
        </pc:spChg>
        <pc:spChg chg="del mod">
          <ac:chgData name="Freda Shi" userId="e3bafef1-15f2-4eeb-acbe-fa674bab7991" providerId="ADAL" clId="{9555FC65-5A8C-4EE8-9D5B-8283D7A0923C}" dt="2026-02-09T09:18:46.899" v="61432" actId="478"/>
          <ac:spMkLst>
            <pc:docMk/>
            <pc:sldMk cId="2341486259" sldId="291"/>
            <ac:spMk id="278" creationId="{7DB74BF5-11CD-B662-7640-B3F5287EB83C}"/>
          </ac:spMkLst>
        </pc:spChg>
        <pc:spChg chg="del mod">
          <ac:chgData name="Freda Shi" userId="e3bafef1-15f2-4eeb-acbe-fa674bab7991" providerId="ADAL" clId="{9555FC65-5A8C-4EE8-9D5B-8283D7A0923C}" dt="2026-02-09T09:18:46.899" v="61431" actId="478"/>
          <ac:spMkLst>
            <pc:docMk/>
            <pc:sldMk cId="2341486259" sldId="291"/>
            <ac:spMk id="279" creationId="{AF0FDA86-6C33-951E-B02C-529A3C1F1E2B}"/>
          </ac:spMkLst>
        </pc:spChg>
        <pc:spChg chg="del mod">
          <ac:chgData name="Freda Shi" userId="e3bafef1-15f2-4eeb-acbe-fa674bab7991" providerId="ADAL" clId="{9555FC65-5A8C-4EE8-9D5B-8283D7A0923C}" dt="2026-02-09T09:18:46.899" v="61430" actId="478"/>
          <ac:spMkLst>
            <pc:docMk/>
            <pc:sldMk cId="2341486259" sldId="291"/>
            <ac:spMk id="280" creationId="{6D6CEC42-4453-486B-4A99-EFD087D0A379}"/>
          </ac:spMkLst>
        </pc:spChg>
        <pc:spChg chg="del mod">
          <ac:chgData name="Freda Shi" userId="e3bafef1-15f2-4eeb-acbe-fa674bab7991" providerId="ADAL" clId="{9555FC65-5A8C-4EE8-9D5B-8283D7A0923C}" dt="2026-02-09T09:18:46.899" v="61429" actId="478"/>
          <ac:spMkLst>
            <pc:docMk/>
            <pc:sldMk cId="2341486259" sldId="291"/>
            <ac:spMk id="281" creationId="{139FAE8E-9031-A96B-23A2-837F933A0AFC}"/>
          </ac:spMkLst>
        </pc:spChg>
        <pc:spChg chg="del mod">
          <ac:chgData name="Freda Shi" userId="e3bafef1-15f2-4eeb-acbe-fa674bab7991" providerId="ADAL" clId="{9555FC65-5A8C-4EE8-9D5B-8283D7A0923C}" dt="2026-02-09T09:18:46.899" v="61428" actId="478"/>
          <ac:spMkLst>
            <pc:docMk/>
            <pc:sldMk cId="2341486259" sldId="291"/>
            <ac:spMk id="282" creationId="{1979057C-1BF2-3C34-3D08-76094BBD97ED}"/>
          </ac:spMkLst>
        </pc:spChg>
        <pc:spChg chg="del mod">
          <ac:chgData name="Freda Shi" userId="e3bafef1-15f2-4eeb-acbe-fa674bab7991" providerId="ADAL" clId="{9555FC65-5A8C-4EE8-9D5B-8283D7A0923C}" dt="2026-02-09T09:18:46.899" v="61427" actId="478"/>
          <ac:spMkLst>
            <pc:docMk/>
            <pc:sldMk cId="2341486259" sldId="291"/>
            <ac:spMk id="283" creationId="{0A4A43AE-62B4-F304-6F11-0163FA5BB693}"/>
          </ac:spMkLst>
        </pc:spChg>
        <pc:spChg chg="del mod">
          <ac:chgData name="Freda Shi" userId="e3bafef1-15f2-4eeb-acbe-fa674bab7991" providerId="ADAL" clId="{9555FC65-5A8C-4EE8-9D5B-8283D7A0923C}" dt="2026-02-09T09:18:46.899" v="61426" actId="478"/>
          <ac:spMkLst>
            <pc:docMk/>
            <pc:sldMk cId="2341486259" sldId="291"/>
            <ac:spMk id="284" creationId="{6DFE3401-52F5-632E-8507-82199CF45B5B}"/>
          </ac:spMkLst>
        </pc:spChg>
        <pc:spChg chg="del mod">
          <ac:chgData name="Freda Shi" userId="e3bafef1-15f2-4eeb-acbe-fa674bab7991" providerId="ADAL" clId="{9555FC65-5A8C-4EE8-9D5B-8283D7A0923C}" dt="2026-02-09T09:18:46.899" v="61425" actId="478"/>
          <ac:spMkLst>
            <pc:docMk/>
            <pc:sldMk cId="2341486259" sldId="291"/>
            <ac:spMk id="285" creationId="{B1516E28-0284-D0F9-6B61-9E76AC7EC1AF}"/>
          </ac:spMkLst>
        </pc:spChg>
        <pc:spChg chg="del mod">
          <ac:chgData name="Freda Shi" userId="e3bafef1-15f2-4eeb-acbe-fa674bab7991" providerId="ADAL" clId="{9555FC65-5A8C-4EE8-9D5B-8283D7A0923C}" dt="2026-02-09T09:18:46.899" v="61424" actId="478"/>
          <ac:spMkLst>
            <pc:docMk/>
            <pc:sldMk cId="2341486259" sldId="291"/>
            <ac:spMk id="286" creationId="{65145DC1-B0E6-5A9E-4566-4117AA4C5B94}"/>
          </ac:spMkLst>
        </pc:spChg>
        <pc:spChg chg="del mod">
          <ac:chgData name="Freda Shi" userId="e3bafef1-15f2-4eeb-acbe-fa674bab7991" providerId="ADAL" clId="{9555FC65-5A8C-4EE8-9D5B-8283D7A0923C}" dt="2026-02-09T09:18:46.899" v="61423" actId="478"/>
          <ac:spMkLst>
            <pc:docMk/>
            <pc:sldMk cId="2341486259" sldId="291"/>
            <ac:spMk id="287" creationId="{E5B3AB6A-BF7F-25BC-3F54-E4FA694E53B8}"/>
          </ac:spMkLst>
        </pc:spChg>
        <pc:spChg chg="del mod">
          <ac:chgData name="Freda Shi" userId="e3bafef1-15f2-4eeb-acbe-fa674bab7991" providerId="ADAL" clId="{9555FC65-5A8C-4EE8-9D5B-8283D7A0923C}" dt="2026-02-09T09:18:46.896" v="61422" actId="478"/>
          <ac:spMkLst>
            <pc:docMk/>
            <pc:sldMk cId="2341486259" sldId="291"/>
            <ac:spMk id="288" creationId="{9A31A68C-D382-FD63-24AF-2A84BAAA89D2}"/>
          </ac:spMkLst>
        </pc:spChg>
        <pc:spChg chg="del mod">
          <ac:chgData name="Freda Shi" userId="e3bafef1-15f2-4eeb-acbe-fa674bab7991" providerId="ADAL" clId="{9555FC65-5A8C-4EE8-9D5B-8283D7A0923C}" dt="2026-02-09T09:18:46.896" v="61421" actId="478"/>
          <ac:spMkLst>
            <pc:docMk/>
            <pc:sldMk cId="2341486259" sldId="291"/>
            <ac:spMk id="289" creationId="{1551B528-902D-71F7-154E-6BFFB3CF3685}"/>
          </ac:spMkLst>
        </pc:spChg>
        <pc:spChg chg="del mod">
          <ac:chgData name="Freda Shi" userId="e3bafef1-15f2-4eeb-acbe-fa674bab7991" providerId="ADAL" clId="{9555FC65-5A8C-4EE8-9D5B-8283D7A0923C}" dt="2026-02-09T09:18:46.883" v="61420" actId="478"/>
          <ac:spMkLst>
            <pc:docMk/>
            <pc:sldMk cId="2341486259" sldId="291"/>
            <ac:spMk id="290" creationId="{45785459-F1DC-B2E9-AD9F-402BB3607010}"/>
          </ac:spMkLst>
        </pc:spChg>
        <pc:spChg chg="del mod">
          <ac:chgData name="Freda Shi" userId="e3bafef1-15f2-4eeb-acbe-fa674bab7991" providerId="ADAL" clId="{9555FC65-5A8C-4EE8-9D5B-8283D7A0923C}" dt="2026-02-09T09:18:46.883" v="61419" actId="478"/>
          <ac:spMkLst>
            <pc:docMk/>
            <pc:sldMk cId="2341486259" sldId="291"/>
            <ac:spMk id="291" creationId="{EC55486F-5BCD-E4B9-E4DB-FB30B9A89220}"/>
          </ac:spMkLst>
        </pc:spChg>
        <pc:spChg chg="del mod">
          <ac:chgData name="Freda Shi" userId="e3bafef1-15f2-4eeb-acbe-fa674bab7991" providerId="ADAL" clId="{9555FC65-5A8C-4EE8-9D5B-8283D7A0923C}" dt="2026-02-09T09:18:46.883" v="61418" actId="478"/>
          <ac:spMkLst>
            <pc:docMk/>
            <pc:sldMk cId="2341486259" sldId="291"/>
            <ac:spMk id="292" creationId="{08FC5F6C-B34E-EBF4-508B-52D717EEDA68}"/>
          </ac:spMkLst>
        </pc:spChg>
        <pc:spChg chg="del mod">
          <ac:chgData name="Freda Shi" userId="e3bafef1-15f2-4eeb-acbe-fa674bab7991" providerId="ADAL" clId="{9555FC65-5A8C-4EE8-9D5B-8283D7A0923C}" dt="2026-02-09T09:18:46.883" v="61417" actId="478"/>
          <ac:spMkLst>
            <pc:docMk/>
            <pc:sldMk cId="2341486259" sldId="291"/>
            <ac:spMk id="293" creationId="{6342908F-8857-BA48-1BF6-67EF4F6531BA}"/>
          </ac:spMkLst>
        </pc:spChg>
        <pc:spChg chg="del mod">
          <ac:chgData name="Freda Shi" userId="e3bafef1-15f2-4eeb-acbe-fa674bab7991" providerId="ADAL" clId="{9555FC65-5A8C-4EE8-9D5B-8283D7A0923C}" dt="2026-02-09T09:18:46.883" v="61416" actId="478"/>
          <ac:spMkLst>
            <pc:docMk/>
            <pc:sldMk cId="2341486259" sldId="291"/>
            <ac:spMk id="294" creationId="{8329EC5D-B7B9-0B77-47B0-43AE8F9A6828}"/>
          </ac:spMkLst>
        </pc:spChg>
        <pc:spChg chg="del mod">
          <ac:chgData name="Freda Shi" userId="e3bafef1-15f2-4eeb-acbe-fa674bab7991" providerId="ADAL" clId="{9555FC65-5A8C-4EE8-9D5B-8283D7A0923C}" dt="2026-02-09T09:18:46.883" v="61415" actId="478"/>
          <ac:spMkLst>
            <pc:docMk/>
            <pc:sldMk cId="2341486259" sldId="291"/>
            <ac:spMk id="295" creationId="{7B583999-5127-D1CF-6225-6E971C229CFA}"/>
          </ac:spMkLst>
        </pc:spChg>
        <pc:spChg chg="del mod">
          <ac:chgData name="Freda Shi" userId="e3bafef1-15f2-4eeb-acbe-fa674bab7991" providerId="ADAL" clId="{9555FC65-5A8C-4EE8-9D5B-8283D7A0923C}" dt="2026-02-09T09:18:46.883" v="61414" actId="478"/>
          <ac:spMkLst>
            <pc:docMk/>
            <pc:sldMk cId="2341486259" sldId="291"/>
            <ac:spMk id="296" creationId="{B17C5B23-1AAA-9FC6-527A-186C4BFA3192}"/>
          </ac:spMkLst>
        </pc:spChg>
        <pc:spChg chg="del mod">
          <ac:chgData name="Freda Shi" userId="e3bafef1-15f2-4eeb-acbe-fa674bab7991" providerId="ADAL" clId="{9555FC65-5A8C-4EE8-9D5B-8283D7A0923C}" dt="2026-02-09T09:18:46.883" v="61413" actId="478"/>
          <ac:spMkLst>
            <pc:docMk/>
            <pc:sldMk cId="2341486259" sldId="291"/>
            <ac:spMk id="297" creationId="{B339196C-E5EC-AC3D-DACC-0B47395E6A0D}"/>
          </ac:spMkLst>
        </pc:spChg>
        <pc:spChg chg="del mod">
          <ac:chgData name="Freda Shi" userId="e3bafef1-15f2-4eeb-acbe-fa674bab7991" providerId="ADAL" clId="{9555FC65-5A8C-4EE8-9D5B-8283D7A0923C}" dt="2026-02-09T09:18:46.867" v="61412" actId="478"/>
          <ac:spMkLst>
            <pc:docMk/>
            <pc:sldMk cId="2341486259" sldId="291"/>
            <ac:spMk id="298" creationId="{26330E0D-12D3-D77E-4848-CD1CF99E55FD}"/>
          </ac:spMkLst>
        </pc:spChg>
        <pc:spChg chg="del mod">
          <ac:chgData name="Freda Shi" userId="e3bafef1-15f2-4eeb-acbe-fa674bab7991" providerId="ADAL" clId="{9555FC65-5A8C-4EE8-9D5B-8283D7A0923C}" dt="2026-02-09T09:18:46.867" v="61411" actId="478"/>
          <ac:spMkLst>
            <pc:docMk/>
            <pc:sldMk cId="2341486259" sldId="291"/>
            <ac:spMk id="299" creationId="{69A06B39-8D30-2120-B0FC-FAA290B53237}"/>
          </ac:spMkLst>
        </pc:spChg>
        <pc:spChg chg="del mod">
          <ac:chgData name="Freda Shi" userId="e3bafef1-15f2-4eeb-acbe-fa674bab7991" providerId="ADAL" clId="{9555FC65-5A8C-4EE8-9D5B-8283D7A0923C}" dt="2026-02-09T09:18:46.867" v="61410" actId="478"/>
          <ac:spMkLst>
            <pc:docMk/>
            <pc:sldMk cId="2341486259" sldId="291"/>
            <ac:spMk id="300" creationId="{1D28EAAF-B3C5-2DBB-3D53-1E4A2298D54B}"/>
          </ac:spMkLst>
        </pc:spChg>
        <pc:spChg chg="del mod">
          <ac:chgData name="Freda Shi" userId="e3bafef1-15f2-4eeb-acbe-fa674bab7991" providerId="ADAL" clId="{9555FC65-5A8C-4EE8-9D5B-8283D7A0923C}" dt="2026-02-09T09:18:46.867" v="61409" actId="478"/>
          <ac:spMkLst>
            <pc:docMk/>
            <pc:sldMk cId="2341486259" sldId="291"/>
            <ac:spMk id="301" creationId="{AE82761F-3B86-66FD-5C53-6C9882628116}"/>
          </ac:spMkLst>
        </pc:spChg>
        <pc:spChg chg="del mod">
          <ac:chgData name="Freda Shi" userId="e3bafef1-15f2-4eeb-acbe-fa674bab7991" providerId="ADAL" clId="{9555FC65-5A8C-4EE8-9D5B-8283D7A0923C}" dt="2026-02-09T09:18:46.867" v="61408" actId="478"/>
          <ac:spMkLst>
            <pc:docMk/>
            <pc:sldMk cId="2341486259" sldId="291"/>
            <ac:spMk id="302" creationId="{D9F4FD11-1CCD-AED9-5B7E-6F804D38AAD6}"/>
          </ac:spMkLst>
        </pc:spChg>
        <pc:spChg chg="del mod">
          <ac:chgData name="Freda Shi" userId="e3bafef1-15f2-4eeb-acbe-fa674bab7991" providerId="ADAL" clId="{9555FC65-5A8C-4EE8-9D5B-8283D7A0923C}" dt="2026-02-09T09:18:46.867" v="61407" actId="478"/>
          <ac:spMkLst>
            <pc:docMk/>
            <pc:sldMk cId="2341486259" sldId="291"/>
            <ac:spMk id="303" creationId="{65A669FA-002A-0960-BC61-32B26F36635F}"/>
          </ac:spMkLst>
        </pc:spChg>
        <pc:spChg chg="del mod">
          <ac:chgData name="Freda Shi" userId="e3bafef1-15f2-4eeb-acbe-fa674bab7991" providerId="ADAL" clId="{9555FC65-5A8C-4EE8-9D5B-8283D7A0923C}" dt="2026-02-09T09:18:46.867" v="61406" actId="478"/>
          <ac:spMkLst>
            <pc:docMk/>
            <pc:sldMk cId="2341486259" sldId="291"/>
            <ac:spMk id="304" creationId="{FF15A63E-74FC-7975-C36D-3FDCC94B30A1}"/>
          </ac:spMkLst>
        </pc:spChg>
        <pc:spChg chg="del mod">
          <ac:chgData name="Freda Shi" userId="e3bafef1-15f2-4eeb-acbe-fa674bab7991" providerId="ADAL" clId="{9555FC65-5A8C-4EE8-9D5B-8283D7A0923C}" dt="2026-02-09T09:18:46.867" v="61405" actId="478"/>
          <ac:spMkLst>
            <pc:docMk/>
            <pc:sldMk cId="2341486259" sldId="291"/>
            <ac:spMk id="305" creationId="{F60102A3-76A8-32B2-CD1C-2F382C44442A}"/>
          </ac:spMkLst>
        </pc:spChg>
        <pc:spChg chg="mod">
          <ac:chgData name="Freda Shi" userId="e3bafef1-15f2-4eeb-acbe-fa674bab7991" providerId="ADAL" clId="{9555FC65-5A8C-4EE8-9D5B-8283D7A0923C}" dt="2026-02-09T09:18:46.931" v="61460" actId="108"/>
          <ac:spMkLst>
            <pc:docMk/>
            <pc:sldMk cId="2341486259" sldId="291"/>
            <ac:spMk id="367" creationId="{F3EC046A-616E-41FE-A383-E64AF1BCDEFD}"/>
          </ac:spMkLst>
        </pc:spChg>
        <pc:spChg chg="mod">
          <ac:chgData name="Freda Shi" userId="e3bafef1-15f2-4eeb-acbe-fa674bab7991" providerId="ADAL" clId="{9555FC65-5A8C-4EE8-9D5B-8283D7A0923C}" dt="2026-02-09T09:18:46.931" v="61461" actId="108"/>
          <ac:spMkLst>
            <pc:docMk/>
            <pc:sldMk cId="2341486259" sldId="291"/>
            <ac:spMk id="368" creationId="{CDAF21C0-407A-05B3-4CA2-B420B1CFFBCA}"/>
          </ac:spMkLst>
        </pc:spChg>
        <pc:spChg chg="mod">
          <ac:chgData name="Freda Shi" userId="e3bafef1-15f2-4eeb-acbe-fa674bab7991" providerId="ADAL" clId="{9555FC65-5A8C-4EE8-9D5B-8283D7A0923C}" dt="2026-02-09T09:18:46.931" v="61462" actId="108"/>
          <ac:spMkLst>
            <pc:docMk/>
            <pc:sldMk cId="2341486259" sldId="291"/>
            <ac:spMk id="369" creationId="{CF18BB1E-7C1E-FA34-1BED-3A79BAB95C0B}"/>
          </ac:spMkLst>
        </pc:spChg>
        <pc:spChg chg="mod">
          <ac:chgData name="Freda Shi" userId="e3bafef1-15f2-4eeb-acbe-fa674bab7991" providerId="ADAL" clId="{9555FC65-5A8C-4EE8-9D5B-8283D7A0923C}" dt="2026-02-09T09:18:46.931" v="61463" actId="108"/>
          <ac:spMkLst>
            <pc:docMk/>
            <pc:sldMk cId="2341486259" sldId="291"/>
            <ac:spMk id="370" creationId="{8752EACC-48ED-C98F-5014-54CC74658B2E}"/>
          </ac:spMkLst>
        </pc:spChg>
        <pc:spChg chg="mod">
          <ac:chgData name="Freda Shi" userId="e3bafef1-15f2-4eeb-acbe-fa674bab7991" providerId="ADAL" clId="{9555FC65-5A8C-4EE8-9D5B-8283D7A0923C}" dt="2026-02-09T09:18:46.931" v="61464" actId="108"/>
          <ac:spMkLst>
            <pc:docMk/>
            <pc:sldMk cId="2341486259" sldId="291"/>
            <ac:spMk id="371" creationId="{227026CB-77D5-642A-1BCA-5CE06692AC32}"/>
          </ac:spMkLst>
        </pc:spChg>
        <pc:spChg chg="mod">
          <ac:chgData name="Freda Shi" userId="e3bafef1-15f2-4eeb-acbe-fa674bab7991" providerId="ADAL" clId="{9555FC65-5A8C-4EE8-9D5B-8283D7A0923C}" dt="2026-02-09T09:18:46.931" v="61465" actId="108"/>
          <ac:spMkLst>
            <pc:docMk/>
            <pc:sldMk cId="2341486259" sldId="291"/>
            <ac:spMk id="372" creationId="{A56C5228-2C3D-3295-27CD-05D2CE440230}"/>
          </ac:spMkLst>
        </pc:spChg>
        <pc:spChg chg="mod">
          <ac:chgData name="Freda Shi" userId="e3bafef1-15f2-4eeb-acbe-fa674bab7991" providerId="ADAL" clId="{9555FC65-5A8C-4EE8-9D5B-8283D7A0923C}" dt="2026-02-09T09:18:46.931" v="61466" actId="108"/>
          <ac:spMkLst>
            <pc:docMk/>
            <pc:sldMk cId="2341486259" sldId="291"/>
            <ac:spMk id="373" creationId="{155C5449-621D-6FB5-C939-E63B9199122F}"/>
          </ac:spMkLst>
        </pc:spChg>
        <pc:spChg chg="mod">
          <ac:chgData name="Freda Shi" userId="e3bafef1-15f2-4eeb-acbe-fa674bab7991" providerId="ADAL" clId="{9555FC65-5A8C-4EE8-9D5B-8283D7A0923C}" dt="2026-02-09T09:18:46.931" v="61467" actId="108"/>
          <ac:spMkLst>
            <pc:docMk/>
            <pc:sldMk cId="2341486259" sldId="291"/>
            <ac:spMk id="374" creationId="{FE34A280-90BC-4675-9A12-BAF0795D8209}"/>
          </ac:spMkLst>
        </pc:spChg>
        <pc:spChg chg="mod">
          <ac:chgData name="Freda Shi" userId="e3bafef1-15f2-4eeb-acbe-fa674bab7991" providerId="ADAL" clId="{9555FC65-5A8C-4EE8-9D5B-8283D7A0923C}" dt="2026-02-09T09:18:46.931" v="61468" actId="108"/>
          <ac:spMkLst>
            <pc:docMk/>
            <pc:sldMk cId="2341486259" sldId="291"/>
            <ac:spMk id="375" creationId="{45589F78-5C6D-CF69-051E-87C593F467CF}"/>
          </ac:spMkLst>
        </pc:spChg>
        <pc:spChg chg="mod">
          <ac:chgData name="Freda Shi" userId="e3bafef1-15f2-4eeb-acbe-fa674bab7991" providerId="ADAL" clId="{9555FC65-5A8C-4EE8-9D5B-8283D7A0923C}" dt="2026-02-09T09:18:46.931" v="61469" actId="108"/>
          <ac:spMkLst>
            <pc:docMk/>
            <pc:sldMk cId="2341486259" sldId="291"/>
            <ac:spMk id="376" creationId="{07355A97-5F1A-663D-47B8-78DD329E457F}"/>
          </ac:spMkLst>
        </pc:spChg>
        <pc:spChg chg="mod">
          <ac:chgData name="Freda Shi" userId="e3bafef1-15f2-4eeb-acbe-fa674bab7991" providerId="ADAL" clId="{9555FC65-5A8C-4EE8-9D5B-8283D7A0923C}" dt="2026-02-09T09:18:46.931" v="61470" actId="108"/>
          <ac:spMkLst>
            <pc:docMk/>
            <pc:sldMk cId="2341486259" sldId="291"/>
            <ac:spMk id="377" creationId="{E5AE081A-3330-FC4C-B885-4805BF47E6F7}"/>
          </ac:spMkLst>
        </pc:spChg>
        <pc:spChg chg="mod">
          <ac:chgData name="Freda Shi" userId="e3bafef1-15f2-4eeb-acbe-fa674bab7991" providerId="ADAL" clId="{9555FC65-5A8C-4EE8-9D5B-8283D7A0923C}" dt="2026-02-09T09:18:46.947" v="61471" actId="108"/>
          <ac:spMkLst>
            <pc:docMk/>
            <pc:sldMk cId="2341486259" sldId="291"/>
            <ac:spMk id="378" creationId="{8AD07438-E199-C5CD-70D0-29FB409A41D3}"/>
          </ac:spMkLst>
        </pc:spChg>
        <pc:spChg chg="mod">
          <ac:chgData name="Freda Shi" userId="e3bafef1-15f2-4eeb-acbe-fa674bab7991" providerId="ADAL" clId="{9555FC65-5A8C-4EE8-9D5B-8283D7A0923C}" dt="2026-02-09T09:18:46.947" v="61472" actId="108"/>
          <ac:spMkLst>
            <pc:docMk/>
            <pc:sldMk cId="2341486259" sldId="291"/>
            <ac:spMk id="379" creationId="{17212783-1AAA-94BB-1B80-6AE5093B23D2}"/>
          </ac:spMkLst>
        </pc:spChg>
        <pc:spChg chg="mod">
          <ac:chgData name="Freda Shi" userId="e3bafef1-15f2-4eeb-acbe-fa674bab7991" providerId="ADAL" clId="{9555FC65-5A8C-4EE8-9D5B-8283D7A0923C}" dt="2026-02-09T09:18:46.947" v="61473" actId="108"/>
          <ac:spMkLst>
            <pc:docMk/>
            <pc:sldMk cId="2341486259" sldId="291"/>
            <ac:spMk id="380" creationId="{8E7CDE66-B2D2-E41C-ABD0-F82B9344485E}"/>
          </ac:spMkLst>
        </pc:spChg>
        <pc:spChg chg="mod">
          <ac:chgData name="Freda Shi" userId="e3bafef1-15f2-4eeb-acbe-fa674bab7991" providerId="ADAL" clId="{9555FC65-5A8C-4EE8-9D5B-8283D7A0923C}" dt="2026-02-09T09:18:46.947" v="61474" actId="108"/>
          <ac:spMkLst>
            <pc:docMk/>
            <pc:sldMk cId="2341486259" sldId="291"/>
            <ac:spMk id="381" creationId="{BAF14BA4-6911-4F74-2990-A6843D314018}"/>
          </ac:spMkLst>
        </pc:spChg>
        <pc:spChg chg="mod">
          <ac:chgData name="Freda Shi" userId="e3bafef1-15f2-4eeb-acbe-fa674bab7991" providerId="ADAL" clId="{9555FC65-5A8C-4EE8-9D5B-8283D7A0923C}" dt="2026-02-09T09:18:46.947" v="61475" actId="108"/>
          <ac:spMkLst>
            <pc:docMk/>
            <pc:sldMk cId="2341486259" sldId="291"/>
            <ac:spMk id="382" creationId="{448D7E91-9110-4EBA-3001-344063BE9BCD}"/>
          </ac:spMkLst>
        </pc:spChg>
        <pc:spChg chg="mod">
          <ac:chgData name="Freda Shi" userId="e3bafef1-15f2-4eeb-acbe-fa674bab7991" providerId="ADAL" clId="{9555FC65-5A8C-4EE8-9D5B-8283D7A0923C}" dt="2026-02-09T09:18:46.947" v="61476" actId="108"/>
          <ac:spMkLst>
            <pc:docMk/>
            <pc:sldMk cId="2341486259" sldId="291"/>
            <ac:spMk id="383" creationId="{E37B2806-F37B-0552-6809-04B5B0C14693}"/>
          </ac:spMkLst>
        </pc:spChg>
        <pc:spChg chg="mod">
          <ac:chgData name="Freda Shi" userId="e3bafef1-15f2-4eeb-acbe-fa674bab7991" providerId="ADAL" clId="{9555FC65-5A8C-4EE8-9D5B-8283D7A0923C}" dt="2026-02-09T09:18:46.947" v="61477" actId="108"/>
          <ac:spMkLst>
            <pc:docMk/>
            <pc:sldMk cId="2341486259" sldId="291"/>
            <ac:spMk id="384" creationId="{0325B06E-CCCC-0F7A-635F-363629381F03}"/>
          </ac:spMkLst>
        </pc:spChg>
        <pc:spChg chg="mod">
          <ac:chgData name="Freda Shi" userId="e3bafef1-15f2-4eeb-acbe-fa674bab7991" providerId="ADAL" clId="{9555FC65-5A8C-4EE8-9D5B-8283D7A0923C}" dt="2026-02-09T09:18:46.947" v="61478" actId="108"/>
          <ac:spMkLst>
            <pc:docMk/>
            <pc:sldMk cId="2341486259" sldId="291"/>
            <ac:spMk id="385" creationId="{6C4016E7-2728-D7D0-AA63-2BDC62240BAB}"/>
          </ac:spMkLst>
        </pc:spChg>
        <pc:spChg chg="mod">
          <ac:chgData name="Freda Shi" userId="e3bafef1-15f2-4eeb-acbe-fa674bab7991" providerId="ADAL" clId="{9555FC65-5A8C-4EE8-9D5B-8283D7A0923C}" dt="2026-02-09T09:18:46.947" v="61479" actId="108"/>
          <ac:spMkLst>
            <pc:docMk/>
            <pc:sldMk cId="2341486259" sldId="291"/>
            <ac:spMk id="386" creationId="{402CC5BF-4DF5-832F-F739-88DC6DEC6459}"/>
          </ac:spMkLst>
        </pc:spChg>
        <pc:spChg chg="mod">
          <ac:chgData name="Freda Shi" userId="e3bafef1-15f2-4eeb-acbe-fa674bab7991" providerId="ADAL" clId="{9555FC65-5A8C-4EE8-9D5B-8283D7A0923C}" dt="2026-02-09T09:18:46.947" v="61480" actId="108"/>
          <ac:spMkLst>
            <pc:docMk/>
            <pc:sldMk cId="2341486259" sldId="291"/>
            <ac:spMk id="387" creationId="{FDCB06CE-31F0-A24A-36C2-011F006E745E}"/>
          </ac:spMkLst>
        </pc:spChg>
        <pc:spChg chg="mod">
          <ac:chgData name="Freda Shi" userId="e3bafef1-15f2-4eeb-acbe-fa674bab7991" providerId="ADAL" clId="{9555FC65-5A8C-4EE8-9D5B-8283D7A0923C}" dt="2026-02-09T09:18:46.947" v="61481" actId="108"/>
          <ac:spMkLst>
            <pc:docMk/>
            <pc:sldMk cId="2341486259" sldId="291"/>
            <ac:spMk id="388" creationId="{36D70423-2BEB-7692-E808-BEB7AF47496D}"/>
          </ac:spMkLst>
        </pc:spChg>
        <pc:spChg chg="mod">
          <ac:chgData name="Freda Shi" userId="e3bafef1-15f2-4eeb-acbe-fa674bab7991" providerId="ADAL" clId="{9555FC65-5A8C-4EE8-9D5B-8283D7A0923C}" dt="2026-02-09T09:18:46.947" v="61482" actId="108"/>
          <ac:spMkLst>
            <pc:docMk/>
            <pc:sldMk cId="2341486259" sldId="291"/>
            <ac:spMk id="389" creationId="{E38A68A5-62F4-51B7-FAA2-80F096D64A1D}"/>
          </ac:spMkLst>
        </pc:spChg>
        <pc:spChg chg="mod">
          <ac:chgData name="Freda Shi" userId="e3bafef1-15f2-4eeb-acbe-fa674bab7991" providerId="ADAL" clId="{9555FC65-5A8C-4EE8-9D5B-8283D7A0923C}" dt="2026-02-09T09:18:46.947" v="61483" actId="108"/>
          <ac:spMkLst>
            <pc:docMk/>
            <pc:sldMk cId="2341486259" sldId="291"/>
            <ac:spMk id="390" creationId="{502CA97D-9AB8-A0E1-D947-A7172AFF9F11}"/>
          </ac:spMkLst>
        </pc:spChg>
        <pc:spChg chg="mod">
          <ac:chgData name="Freda Shi" userId="e3bafef1-15f2-4eeb-acbe-fa674bab7991" providerId="ADAL" clId="{9555FC65-5A8C-4EE8-9D5B-8283D7A0923C}" dt="2026-02-09T09:18:46.947" v="61484" actId="108"/>
          <ac:spMkLst>
            <pc:docMk/>
            <pc:sldMk cId="2341486259" sldId="291"/>
            <ac:spMk id="391" creationId="{2B293DF9-7838-A058-5307-A4DDF078C6C0}"/>
          </ac:spMkLst>
        </pc:spChg>
        <pc:spChg chg="mod">
          <ac:chgData name="Freda Shi" userId="e3bafef1-15f2-4eeb-acbe-fa674bab7991" providerId="ADAL" clId="{9555FC65-5A8C-4EE8-9D5B-8283D7A0923C}" dt="2026-02-09T09:18:46.947" v="61485" actId="108"/>
          <ac:spMkLst>
            <pc:docMk/>
            <pc:sldMk cId="2341486259" sldId="291"/>
            <ac:spMk id="392" creationId="{4188A4AD-B4DB-14D0-D3A8-46DFFCE82700}"/>
          </ac:spMkLst>
        </pc:spChg>
        <pc:spChg chg="mod">
          <ac:chgData name="Freda Shi" userId="e3bafef1-15f2-4eeb-acbe-fa674bab7991" providerId="ADAL" clId="{9555FC65-5A8C-4EE8-9D5B-8283D7A0923C}" dt="2026-02-09T09:18:46.947" v="61486" actId="108"/>
          <ac:spMkLst>
            <pc:docMk/>
            <pc:sldMk cId="2341486259" sldId="291"/>
            <ac:spMk id="393" creationId="{DA9B0298-6CCF-204B-B97C-BDFD83530BE6}"/>
          </ac:spMkLst>
        </pc:spChg>
        <pc:spChg chg="mod">
          <ac:chgData name="Freda Shi" userId="e3bafef1-15f2-4eeb-acbe-fa674bab7991" providerId="ADAL" clId="{9555FC65-5A8C-4EE8-9D5B-8283D7A0923C}" dt="2026-02-09T09:18:46.947" v="61487" actId="108"/>
          <ac:spMkLst>
            <pc:docMk/>
            <pc:sldMk cId="2341486259" sldId="291"/>
            <ac:spMk id="394" creationId="{A2499DE9-C891-A6A5-E1D0-550552AABE53}"/>
          </ac:spMkLst>
        </pc:spChg>
        <pc:spChg chg="mod">
          <ac:chgData name="Freda Shi" userId="e3bafef1-15f2-4eeb-acbe-fa674bab7991" providerId="ADAL" clId="{9555FC65-5A8C-4EE8-9D5B-8283D7A0923C}" dt="2026-02-09T09:18:46.947" v="61488" actId="108"/>
          <ac:spMkLst>
            <pc:docMk/>
            <pc:sldMk cId="2341486259" sldId="291"/>
            <ac:spMk id="395" creationId="{16CEFB3A-1F04-ABED-F446-8F31E8C0D70B}"/>
          </ac:spMkLst>
        </pc:spChg>
        <pc:spChg chg="mod">
          <ac:chgData name="Freda Shi" userId="e3bafef1-15f2-4eeb-acbe-fa674bab7991" providerId="ADAL" clId="{9555FC65-5A8C-4EE8-9D5B-8283D7A0923C}" dt="2026-02-09T09:18:46.947" v="61489" actId="108"/>
          <ac:spMkLst>
            <pc:docMk/>
            <pc:sldMk cId="2341486259" sldId="291"/>
            <ac:spMk id="396" creationId="{6617628C-5311-BE29-3502-F4F1FB84566D}"/>
          </ac:spMkLst>
        </pc:spChg>
        <pc:spChg chg="mod">
          <ac:chgData name="Freda Shi" userId="e3bafef1-15f2-4eeb-acbe-fa674bab7991" providerId="ADAL" clId="{9555FC65-5A8C-4EE8-9D5B-8283D7A0923C}" dt="2026-02-09T09:18:46.947" v="61490" actId="108"/>
          <ac:spMkLst>
            <pc:docMk/>
            <pc:sldMk cId="2341486259" sldId="291"/>
            <ac:spMk id="397" creationId="{C135D65C-CC49-21D9-7600-22BBEB643BDD}"/>
          </ac:spMkLst>
        </pc:spChg>
        <pc:spChg chg="mod">
          <ac:chgData name="Freda Shi" userId="e3bafef1-15f2-4eeb-acbe-fa674bab7991" providerId="ADAL" clId="{9555FC65-5A8C-4EE8-9D5B-8283D7A0923C}" dt="2026-02-09T09:18:46.947" v="61491" actId="108"/>
          <ac:spMkLst>
            <pc:docMk/>
            <pc:sldMk cId="2341486259" sldId="291"/>
            <ac:spMk id="398" creationId="{3EE8C5E4-209B-D9FF-7F32-108DD1501960}"/>
          </ac:spMkLst>
        </pc:spChg>
        <pc:spChg chg="mod">
          <ac:chgData name="Freda Shi" userId="e3bafef1-15f2-4eeb-acbe-fa674bab7991" providerId="ADAL" clId="{9555FC65-5A8C-4EE8-9D5B-8283D7A0923C}" dt="2026-02-09T09:18:46.947" v="61492" actId="108"/>
          <ac:spMkLst>
            <pc:docMk/>
            <pc:sldMk cId="2341486259" sldId="291"/>
            <ac:spMk id="399" creationId="{1098C2A3-FD05-0A54-B50B-AA1C1C3E7E45}"/>
          </ac:spMkLst>
        </pc:spChg>
        <pc:spChg chg="mod">
          <ac:chgData name="Freda Shi" userId="e3bafef1-15f2-4eeb-acbe-fa674bab7991" providerId="ADAL" clId="{9555FC65-5A8C-4EE8-9D5B-8283D7A0923C}" dt="2026-02-09T09:18:46.947" v="61493" actId="108"/>
          <ac:spMkLst>
            <pc:docMk/>
            <pc:sldMk cId="2341486259" sldId="291"/>
            <ac:spMk id="400" creationId="{F282C99B-578E-C635-E967-183CDCF23D29}"/>
          </ac:spMkLst>
        </pc:spChg>
        <pc:spChg chg="mod">
          <ac:chgData name="Freda Shi" userId="e3bafef1-15f2-4eeb-acbe-fa674bab7991" providerId="ADAL" clId="{9555FC65-5A8C-4EE8-9D5B-8283D7A0923C}" dt="2026-02-09T09:18:46.947" v="61494" actId="108"/>
          <ac:spMkLst>
            <pc:docMk/>
            <pc:sldMk cId="2341486259" sldId="291"/>
            <ac:spMk id="401" creationId="{023116FA-B7A2-D829-D842-72920F8A17E4}"/>
          </ac:spMkLst>
        </pc:spChg>
        <pc:spChg chg="mod">
          <ac:chgData name="Freda Shi" userId="e3bafef1-15f2-4eeb-acbe-fa674bab7991" providerId="ADAL" clId="{9555FC65-5A8C-4EE8-9D5B-8283D7A0923C}" dt="2026-02-09T09:18:46.947" v="61495" actId="108"/>
          <ac:spMkLst>
            <pc:docMk/>
            <pc:sldMk cId="2341486259" sldId="291"/>
            <ac:spMk id="402" creationId="{07C6D86A-787F-52D3-C7E2-35132ED9C4D0}"/>
          </ac:spMkLst>
        </pc:spChg>
        <pc:spChg chg="mod">
          <ac:chgData name="Freda Shi" userId="e3bafef1-15f2-4eeb-acbe-fa674bab7991" providerId="ADAL" clId="{9555FC65-5A8C-4EE8-9D5B-8283D7A0923C}" dt="2026-02-09T09:18:46.947" v="61496" actId="108"/>
          <ac:spMkLst>
            <pc:docMk/>
            <pc:sldMk cId="2341486259" sldId="291"/>
            <ac:spMk id="403" creationId="{2CA31F12-56B6-2339-7DA6-C28A8E4D7BE3}"/>
          </ac:spMkLst>
        </pc:spChg>
        <pc:spChg chg="mod">
          <ac:chgData name="Freda Shi" userId="e3bafef1-15f2-4eeb-acbe-fa674bab7991" providerId="ADAL" clId="{9555FC65-5A8C-4EE8-9D5B-8283D7A0923C}" dt="2026-02-09T09:18:46.947" v="61497" actId="108"/>
          <ac:spMkLst>
            <pc:docMk/>
            <pc:sldMk cId="2341486259" sldId="291"/>
            <ac:spMk id="404" creationId="{8048B7D4-5B53-66EA-5D79-B3BA2C9AFEC9}"/>
          </ac:spMkLst>
        </pc:spChg>
        <pc:spChg chg="mod">
          <ac:chgData name="Freda Shi" userId="e3bafef1-15f2-4eeb-acbe-fa674bab7991" providerId="ADAL" clId="{9555FC65-5A8C-4EE8-9D5B-8283D7A0923C}" dt="2026-02-09T09:18:46.947" v="61498" actId="108"/>
          <ac:spMkLst>
            <pc:docMk/>
            <pc:sldMk cId="2341486259" sldId="291"/>
            <ac:spMk id="405" creationId="{5D0AF157-6B78-91E2-E251-7782ECD07C7A}"/>
          </ac:spMkLst>
        </pc:spChg>
        <pc:spChg chg="mod">
          <ac:chgData name="Freda Shi" userId="e3bafef1-15f2-4eeb-acbe-fa674bab7991" providerId="ADAL" clId="{9555FC65-5A8C-4EE8-9D5B-8283D7A0923C}" dt="2026-02-09T09:18:46.962" v="61499" actId="108"/>
          <ac:spMkLst>
            <pc:docMk/>
            <pc:sldMk cId="2341486259" sldId="291"/>
            <ac:spMk id="406" creationId="{A7BAC540-0E2C-86B3-B64D-62AE5CF099DF}"/>
          </ac:spMkLst>
        </pc:spChg>
        <pc:spChg chg="mod">
          <ac:chgData name="Freda Shi" userId="e3bafef1-15f2-4eeb-acbe-fa674bab7991" providerId="ADAL" clId="{9555FC65-5A8C-4EE8-9D5B-8283D7A0923C}" dt="2026-02-09T09:18:46.962" v="61500" actId="108"/>
          <ac:spMkLst>
            <pc:docMk/>
            <pc:sldMk cId="2341486259" sldId="291"/>
            <ac:spMk id="407" creationId="{D44F5F1C-85D3-2E02-BCC3-EBDE51FD1AB2}"/>
          </ac:spMkLst>
        </pc:spChg>
        <pc:spChg chg="mod">
          <ac:chgData name="Freda Shi" userId="e3bafef1-15f2-4eeb-acbe-fa674bab7991" providerId="ADAL" clId="{9555FC65-5A8C-4EE8-9D5B-8283D7A0923C}" dt="2026-02-09T09:18:46.962" v="61501" actId="108"/>
          <ac:spMkLst>
            <pc:docMk/>
            <pc:sldMk cId="2341486259" sldId="291"/>
            <ac:spMk id="408" creationId="{10ABBC8A-EE11-462E-9955-DE20D60A46DC}"/>
          </ac:spMkLst>
        </pc:spChg>
        <pc:spChg chg="mod">
          <ac:chgData name="Freda Shi" userId="e3bafef1-15f2-4eeb-acbe-fa674bab7991" providerId="ADAL" clId="{9555FC65-5A8C-4EE8-9D5B-8283D7A0923C}" dt="2026-02-09T09:18:46.962" v="61502" actId="108"/>
          <ac:spMkLst>
            <pc:docMk/>
            <pc:sldMk cId="2341486259" sldId="291"/>
            <ac:spMk id="409" creationId="{7E3A7BBC-6333-6290-2A81-E6FC926BF6F8}"/>
          </ac:spMkLst>
        </pc:spChg>
        <pc:spChg chg="mod">
          <ac:chgData name="Freda Shi" userId="e3bafef1-15f2-4eeb-acbe-fa674bab7991" providerId="ADAL" clId="{9555FC65-5A8C-4EE8-9D5B-8283D7A0923C}" dt="2026-02-09T09:18:46.962" v="61503" actId="108"/>
          <ac:spMkLst>
            <pc:docMk/>
            <pc:sldMk cId="2341486259" sldId="291"/>
            <ac:spMk id="410" creationId="{A114F81D-48F8-BF7C-F9F1-075621519D37}"/>
          </ac:spMkLst>
        </pc:spChg>
        <pc:spChg chg="mod">
          <ac:chgData name="Freda Shi" userId="e3bafef1-15f2-4eeb-acbe-fa674bab7991" providerId="ADAL" clId="{9555FC65-5A8C-4EE8-9D5B-8283D7A0923C}" dt="2026-02-09T09:18:46.962" v="61504" actId="108"/>
          <ac:spMkLst>
            <pc:docMk/>
            <pc:sldMk cId="2341486259" sldId="291"/>
            <ac:spMk id="411" creationId="{E5280F2A-A121-162A-6C48-E8A2B78BE288}"/>
          </ac:spMkLst>
        </pc:spChg>
        <pc:spChg chg="mod">
          <ac:chgData name="Freda Shi" userId="e3bafef1-15f2-4eeb-acbe-fa674bab7991" providerId="ADAL" clId="{9555FC65-5A8C-4EE8-9D5B-8283D7A0923C}" dt="2026-02-09T09:18:46.962" v="61505" actId="108"/>
          <ac:spMkLst>
            <pc:docMk/>
            <pc:sldMk cId="2341486259" sldId="291"/>
            <ac:spMk id="412" creationId="{6895125F-6958-118F-6523-6EEADB74F272}"/>
          </ac:spMkLst>
        </pc:spChg>
        <pc:spChg chg="mod">
          <ac:chgData name="Freda Shi" userId="e3bafef1-15f2-4eeb-acbe-fa674bab7991" providerId="ADAL" clId="{9555FC65-5A8C-4EE8-9D5B-8283D7A0923C}" dt="2026-02-09T09:18:46.962" v="61506" actId="108"/>
          <ac:spMkLst>
            <pc:docMk/>
            <pc:sldMk cId="2341486259" sldId="291"/>
            <ac:spMk id="413" creationId="{A63FB0BC-3E9D-6ED2-5D48-3ADE2312C007}"/>
          </ac:spMkLst>
        </pc:spChg>
        <pc:spChg chg="mod">
          <ac:chgData name="Freda Shi" userId="e3bafef1-15f2-4eeb-acbe-fa674bab7991" providerId="ADAL" clId="{9555FC65-5A8C-4EE8-9D5B-8283D7A0923C}" dt="2026-02-09T09:18:46.962" v="61507" actId="108"/>
          <ac:spMkLst>
            <pc:docMk/>
            <pc:sldMk cId="2341486259" sldId="291"/>
            <ac:spMk id="414" creationId="{C9301736-4F2A-C4EE-7F4F-E946BD8786D0}"/>
          </ac:spMkLst>
        </pc:spChg>
        <pc:spChg chg="mod">
          <ac:chgData name="Freda Shi" userId="e3bafef1-15f2-4eeb-acbe-fa674bab7991" providerId="ADAL" clId="{9555FC65-5A8C-4EE8-9D5B-8283D7A0923C}" dt="2026-02-09T09:18:46.962" v="61508" actId="108"/>
          <ac:spMkLst>
            <pc:docMk/>
            <pc:sldMk cId="2341486259" sldId="291"/>
            <ac:spMk id="415" creationId="{BE3BD6E7-F831-0DDC-3324-4C73F79B3FCB}"/>
          </ac:spMkLst>
        </pc:spChg>
        <pc:spChg chg="mod">
          <ac:chgData name="Freda Shi" userId="e3bafef1-15f2-4eeb-acbe-fa674bab7991" providerId="ADAL" clId="{9555FC65-5A8C-4EE8-9D5B-8283D7A0923C}" dt="2026-02-09T09:18:46.962" v="61509" actId="108"/>
          <ac:spMkLst>
            <pc:docMk/>
            <pc:sldMk cId="2341486259" sldId="291"/>
            <ac:spMk id="416" creationId="{B80D0511-9DE9-690E-DF95-0D17FECCD7E5}"/>
          </ac:spMkLst>
        </pc:spChg>
        <pc:spChg chg="mod">
          <ac:chgData name="Freda Shi" userId="e3bafef1-15f2-4eeb-acbe-fa674bab7991" providerId="ADAL" clId="{9555FC65-5A8C-4EE8-9D5B-8283D7A0923C}" dt="2026-02-09T09:18:46.962" v="61510" actId="108"/>
          <ac:spMkLst>
            <pc:docMk/>
            <pc:sldMk cId="2341486259" sldId="291"/>
            <ac:spMk id="417" creationId="{3C653997-DF58-1255-8731-FA03AF5AFFA3}"/>
          </ac:spMkLst>
        </pc:spChg>
        <pc:spChg chg="mod">
          <ac:chgData name="Freda Shi" userId="e3bafef1-15f2-4eeb-acbe-fa674bab7991" providerId="ADAL" clId="{9555FC65-5A8C-4EE8-9D5B-8283D7A0923C}" dt="2026-02-09T09:18:46.962" v="61511" actId="108"/>
          <ac:spMkLst>
            <pc:docMk/>
            <pc:sldMk cId="2341486259" sldId="291"/>
            <ac:spMk id="418" creationId="{7E1873E2-8AAE-86C8-1831-CB8AB938B29D}"/>
          </ac:spMkLst>
        </pc:spChg>
        <pc:spChg chg="mod">
          <ac:chgData name="Freda Shi" userId="e3bafef1-15f2-4eeb-acbe-fa674bab7991" providerId="ADAL" clId="{9555FC65-5A8C-4EE8-9D5B-8283D7A0923C}" dt="2026-02-09T09:18:46.962" v="61512" actId="108"/>
          <ac:spMkLst>
            <pc:docMk/>
            <pc:sldMk cId="2341486259" sldId="291"/>
            <ac:spMk id="419" creationId="{1A1E04F1-8523-42DA-DB00-DDFF28319ECB}"/>
          </ac:spMkLst>
        </pc:spChg>
        <pc:spChg chg="mod">
          <ac:chgData name="Freda Shi" userId="e3bafef1-15f2-4eeb-acbe-fa674bab7991" providerId="ADAL" clId="{9555FC65-5A8C-4EE8-9D5B-8283D7A0923C}" dt="2026-02-09T09:18:46.962" v="61513" actId="108"/>
          <ac:spMkLst>
            <pc:docMk/>
            <pc:sldMk cId="2341486259" sldId="291"/>
            <ac:spMk id="420" creationId="{61AE5930-F397-132D-6103-A6D8418559A6}"/>
          </ac:spMkLst>
        </pc:spChg>
        <pc:spChg chg="mod">
          <ac:chgData name="Freda Shi" userId="e3bafef1-15f2-4eeb-acbe-fa674bab7991" providerId="ADAL" clId="{9555FC65-5A8C-4EE8-9D5B-8283D7A0923C}" dt="2026-02-09T09:18:46.962" v="61514" actId="108"/>
          <ac:spMkLst>
            <pc:docMk/>
            <pc:sldMk cId="2341486259" sldId="291"/>
            <ac:spMk id="421" creationId="{B1EF6817-D6D5-52F0-5717-0C03102A235A}"/>
          </ac:spMkLst>
        </pc:spChg>
        <pc:spChg chg="mod">
          <ac:chgData name="Freda Shi" userId="e3bafef1-15f2-4eeb-acbe-fa674bab7991" providerId="ADAL" clId="{9555FC65-5A8C-4EE8-9D5B-8283D7A0923C}" dt="2026-02-09T09:18:46.962" v="61515" actId="108"/>
          <ac:spMkLst>
            <pc:docMk/>
            <pc:sldMk cId="2341486259" sldId="291"/>
            <ac:spMk id="422" creationId="{C489B264-50E3-B08C-B430-C21042310788}"/>
          </ac:spMkLst>
        </pc:spChg>
        <pc:grpChg chg="mod">
          <ac:chgData name="Freda Shi" userId="e3bafef1-15f2-4eeb-acbe-fa674bab7991" providerId="ADAL" clId="{9555FC65-5A8C-4EE8-9D5B-8283D7A0923C}" dt="2026-02-09T09:16:02.851" v="61138" actId="1036"/>
          <ac:grpSpMkLst>
            <pc:docMk/>
            <pc:sldMk cId="2341486259" sldId="291"/>
            <ac:grpSpMk id="8" creationId="{0B4B2C24-6DEA-A7C0-8BE8-A042C83B3CC4}"/>
          </ac:grpSpMkLst>
        </pc:grpChg>
        <pc:grpChg chg="mod">
          <ac:chgData name="Freda Shi" userId="e3bafef1-15f2-4eeb-acbe-fa674bab7991" providerId="ADAL" clId="{9555FC65-5A8C-4EE8-9D5B-8283D7A0923C}" dt="2026-02-09T09:16:02.851" v="61138" actId="1036"/>
          <ac:grpSpMkLst>
            <pc:docMk/>
            <pc:sldMk cId="2341486259" sldId="291"/>
            <ac:grpSpMk id="9" creationId="{60ECA41C-21F7-85E7-1A5E-82FB76235DBF}"/>
          </ac:grpSpMkLst>
        </pc:grpChg>
        <pc:grpChg chg="del mod">
          <ac:chgData name="Freda Shi" userId="e3bafef1-15f2-4eeb-acbe-fa674bab7991" providerId="ADAL" clId="{9555FC65-5A8C-4EE8-9D5B-8283D7A0923C}" dt="2026-02-09T09:18:23.061" v="61211" actId="478"/>
          <ac:grpSpMkLst>
            <pc:docMk/>
            <pc:sldMk cId="2341486259" sldId="291"/>
            <ac:grpSpMk id="129" creationId="{9E17BC0B-4D42-1681-9EA2-C48FD488AAB7}"/>
          </ac:grpSpMkLst>
        </pc:grpChg>
        <pc:grpChg chg="del mod ord">
          <ac:chgData name="Freda Shi" userId="e3bafef1-15f2-4eeb-acbe-fa674bab7991" providerId="ADAL" clId="{9555FC65-5A8C-4EE8-9D5B-8283D7A0923C}" dt="2026-02-09T09:18:32.770" v="61335" actId="478"/>
          <ac:grpSpMkLst>
            <pc:docMk/>
            <pc:sldMk cId="2341486259" sldId="291"/>
            <ac:grpSpMk id="189" creationId="{FC747373-4E33-DC26-0A6D-1E0F0E3A5C26}"/>
          </ac:grpSpMkLst>
        </pc:grpChg>
        <pc:grpChg chg="del">
          <ac:chgData name="Freda Shi" userId="e3bafef1-15f2-4eeb-acbe-fa674bab7991" providerId="ADAL" clId="{9555FC65-5A8C-4EE8-9D5B-8283D7A0923C}" dt="2026-02-09T09:18:23.109" v="61269" actId="478"/>
          <ac:grpSpMkLst>
            <pc:docMk/>
            <pc:sldMk cId="2341486259" sldId="291"/>
            <ac:grpSpMk id="190" creationId="{9463A828-F2BD-9C67-3798-A9099A3DE33C}"/>
          </ac:grpSpMkLst>
        </pc:grpChg>
        <pc:grpChg chg="del mod ord">
          <ac:chgData name="Freda Shi" userId="e3bafef1-15f2-4eeb-acbe-fa674bab7991" providerId="ADAL" clId="{9555FC65-5A8C-4EE8-9D5B-8283D7A0923C}" dt="2026-02-09T09:18:46.931" v="61459" actId="478"/>
          <ac:grpSpMkLst>
            <pc:docMk/>
            <pc:sldMk cId="2341486259" sldId="291"/>
            <ac:grpSpMk id="306" creationId="{0632A509-4AEC-9CFC-7069-F87BEB850F72}"/>
          </ac:grpSpMkLst>
        </pc:grpChg>
        <pc:grpChg chg="del">
          <ac:chgData name="Freda Shi" userId="e3bafef1-15f2-4eeb-acbe-fa674bab7991" providerId="ADAL" clId="{9555FC65-5A8C-4EE8-9D5B-8283D7A0923C}" dt="2026-02-09T09:18:32.802" v="61393" actId="478"/>
          <ac:grpSpMkLst>
            <pc:docMk/>
            <pc:sldMk cId="2341486259" sldId="291"/>
            <ac:grpSpMk id="307" creationId="{52FA71DE-823D-968E-C8A8-CDB873B8B678}"/>
          </ac:grpSpMkLst>
        </pc:grpChg>
        <pc:grpChg chg="del mod ord">
          <ac:chgData name="Freda Shi" userId="e3bafef1-15f2-4eeb-acbe-fa674bab7991" providerId="ADAL" clId="{9555FC65-5A8C-4EE8-9D5B-8283D7A0923C}" dt="2026-02-09T09:19:00.134" v="61536" actId="21"/>
          <ac:grpSpMkLst>
            <pc:docMk/>
            <pc:sldMk cId="2341486259" sldId="291"/>
            <ac:grpSpMk id="423" creationId="{FE504DC0-3050-1F8E-D218-39F7F61D1AD3}"/>
          </ac:grpSpMkLst>
        </pc:grpChg>
        <pc:grpChg chg="del">
          <ac:chgData name="Freda Shi" userId="e3bafef1-15f2-4eeb-acbe-fa674bab7991" providerId="ADAL" clId="{9555FC65-5A8C-4EE8-9D5B-8283D7A0923C}" dt="2026-02-09T09:18:46.962" v="61517" actId="478"/>
          <ac:grpSpMkLst>
            <pc:docMk/>
            <pc:sldMk cId="2341486259" sldId="291"/>
            <ac:grpSpMk id="424" creationId="{F2BE8C8E-A642-BCC7-BE4D-63E6DBB56A5D}"/>
          </ac:grpSpMkLst>
        </pc:grpChg>
        <pc:picChg chg="mod">
          <ac:chgData name="Freda Shi" userId="e3bafef1-15f2-4eeb-acbe-fa674bab7991" providerId="ADAL" clId="{9555FC65-5A8C-4EE8-9D5B-8283D7A0923C}" dt="2026-02-09T09:18:11.697" v="61142" actId="14100"/>
          <ac:picMkLst>
            <pc:docMk/>
            <pc:sldMk cId="2341486259" sldId="291"/>
            <ac:picMk id="5" creationId="{AD21CCAB-1B8D-1B07-19D3-18222261BFC6}"/>
          </ac:picMkLst>
        </pc:picChg>
        <pc:picChg chg="mod">
          <ac:chgData name="Freda Shi" userId="e3bafef1-15f2-4eeb-acbe-fa674bab7991" providerId="ADAL" clId="{9555FC65-5A8C-4EE8-9D5B-8283D7A0923C}" dt="2026-02-09T09:18:22.886" v="61151" actId="14100"/>
          <ac:picMkLst>
            <pc:docMk/>
            <pc:sldMk cId="2341486259" sldId="291"/>
            <ac:picMk id="131" creationId="{D84886EE-F427-1D95-49C7-D8E3F10E8A14}"/>
          </ac:picMkLst>
        </pc:picChg>
        <pc:picChg chg="mod">
          <ac:chgData name="Freda Shi" userId="e3bafef1-15f2-4eeb-acbe-fa674bab7991" providerId="ADAL" clId="{9555FC65-5A8C-4EE8-9D5B-8283D7A0923C}" dt="2026-02-09T09:18:32.594" v="61275" actId="14100"/>
          <ac:picMkLst>
            <pc:docMk/>
            <pc:sldMk cId="2341486259" sldId="291"/>
            <ac:picMk id="248" creationId="{9A218374-9ACD-9645-8CBF-F7651C46124C}"/>
          </ac:picMkLst>
        </pc:picChg>
        <pc:picChg chg="mod">
          <ac:chgData name="Freda Shi" userId="e3bafef1-15f2-4eeb-acbe-fa674bab7991" providerId="ADAL" clId="{9555FC65-5A8C-4EE8-9D5B-8283D7A0923C}" dt="2026-02-09T09:18:46.739" v="61399" actId="14100"/>
          <ac:picMkLst>
            <pc:docMk/>
            <pc:sldMk cId="2341486259" sldId="291"/>
            <ac:picMk id="365" creationId="{66D8B539-88AC-0490-F74A-52A24DF4F2F2}"/>
          </ac:picMkLst>
        </pc:picChg>
        <pc:cxnChg chg="mod">
          <ac:chgData name="Freda Shi" userId="e3bafef1-15f2-4eeb-acbe-fa674bab7991" providerId="ADAL" clId="{9555FC65-5A8C-4EE8-9D5B-8283D7A0923C}" dt="2026-02-09T09:16:02.851" v="61138" actId="1036"/>
          <ac:cxnSpMkLst>
            <pc:docMk/>
            <pc:sldMk cId="2341486259" sldId="291"/>
            <ac:cxnSpMk id="10" creationId="{92DEFD7D-996C-8971-3D3B-57227BA725CE}"/>
          </ac:cxnSpMkLst>
        </pc:cxnChg>
        <pc:cxnChg chg="mod">
          <ac:chgData name="Freda Shi" userId="e3bafef1-15f2-4eeb-acbe-fa674bab7991" providerId="ADAL" clId="{9555FC65-5A8C-4EE8-9D5B-8283D7A0923C}" dt="2026-02-09T09:16:02.851" v="61138" actId="1036"/>
          <ac:cxnSpMkLst>
            <pc:docMk/>
            <pc:sldMk cId="2341486259" sldId="291"/>
            <ac:cxnSpMk id="12" creationId="{97623D9D-05A9-ADC1-7491-5BA45D71DD30}"/>
          </ac:cxnSpMkLst>
        </pc:cxnChg>
      </pc:sldChg>
      <pc:sldChg chg="addSp delSp modSp new mod">
        <pc:chgData name="Freda Shi" userId="e3bafef1-15f2-4eeb-acbe-fa674bab7991" providerId="ADAL" clId="{9555FC65-5A8C-4EE8-9D5B-8283D7A0923C}" dt="2026-02-09T09:33:30.290" v="62035" actId="14100"/>
        <pc:sldMkLst>
          <pc:docMk/>
          <pc:sldMk cId="3648484347" sldId="292"/>
        </pc:sldMkLst>
        <pc:spChg chg="mod">
          <ac:chgData name="Freda Shi" userId="e3bafef1-15f2-4eeb-acbe-fa674bab7991" providerId="ADAL" clId="{9555FC65-5A8C-4EE8-9D5B-8283D7A0923C}" dt="2026-02-09T09:33:26.838" v="62034" actId="2711"/>
          <ac:spMkLst>
            <pc:docMk/>
            <pc:sldMk cId="3648484347" sldId="292"/>
            <ac:spMk id="2" creationId="{51DB58E1-FC65-64A3-D246-B02569DC3FBD}"/>
          </ac:spMkLst>
        </pc:spChg>
        <pc:spChg chg="del">
          <ac:chgData name="Freda Shi" userId="e3bafef1-15f2-4eeb-acbe-fa674bab7991" providerId="ADAL" clId="{9555FC65-5A8C-4EE8-9D5B-8283D7A0923C}" dt="2026-02-09T09:29:23.898" v="61890" actId="478"/>
          <ac:spMkLst>
            <pc:docMk/>
            <pc:sldMk cId="3648484347" sldId="292"/>
            <ac:spMk id="3" creationId="{A238FE1B-7F47-6262-0E0A-F9C5E51EF881}"/>
          </ac:spMkLst>
        </pc:spChg>
        <pc:spChg chg="mod">
          <ac:chgData name="Freda Shi" userId="e3bafef1-15f2-4eeb-acbe-fa674bab7991" providerId="ADAL" clId="{9555FC65-5A8C-4EE8-9D5B-8283D7A0923C}" dt="2026-02-09T09:33:26.838" v="62034" actId="2711"/>
          <ac:spMkLst>
            <pc:docMk/>
            <pc:sldMk cId="3648484347" sldId="292"/>
            <ac:spMk id="4" creationId="{BC06878F-780D-DC01-555D-15D956253C57}"/>
          </ac:spMkLst>
        </pc:spChg>
        <pc:spChg chg="add mod">
          <ac:chgData name="Freda Shi" userId="e3bafef1-15f2-4eeb-acbe-fa674bab7991" providerId="ADAL" clId="{9555FC65-5A8C-4EE8-9D5B-8283D7A0923C}" dt="2026-02-09T09:33:30.290" v="62035" actId="14100"/>
          <ac:spMkLst>
            <pc:docMk/>
            <pc:sldMk cId="3648484347" sldId="292"/>
            <ac:spMk id="6" creationId="{354CFE69-2EFC-B147-F49A-A003247D4102}"/>
          </ac:spMkLst>
        </pc:spChg>
        <pc:spChg chg="add mod">
          <ac:chgData name="Freda Shi" userId="e3bafef1-15f2-4eeb-acbe-fa674bab7991" providerId="ADAL" clId="{9555FC65-5A8C-4EE8-9D5B-8283D7A0923C}" dt="2026-02-09T09:33:26.838" v="62034" actId="2711"/>
          <ac:spMkLst>
            <pc:docMk/>
            <pc:sldMk cId="3648484347" sldId="292"/>
            <ac:spMk id="8" creationId="{3ADF38DC-7D20-AB44-C298-5A772E8CD4C6}"/>
          </ac:spMkLst>
        </pc:spChg>
        <pc:picChg chg="add mod">
          <ac:chgData name="Freda Shi" userId="e3bafef1-15f2-4eeb-acbe-fa674bab7991" providerId="ADAL" clId="{9555FC65-5A8C-4EE8-9D5B-8283D7A0923C}" dt="2026-02-09T09:29:28.658" v="61892" actId="1076"/>
          <ac:picMkLst>
            <pc:docMk/>
            <pc:sldMk cId="3648484347" sldId="292"/>
            <ac:picMk id="5" creationId="{0FAACF90-64C5-5230-719E-A566CC815AB5}"/>
          </ac:picMkLst>
        </pc:picChg>
        <pc:cxnChg chg="add mod">
          <ac:chgData name="Freda Shi" userId="e3bafef1-15f2-4eeb-acbe-fa674bab7991" providerId="ADAL" clId="{9555FC65-5A8C-4EE8-9D5B-8283D7A0923C}" dt="2026-02-09T09:29:28.658" v="61892" actId="1076"/>
          <ac:cxnSpMkLst>
            <pc:docMk/>
            <pc:sldMk cId="3648484347" sldId="292"/>
            <ac:cxnSpMk id="7" creationId="{E1B2D9B5-4BB9-21DD-15F6-68D47FD334BC}"/>
          </ac:cxnSpMkLst>
        </pc:cxnChg>
      </pc:sldChg>
      <pc:sldChg chg="addSp delSp modSp new mod">
        <pc:chgData name="Freda Shi" userId="e3bafef1-15f2-4eeb-acbe-fa674bab7991" providerId="ADAL" clId="{9555FC65-5A8C-4EE8-9D5B-8283D7A0923C}" dt="2026-02-09T09:33:22.237" v="62033" actId="2711"/>
        <pc:sldMkLst>
          <pc:docMk/>
          <pc:sldMk cId="4047526912" sldId="293"/>
        </pc:sldMkLst>
        <pc:spChg chg="mod">
          <ac:chgData name="Freda Shi" userId="e3bafef1-15f2-4eeb-acbe-fa674bab7991" providerId="ADAL" clId="{9555FC65-5A8C-4EE8-9D5B-8283D7A0923C}" dt="2026-02-09T09:33:22.237" v="62033" actId="2711"/>
          <ac:spMkLst>
            <pc:docMk/>
            <pc:sldMk cId="4047526912" sldId="293"/>
            <ac:spMk id="2" creationId="{FFB9440F-F029-AE39-3D62-E3A912F5CD3D}"/>
          </ac:spMkLst>
        </pc:spChg>
        <pc:spChg chg="del">
          <ac:chgData name="Freda Shi" userId="e3bafef1-15f2-4eeb-acbe-fa674bab7991" providerId="ADAL" clId="{9555FC65-5A8C-4EE8-9D5B-8283D7A0923C}" dt="2026-02-09T09:31:20.084" v="61932" actId="478"/>
          <ac:spMkLst>
            <pc:docMk/>
            <pc:sldMk cId="4047526912" sldId="293"/>
            <ac:spMk id="3" creationId="{F6C4E482-9688-B878-BA58-320BADC52831}"/>
          </ac:spMkLst>
        </pc:spChg>
        <pc:spChg chg="mod">
          <ac:chgData name="Freda Shi" userId="e3bafef1-15f2-4eeb-acbe-fa674bab7991" providerId="ADAL" clId="{9555FC65-5A8C-4EE8-9D5B-8283D7A0923C}" dt="2026-02-09T09:33:22.237" v="62033" actId="2711"/>
          <ac:spMkLst>
            <pc:docMk/>
            <pc:sldMk cId="4047526912" sldId="293"/>
            <ac:spMk id="4" creationId="{A2F6D0C6-0DD4-EE19-74F0-4D94FE190B67}"/>
          </ac:spMkLst>
        </pc:spChg>
        <pc:spChg chg="add mod">
          <ac:chgData name="Freda Shi" userId="e3bafef1-15f2-4eeb-acbe-fa674bab7991" providerId="ADAL" clId="{9555FC65-5A8C-4EE8-9D5B-8283D7A0923C}" dt="2026-02-09T09:33:22.237" v="62033" actId="2711"/>
          <ac:spMkLst>
            <pc:docMk/>
            <pc:sldMk cId="4047526912" sldId="293"/>
            <ac:spMk id="5" creationId="{5FB98BBD-6F51-2D66-504B-4412F14C0E57}"/>
          </ac:spMkLst>
        </pc:spChg>
        <pc:spChg chg="add del mod">
          <ac:chgData name="Freda Shi" userId="e3bafef1-15f2-4eeb-acbe-fa674bab7991" providerId="ADAL" clId="{9555FC65-5A8C-4EE8-9D5B-8283D7A0923C}" dt="2026-02-09T09:32:44.518" v="62025" actId="478"/>
          <ac:spMkLst>
            <pc:docMk/>
            <pc:sldMk cId="4047526912" sldId="293"/>
            <ac:spMk id="7" creationId="{3ADF38DC-7D20-AB44-C298-5A772E8CD4C6}"/>
          </ac:spMkLst>
        </pc:spChg>
        <pc:spChg chg="add mod">
          <ac:chgData name="Freda Shi" userId="e3bafef1-15f2-4eeb-acbe-fa674bab7991" providerId="ADAL" clId="{9555FC65-5A8C-4EE8-9D5B-8283D7A0923C}" dt="2026-02-09T09:33:22.237" v="62033" actId="2711"/>
          <ac:spMkLst>
            <pc:docMk/>
            <pc:sldMk cId="4047526912" sldId="293"/>
            <ac:spMk id="8" creationId="{BFE15FAF-56F1-A8A8-C883-A1A648A19A59}"/>
          </ac:spMkLst>
        </pc:spChg>
        <pc:spChg chg="add mod">
          <ac:chgData name="Freda Shi" userId="e3bafef1-15f2-4eeb-acbe-fa674bab7991" providerId="ADAL" clId="{9555FC65-5A8C-4EE8-9D5B-8283D7A0923C}" dt="2026-02-09T09:33:22.237" v="62033" actId="2711"/>
          <ac:spMkLst>
            <pc:docMk/>
            <pc:sldMk cId="4047526912" sldId="293"/>
            <ac:spMk id="9" creationId="{D894CD46-4D5D-C129-F491-A2283B138104}"/>
          </ac:spMkLst>
        </pc:spChg>
        <pc:picChg chg="add mod">
          <ac:chgData name="Freda Shi" userId="e3bafef1-15f2-4eeb-acbe-fa674bab7991" providerId="ADAL" clId="{9555FC65-5A8C-4EE8-9D5B-8283D7A0923C}" dt="2026-02-09T09:31:30.235" v="61935" actId="1076"/>
          <ac:picMkLst>
            <pc:docMk/>
            <pc:sldMk cId="4047526912" sldId="293"/>
            <ac:picMk id="6" creationId="{0FAACF90-64C5-5230-719E-A566CC815AB5}"/>
          </ac:picMkLst>
        </pc:picChg>
      </pc:sldChg>
      <pc:sldChg chg="addSp delSp modSp new mod">
        <pc:chgData name="Freda Shi" userId="e3bafef1-15f2-4eeb-acbe-fa674bab7991" providerId="ADAL" clId="{9555FC65-5A8C-4EE8-9D5B-8283D7A0923C}" dt="2026-02-09T09:33:18.293" v="62032" actId="2711"/>
        <pc:sldMkLst>
          <pc:docMk/>
          <pc:sldMk cId="1227417424" sldId="294"/>
        </pc:sldMkLst>
        <pc:spChg chg="mod">
          <ac:chgData name="Freda Shi" userId="e3bafef1-15f2-4eeb-acbe-fa674bab7991" providerId="ADAL" clId="{9555FC65-5A8C-4EE8-9D5B-8283D7A0923C}" dt="2026-02-09T09:33:18.293" v="62032" actId="2711"/>
          <ac:spMkLst>
            <pc:docMk/>
            <pc:sldMk cId="1227417424" sldId="294"/>
            <ac:spMk id="2" creationId="{258DA6DB-17D4-D1D4-27E3-16763B9EDB3E}"/>
          </ac:spMkLst>
        </pc:spChg>
        <pc:spChg chg="del">
          <ac:chgData name="Freda Shi" userId="e3bafef1-15f2-4eeb-acbe-fa674bab7991" providerId="ADAL" clId="{9555FC65-5A8C-4EE8-9D5B-8283D7A0923C}" dt="2026-02-09T09:31:51.753" v="61968" actId="478"/>
          <ac:spMkLst>
            <pc:docMk/>
            <pc:sldMk cId="1227417424" sldId="294"/>
            <ac:spMk id="3" creationId="{87C6A7EB-4ECA-A60E-A22F-4A0D565B6E45}"/>
          </ac:spMkLst>
        </pc:spChg>
        <pc:spChg chg="mod">
          <ac:chgData name="Freda Shi" userId="e3bafef1-15f2-4eeb-acbe-fa674bab7991" providerId="ADAL" clId="{9555FC65-5A8C-4EE8-9D5B-8283D7A0923C}" dt="2026-02-09T09:33:18.293" v="62032" actId="2711"/>
          <ac:spMkLst>
            <pc:docMk/>
            <pc:sldMk cId="1227417424" sldId="294"/>
            <ac:spMk id="4" creationId="{E119E446-F582-6ADD-4F59-D19632FD38D9}"/>
          </ac:spMkLst>
        </pc:spChg>
        <pc:spChg chg="add del mod">
          <ac:chgData name="Freda Shi" userId="e3bafef1-15f2-4eeb-acbe-fa674bab7991" providerId="ADAL" clId="{9555FC65-5A8C-4EE8-9D5B-8283D7A0923C}" dt="2026-02-09T09:32:50.702" v="62027" actId="478"/>
          <ac:spMkLst>
            <pc:docMk/>
            <pc:sldMk cId="1227417424" sldId="294"/>
            <ac:spMk id="6" creationId="{3ADF38DC-7D20-AB44-C298-5A772E8CD4C6}"/>
          </ac:spMkLst>
        </pc:spChg>
        <pc:spChg chg="add mod">
          <ac:chgData name="Freda Shi" userId="e3bafef1-15f2-4eeb-acbe-fa674bab7991" providerId="ADAL" clId="{9555FC65-5A8C-4EE8-9D5B-8283D7A0923C}" dt="2026-02-09T09:33:18.293" v="62032" actId="2711"/>
          <ac:spMkLst>
            <pc:docMk/>
            <pc:sldMk cId="1227417424" sldId="294"/>
            <ac:spMk id="7" creationId="{BFE15FAF-56F1-A8A8-C883-A1A648A19A59}"/>
          </ac:spMkLst>
        </pc:spChg>
        <pc:spChg chg="add mod">
          <ac:chgData name="Freda Shi" userId="e3bafef1-15f2-4eeb-acbe-fa674bab7991" providerId="ADAL" clId="{9555FC65-5A8C-4EE8-9D5B-8283D7A0923C}" dt="2026-02-09T09:33:18.293" v="62032" actId="2711"/>
          <ac:spMkLst>
            <pc:docMk/>
            <pc:sldMk cId="1227417424" sldId="294"/>
            <ac:spMk id="8" creationId="{5321617C-B82F-C9B7-51CB-CD2A10814941}"/>
          </ac:spMkLst>
        </pc:spChg>
        <pc:picChg chg="add mod">
          <ac:chgData name="Freda Shi" userId="e3bafef1-15f2-4eeb-acbe-fa674bab7991" providerId="ADAL" clId="{9555FC65-5A8C-4EE8-9D5B-8283D7A0923C}" dt="2026-02-09T09:32:00.342" v="61972" actId="1076"/>
          <ac:picMkLst>
            <pc:docMk/>
            <pc:sldMk cId="1227417424" sldId="294"/>
            <ac:picMk id="5" creationId="{0FAACF90-64C5-5230-719E-A566CC815AB5}"/>
          </ac:picMkLst>
        </pc:picChg>
      </pc:sldChg>
      <pc:sldChg chg="addSp delSp modSp new mod">
        <pc:chgData name="Freda Shi" userId="e3bafef1-15f2-4eeb-acbe-fa674bab7991" providerId="ADAL" clId="{9555FC65-5A8C-4EE8-9D5B-8283D7A0923C}" dt="2026-02-09T09:33:07.967" v="62031" actId="2711"/>
        <pc:sldMkLst>
          <pc:docMk/>
          <pc:sldMk cId="978234982" sldId="295"/>
        </pc:sldMkLst>
        <pc:spChg chg="mod">
          <ac:chgData name="Freda Shi" userId="e3bafef1-15f2-4eeb-acbe-fa674bab7991" providerId="ADAL" clId="{9555FC65-5A8C-4EE8-9D5B-8283D7A0923C}" dt="2026-02-09T09:33:07.967" v="62031" actId="2711"/>
          <ac:spMkLst>
            <pc:docMk/>
            <pc:sldMk cId="978234982" sldId="295"/>
            <ac:spMk id="2" creationId="{BFD12D4E-E3E7-3848-6F22-E2DAEF3BF929}"/>
          </ac:spMkLst>
        </pc:spChg>
        <pc:spChg chg="del">
          <ac:chgData name="Freda Shi" userId="e3bafef1-15f2-4eeb-acbe-fa674bab7991" providerId="ADAL" clId="{9555FC65-5A8C-4EE8-9D5B-8283D7A0923C}" dt="2026-02-09T09:32:25.502" v="62021" actId="478"/>
          <ac:spMkLst>
            <pc:docMk/>
            <pc:sldMk cId="978234982" sldId="295"/>
            <ac:spMk id="3" creationId="{44967B10-14F8-2381-E0DF-3B9D8B356FBB}"/>
          </ac:spMkLst>
        </pc:spChg>
        <pc:spChg chg="mod">
          <ac:chgData name="Freda Shi" userId="e3bafef1-15f2-4eeb-acbe-fa674bab7991" providerId="ADAL" clId="{9555FC65-5A8C-4EE8-9D5B-8283D7A0923C}" dt="2026-02-09T09:33:07.967" v="62031" actId="2711"/>
          <ac:spMkLst>
            <pc:docMk/>
            <pc:sldMk cId="978234982" sldId="295"/>
            <ac:spMk id="4" creationId="{6F2EE3F2-DEDD-A8C8-A0FC-ED08462BB474}"/>
          </ac:spMkLst>
        </pc:spChg>
        <pc:spChg chg="add mod">
          <ac:chgData name="Freda Shi" userId="e3bafef1-15f2-4eeb-acbe-fa674bab7991" providerId="ADAL" clId="{9555FC65-5A8C-4EE8-9D5B-8283D7A0923C}" dt="2026-02-09T09:33:07.967" v="62031" actId="2711"/>
          <ac:spMkLst>
            <pc:docMk/>
            <pc:sldMk cId="978234982" sldId="295"/>
            <ac:spMk id="5" creationId="{5FB98BBD-6F51-2D66-504B-4412F14C0E57}"/>
          </ac:spMkLst>
        </pc:spChg>
        <pc:spChg chg="add del mod">
          <ac:chgData name="Freda Shi" userId="e3bafef1-15f2-4eeb-acbe-fa674bab7991" providerId="ADAL" clId="{9555FC65-5A8C-4EE8-9D5B-8283D7A0923C}" dt="2026-02-09T09:32:57.663" v="62029" actId="478"/>
          <ac:spMkLst>
            <pc:docMk/>
            <pc:sldMk cId="978234982" sldId="295"/>
            <ac:spMk id="7" creationId="{3ADF38DC-7D20-AB44-C298-5A772E8CD4C6}"/>
          </ac:spMkLst>
        </pc:spChg>
        <pc:spChg chg="add mod">
          <ac:chgData name="Freda Shi" userId="e3bafef1-15f2-4eeb-acbe-fa674bab7991" providerId="ADAL" clId="{9555FC65-5A8C-4EE8-9D5B-8283D7A0923C}" dt="2026-02-09T09:33:07.967" v="62031" actId="2711"/>
          <ac:spMkLst>
            <pc:docMk/>
            <pc:sldMk cId="978234982" sldId="295"/>
            <ac:spMk id="8" creationId="{BFE15FAF-56F1-A8A8-C883-A1A648A19A59}"/>
          </ac:spMkLst>
        </pc:spChg>
        <pc:spChg chg="add mod">
          <ac:chgData name="Freda Shi" userId="e3bafef1-15f2-4eeb-acbe-fa674bab7991" providerId="ADAL" clId="{9555FC65-5A8C-4EE8-9D5B-8283D7A0923C}" dt="2026-02-09T09:33:07.967" v="62031" actId="2711"/>
          <ac:spMkLst>
            <pc:docMk/>
            <pc:sldMk cId="978234982" sldId="295"/>
            <ac:spMk id="9" creationId="{B6163970-D48B-5F45-2663-EC9BD18522E5}"/>
          </ac:spMkLst>
        </pc:spChg>
        <pc:spChg chg="add mod">
          <ac:chgData name="Freda Shi" userId="e3bafef1-15f2-4eeb-acbe-fa674bab7991" providerId="ADAL" clId="{9555FC65-5A8C-4EE8-9D5B-8283D7A0923C}" dt="2026-02-09T09:33:07.967" v="62031" actId="2711"/>
          <ac:spMkLst>
            <pc:docMk/>
            <pc:sldMk cId="978234982" sldId="295"/>
            <ac:spMk id="10" creationId="{87196A3A-A14A-3404-0E64-9921DB04D846}"/>
          </ac:spMkLst>
        </pc:spChg>
        <pc:picChg chg="add mod">
          <ac:chgData name="Freda Shi" userId="e3bafef1-15f2-4eeb-acbe-fa674bab7991" providerId="ADAL" clId="{9555FC65-5A8C-4EE8-9D5B-8283D7A0923C}" dt="2026-02-09T09:32:36.492" v="62024" actId="1076"/>
          <ac:picMkLst>
            <pc:docMk/>
            <pc:sldMk cId="978234982" sldId="295"/>
            <ac:picMk id="6" creationId="{0FAACF90-64C5-5230-719E-A566CC815AB5}"/>
          </ac:picMkLst>
        </pc:picChg>
      </pc:sldChg>
      <pc:sldChg chg="modSp new mod">
        <pc:chgData name="Freda Shi" userId="e3bafef1-15f2-4eeb-acbe-fa674bab7991" providerId="ADAL" clId="{9555FC65-5A8C-4EE8-9D5B-8283D7A0923C}" dt="2026-02-09T09:36:54.124" v="62160"/>
        <pc:sldMkLst>
          <pc:docMk/>
          <pc:sldMk cId="3844203889" sldId="296"/>
        </pc:sldMkLst>
        <pc:spChg chg="mod">
          <ac:chgData name="Freda Shi" userId="e3bafef1-15f2-4eeb-acbe-fa674bab7991" providerId="ADAL" clId="{9555FC65-5A8C-4EE8-9D5B-8283D7A0923C}" dt="2026-02-09T09:35:45.733" v="62053" actId="20577"/>
          <ac:spMkLst>
            <pc:docMk/>
            <pc:sldMk cId="3844203889" sldId="296"/>
            <ac:spMk id="2" creationId="{A50CD8E1-51C8-5FCA-3883-F142D640FFE7}"/>
          </ac:spMkLst>
        </pc:spChg>
        <pc:spChg chg="mod">
          <ac:chgData name="Freda Shi" userId="e3bafef1-15f2-4eeb-acbe-fa674bab7991" providerId="ADAL" clId="{9555FC65-5A8C-4EE8-9D5B-8283D7A0923C}" dt="2026-02-09T09:36:54.124" v="62160"/>
          <ac:spMkLst>
            <pc:docMk/>
            <pc:sldMk cId="3844203889" sldId="296"/>
            <ac:spMk id="3" creationId="{5EECC4C9-200E-0387-4A82-951D9D0BD417}"/>
          </ac:spMkLst>
        </pc:spChg>
      </pc:sldChg>
      <pc:sldMasterChg chg="delSldLayout modSldLayout">
        <pc:chgData name="Freda Shi" userId="e3bafef1-15f2-4eeb-acbe-fa674bab7991" providerId="ADAL" clId="{9555FC65-5A8C-4EE8-9D5B-8283D7A0923C}" dt="2026-01-14T04:07:22.491" v="30298" actId="47"/>
        <pc:sldMasterMkLst>
          <pc:docMk/>
          <pc:sldMasterMk cId="1118528081" sldId="2147483648"/>
        </pc:sldMasterMkLst>
      </pc:sldMasterChg>
    </pc:docChg>
  </pc:docChgLst>
  <pc:docChgLst>
    <pc:chgData name="Freda Shi" userId="e3bafef1-15f2-4eeb-acbe-fa674bab7991" providerId="ADAL" clId="{F7E09A7F-F1A3-4C6E-A9E7-CA601CD0AD84}"/>
    <pc:docChg chg="custSel addSld delSld modSld sldOrd modSection">
      <pc:chgData name="Freda Shi" userId="e3bafef1-15f2-4eeb-acbe-fa674bab7991" providerId="ADAL" clId="{F7E09A7F-F1A3-4C6E-A9E7-CA601CD0AD84}" dt="2026-02-04T20:46:06.017" v="1051" actId="962"/>
      <pc:docMkLst>
        <pc:docMk/>
      </pc:docMkLst>
      <pc:sldChg chg="modSp new mod">
        <pc:chgData name="Freda Shi" userId="e3bafef1-15f2-4eeb-acbe-fa674bab7991" providerId="ADAL" clId="{F7E09A7F-F1A3-4C6E-A9E7-CA601CD0AD84}" dt="2026-01-27T22:04:07.350" v="192" actId="20577"/>
        <pc:sldMkLst>
          <pc:docMk/>
          <pc:sldMk cId="1896540082" sldId="259"/>
        </pc:sldMkLst>
        <pc:spChg chg="mod">
          <ac:chgData name="Freda Shi" userId="e3bafef1-15f2-4eeb-acbe-fa674bab7991" providerId="ADAL" clId="{F7E09A7F-F1A3-4C6E-A9E7-CA601CD0AD84}" dt="2026-01-27T22:04:07.350" v="192" actId="20577"/>
          <ac:spMkLst>
            <pc:docMk/>
            <pc:sldMk cId="1896540082" sldId="259"/>
            <ac:spMk id="2" creationId="{E2C7B07E-A3D1-3C2B-B017-E96EB120E8C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BF14591-F67C-BB40-CBEA-594509238A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AC0E14-87F2-B254-51B1-B8AC2F64E0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68D9A-29E5-4846-BB23-DBAC39FAAE65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CB69ED-85D8-1CE2-FD53-9AC6B149BC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525E9E-8D74-A434-CC6A-221BA33515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8EB59-9011-4E29-9A14-88257365A9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36918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A8D97B-9B66-446E-9E81-F5FF4B6B06C9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28F659-E204-4DAB-9308-784DA0D833B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4831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8F659-E204-4DAB-9308-784DA0D833B0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370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1D81C-C0FB-D832-3BCF-FEA9913D6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9B338F-1C9E-8F52-F9A4-E761E1084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8B4FD-FA43-ED01-B598-2DD3B4DD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7905-A51C-421C-8B94-09310336B0A2}" type="datetime1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7A58B-BF2B-F261-F4BF-92803EEE2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0CB0-E893-4FAE-C932-C15080A41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8385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7E1F2-4C84-385C-A58A-13FDFBF16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751" y="0"/>
            <a:ext cx="11382498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19F1E-8F25-C9E0-1195-1CD303EA5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751" y="1325562"/>
            <a:ext cx="11382498" cy="5030787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Nunito" pitchFamily="2" charset="0"/>
              </a:defRPr>
            </a:lvl1pPr>
            <a:lvl2pPr>
              <a:lnSpc>
                <a:spcPct val="100000"/>
              </a:lnSpc>
              <a:defRPr>
                <a:latin typeface="Nunito" pitchFamily="2" charset="0"/>
              </a:defRPr>
            </a:lvl2pPr>
            <a:lvl3pPr>
              <a:lnSpc>
                <a:spcPct val="100000"/>
              </a:lnSpc>
              <a:defRPr>
                <a:latin typeface="Nunito" pitchFamily="2" charset="0"/>
              </a:defRPr>
            </a:lvl3pPr>
            <a:lvl4pPr>
              <a:lnSpc>
                <a:spcPct val="100000"/>
              </a:lnSpc>
              <a:defRPr>
                <a:latin typeface="Nunito" pitchFamily="2" charset="0"/>
              </a:defRPr>
            </a:lvl4pPr>
            <a:lvl5pPr>
              <a:lnSpc>
                <a:spcPct val="100000"/>
              </a:lnSpc>
              <a:defRPr>
                <a:latin typeface="Nunito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B4D42-F908-5E01-B590-10E1A39936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4751" y="6356350"/>
            <a:ext cx="2743200" cy="365125"/>
          </a:xfrm>
        </p:spPr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fld id="{83C35BBC-156D-41FD-9ADF-716B2914A275}" type="datetime1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79C89-C314-DDEA-2C67-83BAC906B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79454-EAA8-CA79-DF21-ACA68276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4049" y="6356350"/>
            <a:ext cx="2743200" cy="365125"/>
          </a:xfrm>
        </p:spPr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fld id="{A36FF760-4833-4FC2-9C74-46CD274694B2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6985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AA206-0109-0A71-8D88-FDBEE7334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678106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Nunito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0E311-A575-C976-8612-0AAE40A72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Nunito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F3AF7-1AE8-C53C-A886-BCA359B91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fld id="{FF283ED9-7CF3-4A16-AD68-CCED7B0C68A9}" type="datetime1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96467-644E-846D-3020-E63D41BA5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BBBB6-1087-2307-E934-62264519F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fld id="{A36FF760-4833-4FC2-9C74-46CD274694B2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6656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1A536-D24D-052D-890A-E0B5456BB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751" y="0"/>
            <a:ext cx="11382498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21A84-A51B-FB50-9FE9-82902A2316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4751" y="1325562"/>
            <a:ext cx="5615049" cy="5030787"/>
          </a:xfrm>
        </p:spPr>
        <p:txBody>
          <a:bodyPr/>
          <a:lstStyle>
            <a:lvl1pPr>
              <a:spcAft>
                <a:spcPts val="300"/>
              </a:spcAft>
              <a:defRPr>
                <a:latin typeface="Nunito" pitchFamily="2" charset="0"/>
              </a:defRPr>
            </a:lvl1pPr>
            <a:lvl2pPr>
              <a:spcAft>
                <a:spcPts val="300"/>
              </a:spcAft>
              <a:defRPr>
                <a:latin typeface="Nunito" pitchFamily="2" charset="0"/>
              </a:defRPr>
            </a:lvl2pPr>
            <a:lvl3pPr>
              <a:spcAft>
                <a:spcPts val="300"/>
              </a:spcAft>
              <a:defRPr>
                <a:latin typeface="Nunito" pitchFamily="2" charset="0"/>
              </a:defRPr>
            </a:lvl3pPr>
            <a:lvl4pPr>
              <a:spcAft>
                <a:spcPts val="300"/>
              </a:spcAft>
              <a:defRPr>
                <a:latin typeface="Nunito" pitchFamily="2" charset="0"/>
              </a:defRPr>
            </a:lvl4pPr>
            <a:lvl5pPr>
              <a:spcAft>
                <a:spcPts val="300"/>
              </a:spcAft>
              <a:defRPr>
                <a:latin typeface="Nunito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A5771-7497-4EA1-71BA-D8EF276E3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25563"/>
            <a:ext cx="5615048" cy="5030786"/>
          </a:xfrm>
        </p:spPr>
        <p:txBody>
          <a:bodyPr/>
          <a:lstStyle>
            <a:lvl1pPr>
              <a:spcAft>
                <a:spcPts val="300"/>
              </a:spcAft>
              <a:defRPr>
                <a:latin typeface="Nunito" pitchFamily="2" charset="0"/>
              </a:defRPr>
            </a:lvl1pPr>
            <a:lvl2pPr>
              <a:spcAft>
                <a:spcPts val="300"/>
              </a:spcAft>
              <a:defRPr>
                <a:latin typeface="Nunito" pitchFamily="2" charset="0"/>
              </a:defRPr>
            </a:lvl2pPr>
            <a:lvl3pPr>
              <a:spcAft>
                <a:spcPts val="300"/>
              </a:spcAft>
              <a:defRPr>
                <a:latin typeface="Nunito" pitchFamily="2" charset="0"/>
              </a:defRPr>
            </a:lvl3pPr>
            <a:lvl4pPr>
              <a:spcAft>
                <a:spcPts val="300"/>
              </a:spcAft>
              <a:defRPr>
                <a:latin typeface="Nunito" pitchFamily="2" charset="0"/>
              </a:defRPr>
            </a:lvl4pPr>
            <a:lvl5pPr>
              <a:spcAft>
                <a:spcPts val="300"/>
              </a:spcAft>
              <a:defRPr>
                <a:latin typeface="Nunito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996EB-B53E-50CA-0C2E-79F93FF54B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4751" y="6356350"/>
            <a:ext cx="2743200" cy="365125"/>
          </a:xfrm>
        </p:spPr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fld id="{7A9C5AE8-81DF-43BD-B0FE-D622180FEED6}" type="datetime1">
              <a:rPr lang="en-CA" smtClean="0"/>
              <a:t>2026-02-05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BA3BA-3C8C-8414-D264-DFE2469B9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EFE18-BED3-97F6-752B-D8CA6FB20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4048" y="6356349"/>
            <a:ext cx="2743200" cy="365125"/>
          </a:xfrm>
        </p:spPr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fld id="{A36FF760-4833-4FC2-9C74-46CD274694B2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9905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4D164D-A971-FFAC-2B99-B33123B4B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751" y="365125"/>
            <a:ext cx="113824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C787C-DEE0-2018-EEBF-D0C6CE217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751" y="1825625"/>
            <a:ext cx="1138249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BF790-F8A0-E94B-A547-FFA5EBD11B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0475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Nunito" pitchFamily="2" charset="0"/>
              </a:defRPr>
            </a:lvl1pPr>
          </a:lstStyle>
          <a:p>
            <a:fld id="{6575A376-CF90-463F-B5BF-5AB20A7CAF2F}" type="datetime1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B0501-175E-8C38-D79A-42B4B1ACD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Nunito" pitchFamily="2" charset="0"/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81883-179C-670B-795E-1399264CA2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4404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Nunito" pitchFamily="2" charset="0"/>
              </a:defRPr>
            </a:lvl1pPr>
          </a:lstStyle>
          <a:p>
            <a:fld id="{A36FF760-4833-4FC2-9C74-46CD274694B2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8528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Nunito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3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unito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unito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unito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Nunito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Nunito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hs@uwaterloo.c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clanthology.org/J93-2004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aclanthology.org/J93-2004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16" Type="http://schemas.openxmlformats.org/officeDocument/2006/relationships/tags" Target="../tags/tag16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5" Type="http://schemas.openxmlformats.org/officeDocument/2006/relationships/tags" Target="../tags/tag5.xml"/><Relationship Id="rId90" Type="http://schemas.openxmlformats.org/officeDocument/2006/relationships/tags" Target="../tags/tag90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93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91" Type="http://schemas.openxmlformats.org/officeDocument/2006/relationships/tags" Target="../tags/tag9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eb.stanford.edu/~jurafsky/slp3/18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tags" Target="../tags/tag105.xml"/><Relationship Id="rId18" Type="http://schemas.openxmlformats.org/officeDocument/2006/relationships/tags" Target="../tags/tag110.xml"/><Relationship Id="rId26" Type="http://schemas.openxmlformats.org/officeDocument/2006/relationships/tags" Target="../tags/tag118.xml"/><Relationship Id="rId39" Type="http://schemas.openxmlformats.org/officeDocument/2006/relationships/tags" Target="../tags/tag131.xml"/><Relationship Id="rId21" Type="http://schemas.openxmlformats.org/officeDocument/2006/relationships/tags" Target="../tags/tag113.xml"/><Relationship Id="rId34" Type="http://schemas.openxmlformats.org/officeDocument/2006/relationships/tags" Target="../tags/tag126.xml"/><Relationship Id="rId42" Type="http://schemas.openxmlformats.org/officeDocument/2006/relationships/tags" Target="../tags/tag134.xml"/><Relationship Id="rId47" Type="http://schemas.openxmlformats.org/officeDocument/2006/relationships/tags" Target="../tags/tag139.xml"/><Relationship Id="rId50" Type="http://schemas.openxmlformats.org/officeDocument/2006/relationships/tags" Target="../tags/tag142.xml"/><Relationship Id="rId55" Type="http://schemas.openxmlformats.org/officeDocument/2006/relationships/tags" Target="../tags/tag147.xml"/><Relationship Id="rId7" Type="http://schemas.openxmlformats.org/officeDocument/2006/relationships/tags" Target="../tags/tag99.xml"/><Relationship Id="rId2" Type="http://schemas.openxmlformats.org/officeDocument/2006/relationships/tags" Target="../tags/tag94.xml"/><Relationship Id="rId16" Type="http://schemas.openxmlformats.org/officeDocument/2006/relationships/tags" Target="../tags/tag108.xml"/><Relationship Id="rId29" Type="http://schemas.openxmlformats.org/officeDocument/2006/relationships/tags" Target="../tags/tag121.xml"/><Relationship Id="rId11" Type="http://schemas.openxmlformats.org/officeDocument/2006/relationships/tags" Target="../tags/tag103.xml"/><Relationship Id="rId24" Type="http://schemas.openxmlformats.org/officeDocument/2006/relationships/tags" Target="../tags/tag116.xml"/><Relationship Id="rId32" Type="http://schemas.openxmlformats.org/officeDocument/2006/relationships/tags" Target="../tags/tag124.xml"/><Relationship Id="rId37" Type="http://schemas.openxmlformats.org/officeDocument/2006/relationships/tags" Target="../tags/tag129.xml"/><Relationship Id="rId40" Type="http://schemas.openxmlformats.org/officeDocument/2006/relationships/tags" Target="../tags/tag132.xml"/><Relationship Id="rId45" Type="http://schemas.openxmlformats.org/officeDocument/2006/relationships/tags" Target="../tags/tag137.xml"/><Relationship Id="rId53" Type="http://schemas.openxmlformats.org/officeDocument/2006/relationships/tags" Target="../tags/tag145.xml"/><Relationship Id="rId58" Type="http://schemas.openxmlformats.org/officeDocument/2006/relationships/slideLayout" Target="../slideLayouts/slideLayout2.xml"/><Relationship Id="rId5" Type="http://schemas.openxmlformats.org/officeDocument/2006/relationships/tags" Target="../tags/tag97.xml"/><Relationship Id="rId19" Type="http://schemas.openxmlformats.org/officeDocument/2006/relationships/tags" Target="../tags/tag111.xml"/><Relationship Id="rId4" Type="http://schemas.openxmlformats.org/officeDocument/2006/relationships/tags" Target="../tags/tag96.xml"/><Relationship Id="rId9" Type="http://schemas.openxmlformats.org/officeDocument/2006/relationships/tags" Target="../tags/tag101.xml"/><Relationship Id="rId14" Type="http://schemas.openxmlformats.org/officeDocument/2006/relationships/tags" Target="../tags/tag106.xml"/><Relationship Id="rId22" Type="http://schemas.openxmlformats.org/officeDocument/2006/relationships/tags" Target="../tags/tag114.xml"/><Relationship Id="rId27" Type="http://schemas.openxmlformats.org/officeDocument/2006/relationships/tags" Target="../tags/tag119.xml"/><Relationship Id="rId30" Type="http://schemas.openxmlformats.org/officeDocument/2006/relationships/tags" Target="../tags/tag122.xml"/><Relationship Id="rId35" Type="http://schemas.openxmlformats.org/officeDocument/2006/relationships/tags" Target="../tags/tag127.xml"/><Relationship Id="rId43" Type="http://schemas.openxmlformats.org/officeDocument/2006/relationships/tags" Target="../tags/tag135.xml"/><Relationship Id="rId48" Type="http://schemas.openxmlformats.org/officeDocument/2006/relationships/tags" Target="../tags/tag140.xml"/><Relationship Id="rId56" Type="http://schemas.openxmlformats.org/officeDocument/2006/relationships/tags" Target="../tags/tag148.xml"/><Relationship Id="rId8" Type="http://schemas.openxmlformats.org/officeDocument/2006/relationships/tags" Target="../tags/tag100.xml"/><Relationship Id="rId51" Type="http://schemas.openxmlformats.org/officeDocument/2006/relationships/tags" Target="../tags/tag143.xml"/><Relationship Id="rId3" Type="http://schemas.openxmlformats.org/officeDocument/2006/relationships/tags" Target="../tags/tag95.xml"/><Relationship Id="rId12" Type="http://schemas.openxmlformats.org/officeDocument/2006/relationships/tags" Target="../tags/tag104.xml"/><Relationship Id="rId17" Type="http://schemas.openxmlformats.org/officeDocument/2006/relationships/tags" Target="../tags/tag109.xml"/><Relationship Id="rId25" Type="http://schemas.openxmlformats.org/officeDocument/2006/relationships/tags" Target="../tags/tag117.xml"/><Relationship Id="rId33" Type="http://schemas.openxmlformats.org/officeDocument/2006/relationships/tags" Target="../tags/tag125.xml"/><Relationship Id="rId38" Type="http://schemas.openxmlformats.org/officeDocument/2006/relationships/tags" Target="../tags/tag130.xml"/><Relationship Id="rId46" Type="http://schemas.openxmlformats.org/officeDocument/2006/relationships/tags" Target="../tags/tag138.xml"/><Relationship Id="rId59" Type="http://schemas.openxmlformats.org/officeDocument/2006/relationships/image" Target="../media/image14.png"/><Relationship Id="rId20" Type="http://schemas.openxmlformats.org/officeDocument/2006/relationships/tags" Target="../tags/tag112.xml"/><Relationship Id="rId41" Type="http://schemas.openxmlformats.org/officeDocument/2006/relationships/tags" Target="../tags/tag133.xml"/><Relationship Id="rId54" Type="http://schemas.openxmlformats.org/officeDocument/2006/relationships/tags" Target="../tags/tag146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5" Type="http://schemas.openxmlformats.org/officeDocument/2006/relationships/tags" Target="../tags/tag107.xml"/><Relationship Id="rId23" Type="http://schemas.openxmlformats.org/officeDocument/2006/relationships/tags" Target="../tags/tag115.xml"/><Relationship Id="rId28" Type="http://schemas.openxmlformats.org/officeDocument/2006/relationships/tags" Target="../tags/tag120.xml"/><Relationship Id="rId36" Type="http://schemas.openxmlformats.org/officeDocument/2006/relationships/tags" Target="../tags/tag128.xml"/><Relationship Id="rId49" Type="http://schemas.openxmlformats.org/officeDocument/2006/relationships/tags" Target="../tags/tag141.xml"/><Relationship Id="rId57" Type="http://schemas.openxmlformats.org/officeDocument/2006/relationships/tags" Target="../tags/tag149.xml"/><Relationship Id="rId10" Type="http://schemas.openxmlformats.org/officeDocument/2006/relationships/tags" Target="../tags/tag102.xml"/><Relationship Id="rId31" Type="http://schemas.openxmlformats.org/officeDocument/2006/relationships/tags" Target="../tags/tag123.xml"/><Relationship Id="rId44" Type="http://schemas.openxmlformats.org/officeDocument/2006/relationships/tags" Target="../tags/tag136.xml"/><Relationship Id="rId52" Type="http://schemas.openxmlformats.org/officeDocument/2006/relationships/tags" Target="../tags/tag14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stanford.edu/~jurafsky/slp3/19.pdf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DA47CF05-BE52-90FA-5147-DA56FCE56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615" y="852285"/>
            <a:ext cx="11356770" cy="257671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3200" dirty="0">
                <a:latin typeface="Nunito" pitchFamily="2" charset="0"/>
              </a:rPr>
              <a:t>CS 489/698</a:t>
            </a:r>
            <a:r>
              <a:rPr lang="en-CA" sz="3200" dirty="0"/>
              <a:t>:</a:t>
            </a:r>
            <a:r>
              <a:rPr lang="zh-CN" altLang="en-US" sz="3200" dirty="0"/>
              <a:t> </a:t>
            </a:r>
            <a:r>
              <a:rPr lang="en-CA" altLang="zh-CN" sz="3200" dirty="0"/>
              <a:t>Introduction</a:t>
            </a:r>
            <a:r>
              <a:rPr lang="zh-CN" altLang="en-US" sz="3200" dirty="0"/>
              <a:t> </a:t>
            </a:r>
            <a:r>
              <a:rPr lang="en-CA" altLang="zh-CN" sz="3200" dirty="0"/>
              <a:t>to</a:t>
            </a:r>
            <a:r>
              <a:rPr lang="zh-CN" altLang="en-US" sz="3200" dirty="0"/>
              <a:t> </a:t>
            </a:r>
            <a:r>
              <a:rPr lang="en-CA" altLang="zh-CN" sz="3200" dirty="0"/>
              <a:t>Natural</a:t>
            </a:r>
            <a:r>
              <a:rPr lang="zh-CN" altLang="en-US" sz="3200" dirty="0"/>
              <a:t> </a:t>
            </a:r>
            <a:r>
              <a:rPr lang="en-CA" altLang="zh-CN" sz="3200" dirty="0"/>
              <a:t>Language</a:t>
            </a:r>
            <a:r>
              <a:rPr lang="zh-CN" altLang="en-US" sz="3200" dirty="0"/>
              <a:t> </a:t>
            </a:r>
            <a:r>
              <a:rPr lang="en-CA" altLang="zh-CN" sz="3200" dirty="0"/>
              <a:t>Processing</a:t>
            </a:r>
            <a:br>
              <a:rPr lang="en-CA" altLang="zh-CN" sz="3200" dirty="0"/>
            </a:br>
            <a:br>
              <a:rPr lang="en-CA" altLang="zh-CN" sz="3200" dirty="0"/>
            </a:br>
            <a:r>
              <a:rPr lang="en-CA" altLang="zh-CN" sz="3200" dirty="0"/>
              <a:t>Lecture </a:t>
            </a:r>
            <a:r>
              <a:rPr lang="en-US" altLang="zh-CN" sz="3200" dirty="0"/>
              <a:t>7: Syntax</a:t>
            </a:r>
            <a:endParaRPr kumimoji="1" lang="zh-CN" altLang="en-US" sz="3200" dirty="0">
              <a:solidFill>
                <a:srgbClr val="5F86A3"/>
              </a:solidFill>
              <a:latin typeface="Nunito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B5EE4A-907F-5295-FED3-0CC20CF8B67E}"/>
              </a:ext>
            </a:extLst>
          </p:cNvPr>
          <p:cNvSpPr txBox="1">
            <a:spLocks/>
          </p:cNvSpPr>
          <p:nvPr/>
        </p:nvSpPr>
        <p:spPr>
          <a:xfrm>
            <a:off x="417615" y="4014439"/>
            <a:ext cx="11356770" cy="2304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71463">
              <a:lnSpc>
                <a:spcPct val="110000"/>
              </a:lnSpc>
            </a:pPr>
            <a:r>
              <a:rPr lang="en-US" altLang="zh-CN" dirty="0">
                <a:latin typeface="Nunito" pitchFamily="2" charset="0"/>
              </a:rPr>
              <a:t>Instructor: </a:t>
            </a:r>
            <a:r>
              <a:rPr lang="en-CA" dirty="0">
                <a:latin typeface="Nunito" pitchFamily="2" charset="0"/>
              </a:rPr>
              <a:t>Freda Shi</a:t>
            </a:r>
          </a:p>
          <a:p>
            <a:pPr defTabSz="271463">
              <a:lnSpc>
                <a:spcPct val="110000"/>
              </a:lnSpc>
            </a:pPr>
            <a:r>
              <a:rPr lang="en-CA" sz="2000" i="1" dirty="0">
                <a:latin typeface="Nunito" pitchFamily="2" charset="0"/>
                <a:hlinkClick r:id="rId3"/>
              </a:rPr>
              <a:t>fhs@uwaterloo.ca</a:t>
            </a:r>
            <a:endParaRPr lang="en-CA" sz="2000" i="1" dirty="0">
              <a:latin typeface="Nunito" pitchFamily="2" charset="0"/>
            </a:endParaRPr>
          </a:p>
          <a:p>
            <a:pPr defTabSz="271463">
              <a:lnSpc>
                <a:spcPct val="110000"/>
              </a:lnSpc>
            </a:pPr>
            <a:r>
              <a:rPr lang="en-US" altLang="zh-CN" sz="2000" i="1" dirty="0">
                <a:latin typeface="Nunito" pitchFamily="2" charset="0"/>
              </a:rPr>
              <a:t>February 9</a:t>
            </a:r>
            <a:r>
              <a:rPr lang="en-US" altLang="zh-CN" sz="2000" i="1" baseline="30000" dirty="0">
                <a:latin typeface="Nunito" pitchFamily="2" charset="0"/>
              </a:rPr>
              <a:t>th</a:t>
            </a:r>
            <a:r>
              <a:rPr lang="en-CA" sz="2000" i="1" dirty="0">
                <a:latin typeface="Nunito" pitchFamily="2" charset="0"/>
              </a:rPr>
              <a:t>,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D75A6F-5017-1386-DB7C-FF6230794E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59" b="5871"/>
          <a:stretch>
            <a:fillRect/>
          </a:stretch>
        </p:blipFill>
        <p:spPr>
          <a:xfrm>
            <a:off x="9053559" y="6128089"/>
            <a:ext cx="3019497" cy="67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13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3DBF4-8214-6D12-7816-50244752F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C2521-A6EF-D715-18DA-CE6A752CA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Constituency grammar</a:t>
            </a:r>
          </a:p>
          <a:p>
            <a:pPr lvl="1"/>
            <a:r>
              <a:rPr lang="en-CA" dirty="0"/>
              <a:t>Constituency test</a:t>
            </a:r>
          </a:p>
          <a:p>
            <a:pPr lvl="1"/>
            <a:r>
              <a:rPr lang="en-CA" dirty="0"/>
              <a:t>Context-free grammars and probabilistic context-free grammars</a:t>
            </a:r>
          </a:p>
          <a:p>
            <a:r>
              <a:rPr lang="en-CA" dirty="0"/>
              <a:t>A pointer to dependency grammar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707E8-F39E-C7A0-5CAC-C88F59DD8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1398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F6033-382D-BCA1-EE1B-8DC41CD74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Phrase Structures/Constituency Grammar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25DE1-A535-E053-FB13-C48313159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Constituency grammars focus on the </a:t>
            </a:r>
            <a:r>
              <a:rPr lang="en-US" b="1" dirty="0">
                <a:solidFill>
                  <a:srgbClr val="0070C0"/>
                </a:solidFill>
              </a:rPr>
              <a:t>constituent</a:t>
            </a:r>
            <a:r>
              <a:rPr lang="en-US" b="1" dirty="0">
                <a:solidFill>
                  <a:srgbClr val="288CD2"/>
                </a:solidFill>
              </a:rPr>
              <a:t> </a:t>
            </a:r>
            <a:r>
              <a:rPr lang="en-US" dirty="0"/>
              <a:t>relation.</a:t>
            </a:r>
          </a:p>
          <a:p>
            <a:pPr marL="0" indent="0">
              <a:buNone/>
            </a:pPr>
            <a:r>
              <a:rPr lang="en-US" altLang="zh-CN" dirty="0"/>
              <a:t>Informally: Sentences have hierarchical structures.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en-US" dirty="0"/>
              <a:t>A sentence is made up of two pieces:</a:t>
            </a:r>
          </a:p>
          <a:p>
            <a:pPr lvl="1"/>
            <a:r>
              <a:rPr lang="en-US" dirty="0"/>
              <a:t>Subject, typically a </a:t>
            </a:r>
            <a:r>
              <a:rPr lang="en-US" b="1" dirty="0">
                <a:solidFill>
                  <a:srgbClr val="0070C0"/>
                </a:solidFill>
              </a:rPr>
              <a:t>noun phrase (NP)</a:t>
            </a:r>
          </a:p>
          <a:p>
            <a:pPr lvl="1"/>
            <a:r>
              <a:rPr lang="en-US" dirty="0"/>
              <a:t>Predicate, typically a </a:t>
            </a:r>
            <a:r>
              <a:rPr lang="en-US" b="1" dirty="0">
                <a:solidFill>
                  <a:srgbClr val="0070C0"/>
                </a:solidFill>
              </a:rPr>
              <a:t>verb phrase (VP)</a:t>
            </a:r>
          </a:p>
          <a:p>
            <a:r>
              <a:rPr lang="en-US" dirty="0"/>
              <a:t>NPs and VPs are made up of pieces: </a:t>
            </a:r>
          </a:p>
          <a:p>
            <a:pPr lvl="1"/>
            <a:r>
              <a:rPr lang="en-US" dirty="0"/>
              <a:t>a cat = (a + cat)</a:t>
            </a:r>
          </a:p>
          <a:p>
            <a:pPr lvl="1"/>
            <a:r>
              <a:rPr lang="en-US" dirty="0"/>
              <a:t>walked to the park = (walk + (to + (the + school) ) )</a:t>
            </a:r>
          </a:p>
          <a:p>
            <a:pPr lvl="1"/>
            <a:r>
              <a:rPr lang="en-US" dirty="0"/>
              <a:t>Each parenthesized phrase is a </a:t>
            </a:r>
            <a:r>
              <a:rPr lang="en-US" b="1" dirty="0">
                <a:solidFill>
                  <a:srgbClr val="0070C0"/>
                </a:solidFill>
              </a:rPr>
              <a:t>constituent</a:t>
            </a:r>
            <a:r>
              <a:rPr lang="en-US" b="1" dirty="0">
                <a:solidFill>
                  <a:srgbClr val="288CD2"/>
                </a:solidFill>
              </a:rPr>
              <a:t> </a:t>
            </a:r>
            <a:r>
              <a:rPr lang="en-US" dirty="0"/>
              <a:t>in the </a:t>
            </a:r>
            <a:r>
              <a:rPr lang="en-US" b="1" dirty="0">
                <a:solidFill>
                  <a:srgbClr val="0070C0"/>
                </a:solidFill>
              </a:rPr>
              <a:t>constituent parse.</a:t>
            </a:r>
            <a:endParaRPr lang="en-US" dirty="0">
              <a:solidFill>
                <a:srgbClr val="0070C0"/>
              </a:solidFill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8397D-0D8A-9F45-3B95-45D0A360D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9675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CCE26-A027-1CD7-BA3F-F8BB02904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makes a group of words a constituent?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D6FB9-D882-1FCB-5533-7AFE8F7C7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Constituent: a group of words that functions as a single unit</a:t>
            </a:r>
            <a:r>
              <a:rPr lang="en-CA" dirty="0"/>
              <a:t>. 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US" dirty="0"/>
              <a:t>Linguists (try to) determine constituents via </a:t>
            </a:r>
            <a:r>
              <a:rPr lang="en-US" dirty="0">
                <a:solidFill>
                  <a:srgbClr val="0070C0"/>
                </a:solidFill>
              </a:rPr>
              <a:t>constituency tests</a:t>
            </a:r>
            <a:r>
              <a:rPr lang="en-US" dirty="0"/>
              <a:t>.</a:t>
            </a:r>
          </a:p>
          <a:p>
            <a:pPr marL="457200" lvl="1" indent="0">
              <a:buNone/>
            </a:pPr>
            <a:r>
              <a:rPr lang="en-US" dirty="0"/>
              <a:t>A constituency test follows some rules to construct a new sentence, focusing on the constituent candidate of interests.</a:t>
            </a:r>
          </a:p>
          <a:p>
            <a:pPr marL="457200" lvl="1" indent="0">
              <a:buNone/>
            </a:pPr>
            <a:r>
              <a:rPr lang="en-US" dirty="0"/>
              <a:t>If the constructed sentence looks good (to native speakers), we find </a:t>
            </a:r>
            <a:r>
              <a:rPr lang="en-US" dirty="0">
                <a:solidFill>
                  <a:srgbClr val="0070C0"/>
                </a:solidFill>
              </a:rPr>
              <a:t>some evidence </a:t>
            </a:r>
            <a:r>
              <a:rPr lang="en-US" dirty="0"/>
              <a:t>about constituency.</a:t>
            </a:r>
            <a:endParaRPr lang="en-US" sz="1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Consider this sentence: </a:t>
            </a:r>
            <a:r>
              <a:rPr lang="en-US" i="1" dirty="0"/>
              <a:t>Drunks could put off the customers.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017BA-BCBB-5EE3-8B81-4A699D6E4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2640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38150-BFDC-7979-56F7-29A8B2134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F3908-C523-6D09-848E-E1AC2338C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Constituency Test: Coordination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42874-4601-4076-C330-91B93ED59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i="1" dirty="0"/>
              <a:t>Drunks could put off the customers.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Coordinate </a:t>
            </a:r>
            <a:r>
              <a:rPr lang="en-US" dirty="0"/>
              <a:t>the candidate constituent with something else. </a:t>
            </a:r>
          </a:p>
          <a:p>
            <a:pPr lvl="1"/>
            <a:r>
              <a:rPr lang="en-US" dirty="0"/>
              <a:t>Drunks could [put off the customers] and sing. </a:t>
            </a:r>
          </a:p>
          <a:p>
            <a:pPr lvl="1"/>
            <a:r>
              <a:rPr lang="en-US" dirty="0"/>
              <a:t>Drunks could put off [the customers] and the neighbors. </a:t>
            </a:r>
          </a:p>
          <a:p>
            <a:pPr lvl="1"/>
            <a:r>
              <a:rPr lang="en-US" dirty="0"/>
              <a:t>Drunks [could] and [would] put off the customers.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9202B-628C-E69E-3E1C-F7C73F1F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9162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6174E-7290-1F3A-68F6-87691082E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Constituency Test: Topicalization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8D8F7-07B0-B44C-B888-2CACD4C0F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i="1" dirty="0"/>
              <a:t>Drunks could put off the customers.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Moving the candidate constituent to the </a:t>
            </a:r>
            <a:r>
              <a:rPr lang="en-US" dirty="0">
                <a:solidFill>
                  <a:srgbClr val="0070C0"/>
                </a:solidFill>
              </a:rPr>
              <a:t>front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Modal adverbs can be added to improve naturalness. </a:t>
            </a:r>
          </a:p>
          <a:p>
            <a:pPr lvl="1"/>
            <a:r>
              <a:rPr lang="en-US" dirty="0"/>
              <a:t>… and [the customers], drunks certainly could put off.</a:t>
            </a:r>
          </a:p>
          <a:p>
            <a:pPr lvl="1"/>
            <a:r>
              <a:rPr lang="en-US" dirty="0"/>
              <a:t>* … and [customers], drunks could certainly put off the.</a:t>
            </a:r>
            <a:endParaRPr lang="en-US" b="1" dirty="0">
              <a:solidFill>
                <a:srgbClr val="2683C6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00E45-E765-4B25-7B64-A7436ECD1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8222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6BF49-96E3-1443-9FD4-8C7C6C3D6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C2830-0143-ADF7-6699-AD2AC87E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Constituency Test: Deletion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A86F4-A7D5-C1C7-9D13-2377487CC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i="1" dirty="0"/>
              <a:t>Drunks could put off the customers.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Delete</a:t>
            </a:r>
            <a:r>
              <a:rPr lang="en-US" dirty="0"/>
              <a:t> the span of interest. Word orders can be changed to improve naturalness. </a:t>
            </a:r>
          </a:p>
          <a:p>
            <a:pPr lvl="1"/>
            <a:r>
              <a:rPr lang="en-US" dirty="0"/>
              <a:t>Drunks could put off the customers [</a:t>
            </a:r>
            <a:r>
              <a:rPr lang="en-US" strike="sngStrike" dirty="0"/>
              <a:t>in the bar</a:t>
            </a:r>
            <a:r>
              <a:rPr lang="en-US" dirty="0"/>
              <a:t>].</a:t>
            </a:r>
          </a:p>
          <a:p>
            <a:pPr lvl="1"/>
            <a:r>
              <a:rPr lang="en-US" dirty="0"/>
              <a:t>* Drunks could put off the customers [</a:t>
            </a:r>
            <a:r>
              <a:rPr lang="en-US" strike="sngStrike" dirty="0"/>
              <a:t>in the</a:t>
            </a:r>
            <a:r>
              <a:rPr lang="en-US" dirty="0"/>
              <a:t>] bar.</a:t>
            </a:r>
            <a:endParaRPr lang="en-US" b="1" dirty="0">
              <a:solidFill>
                <a:srgbClr val="2683C6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0CAF2-49E0-5CE7-A376-827C58EB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7896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A0FBB-0A7A-A133-CA64-91546A1C4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29DDD-BAB8-9C0B-20FD-C4F5CAE85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Constituency Test: Substitution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070FC-459B-98F4-1CDF-15D0ECFA3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i="1" dirty="0"/>
              <a:t>Drunks could put off the customers.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Substitute</a:t>
            </a:r>
            <a:r>
              <a:rPr lang="en-US" dirty="0"/>
              <a:t> the candidate constituent with the appropriate </a:t>
            </a:r>
            <a:r>
              <a:rPr lang="en-US" dirty="0" err="1">
                <a:solidFill>
                  <a:srgbClr val="0070C0"/>
                </a:solidFill>
              </a:rPr>
              <a:t>proform</a:t>
            </a:r>
            <a:r>
              <a:rPr lang="en-US" dirty="0"/>
              <a:t> (pronoun/proverb/etc.). Slight word order adjustment is allowed to improve naturalness.</a:t>
            </a:r>
          </a:p>
          <a:p>
            <a:pPr lvl="1"/>
            <a:r>
              <a:rPr lang="en-US" dirty="0"/>
              <a:t>Drunks could [do so = put off the customers].</a:t>
            </a:r>
          </a:p>
          <a:p>
            <a:pPr lvl="1"/>
            <a:r>
              <a:rPr lang="en-US" dirty="0"/>
              <a:t>Drunks could put [them = the customers] off. </a:t>
            </a:r>
            <a:endParaRPr lang="en-US" b="1" dirty="0">
              <a:solidFill>
                <a:srgbClr val="2683C6"/>
              </a:solidFill>
            </a:endParaRPr>
          </a:p>
          <a:p>
            <a:pPr lvl="1"/>
            <a:r>
              <a:rPr lang="en-US" dirty="0"/>
              <a:t>* Drunks could put the [them = customers] off.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1A51B-87F7-D3D7-3176-0CA0D0E61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2487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E676B-0CFA-2629-818F-37C364093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A8224-5596-FBC0-527E-03E2CE40F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Constituency Parsing as Bracketing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79FA2-8111-8096-4385-83D30B968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Brackets: which spans of words are the constituents in a sentence?</a:t>
            </a:r>
          </a:p>
          <a:p>
            <a:endParaRPr lang="en-US" dirty="0"/>
          </a:p>
          <a:p>
            <a:r>
              <a:rPr lang="en-US" dirty="0"/>
              <a:t>Sentence: </a:t>
            </a:r>
            <a:r>
              <a:rPr lang="en-US" i="1" dirty="0"/>
              <a:t>the man walked to the park</a:t>
            </a:r>
          </a:p>
          <a:p>
            <a:r>
              <a:rPr lang="en-US" dirty="0"/>
              <a:t>Bracketing: </a:t>
            </a:r>
            <a:r>
              <a:rPr lang="en-US" i="1" dirty="0"/>
              <a:t>((the man) (walked (to (the park))))</a:t>
            </a:r>
          </a:p>
          <a:p>
            <a:endParaRPr lang="en-US" dirty="0"/>
          </a:p>
          <a:p>
            <a:r>
              <a:rPr lang="en-US" dirty="0"/>
              <a:t>The brackets can be translated into trees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7700C-138F-0095-72B0-D05CC0B74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9</a:t>
            </a:fld>
            <a:endParaRPr lang="en-CA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6A29F6C-495F-2F01-920F-0CB262D154BE}"/>
              </a:ext>
            </a:extLst>
          </p:cNvPr>
          <p:cNvGrpSpPr/>
          <p:nvPr/>
        </p:nvGrpSpPr>
        <p:grpSpPr>
          <a:xfrm>
            <a:off x="6378665" y="3429000"/>
            <a:ext cx="5232523" cy="2271335"/>
            <a:chOff x="6513094" y="4086994"/>
            <a:chExt cx="5232523" cy="227133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97AAF12-5248-90EA-65D7-FAE346AFABA9}"/>
                </a:ext>
              </a:extLst>
            </p:cNvPr>
            <p:cNvCxnSpPr/>
            <p:nvPr/>
          </p:nvCxnSpPr>
          <p:spPr>
            <a:xfrm flipH="1">
              <a:off x="7701814" y="4086994"/>
              <a:ext cx="894080" cy="853440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B8EE54A-A477-5643-3213-6088F4B132D2}"/>
                </a:ext>
              </a:extLst>
            </p:cNvPr>
            <p:cNvCxnSpPr/>
            <p:nvPr/>
          </p:nvCxnSpPr>
          <p:spPr>
            <a:xfrm flipH="1" flipV="1">
              <a:off x="8595894" y="4086994"/>
              <a:ext cx="1381760" cy="619760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4F7EBF5-79EF-75BD-A550-BAB9C15D0DBC}"/>
                </a:ext>
              </a:extLst>
            </p:cNvPr>
            <p:cNvCxnSpPr/>
            <p:nvPr/>
          </p:nvCxnSpPr>
          <p:spPr>
            <a:xfrm flipH="1">
              <a:off x="6807734" y="4940434"/>
              <a:ext cx="894080" cy="853440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2F003A8-5862-CA17-6A57-4005626A894E}"/>
                </a:ext>
              </a:extLst>
            </p:cNvPr>
            <p:cNvCxnSpPr/>
            <p:nvPr/>
          </p:nvCxnSpPr>
          <p:spPr>
            <a:xfrm flipH="1" flipV="1">
              <a:off x="7295414" y="5336674"/>
              <a:ext cx="416560" cy="477520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8">
              <a:extLst>
                <a:ext uri="{FF2B5EF4-FFF2-40B4-BE49-F238E27FC236}">
                  <a16:creationId xmlns:a16="http://schemas.microsoft.com/office/drawing/2014/main" id="{5DC6283D-717C-7ED7-F4DD-017A4CA441C3}"/>
                </a:ext>
              </a:extLst>
            </p:cNvPr>
            <p:cNvSpPr txBox="1"/>
            <p:nvPr/>
          </p:nvSpPr>
          <p:spPr>
            <a:xfrm>
              <a:off x="6513094" y="5773554"/>
              <a:ext cx="523252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200" dirty="0">
                  <a:latin typeface="Nunito" pitchFamily="2" charset="0"/>
                </a:rPr>
                <a:t>the man walked to the park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1E7CFD4-A8BC-720B-30BB-6791B546271F}"/>
                </a:ext>
              </a:extLst>
            </p:cNvPr>
            <p:cNvCxnSpPr/>
            <p:nvPr/>
          </p:nvCxnSpPr>
          <p:spPr>
            <a:xfrm flipH="1">
              <a:off x="8870214" y="4706754"/>
              <a:ext cx="1107440" cy="1107440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3BBFB68-8BAA-3E91-0A75-3388EEA0B852}"/>
                </a:ext>
              </a:extLst>
            </p:cNvPr>
            <p:cNvCxnSpPr/>
            <p:nvPr/>
          </p:nvCxnSpPr>
          <p:spPr>
            <a:xfrm>
              <a:off x="9977654" y="4706754"/>
              <a:ext cx="619760" cy="457200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0B57B7C-2AB9-1955-3B5E-AE66FC761AA8}"/>
                </a:ext>
              </a:extLst>
            </p:cNvPr>
            <p:cNvCxnSpPr/>
            <p:nvPr/>
          </p:nvCxnSpPr>
          <p:spPr>
            <a:xfrm flipH="1">
              <a:off x="9896374" y="5174114"/>
              <a:ext cx="701040" cy="640080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55CA283-EFFE-722E-C8B7-DCED11CC8CD5}"/>
                </a:ext>
              </a:extLst>
            </p:cNvPr>
            <p:cNvCxnSpPr/>
            <p:nvPr/>
          </p:nvCxnSpPr>
          <p:spPr>
            <a:xfrm flipH="1" flipV="1">
              <a:off x="10597414" y="5174114"/>
              <a:ext cx="701040" cy="640080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E37175A-76AE-EB70-4BE3-9795E9BC1A91}"/>
                </a:ext>
              </a:extLst>
            </p:cNvPr>
            <p:cNvCxnSpPr/>
            <p:nvPr/>
          </p:nvCxnSpPr>
          <p:spPr>
            <a:xfrm flipH="1">
              <a:off x="10495814" y="5494154"/>
              <a:ext cx="452120" cy="320040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3139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A8410-9C72-1D6C-386D-167D13B61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Labeled Bracketing /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2C5E0-6BFE-C8B2-A616-9283F4629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categories associated with constituents</a:t>
            </a:r>
          </a:p>
          <a:p>
            <a:pPr marL="0" indent="0" algn="ctr">
              <a:buNone/>
            </a:pPr>
            <a:r>
              <a:rPr lang="en-US" i="1" dirty="0"/>
              <a:t>(S (NP the man) (VP walked (PP to (NP the park))))</a:t>
            </a:r>
          </a:p>
          <a:p>
            <a:endParaRPr lang="en-US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AD855-C164-0663-1152-E7CF74CEC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10</a:t>
            </a:fld>
            <a:endParaRPr lang="en-CA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38BA94D-73FE-FA17-4E74-30940BD10FDD}"/>
              </a:ext>
            </a:extLst>
          </p:cNvPr>
          <p:cNvGrpSpPr/>
          <p:nvPr/>
        </p:nvGrpSpPr>
        <p:grpSpPr>
          <a:xfrm>
            <a:off x="1422883" y="2575664"/>
            <a:ext cx="9346235" cy="3677116"/>
            <a:chOff x="396240" y="1538664"/>
            <a:chExt cx="9346235" cy="367711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7E31ECB-1539-BA01-44B0-103ED06D4511}"/>
                </a:ext>
              </a:extLst>
            </p:cNvPr>
            <p:cNvCxnSpPr>
              <a:stCxn id="19" idx="2"/>
            </p:cNvCxnSpPr>
            <p:nvPr/>
          </p:nvCxnSpPr>
          <p:spPr>
            <a:xfrm flipH="1">
              <a:off x="1402080" y="2000329"/>
              <a:ext cx="1077260" cy="976551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AA15C34-8A1C-EA26-5DB2-D7DACDE1BAEF}"/>
                </a:ext>
              </a:extLst>
            </p:cNvPr>
            <p:cNvCxnSpPr>
              <a:endCxn id="19" idx="2"/>
            </p:cNvCxnSpPr>
            <p:nvPr/>
          </p:nvCxnSpPr>
          <p:spPr>
            <a:xfrm flipH="1" flipV="1">
              <a:off x="2479340" y="2000329"/>
              <a:ext cx="1300180" cy="458391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0A06353-C361-EFAC-532D-07F32321CE89}"/>
                </a:ext>
              </a:extLst>
            </p:cNvPr>
            <p:cNvCxnSpPr/>
            <p:nvPr/>
          </p:nvCxnSpPr>
          <p:spPr>
            <a:xfrm flipH="1">
              <a:off x="690880" y="3464560"/>
              <a:ext cx="487680" cy="1166445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6D2F5D0-4AF0-157A-326F-D98D1F8D0052}"/>
                </a:ext>
              </a:extLst>
            </p:cNvPr>
            <p:cNvCxnSpPr/>
            <p:nvPr/>
          </p:nvCxnSpPr>
          <p:spPr>
            <a:xfrm flipH="1" flipV="1">
              <a:off x="1178560" y="3464560"/>
              <a:ext cx="416560" cy="1166445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8">
              <a:extLst>
                <a:ext uri="{FF2B5EF4-FFF2-40B4-BE49-F238E27FC236}">
                  <a16:creationId xmlns:a16="http://schemas.microsoft.com/office/drawing/2014/main" id="{1CA86B39-D9CA-6C2E-550D-D7D2104718D9}"/>
                </a:ext>
              </a:extLst>
            </p:cNvPr>
            <p:cNvSpPr txBox="1"/>
            <p:nvPr/>
          </p:nvSpPr>
          <p:spPr>
            <a:xfrm>
              <a:off x="396240" y="4631005"/>
              <a:ext cx="523252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200" dirty="0">
                  <a:latin typeface="Nunito" pitchFamily="2" charset="0"/>
                </a:rPr>
                <a:t>the man walked to the park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317F83E-401F-37F1-CF9D-DC3C870A441D}"/>
                </a:ext>
              </a:extLst>
            </p:cNvPr>
            <p:cNvCxnSpPr>
              <a:stCxn id="22" idx="2"/>
            </p:cNvCxnSpPr>
            <p:nvPr/>
          </p:nvCxnSpPr>
          <p:spPr>
            <a:xfrm flipH="1">
              <a:off x="2753360" y="2873513"/>
              <a:ext cx="1124955" cy="1757492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D05B8A-B6F7-79B5-C06C-56E8E5A8E2E1}"/>
                </a:ext>
              </a:extLst>
            </p:cNvPr>
            <p:cNvCxnSpPr>
              <a:stCxn id="22" idx="2"/>
            </p:cNvCxnSpPr>
            <p:nvPr/>
          </p:nvCxnSpPr>
          <p:spPr>
            <a:xfrm>
              <a:off x="3878315" y="2873513"/>
              <a:ext cx="375214" cy="335895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EB1F411-4816-3525-EC78-059C4A4B5ED2}"/>
                </a:ext>
              </a:extLst>
            </p:cNvPr>
            <p:cNvCxnSpPr>
              <a:stCxn id="23" idx="2"/>
            </p:cNvCxnSpPr>
            <p:nvPr/>
          </p:nvCxnSpPr>
          <p:spPr>
            <a:xfrm flipH="1">
              <a:off x="3830320" y="3569473"/>
              <a:ext cx="619669" cy="1061532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B934324-75A1-61DA-A13C-3B92327F7DF1}"/>
                </a:ext>
              </a:extLst>
            </p:cNvPr>
            <p:cNvCxnSpPr>
              <a:endCxn id="23" idx="2"/>
            </p:cNvCxnSpPr>
            <p:nvPr/>
          </p:nvCxnSpPr>
          <p:spPr>
            <a:xfrm flipH="1" flipV="1">
              <a:off x="4449989" y="3569473"/>
              <a:ext cx="267761" cy="311647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776F939-7F00-8534-3137-9C6CF457F6C5}"/>
                </a:ext>
              </a:extLst>
            </p:cNvPr>
            <p:cNvCxnSpPr>
              <a:stCxn id="21" idx="2"/>
            </p:cNvCxnSpPr>
            <p:nvPr/>
          </p:nvCxnSpPr>
          <p:spPr>
            <a:xfrm flipH="1">
              <a:off x="4439920" y="4258975"/>
              <a:ext cx="419200" cy="372030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4">
              <a:extLst>
                <a:ext uri="{FF2B5EF4-FFF2-40B4-BE49-F238E27FC236}">
                  <a16:creationId xmlns:a16="http://schemas.microsoft.com/office/drawing/2014/main" id="{8F36D5D4-AC35-4B13-4D6F-2CFDCE2F11EC}"/>
                </a:ext>
              </a:extLst>
            </p:cNvPr>
            <p:cNvSpPr txBox="1"/>
            <p:nvPr/>
          </p:nvSpPr>
          <p:spPr>
            <a:xfrm>
              <a:off x="2292430" y="1538664"/>
              <a:ext cx="3738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>
                  <a:latin typeface="Nunito" pitchFamily="2" charset="0"/>
                </a:rPr>
                <a:t>S</a:t>
              </a:r>
            </a:p>
          </p:txBody>
        </p:sp>
        <p:sp>
          <p:nvSpPr>
            <p:cNvPr id="20" name="TextBox 15">
              <a:extLst>
                <a:ext uri="{FF2B5EF4-FFF2-40B4-BE49-F238E27FC236}">
                  <a16:creationId xmlns:a16="http://schemas.microsoft.com/office/drawing/2014/main" id="{70EF154F-4EAA-EE10-5C71-992C2D383241}"/>
                </a:ext>
              </a:extLst>
            </p:cNvPr>
            <p:cNvSpPr txBox="1"/>
            <p:nvPr/>
          </p:nvSpPr>
          <p:spPr>
            <a:xfrm>
              <a:off x="913241" y="2920424"/>
              <a:ext cx="6078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>
                  <a:latin typeface="Nunito" pitchFamily="2" charset="0"/>
                </a:rPr>
                <a:t>NP</a:t>
              </a:r>
            </a:p>
          </p:txBody>
        </p:sp>
        <p:sp>
          <p:nvSpPr>
            <p:cNvPr id="21" name="TextBox 16">
              <a:extLst>
                <a:ext uri="{FF2B5EF4-FFF2-40B4-BE49-F238E27FC236}">
                  <a16:creationId xmlns:a16="http://schemas.microsoft.com/office/drawing/2014/main" id="{CD21ABB9-DAF1-3615-CE08-B845DD0687FD}"/>
                </a:ext>
              </a:extLst>
            </p:cNvPr>
            <p:cNvSpPr txBox="1"/>
            <p:nvPr/>
          </p:nvSpPr>
          <p:spPr>
            <a:xfrm>
              <a:off x="4555190" y="3797310"/>
              <a:ext cx="6078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>
                  <a:latin typeface="Nunito" pitchFamily="2" charset="0"/>
                </a:rPr>
                <a:t>NP</a:t>
              </a:r>
            </a:p>
          </p:txBody>
        </p:sp>
        <p:sp>
          <p:nvSpPr>
            <p:cNvPr id="22" name="TextBox 17">
              <a:extLst>
                <a:ext uri="{FF2B5EF4-FFF2-40B4-BE49-F238E27FC236}">
                  <a16:creationId xmlns:a16="http://schemas.microsoft.com/office/drawing/2014/main" id="{0A5561AA-5362-98D5-2183-7943ACB1A283}"/>
                </a:ext>
              </a:extLst>
            </p:cNvPr>
            <p:cNvSpPr txBox="1"/>
            <p:nvPr/>
          </p:nvSpPr>
          <p:spPr>
            <a:xfrm>
              <a:off x="3582400" y="2411848"/>
              <a:ext cx="5918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>
                  <a:latin typeface="Nunito" pitchFamily="2" charset="0"/>
                </a:rPr>
                <a:t>VP</a:t>
              </a:r>
            </a:p>
          </p:txBody>
        </p:sp>
        <p:sp>
          <p:nvSpPr>
            <p:cNvPr id="23" name="TextBox 18">
              <a:extLst>
                <a:ext uri="{FF2B5EF4-FFF2-40B4-BE49-F238E27FC236}">
                  <a16:creationId xmlns:a16="http://schemas.microsoft.com/office/drawing/2014/main" id="{8FBAD70F-25F1-6599-F951-C1701837775A}"/>
                </a:ext>
              </a:extLst>
            </p:cNvPr>
            <p:cNvSpPr txBox="1"/>
            <p:nvPr/>
          </p:nvSpPr>
          <p:spPr>
            <a:xfrm>
              <a:off x="4162089" y="3107808"/>
              <a:ext cx="5757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>
                  <a:latin typeface="Nunito" pitchFamily="2" charset="0"/>
                </a:rPr>
                <a:t>PP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E2B598E-EE43-7FCA-9F1E-2AD73B041BDA}"/>
                </a:ext>
              </a:extLst>
            </p:cNvPr>
            <p:cNvCxnSpPr>
              <a:endCxn id="21" idx="2"/>
            </p:cNvCxnSpPr>
            <p:nvPr/>
          </p:nvCxnSpPr>
          <p:spPr>
            <a:xfrm flipH="1" flipV="1">
              <a:off x="4859120" y="4258975"/>
              <a:ext cx="298018" cy="372030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0">
              <a:extLst>
                <a:ext uri="{FF2B5EF4-FFF2-40B4-BE49-F238E27FC236}">
                  <a16:creationId xmlns:a16="http://schemas.microsoft.com/office/drawing/2014/main" id="{A209D548-F7E8-49F0-7A06-6A82C0708472}"/>
                </a:ext>
              </a:extLst>
            </p:cNvPr>
            <p:cNvSpPr txBox="1"/>
            <p:nvPr/>
          </p:nvSpPr>
          <p:spPr>
            <a:xfrm>
              <a:off x="5997539" y="2420856"/>
              <a:ext cx="3744936" cy="23083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>
                  <a:latin typeface="Nunito" pitchFamily="2" charset="0"/>
                </a:rPr>
                <a:t>Key:</a:t>
              </a:r>
            </a:p>
            <a:p>
              <a:r>
                <a:rPr lang="en-US" sz="2400" dirty="0">
                  <a:latin typeface="Nunito" pitchFamily="2" charset="0"/>
                </a:rPr>
                <a:t>S = sentence</a:t>
              </a:r>
            </a:p>
            <a:p>
              <a:r>
                <a:rPr lang="en-US" sz="2400" dirty="0">
                  <a:latin typeface="Nunito" pitchFamily="2" charset="0"/>
                </a:rPr>
                <a:t>NP = noun phrase</a:t>
              </a:r>
            </a:p>
            <a:p>
              <a:r>
                <a:rPr lang="en-US" sz="2400" dirty="0">
                  <a:latin typeface="Nunito" pitchFamily="2" charset="0"/>
                </a:rPr>
                <a:t>VP = verb phrase</a:t>
              </a:r>
            </a:p>
            <a:p>
              <a:r>
                <a:rPr lang="en-US" sz="2400" dirty="0">
                  <a:latin typeface="Nunito" pitchFamily="2" charset="0"/>
                </a:rPr>
                <a:t>PP = prepositional phrase</a:t>
              </a:r>
            </a:p>
            <a:p>
              <a:endParaRPr lang="en-US" sz="2400" dirty="0">
                <a:latin typeface="Nunito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7823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8104F-C31C-9FC1-9FAF-4A391914F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Labeled Bracketing /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F6E3C-5C2A-FF50-0B5D-66CB303F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11</a:t>
            </a:fld>
            <a:endParaRPr lang="en-CA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1793B9-26BF-902E-0A27-B013A804E9B5}"/>
              </a:ext>
            </a:extLst>
          </p:cNvPr>
          <p:cNvSpPr>
            <a:spLocks noGrp="1"/>
          </p:cNvSpPr>
          <p:nvPr/>
        </p:nvSpPr>
        <p:spPr>
          <a:xfrm>
            <a:off x="838200" y="1416200"/>
            <a:ext cx="10515600" cy="454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Nunito" pitchFamily="2" charset="0"/>
            </a:endParaRPr>
          </a:p>
          <a:p>
            <a:endParaRPr lang="en-US" sz="2400" dirty="0">
              <a:latin typeface="Nunito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679C91-FFF1-21C3-95EB-9BC925A96B0C}"/>
              </a:ext>
            </a:extLst>
          </p:cNvPr>
          <p:cNvGrpSpPr/>
          <p:nvPr/>
        </p:nvGrpSpPr>
        <p:grpSpPr>
          <a:xfrm>
            <a:off x="1928533" y="1711574"/>
            <a:ext cx="5232523" cy="4000281"/>
            <a:chOff x="396240" y="1538664"/>
            <a:chExt cx="5232523" cy="4000281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14123EC-5088-8EE6-4840-6155AFEA2F75}"/>
                </a:ext>
              </a:extLst>
            </p:cNvPr>
            <p:cNvCxnSpPr>
              <a:stCxn id="23" idx="2"/>
            </p:cNvCxnSpPr>
            <p:nvPr/>
          </p:nvCxnSpPr>
          <p:spPr>
            <a:xfrm flipH="1">
              <a:off x="1402080" y="2000329"/>
              <a:ext cx="1077260" cy="976551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09892BF-7158-23D8-340B-55B75C228A54}"/>
                </a:ext>
              </a:extLst>
            </p:cNvPr>
            <p:cNvCxnSpPr>
              <a:endCxn id="23" idx="2"/>
            </p:cNvCxnSpPr>
            <p:nvPr/>
          </p:nvCxnSpPr>
          <p:spPr>
            <a:xfrm flipH="1" flipV="1">
              <a:off x="2479340" y="2000329"/>
              <a:ext cx="1300180" cy="458391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0A4A899-66BE-6A20-BF51-4C798912E173}"/>
                </a:ext>
              </a:extLst>
            </p:cNvPr>
            <p:cNvCxnSpPr/>
            <p:nvPr/>
          </p:nvCxnSpPr>
          <p:spPr>
            <a:xfrm flipH="1">
              <a:off x="690880" y="3464560"/>
              <a:ext cx="487680" cy="1166445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86247E2-2DE2-B8B4-B215-32E4E41117FA}"/>
                </a:ext>
              </a:extLst>
            </p:cNvPr>
            <p:cNvCxnSpPr/>
            <p:nvPr/>
          </p:nvCxnSpPr>
          <p:spPr>
            <a:xfrm flipH="1" flipV="1">
              <a:off x="1178560" y="3464560"/>
              <a:ext cx="416560" cy="1166445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27">
              <a:extLst>
                <a:ext uri="{FF2B5EF4-FFF2-40B4-BE49-F238E27FC236}">
                  <a16:creationId xmlns:a16="http://schemas.microsoft.com/office/drawing/2014/main" id="{4498E078-25F7-792E-04E3-D23FF30F59B3}"/>
                </a:ext>
              </a:extLst>
            </p:cNvPr>
            <p:cNvSpPr txBox="1"/>
            <p:nvPr/>
          </p:nvSpPr>
          <p:spPr>
            <a:xfrm>
              <a:off x="396240" y="4954170"/>
              <a:ext cx="523252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200" dirty="0">
                  <a:latin typeface="Nunito" pitchFamily="2" charset="0"/>
                </a:rPr>
                <a:t>the man walked to the park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6E30D69-2948-1DA7-71B4-DBC8247E9A2B}"/>
                </a:ext>
              </a:extLst>
            </p:cNvPr>
            <p:cNvCxnSpPr>
              <a:stCxn id="26" idx="2"/>
            </p:cNvCxnSpPr>
            <p:nvPr/>
          </p:nvCxnSpPr>
          <p:spPr>
            <a:xfrm flipH="1">
              <a:off x="2753360" y="2873513"/>
              <a:ext cx="1124955" cy="1757492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F35F0A4-A2E8-AC3B-561E-EF7122FA8A38}"/>
                </a:ext>
              </a:extLst>
            </p:cNvPr>
            <p:cNvCxnSpPr>
              <a:stCxn id="26" idx="2"/>
            </p:cNvCxnSpPr>
            <p:nvPr/>
          </p:nvCxnSpPr>
          <p:spPr>
            <a:xfrm>
              <a:off x="3878315" y="2873513"/>
              <a:ext cx="375214" cy="335895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C7222EF-BA4F-36BF-7E7C-D6578D6ECA8C}"/>
                </a:ext>
              </a:extLst>
            </p:cNvPr>
            <p:cNvCxnSpPr>
              <a:stCxn id="27" idx="2"/>
            </p:cNvCxnSpPr>
            <p:nvPr/>
          </p:nvCxnSpPr>
          <p:spPr>
            <a:xfrm flipH="1">
              <a:off x="3830320" y="3569473"/>
              <a:ext cx="619669" cy="1061532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47A5164-865A-D406-2044-29FBD44C00DC}"/>
                </a:ext>
              </a:extLst>
            </p:cNvPr>
            <p:cNvCxnSpPr>
              <a:endCxn id="27" idx="2"/>
            </p:cNvCxnSpPr>
            <p:nvPr/>
          </p:nvCxnSpPr>
          <p:spPr>
            <a:xfrm flipH="1" flipV="1">
              <a:off x="4449989" y="3569473"/>
              <a:ext cx="267761" cy="311647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2CEE1FF-4D3F-261D-10F1-9C44F7173313}"/>
                </a:ext>
              </a:extLst>
            </p:cNvPr>
            <p:cNvCxnSpPr>
              <a:stCxn id="25" idx="2"/>
            </p:cNvCxnSpPr>
            <p:nvPr/>
          </p:nvCxnSpPr>
          <p:spPr>
            <a:xfrm flipH="1">
              <a:off x="4439920" y="4258975"/>
              <a:ext cx="419200" cy="372030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33">
              <a:extLst>
                <a:ext uri="{FF2B5EF4-FFF2-40B4-BE49-F238E27FC236}">
                  <a16:creationId xmlns:a16="http://schemas.microsoft.com/office/drawing/2014/main" id="{5BCCB6E6-0FF8-A414-7C4A-AE335C390D93}"/>
                </a:ext>
              </a:extLst>
            </p:cNvPr>
            <p:cNvSpPr txBox="1"/>
            <p:nvPr/>
          </p:nvSpPr>
          <p:spPr>
            <a:xfrm>
              <a:off x="2292430" y="1538664"/>
              <a:ext cx="3738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>
                  <a:latin typeface="Nunito" pitchFamily="2" charset="0"/>
                </a:rPr>
                <a:t>S</a:t>
              </a:r>
            </a:p>
          </p:txBody>
        </p:sp>
        <p:sp>
          <p:nvSpPr>
            <p:cNvPr id="24" name="TextBox 34">
              <a:extLst>
                <a:ext uri="{FF2B5EF4-FFF2-40B4-BE49-F238E27FC236}">
                  <a16:creationId xmlns:a16="http://schemas.microsoft.com/office/drawing/2014/main" id="{00F08DA4-4270-6F31-7854-0EBFF8146E5B}"/>
                </a:ext>
              </a:extLst>
            </p:cNvPr>
            <p:cNvSpPr txBox="1"/>
            <p:nvPr/>
          </p:nvSpPr>
          <p:spPr>
            <a:xfrm>
              <a:off x="913241" y="2920424"/>
              <a:ext cx="6078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>
                  <a:latin typeface="Nunito" pitchFamily="2" charset="0"/>
                </a:rPr>
                <a:t>NP</a:t>
              </a:r>
            </a:p>
          </p:txBody>
        </p:sp>
        <p:sp>
          <p:nvSpPr>
            <p:cNvPr id="25" name="TextBox 35">
              <a:extLst>
                <a:ext uri="{FF2B5EF4-FFF2-40B4-BE49-F238E27FC236}">
                  <a16:creationId xmlns:a16="http://schemas.microsoft.com/office/drawing/2014/main" id="{349E6579-5BC8-8140-D5B1-1F6CD2308495}"/>
                </a:ext>
              </a:extLst>
            </p:cNvPr>
            <p:cNvSpPr txBox="1"/>
            <p:nvPr/>
          </p:nvSpPr>
          <p:spPr>
            <a:xfrm>
              <a:off x="4555190" y="3797310"/>
              <a:ext cx="6078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>
                  <a:latin typeface="Nunito" pitchFamily="2" charset="0"/>
                </a:rPr>
                <a:t>NP</a:t>
              </a:r>
            </a:p>
          </p:txBody>
        </p:sp>
        <p:sp>
          <p:nvSpPr>
            <p:cNvPr id="26" name="TextBox 36">
              <a:extLst>
                <a:ext uri="{FF2B5EF4-FFF2-40B4-BE49-F238E27FC236}">
                  <a16:creationId xmlns:a16="http://schemas.microsoft.com/office/drawing/2014/main" id="{FB8F6487-92DB-72CB-44FF-1A639383829F}"/>
                </a:ext>
              </a:extLst>
            </p:cNvPr>
            <p:cNvSpPr txBox="1"/>
            <p:nvPr/>
          </p:nvSpPr>
          <p:spPr>
            <a:xfrm>
              <a:off x="3582400" y="2411848"/>
              <a:ext cx="5918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>
                  <a:latin typeface="Nunito" pitchFamily="2" charset="0"/>
                </a:rPr>
                <a:t>VP</a:t>
              </a:r>
            </a:p>
          </p:txBody>
        </p:sp>
        <p:sp>
          <p:nvSpPr>
            <p:cNvPr id="27" name="TextBox 37">
              <a:extLst>
                <a:ext uri="{FF2B5EF4-FFF2-40B4-BE49-F238E27FC236}">
                  <a16:creationId xmlns:a16="http://schemas.microsoft.com/office/drawing/2014/main" id="{4A2A28AA-6F53-4851-7BFE-C9853BD83823}"/>
                </a:ext>
              </a:extLst>
            </p:cNvPr>
            <p:cNvSpPr txBox="1"/>
            <p:nvPr/>
          </p:nvSpPr>
          <p:spPr>
            <a:xfrm>
              <a:off x="4162089" y="3107808"/>
              <a:ext cx="5757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>
                  <a:latin typeface="Nunito" pitchFamily="2" charset="0"/>
                </a:rPr>
                <a:t>PP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8BF4278-BF35-C613-9CDC-517974B5AFA3}"/>
                </a:ext>
              </a:extLst>
            </p:cNvPr>
            <p:cNvCxnSpPr>
              <a:endCxn id="25" idx="2"/>
            </p:cNvCxnSpPr>
            <p:nvPr/>
          </p:nvCxnSpPr>
          <p:spPr>
            <a:xfrm flipH="1" flipV="1">
              <a:off x="4859120" y="4258975"/>
              <a:ext cx="298018" cy="372030"/>
            </a:xfrm>
            <a:prstGeom prst="line">
              <a:avLst/>
            </a:prstGeom>
            <a:ln w="57150" cap="rnd" cmpd="sng">
              <a:round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40">
              <a:extLst>
                <a:ext uri="{FF2B5EF4-FFF2-40B4-BE49-F238E27FC236}">
                  <a16:creationId xmlns:a16="http://schemas.microsoft.com/office/drawing/2014/main" id="{3BAF4A4C-CBCC-34BA-BD53-A394F095B746}"/>
                </a:ext>
              </a:extLst>
            </p:cNvPr>
            <p:cNvSpPr txBox="1"/>
            <p:nvPr/>
          </p:nvSpPr>
          <p:spPr>
            <a:xfrm>
              <a:off x="440706" y="4589769"/>
              <a:ext cx="5982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>
                  <a:latin typeface="Nunito" pitchFamily="2" charset="0"/>
                </a:rPr>
                <a:t>DT</a:t>
              </a:r>
            </a:p>
          </p:txBody>
        </p:sp>
        <p:sp>
          <p:nvSpPr>
            <p:cNvPr id="30" name="TextBox 41">
              <a:extLst>
                <a:ext uri="{FF2B5EF4-FFF2-40B4-BE49-F238E27FC236}">
                  <a16:creationId xmlns:a16="http://schemas.microsoft.com/office/drawing/2014/main" id="{0A46F01D-48D2-C09F-BD6D-985C93B10487}"/>
                </a:ext>
              </a:extLst>
            </p:cNvPr>
            <p:cNvSpPr txBox="1"/>
            <p:nvPr/>
          </p:nvSpPr>
          <p:spPr>
            <a:xfrm>
              <a:off x="1304841" y="4589769"/>
              <a:ext cx="6399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>
                  <a:latin typeface="Nunito" pitchFamily="2" charset="0"/>
                </a:rPr>
                <a:t>NN</a:t>
              </a:r>
            </a:p>
          </p:txBody>
        </p:sp>
        <p:sp>
          <p:nvSpPr>
            <p:cNvPr id="31" name="TextBox 42">
              <a:extLst>
                <a:ext uri="{FF2B5EF4-FFF2-40B4-BE49-F238E27FC236}">
                  <a16:creationId xmlns:a16="http://schemas.microsoft.com/office/drawing/2014/main" id="{1554289B-986F-454C-9AB8-BB3BE6BA7697}"/>
                </a:ext>
              </a:extLst>
            </p:cNvPr>
            <p:cNvSpPr txBox="1"/>
            <p:nvPr/>
          </p:nvSpPr>
          <p:spPr>
            <a:xfrm>
              <a:off x="2385975" y="4607538"/>
              <a:ext cx="31293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>
                  <a:latin typeface="Nunito" pitchFamily="2" charset="0"/>
                </a:rPr>
                <a:t>VBD      IN    DT    NN</a:t>
              </a:r>
            </a:p>
          </p:txBody>
        </p:sp>
      </p:grpSp>
      <p:sp>
        <p:nvSpPr>
          <p:cNvPr id="7" name="TextBox 4">
            <a:extLst>
              <a:ext uri="{FF2B5EF4-FFF2-40B4-BE49-F238E27FC236}">
                <a16:creationId xmlns:a16="http://schemas.microsoft.com/office/drawing/2014/main" id="{8DDA1EB3-CA5C-E702-5910-6C13B7E8B061}"/>
              </a:ext>
            </a:extLst>
          </p:cNvPr>
          <p:cNvSpPr txBox="1"/>
          <p:nvPr/>
        </p:nvSpPr>
        <p:spPr>
          <a:xfrm>
            <a:off x="7615632" y="4657337"/>
            <a:ext cx="2616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 err="1">
                <a:solidFill>
                  <a:srgbClr val="FF6600"/>
                </a:solidFill>
                <a:latin typeface="Nunito" pitchFamily="2" charset="0"/>
              </a:rPr>
              <a:t>preterminals</a:t>
            </a:r>
            <a:endParaRPr lang="en-US" sz="3200" b="1" dirty="0">
              <a:solidFill>
                <a:srgbClr val="FF6600"/>
              </a:solidFill>
              <a:latin typeface="Nunito" pitchFamily="2" charset="0"/>
            </a:endParaRP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FD412F21-32D9-496C-8374-2F207B78B6A7}"/>
              </a:ext>
            </a:extLst>
          </p:cNvPr>
          <p:cNvSpPr/>
          <p:nvPr/>
        </p:nvSpPr>
        <p:spPr>
          <a:xfrm>
            <a:off x="1958906" y="1716383"/>
            <a:ext cx="5365571" cy="3107422"/>
          </a:xfrm>
          <a:prstGeom prst="frame">
            <a:avLst>
              <a:gd name="adj1" fmla="val 1455"/>
            </a:avLst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  <a:latin typeface="Nunito" pitchFamily="2" charset="0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8E4E089A-F9BF-EBFF-FF8A-16E2E8F49EBD}"/>
              </a:ext>
            </a:extLst>
          </p:cNvPr>
          <p:cNvSpPr txBox="1"/>
          <p:nvPr/>
        </p:nvSpPr>
        <p:spPr>
          <a:xfrm>
            <a:off x="7615632" y="3063961"/>
            <a:ext cx="27029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 err="1">
                <a:solidFill>
                  <a:srgbClr val="008000"/>
                </a:solidFill>
                <a:latin typeface="Nunito" pitchFamily="2" charset="0"/>
              </a:rPr>
              <a:t>nonterminals</a:t>
            </a:r>
            <a:endParaRPr lang="en-US" sz="3200" b="1" dirty="0">
              <a:solidFill>
                <a:srgbClr val="008000"/>
              </a:solidFill>
              <a:latin typeface="Nunito" pitchFamily="2" charset="0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0D7D751A-44EC-CFAA-D085-00B265ECCA28}"/>
              </a:ext>
            </a:extLst>
          </p:cNvPr>
          <p:cNvSpPr txBox="1"/>
          <p:nvPr/>
        </p:nvSpPr>
        <p:spPr>
          <a:xfrm>
            <a:off x="7615632" y="5165390"/>
            <a:ext cx="19864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BC0000"/>
                </a:solidFill>
                <a:latin typeface="Nunito" pitchFamily="2" charset="0"/>
              </a:rPr>
              <a:t>terminals</a:t>
            </a: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9D499987-9CA7-2996-F059-42760E429472}"/>
              </a:ext>
            </a:extLst>
          </p:cNvPr>
          <p:cNvSpPr/>
          <p:nvPr/>
        </p:nvSpPr>
        <p:spPr>
          <a:xfrm>
            <a:off x="1958906" y="4816606"/>
            <a:ext cx="5365571" cy="428820"/>
          </a:xfrm>
          <a:prstGeom prst="frame">
            <a:avLst>
              <a:gd name="adj1" fmla="val 8796"/>
            </a:avLst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  <a:latin typeface="Nunito" pitchFamily="2" charset="0"/>
            </a:endParaRP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EE3BB724-4998-DE00-150F-B7BE9A7549B8}"/>
              </a:ext>
            </a:extLst>
          </p:cNvPr>
          <p:cNvSpPr/>
          <p:nvPr/>
        </p:nvSpPr>
        <p:spPr>
          <a:xfrm>
            <a:off x="1958906" y="5248625"/>
            <a:ext cx="5365571" cy="479863"/>
          </a:xfrm>
          <a:prstGeom prst="frame">
            <a:avLst>
              <a:gd name="adj1" fmla="val 8796"/>
            </a:avLst>
          </a:prstGeom>
          <a:solidFill>
            <a:srgbClr val="BC0000"/>
          </a:solidFill>
          <a:ln>
            <a:solidFill>
              <a:srgbClr val="B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618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3C3AB-E00A-FFBF-5585-AE53C682C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Penn Treebank </a:t>
            </a:r>
            <a:r>
              <a:rPr lang="en-CA" dirty="0" err="1"/>
              <a:t>Tagset</a:t>
            </a:r>
            <a:r>
              <a:rPr lang="en-CA" dirty="0"/>
              <a:t> (Pre-Terminals)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295DF-DA26-2117-E0B1-DFBD7BD19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hlinkClick r:id="rId2"/>
              </a:rPr>
              <a:t>Marcus et al. (1993</a:t>
            </a:r>
            <a:r>
              <a:rPr lang="en-CA" dirty="0"/>
              <a:t>): 40K WSJ sentences annotated by linguistic experts.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2C066-66A7-7197-A7B4-94C4030A8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12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195240-83F5-D8AD-89AA-C12BA9B4B8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884" y="1904116"/>
            <a:ext cx="5506231" cy="475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12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A9B17-7078-25BE-512B-8B26E2785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F4FCF-73BE-A9C2-CF72-BAA691028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Penn Treebank Non-Terminal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5B37C-CA71-CF94-478C-28F37CD2A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hlinkClick r:id="rId2"/>
              </a:rPr>
              <a:t>Marcus et al. (1993</a:t>
            </a:r>
            <a:r>
              <a:rPr lang="en-CA" dirty="0"/>
              <a:t>): 40K WSJ sentences annotated by linguistic experts.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702CB-86B6-7818-F4D8-461B5CE0D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13</a:t>
            </a:fld>
            <a:endParaRPr lang="en-CA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3AEDC98-BFC2-5E3F-07D5-9BF195CCD137}"/>
              </a:ext>
            </a:extLst>
          </p:cNvPr>
          <p:cNvGrpSpPr/>
          <p:nvPr/>
        </p:nvGrpSpPr>
        <p:grpSpPr>
          <a:xfrm>
            <a:off x="2088120" y="1946309"/>
            <a:ext cx="8015761" cy="4717983"/>
            <a:chOff x="1036798" y="1900989"/>
            <a:chExt cx="8015761" cy="471798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2FBC74D-E818-33EC-813D-0037787AA0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46" t="1133" r="1924" b="-1"/>
            <a:stretch/>
          </p:blipFill>
          <p:spPr>
            <a:xfrm>
              <a:off x="1036798" y="1900989"/>
              <a:ext cx="3260881" cy="4717983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E2BAB9C-38F9-47C1-7F1C-A2A56D1F5F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15" r="1906" b="597"/>
            <a:stretch/>
          </p:blipFill>
          <p:spPr>
            <a:xfrm>
              <a:off x="5513310" y="1900990"/>
              <a:ext cx="3539249" cy="471798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4130864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006BF-1FFC-5FCC-9BEB-1481B9886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Head of a Constituent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46125-F1A5-7A4C-1445-ABB59C4A0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Head of a constituent is the most responsible/important word for the constituent label</a:t>
            </a:r>
          </a:p>
          <a:p>
            <a:pPr marL="0" indent="0">
              <a:buNone/>
            </a:pPr>
            <a:r>
              <a:rPr lang="en-US" dirty="0"/>
              <a:t>Which word makes </a:t>
            </a:r>
            <a:r>
              <a:rPr lang="en-US" i="1" dirty="0"/>
              <a:t>the cat </a:t>
            </a:r>
            <a:r>
              <a:rPr lang="en-US" dirty="0"/>
              <a:t>an NP?</a:t>
            </a:r>
          </a:p>
          <a:p>
            <a:pPr lvl="1"/>
            <a:r>
              <a:rPr lang="en-US" dirty="0"/>
              <a:t>Cat</a:t>
            </a:r>
          </a:p>
          <a:p>
            <a:pPr marL="0" indent="0">
              <a:buNone/>
            </a:pPr>
            <a:r>
              <a:rPr lang="en-US" dirty="0"/>
              <a:t>Which word makes </a:t>
            </a:r>
            <a:r>
              <a:rPr lang="en-US" i="1" dirty="0"/>
              <a:t>walked to the park </a:t>
            </a:r>
            <a:r>
              <a:rPr lang="en-US" dirty="0"/>
              <a:t>a VP?</a:t>
            </a:r>
          </a:p>
          <a:p>
            <a:pPr lvl="1"/>
            <a:r>
              <a:rPr lang="en-US" dirty="0"/>
              <a:t>Walked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We’ll see how this connects to dependency grammar on the last slides.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90B68-11EC-CD12-6F17-B4DD7795B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302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C50C4-FF04-68AC-CAD6-CB41238F0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Syntactic Ambiguities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37649-539F-9AD4-202F-A01C92E80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15</a:t>
            </a:fld>
            <a:endParaRPr lang="en-CA"/>
          </a:p>
        </p:txBody>
      </p:sp>
      <p:sp>
        <p:nvSpPr>
          <p:cNvPr id="6" name="Content Placeholder 4 1">
            <a:extLst>
              <a:ext uri="{FF2B5EF4-FFF2-40B4-BE49-F238E27FC236}">
                <a16:creationId xmlns:a16="http://schemas.microsoft.com/office/drawing/2014/main" id="{5FB98BBD-6F51-2D66-504B-4412F14C0E57}"/>
              </a:ext>
            </a:extLst>
          </p:cNvPr>
          <p:cNvSpPr txBox="1">
            <a:spLocks/>
          </p:cNvSpPr>
          <p:nvPr/>
        </p:nvSpPr>
        <p:spPr>
          <a:xfrm>
            <a:off x="627102" y="1546681"/>
            <a:ext cx="4851322" cy="454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i="1" dirty="0">
                <a:latin typeface="Nunito" pitchFamily="2" charset="0"/>
              </a:rPr>
              <a:t>Time flies like an arrow.                               </a:t>
            </a:r>
          </a:p>
        </p:txBody>
      </p:sp>
      <p:grpSp>
        <p:nvGrpSpPr>
          <p:cNvPr id="7" name="Group 6" descr="\documentclass{article}&#10;\usepackage{amsmath,amssymb}&#10;\pagestyle{empty}&#10;\usepackage[linguistics]{forest}&#10;\begin{document}&#10;&#10;\newcommand{\score}{\textrm{score}}&#10;\newcommand{\classify}{\textrm{classify}}&#10;\newcommand{\bx}{\mathbf{x}}&#10;&#10;\begin{forest} for tree={inner sep=0pt,l=5pt,l sep=10pt}&#10;             [ \textsf{S}&#10;                [ \textsf{NP}&#10;                    [ \textsf{NN} [\textsf{time}] ] &#10;                ]&#10;                [ \textsf{VP}&#10;                    [ \textsf{V} [\textsf{flies}] ]&#10;                    [ \textsf{PP} &#10;                          [\textsf{P} [\textsf{like}] ]&#10;                          [\textsf{NP} &#10;                                [\textsf{DT} [\textsf{an}] ]&#10;                                [\textsf{NN} [\textsf{arrow}] ]&#10;                          ]&#10;                    ]&#10;                ]&#10;             ]&#10;\end{forest}&#10;&#10;\end{document}" title="IguanaTex Vector Display">
            <a:extLst>
              <a:ext uri="{FF2B5EF4-FFF2-40B4-BE49-F238E27FC236}">
                <a16:creationId xmlns:a16="http://schemas.microsoft.com/office/drawing/2014/main" id="{CDD9146D-A53B-9BCC-AD70-B91744CDB15A}"/>
              </a:ext>
            </a:extLst>
          </p:cNvPr>
          <p:cNvGrpSpPr>
            <a:grpSpLocks noChangeAspect="1"/>
          </p:cNvGrpSpPr>
          <p:nvPr/>
        </p:nvGrpSpPr>
        <p:grpSpPr>
          <a:xfrm>
            <a:off x="1146485" y="2094212"/>
            <a:ext cx="3812557" cy="4207707"/>
            <a:chOff x="5280996" y="4509939"/>
            <a:chExt cx="3812557" cy="4207707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8F0BB07-0B4F-790F-AF3E-F375D85E6CC7}"/>
                </a:ext>
              </a:extLst>
            </p:cNvPr>
            <p:cNvSpPr/>
            <p:nvPr/>
          </p:nvSpPr>
          <p:spPr>
            <a:xfrm>
              <a:off x="6256507" y="4509939"/>
              <a:ext cx="161570" cy="260353"/>
            </a:xfrm>
            <a:custGeom>
              <a:avLst/>
              <a:gdLst>
                <a:gd name="connsiteX0" fmla="*/ 149601 w 161570"/>
                <a:gd name="connsiteY0" fmla="*/ 17702 h 260353"/>
                <a:gd name="connsiteX1" fmla="*/ 84617 w 161570"/>
                <a:gd name="connsiteY1" fmla="*/ 63 h 260353"/>
                <a:gd name="connsiteX2" fmla="*/ 4365 w 161570"/>
                <a:gd name="connsiteY2" fmla="*/ 69561 h 260353"/>
                <a:gd name="connsiteX3" fmla="*/ 23540 w 161570"/>
                <a:gd name="connsiteY3" fmla="*/ 114364 h 260353"/>
                <a:gd name="connsiteX4" fmla="*/ 75030 w 161570"/>
                <a:gd name="connsiteY4" fmla="*/ 139412 h 260353"/>
                <a:gd name="connsiteX5" fmla="*/ 118707 w 161570"/>
                <a:gd name="connsiteY5" fmla="*/ 156698 h 260353"/>
                <a:gd name="connsiteX6" fmla="*/ 133621 w 161570"/>
                <a:gd name="connsiteY6" fmla="*/ 189507 h 260353"/>
                <a:gd name="connsiteX7" fmla="*/ 81777 w 161570"/>
                <a:gd name="connsiteY7" fmla="*/ 236075 h 260353"/>
                <a:gd name="connsiteX8" fmla="*/ 5430 w 161570"/>
                <a:gd name="connsiteY8" fmla="*/ 207499 h 260353"/>
                <a:gd name="connsiteX9" fmla="*/ 104 w 161570"/>
                <a:gd name="connsiteY9" fmla="*/ 236075 h 260353"/>
                <a:gd name="connsiteX10" fmla="*/ 82132 w 161570"/>
                <a:gd name="connsiteY10" fmla="*/ 260417 h 260353"/>
                <a:gd name="connsiteX11" fmla="*/ 161674 w 161570"/>
                <a:gd name="connsiteY11" fmla="*/ 185979 h 260353"/>
                <a:gd name="connsiteX12" fmla="*/ 142854 w 161570"/>
                <a:gd name="connsiteY12" fmla="*/ 137648 h 260353"/>
                <a:gd name="connsiteX13" fmla="*/ 81777 w 161570"/>
                <a:gd name="connsiteY13" fmla="*/ 108720 h 260353"/>
                <a:gd name="connsiteX14" fmla="*/ 44846 w 161570"/>
                <a:gd name="connsiteY14" fmla="*/ 93197 h 260353"/>
                <a:gd name="connsiteX15" fmla="*/ 32418 w 161570"/>
                <a:gd name="connsiteY15" fmla="*/ 65328 h 260353"/>
                <a:gd name="connsiteX16" fmla="*/ 84262 w 161570"/>
                <a:gd name="connsiteY16" fmla="*/ 23346 h 260353"/>
                <a:gd name="connsiteX17" fmla="*/ 144274 w 161570"/>
                <a:gd name="connsiteY17" fmla="*/ 45925 h 260353"/>
                <a:gd name="connsiteX18" fmla="*/ 149601 w 161570"/>
                <a:gd name="connsiteY18" fmla="*/ 17702 h 260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570" h="260353">
                  <a:moveTo>
                    <a:pt x="149601" y="17702"/>
                  </a:moveTo>
                  <a:cubicBezTo>
                    <a:pt x="130070" y="6060"/>
                    <a:pt x="110540" y="63"/>
                    <a:pt x="84617" y="63"/>
                  </a:cubicBezTo>
                  <a:cubicBezTo>
                    <a:pt x="35259" y="63"/>
                    <a:pt x="4365" y="34635"/>
                    <a:pt x="4365" y="69561"/>
                  </a:cubicBezTo>
                  <a:cubicBezTo>
                    <a:pt x="4365" y="84731"/>
                    <a:pt x="9336" y="99548"/>
                    <a:pt x="23540" y="114364"/>
                  </a:cubicBezTo>
                  <a:cubicBezTo>
                    <a:pt x="38455" y="130240"/>
                    <a:pt x="54079" y="134473"/>
                    <a:pt x="75030" y="139412"/>
                  </a:cubicBezTo>
                  <a:cubicBezTo>
                    <a:pt x="105213" y="146820"/>
                    <a:pt x="108764" y="147879"/>
                    <a:pt x="118707" y="156698"/>
                  </a:cubicBezTo>
                  <a:cubicBezTo>
                    <a:pt x="125809" y="162696"/>
                    <a:pt x="133621" y="174338"/>
                    <a:pt x="133621" y="189507"/>
                  </a:cubicBezTo>
                  <a:cubicBezTo>
                    <a:pt x="133621" y="212791"/>
                    <a:pt x="114091" y="236075"/>
                    <a:pt x="81777" y="236075"/>
                  </a:cubicBezTo>
                  <a:cubicBezTo>
                    <a:pt x="67218" y="236075"/>
                    <a:pt x="35259" y="232547"/>
                    <a:pt x="5430" y="207499"/>
                  </a:cubicBezTo>
                  <a:lnTo>
                    <a:pt x="104" y="236075"/>
                  </a:lnTo>
                  <a:cubicBezTo>
                    <a:pt x="31353" y="255478"/>
                    <a:pt x="59761" y="260417"/>
                    <a:pt x="82132" y="260417"/>
                  </a:cubicBezTo>
                  <a:cubicBezTo>
                    <a:pt x="129005" y="260417"/>
                    <a:pt x="161674" y="224785"/>
                    <a:pt x="161674" y="185979"/>
                  </a:cubicBezTo>
                  <a:cubicBezTo>
                    <a:pt x="161674" y="163048"/>
                    <a:pt x="150666" y="146115"/>
                    <a:pt x="142854" y="137648"/>
                  </a:cubicBezTo>
                  <a:cubicBezTo>
                    <a:pt x="126164" y="120009"/>
                    <a:pt x="114446" y="116834"/>
                    <a:pt x="81777" y="108720"/>
                  </a:cubicBezTo>
                  <a:cubicBezTo>
                    <a:pt x="61181" y="103781"/>
                    <a:pt x="55499" y="102370"/>
                    <a:pt x="44846" y="93197"/>
                  </a:cubicBezTo>
                  <a:cubicBezTo>
                    <a:pt x="42361" y="91081"/>
                    <a:pt x="32418" y="80850"/>
                    <a:pt x="32418" y="65328"/>
                  </a:cubicBezTo>
                  <a:cubicBezTo>
                    <a:pt x="32418" y="44513"/>
                    <a:pt x="51593" y="23346"/>
                    <a:pt x="84262" y="23346"/>
                  </a:cubicBezTo>
                  <a:cubicBezTo>
                    <a:pt x="114091" y="23346"/>
                    <a:pt x="131135" y="34988"/>
                    <a:pt x="144274" y="45925"/>
                  </a:cubicBezTo>
                  <a:lnTo>
                    <a:pt x="149601" y="17702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04380DA-52CB-5CBC-1BCB-112B416301D3}"/>
                </a:ext>
              </a:extLst>
            </p:cNvPr>
            <p:cNvSpPr/>
            <p:nvPr/>
          </p:nvSpPr>
          <p:spPr>
            <a:xfrm>
              <a:off x="5395636" y="5307945"/>
              <a:ext cx="182876" cy="244831"/>
            </a:xfrm>
            <a:custGeom>
              <a:avLst/>
              <a:gdLst>
                <a:gd name="connsiteX0" fmla="*/ 44111 w 182876"/>
                <a:gd name="connsiteY0" fmla="*/ 85 h 244831"/>
                <a:gd name="connsiteX1" fmla="*/ 79 w 182876"/>
                <a:gd name="connsiteY1" fmla="*/ 85 h 244831"/>
                <a:gd name="connsiteX2" fmla="*/ 79 w 182876"/>
                <a:gd name="connsiteY2" fmla="*/ 244916 h 244831"/>
                <a:gd name="connsiteX3" fmla="*/ 27777 w 182876"/>
                <a:gd name="connsiteY3" fmla="*/ 244916 h 244831"/>
                <a:gd name="connsiteX4" fmla="*/ 27777 w 182876"/>
                <a:gd name="connsiteY4" fmla="*/ 25133 h 244831"/>
                <a:gd name="connsiteX5" fmla="*/ 28132 w 182876"/>
                <a:gd name="connsiteY5" fmla="*/ 25133 h 244831"/>
                <a:gd name="connsiteX6" fmla="*/ 51924 w 182876"/>
                <a:gd name="connsiteY6" fmla="*/ 73464 h 244831"/>
                <a:gd name="connsiteX7" fmla="*/ 138923 w 182876"/>
                <a:gd name="connsiteY7" fmla="*/ 244916 h 244831"/>
                <a:gd name="connsiteX8" fmla="*/ 182955 w 182876"/>
                <a:gd name="connsiteY8" fmla="*/ 244916 h 244831"/>
                <a:gd name="connsiteX9" fmla="*/ 182955 w 182876"/>
                <a:gd name="connsiteY9" fmla="*/ 85 h 244831"/>
                <a:gd name="connsiteX10" fmla="*/ 155258 w 182876"/>
                <a:gd name="connsiteY10" fmla="*/ 85 h 244831"/>
                <a:gd name="connsiteX11" fmla="*/ 155258 w 182876"/>
                <a:gd name="connsiteY11" fmla="*/ 219869 h 244831"/>
                <a:gd name="connsiteX12" fmla="*/ 154902 w 182876"/>
                <a:gd name="connsiteY12" fmla="*/ 219869 h 244831"/>
                <a:gd name="connsiteX13" fmla="*/ 131111 w 182876"/>
                <a:gd name="connsiteY13" fmla="*/ 171538 h 244831"/>
                <a:gd name="connsiteX14" fmla="*/ 44111 w 182876"/>
                <a:gd name="connsiteY14" fmla="*/ 85 h 244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2876" h="244831">
                  <a:moveTo>
                    <a:pt x="44111" y="85"/>
                  </a:moveTo>
                  <a:lnTo>
                    <a:pt x="79" y="85"/>
                  </a:lnTo>
                  <a:lnTo>
                    <a:pt x="79" y="244916"/>
                  </a:lnTo>
                  <a:lnTo>
                    <a:pt x="27777" y="244916"/>
                  </a:lnTo>
                  <a:lnTo>
                    <a:pt x="27777" y="25133"/>
                  </a:lnTo>
                  <a:lnTo>
                    <a:pt x="28132" y="25133"/>
                  </a:lnTo>
                  <a:cubicBezTo>
                    <a:pt x="34879" y="39597"/>
                    <a:pt x="49793" y="69583"/>
                    <a:pt x="51924" y="73464"/>
                  </a:cubicBezTo>
                  <a:lnTo>
                    <a:pt x="138923" y="244916"/>
                  </a:lnTo>
                  <a:lnTo>
                    <a:pt x="182955" y="244916"/>
                  </a:lnTo>
                  <a:lnTo>
                    <a:pt x="182955" y="85"/>
                  </a:lnTo>
                  <a:lnTo>
                    <a:pt x="155258" y="85"/>
                  </a:lnTo>
                  <a:lnTo>
                    <a:pt x="155258" y="219869"/>
                  </a:lnTo>
                  <a:lnTo>
                    <a:pt x="154902" y="219869"/>
                  </a:lnTo>
                  <a:cubicBezTo>
                    <a:pt x="148156" y="205405"/>
                    <a:pt x="133241" y="175418"/>
                    <a:pt x="131111" y="171538"/>
                  </a:cubicBezTo>
                  <a:lnTo>
                    <a:pt x="44111" y="85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DB1EF81-E1C8-5AC5-BB58-0B10CD70C14E}"/>
                </a:ext>
              </a:extLst>
            </p:cNvPr>
            <p:cNvSpPr/>
            <p:nvPr/>
          </p:nvSpPr>
          <p:spPr>
            <a:xfrm>
              <a:off x="5647166" y="5307945"/>
              <a:ext cx="172578" cy="244831"/>
            </a:xfrm>
            <a:custGeom>
              <a:avLst/>
              <a:gdLst>
                <a:gd name="connsiteX0" fmla="*/ 90992 w 172578"/>
                <a:gd name="connsiteY0" fmla="*/ 142962 h 244831"/>
                <a:gd name="connsiteX1" fmla="*/ 172664 w 172578"/>
                <a:gd name="connsiteY1" fmla="*/ 71347 h 244831"/>
                <a:gd name="connsiteX2" fmla="*/ 88506 w 172578"/>
                <a:gd name="connsiteY2" fmla="*/ 85 h 244831"/>
                <a:gd name="connsiteX3" fmla="*/ 86 w 172578"/>
                <a:gd name="connsiteY3" fmla="*/ 85 h 244831"/>
                <a:gd name="connsiteX4" fmla="*/ 86 w 172578"/>
                <a:gd name="connsiteY4" fmla="*/ 244916 h 244831"/>
                <a:gd name="connsiteX5" fmla="*/ 31690 w 172578"/>
                <a:gd name="connsiteY5" fmla="*/ 244916 h 244831"/>
                <a:gd name="connsiteX6" fmla="*/ 31690 w 172578"/>
                <a:gd name="connsiteY6" fmla="*/ 142962 h 244831"/>
                <a:gd name="connsiteX7" fmla="*/ 90992 w 172578"/>
                <a:gd name="connsiteY7" fmla="*/ 142962 h 244831"/>
                <a:gd name="connsiteX8" fmla="*/ 80694 w 172578"/>
                <a:gd name="connsiteY8" fmla="*/ 19841 h 244831"/>
                <a:gd name="connsiteX9" fmla="*/ 143901 w 172578"/>
                <a:gd name="connsiteY9" fmla="*/ 71347 h 244831"/>
                <a:gd name="connsiteX10" fmla="*/ 80694 w 172578"/>
                <a:gd name="connsiteY10" fmla="*/ 122501 h 244831"/>
                <a:gd name="connsiteX11" fmla="*/ 30625 w 172578"/>
                <a:gd name="connsiteY11" fmla="*/ 122501 h 244831"/>
                <a:gd name="connsiteX12" fmla="*/ 30625 w 172578"/>
                <a:gd name="connsiteY12" fmla="*/ 19841 h 244831"/>
                <a:gd name="connsiteX13" fmla="*/ 80694 w 172578"/>
                <a:gd name="connsiteY13" fmla="*/ 19841 h 244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2578" h="244831">
                  <a:moveTo>
                    <a:pt x="90992" y="142962"/>
                  </a:moveTo>
                  <a:cubicBezTo>
                    <a:pt x="135024" y="142962"/>
                    <a:pt x="172664" y="110859"/>
                    <a:pt x="172664" y="71347"/>
                  </a:cubicBezTo>
                  <a:cubicBezTo>
                    <a:pt x="172664" y="33599"/>
                    <a:pt x="137510" y="85"/>
                    <a:pt x="88506" y="85"/>
                  </a:cubicBezTo>
                  <a:lnTo>
                    <a:pt x="86" y="85"/>
                  </a:lnTo>
                  <a:lnTo>
                    <a:pt x="86" y="244916"/>
                  </a:lnTo>
                  <a:lnTo>
                    <a:pt x="31690" y="244916"/>
                  </a:lnTo>
                  <a:lnTo>
                    <a:pt x="31690" y="142962"/>
                  </a:lnTo>
                  <a:lnTo>
                    <a:pt x="90992" y="142962"/>
                  </a:lnTo>
                  <a:close/>
                  <a:moveTo>
                    <a:pt x="80694" y="19841"/>
                  </a:moveTo>
                  <a:cubicBezTo>
                    <a:pt x="119755" y="19841"/>
                    <a:pt x="143901" y="41361"/>
                    <a:pt x="143901" y="71347"/>
                  </a:cubicBezTo>
                  <a:cubicBezTo>
                    <a:pt x="143901" y="99217"/>
                    <a:pt x="121530" y="122501"/>
                    <a:pt x="80694" y="122501"/>
                  </a:cubicBezTo>
                  <a:lnTo>
                    <a:pt x="30625" y="122501"/>
                  </a:lnTo>
                  <a:lnTo>
                    <a:pt x="30625" y="19841"/>
                  </a:lnTo>
                  <a:lnTo>
                    <a:pt x="80694" y="19841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A42E2C0-209B-C396-221D-DC16DBC2355B}"/>
                </a:ext>
              </a:extLst>
            </p:cNvPr>
            <p:cNvSpPr/>
            <p:nvPr/>
          </p:nvSpPr>
          <p:spPr>
            <a:xfrm>
              <a:off x="5383303" y="6098196"/>
              <a:ext cx="182876" cy="244831"/>
            </a:xfrm>
            <a:custGeom>
              <a:avLst/>
              <a:gdLst>
                <a:gd name="connsiteX0" fmla="*/ 44111 w 182876"/>
                <a:gd name="connsiteY0" fmla="*/ 107 h 244831"/>
                <a:gd name="connsiteX1" fmla="*/ 79 w 182876"/>
                <a:gd name="connsiteY1" fmla="*/ 107 h 244831"/>
                <a:gd name="connsiteX2" fmla="*/ 79 w 182876"/>
                <a:gd name="connsiteY2" fmla="*/ 244939 h 244831"/>
                <a:gd name="connsiteX3" fmla="*/ 27777 w 182876"/>
                <a:gd name="connsiteY3" fmla="*/ 244939 h 244831"/>
                <a:gd name="connsiteX4" fmla="*/ 27777 w 182876"/>
                <a:gd name="connsiteY4" fmla="*/ 25155 h 244831"/>
                <a:gd name="connsiteX5" fmla="*/ 28132 w 182876"/>
                <a:gd name="connsiteY5" fmla="*/ 25155 h 244831"/>
                <a:gd name="connsiteX6" fmla="*/ 51923 w 182876"/>
                <a:gd name="connsiteY6" fmla="*/ 73486 h 244831"/>
                <a:gd name="connsiteX7" fmla="*/ 138923 w 182876"/>
                <a:gd name="connsiteY7" fmla="*/ 244939 h 244831"/>
                <a:gd name="connsiteX8" fmla="*/ 182955 w 182876"/>
                <a:gd name="connsiteY8" fmla="*/ 244939 h 244831"/>
                <a:gd name="connsiteX9" fmla="*/ 182955 w 182876"/>
                <a:gd name="connsiteY9" fmla="*/ 107 h 244831"/>
                <a:gd name="connsiteX10" fmla="*/ 155257 w 182876"/>
                <a:gd name="connsiteY10" fmla="*/ 107 h 244831"/>
                <a:gd name="connsiteX11" fmla="*/ 155257 w 182876"/>
                <a:gd name="connsiteY11" fmla="*/ 219891 h 244831"/>
                <a:gd name="connsiteX12" fmla="*/ 154902 w 182876"/>
                <a:gd name="connsiteY12" fmla="*/ 219891 h 244831"/>
                <a:gd name="connsiteX13" fmla="*/ 131110 w 182876"/>
                <a:gd name="connsiteY13" fmla="*/ 171560 h 244831"/>
                <a:gd name="connsiteX14" fmla="*/ 44111 w 182876"/>
                <a:gd name="connsiteY14" fmla="*/ 107 h 244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2876" h="244831">
                  <a:moveTo>
                    <a:pt x="44111" y="107"/>
                  </a:moveTo>
                  <a:lnTo>
                    <a:pt x="79" y="107"/>
                  </a:lnTo>
                  <a:lnTo>
                    <a:pt x="79" y="244939"/>
                  </a:lnTo>
                  <a:lnTo>
                    <a:pt x="27777" y="244939"/>
                  </a:lnTo>
                  <a:lnTo>
                    <a:pt x="27777" y="25155"/>
                  </a:lnTo>
                  <a:lnTo>
                    <a:pt x="28132" y="25155"/>
                  </a:lnTo>
                  <a:cubicBezTo>
                    <a:pt x="34879" y="39619"/>
                    <a:pt x="49793" y="69606"/>
                    <a:pt x="51923" y="73486"/>
                  </a:cubicBezTo>
                  <a:lnTo>
                    <a:pt x="138923" y="244939"/>
                  </a:lnTo>
                  <a:lnTo>
                    <a:pt x="182955" y="244939"/>
                  </a:lnTo>
                  <a:lnTo>
                    <a:pt x="182955" y="107"/>
                  </a:lnTo>
                  <a:lnTo>
                    <a:pt x="155257" y="107"/>
                  </a:lnTo>
                  <a:lnTo>
                    <a:pt x="155257" y="219891"/>
                  </a:lnTo>
                  <a:lnTo>
                    <a:pt x="154902" y="219891"/>
                  </a:lnTo>
                  <a:cubicBezTo>
                    <a:pt x="148155" y="205427"/>
                    <a:pt x="133241" y="175441"/>
                    <a:pt x="131110" y="171560"/>
                  </a:cubicBezTo>
                  <a:lnTo>
                    <a:pt x="44111" y="107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3EA7673-C116-00C7-2289-BA6AD953CFDE}"/>
                </a:ext>
              </a:extLst>
            </p:cNvPr>
            <p:cNvSpPr/>
            <p:nvPr/>
          </p:nvSpPr>
          <p:spPr>
            <a:xfrm>
              <a:off x="5634834" y="6098196"/>
              <a:ext cx="182876" cy="244831"/>
            </a:xfrm>
            <a:custGeom>
              <a:avLst/>
              <a:gdLst>
                <a:gd name="connsiteX0" fmla="*/ 44118 w 182876"/>
                <a:gd name="connsiteY0" fmla="*/ 107 h 244831"/>
                <a:gd name="connsiteX1" fmla="*/ 86 w 182876"/>
                <a:gd name="connsiteY1" fmla="*/ 107 h 244831"/>
                <a:gd name="connsiteX2" fmla="*/ 86 w 182876"/>
                <a:gd name="connsiteY2" fmla="*/ 244939 h 244831"/>
                <a:gd name="connsiteX3" fmla="*/ 27784 w 182876"/>
                <a:gd name="connsiteY3" fmla="*/ 244939 h 244831"/>
                <a:gd name="connsiteX4" fmla="*/ 27784 w 182876"/>
                <a:gd name="connsiteY4" fmla="*/ 25155 h 244831"/>
                <a:gd name="connsiteX5" fmla="*/ 28139 w 182876"/>
                <a:gd name="connsiteY5" fmla="*/ 25155 h 244831"/>
                <a:gd name="connsiteX6" fmla="*/ 51930 w 182876"/>
                <a:gd name="connsiteY6" fmla="*/ 73486 h 244831"/>
                <a:gd name="connsiteX7" fmla="*/ 138930 w 182876"/>
                <a:gd name="connsiteY7" fmla="*/ 244939 h 244831"/>
                <a:gd name="connsiteX8" fmla="*/ 182962 w 182876"/>
                <a:gd name="connsiteY8" fmla="*/ 244939 h 244831"/>
                <a:gd name="connsiteX9" fmla="*/ 182962 w 182876"/>
                <a:gd name="connsiteY9" fmla="*/ 107 h 244831"/>
                <a:gd name="connsiteX10" fmla="*/ 155264 w 182876"/>
                <a:gd name="connsiteY10" fmla="*/ 107 h 244831"/>
                <a:gd name="connsiteX11" fmla="*/ 155264 w 182876"/>
                <a:gd name="connsiteY11" fmla="*/ 219891 h 244831"/>
                <a:gd name="connsiteX12" fmla="*/ 154909 w 182876"/>
                <a:gd name="connsiteY12" fmla="*/ 219891 h 244831"/>
                <a:gd name="connsiteX13" fmla="*/ 131118 w 182876"/>
                <a:gd name="connsiteY13" fmla="*/ 171560 h 244831"/>
                <a:gd name="connsiteX14" fmla="*/ 44118 w 182876"/>
                <a:gd name="connsiteY14" fmla="*/ 107 h 244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2876" h="244831">
                  <a:moveTo>
                    <a:pt x="44118" y="107"/>
                  </a:moveTo>
                  <a:lnTo>
                    <a:pt x="86" y="107"/>
                  </a:lnTo>
                  <a:lnTo>
                    <a:pt x="86" y="244939"/>
                  </a:lnTo>
                  <a:lnTo>
                    <a:pt x="27784" y="244939"/>
                  </a:lnTo>
                  <a:lnTo>
                    <a:pt x="27784" y="25155"/>
                  </a:lnTo>
                  <a:lnTo>
                    <a:pt x="28139" y="25155"/>
                  </a:lnTo>
                  <a:cubicBezTo>
                    <a:pt x="34886" y="39619"/>
                    <a:pt x="49800" y="69606"/>
                    <a:pt x="51930" y="73486"/>
                  </a:cubicBezTo>
                  <a:lnTo>
                    <a:pt x="138930" y="244939"/>
                  </a:lnTo>
                  <a:lnTo>
                    <a:pt x="182962" y="244939"/>
                  </a:lnTo>
                  <a:lnTo>
                    <a:pt x="182962" y="107"/>
                  </a:lnTo>
                  <a:lnTo>
                    <a:pt x="155264" y="107"/>
                  </a:lnTo>
                  <a:lnTo>
                    <a:pt x="155264" y="219891"/>
                  </a:lnTo>
                  <a:lnTo>
                    <a:pt x="154909" y="219891"/>
                  </a:lnTo>
                  <a:cubicBezTo>
                    <a:pt x="148162" y="205427"/>
                    <a:pt x="133248" y="175441"/>
                    <a:pt x="131118" y="171560"/>
                  </a:cubicBezTo>
                  <a:lnTo>
                    <a:pt x="44118" y="107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47D8DC5-BA05-0611-9C31-3CAC4B8BE185}"/>
                </a:ext>
              </a:extLst>
            </p:cNvPr>
            <p:cNvSpPr/>
            <p:nvPr/>
          </p:nvSpPr>
          <p:spPr>
            <a:xfrm>
              <a:off x="5280996" y="6931811"/>
              <a:ext cx="111146" cy="205319"/>
            </a:xfrm>
            <a:custGeom>
              <a:avLst/>
              <a:gdLst>
                <a:gd name="connsiteX0" fmla="*/ 55472 w 111146"/>
                <a:gd name="connsiteY0" fmla="*/ 65395 h 205319"/>
                <a:gd name="connsiteX1" fmla="*/ 105541 w 111146"/>
                <a:gd name="connsiteY1" fmla="*/ 65395 h 205319"/>
                <a:gd name="connsiteX2" fmla="*/ 105541 w 111146"/>
                <a:gd name="connsiteY2" fmla="*/ 44933 h 205319"/>
                <a:gd name="connsiteX3" fmla="*/ 55472 w 111146"/>
                <a:gd name="connsiteY3" fmla="*/ 44933 h 205319"/>
                <a:gd name="connsiteX4" fmla="*/ 55472 w 111146"/>
                <a:gd name="connsiteY4" fmla="*/ 130 h 205319"/>
                <a:gd name="connsiteX5" fmla="*/ 30970 w 111146"/>
                <a:gd name="connsiteY5" fmla="*/ 130 h 205319"/>
                <a:gd name="connsiteX6" fmla="*/ 30970 w 111146"/>
                <a:gd name="connsiteY6" fmla="*/ 44933 h 205319"/>
                <a:gd name="connsiteX7" fmla="*/ 77 w 111146"/>
                <a:gd name="connsiteY7" fmla="*/ 44933 h 205319"/>
                <a:gd name="connsiteX8" fmla="*/ 77 w 111146"/>
                <a:gd name="connsiteY8" fmla="*/ 65395 h 205319"/>
                <a:gd name="connsiteX9" fmla="*/ 29905 w 111146"/>
                <a:gd name="connsiteY9" fmla="*/ 65395 h 205319"/>
                <a:gd name="connsiteX10" fmla="*/ 29905 w 111146"/>
                <a:gd name="connsiteY10" fmla="*/ 159588 h 205319"/>
                <a:gd name="connsiteX11" fmla="*/ 59378 w 111146"/>
                <a:gd name="connsiteY11" fmla="*/ 205449 h 205319"/>
                <a:gd name="connsiteX12" fmla="*/ 111223 w 111146"/>
                <a:gd name="connsiteY12" fmla="*/ 192044 h 205319"/>
                <a:gd name="connsiteX13" fmla="*/ 105541 w 111146"/>
                <a:gd name="connsiteY13" fmla="*/ 171229 h 205319"/>
                <a:gd name="connsiteX14" fmla="*/ 73582 w 111146"/>
                <a:gd name="connsiteY14" fmla="*/ 182871 h 205319"/>
                <a:gd name="connsiteX15" fmla="*/ 55472 w 111146"/>
                <a:gd name="connsiteY15" fmla="*/ 153590 h 205319"/>
                <a:gd name="connsiteX16" fmla="*/ 55472 w 111146"/>
                <a:gd name="connsiteY16" fmla="*/ 65395 h 20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146" h="205319">
                  <a:moveTo>
                    <a:pt x="55472" y="65395"/>
                  </a:moveTo>
                  <a:lnTo>
                    <a:pt x="105541" y="65395"/>
                  </a:lnTo>
                  <a:lnTo>
                    <a:pt x="105541" y="44933"/>
                  </a:lnTo>
                  <a:lnTo>
                    <a:pt x="55472" y="44933"/>
                  </a:lnTo>
                  <a:lnTo>
                    <a:pt x="55472" y="130"/>
                  </a:lnTo>
                  <a:lnTo>
                    <a:pt x="30970" y="130"/>
                  </a:lnTo>
                  <a:lnTo>
                    <a:pt x="30970" y="44933"/>
                  </a:lnTo>
                  <a:lnTo>
                    <a:pt x="77" y="44933"/>
                  </a:lnTo>
                  <a:lnTo>
                    <a:pt x="77" y="65395"/>
                  </a:lnTo>
                  <a:lnTo>
                    <a:pt x="29905" y="65395"/>
                  </a:lnTo>
                  <a:lnTo>
                    <a:pt x="29905" y="159588"/>
                  </a:lnTo>
                  <a:cubicBezTo>
                    <a:pt x="29905" y="180755"/>
                    <a:pt x="34876" y="205449"/>
                    <a:pt x="59378" y="205449"/>
                  </a:cubicBezTo>
                  <a:cubicBezTo>
                    <a:pt x="84235" y="205449"/>
                    <a:pt x="102345" y="196630"/>
                    <a:pt x="111223" y="192044"/>
                  </a:cubicBezTo>
                  <a:lnTo>
                    <a:pt x="105541" y="171229"/>
                  </a:lnTo>
                  <a:cubicBezTo>
                    <a:pt x="96309" y="178638"/>
                    <a:pt x="84945" y="182871"/>
                    <a:pt x="73582" y="182871"/>
                  </a:cubicBezTo>
                  <a:cubicBezTo>
                    <a:pt x="60444" y="182871"/>
                    <a:pt x="55472" y="172288"/>
                    <a:pt x="55472" y="153590"/>
                  </a:cubicBezTo>
                  <a:lnTo>
                    <a:pt x="55472" y="65395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D8D909D-1B7E-2090-CAC5-348B4593F381}"/>
                </a:ext>
              </a:extLst>
            </p:cNvPr>
            <p:cNvSpPr/>
            <p:nvPr/>
          </p:nvSpPr>
          <p:spPr>
            <a:xfrm>
              <a:off x="5428757" y="6893357"/>
              <a:ext cx="31603" cy="239892"/>
            </a:xfrm>
            <a:custGeom>
              <a:avLst/>
              <a:gdLst>
                <a:gd name="connsiteX0" fmla="*/ 31684 w 31603"/>
                <a:gd name="connsiteY0" fmla="*/ 130 h 239892"/>
                <a:gd name="connsiteX1" fmla="*/ 80 w 31603"/>
                <a:gd name="connsiteY1" fmla="*/ 130 h 239892"/>
                <a:gd name="connsiteX2" fmla="*/ 80 w 31603"/>
                <a:gd name="connsiteY2" fmla="*/ 31527 h 239892"/>
                <a:gd name="connsiteX3" fmla="*/ 31684 w 31603"/>
                <a:gd name="connsiteY3" fmla="*/ 31527 h 239892"/>
                <a:gd name="connsiteX4" fmla="*/ 31684 w 31603"/>
                <a:gd name="connsiteY4" fmla="*/ 130 h 239892"/>
                <a:gd name="connsiteX5" fmla="*/ 29198 w 31603"/>
                <a:gd name="connsiteY5" fmla="*/ 83386 h 239892"/>
                <a:gd name="connsiteX6" fmla="*/ 2566 w 31603"/>
                <a:gd name="connsiteY6" fmla="*/ 83386 h 239892"/>
                <a:gd name="connsiteX7" fmla="*/ 2566 w 31603"/>
                <a:gd name="connsiteY7" fmla="*/ 240022 h 239892"/>
                <a:gd name="connsiteX8" fmla="*/ 29198 w 31603"/>
                <a:gd name="connsiteY8" fmla="*/ 240022 h 239892"/>
                <a:gd name="connsiteX9" fmla="*/ 29198 w 31603"/>
                <a:gd name="connsiteY9" fmla="*/ 83386 h 239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3" h="239892">
                  <a:moveTo>
                    <a:pt x="31684" y="130"/>
                  </a:moveTo>
                  <a:lnTo>
                    <a:pt x="80" y="130"/>
                  </a:lnTo>
                  <a:lnTo>
                    <a:pt x="80" y="31527"/>
                  </a:lnTo>
                  <a:lnTo>
                    <a:pt x="31684" y="31527"/>
                  </a:lnTo>
                  <a:lnTo>
                    <a:pt x="31684" y="130"/>
                  </a:lnTo>
                  <a:close/>
                  <a:moveTo>
                    <a:pt x="29198" y="83386"/>
                  </a:moveTo>
                  <a:lnTo>
                    <a:pt x="2566" y="83386"/>
                  </a:lnTo>
                  <a:lnTo>
                    <a:pt x="2566" y="240022"/>
                  </a:lnTo>
                  <a:lnTo>
                    <a:pt x="29198" y="240022"/>
                  </a:lnTo>
                  <a:lnTo>
                    <a:pt x="29198" y="83386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19F51DB-5DF4-44D9-0968-84772F4F4654}"/>
                </a:ext>
              </a:extLst>
            </p:cNvPr>
            <p:cNvSpPr/>
            <p:nvPr/>
          </p:nvSpPr>
          <p:spPr>
            <a:xfrm>
              <a:off x="5516072" y="6972733"/>
              <a:ext cx="224422" cy="160516"/>
            </a:xfrm>
            <a:custGeom>
              <a:avLst/>
              <a:gdLst>
                <a:gd name="connsiteX0" fmla="*/ 224505 w 224422"/>
                <a:gd name="connsiteY0" fmla="*/ 55517 h 160516"/>
                <a:gd name="connsiteX1" fmla="*/ 175857 w 224422"/>
                <a:gd name="connsiteY1" fmla="*/ 130 h 160516"/>
                <a:gd name="connsiteX2" fmla="*/ 122947 w 224422"/>
                <a:gd name="connsiteY2" fmla="*/ 29058 h 160516"/>
                <a:gd name="connsiteX3" fmla="*/ 77494 w 224422"/>
                <a:gd name="connsiteY3" fmla="*/ 130 h 160516"/>
                <a:gd name="connsiteX4" fmla="*/ 25650 w 224422"/>
                <a:gd name="connsiteY4" fmla="*/ 27294 h 160516"/>
                <a:gd name="connsiteX5" fmla="*/ 25650 w 224422"/>
                <a:gd name="connsiteY5" fmla="*/ 1894 h 160516"/>
                <a:gd name="connsiteX6" fmla="*/ 83 w 224422"/>
                <a:gd name="connsiteY6" fmla="*/ 1894 h 160516"/>
                <a:gd name="connsiteX7" fmla="*/ 83 w 224422"/>
                <a:gd name="connsiteY7" fmla="*/ 160646 h 160516"/>
                <a:gd name="connsiteX8" fmla="*/ 27780 w 224422"/>
                <a:gd name="connsiteY8" fmla="*/ 160646 h 160516"/>
                <a:gd name="connsiteX9" fmla="*/ 27780 w 224422"/>
                <a:gd name="connsiteY9" fmla="*/ 74214 h 160516"/>
                <a:gd name="connsiteX10" fmla="*/ 63645 w 224422"/>
                <a:gd name="connsiteY10" fmla="*/ 21649 h 160516"/>
                <a:gd name="connsiteX11" fmla="*/ 98445 w 224422"/>
                <a:gd name="connsiteY11" fmla="*/ 57986 h 160516"/>
                <a:gd name="connsiteX12" fmla="*/ 98445 w 224422"/>
                <a:gd name="connsiteY12" fmla="*/ 160646 h 160516"/>
                <a:gd name="connsiteX13" fmla="*/ 126143 w 224422"/>
                <a:gd name="connsiteY13" fmla="*/ 160646 h 160516"/>
                <a:gd name="connsiteX14" fmla="*/ 126143 w 224422"/>
                <a:gd name="connsiteY14" fmla="*/ 74214 h 160516"/>
                <a:gd name="connsiteX15" fmla="*/ 162008 w 224422"/>
                <a:gd name="connsiteY15" fmla="*/ 21649 h 160516"/>
                <a:gd name="connsiteX16" fmla="*/ 196808 w 224422"/>
                <a:gd name="connsiteY16" fmla="*/ 57986 h 160516"/>
                <a:gd name="connsiteX17" fmla="*/ 196808 w 224422"/>
                <a:gd name="connsiteY17" fmla="*/ 160646 h 160516"/>
                <a:gd name="connsiteX18" fmla="*/ 224505 w 224422"/>
                <a:gd name="connsiteY18" fmla="*/ 160646 h 160516"/>
                <a:gd name="connsiteX19" fmla="*/ 224505 w 224422"/>
                <a:gd name="connsiteY19" fmla="*/ 55517 h 160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422" h="160516">
                  <a:moveTo>
                    <a:pt x="224505" y="55517"/>
                  </a:moveTo>
                  <a:cubicBezTo>
                    <a:pt x="224505" y="31880"/>
                    <a:pt x="218824" y="130"/>
                    <a:pt x="175857" y="130"/>
                  </a:cubicBezTo>
                  <a:cubicBezTo>
                    <a:pt x="154551" y="130"/>
                    <a:pt x="136086" y="10008"/>
                    <a:pt x="122947" y="29058"/>
                  </a:cubicBezTo>
                  <a:cubicBezTo>
                    <a:pt x="113714" y="2246"/>
                    <a:pt x="88857" y="130"/>
                    <a:pt x="77494" y="130"/>
                  </a:cubicBezTo>
                  <a:cubicBezTo>
                    <a:pt x="51927" y="130"/>
                    <a:pt x="35238" y="14594"/>
                    <a:pt x="25650" y="27294"/>
                  </a:cubicBezTo>
                  <a:lnTo>
                    <a:pt x="25650" y="1894"/>
                  </a:lnTo>
                  <a:lnTo>
                    <a:pt x="83" y="1894"/>
                  </a:lnTo>
                  <a:lnTo>
                    <a:pt x="83" y="160646"/>
                  </a:lnTo>
                  <a:lnTo>
                    <a:pt x="27780" y="160646"/>
                  </a:lnTo>
                  <a:lnTo>
                    <a:pt x="27780" y="74214"/>
                  </a:lnTo>
                  <a:cubicBezTo>
                    <a:pt x="27780" y="50225"/>
                    <a:pt x="37368" y="21649"/>
                    <a:pt x="63645" y="21649"/>
                  </a:cubicBezTo>
                  <a:cubicBezTo>
                    <a:pt x="96670" y="21649"/>
                    <a:pt x="98445" y="44580"/>
                    <a:pt x="98445" y="57986"/>
                  </a:cubicBezTo>
                  <a:lnTo>
                    <a:pt x="98445" y="160646"/>
                  </a:lnTo>
                  <a:lnTo>
                    <a:pt x="126143" y="160646"/>
                  </a:lnTo>
                  <a:lnTo>
                    <a:pt x="126143" y="74214"/>
                  </a:lnTo>
                  <a:cubicBezTo>
                    <a:pt x="126143" y="50225"/>
                    <a:pt x="135731" y="21649"/>
                    <a:pt x="162008" y="21649"/>
                  </a:cubicBezTo>
                  <a:cubicBezTo>
                    <a:pt x="195032" y="21649"/>
                    <a:pt x="196808" y="44580"/>
                    <a:pt x="196808" y="57986"/>
                  </a:cubicBezTo>
                  <a:lnTo>
                    <a:pt x="196808" y="160646"/>
                  </a:lnTo>
                  <a:lnTo>
                    <a:pt x="224505" y="160646"/>
                  </a:lnTo>
                  <a:lnTo>
                    <a:pt x="224505" y="55517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31A4FAF-6DF9-8F21-3A06-8B726A5328BA}"/>
                </a:ext>
              </a:extLst>
            </p:cNvPr>
            <p:cNvSpPr/>
            <p:nvPr/>
          </p:nvSpPr>
          <p:spPr>
            <a:xfrm>
              <a:off x="5781845" y="6970617"/>
              <a:ext cx="134582" cy="166513"/>
            </a:xfrm>
            <a:custGeom>
              <a:avLst/>
              <a:gdLst>
                <a:gd name="connsiteX0" fmla="*/ 134673 w 134582"/>
                <a:gd name="connsiteY0" fmla="*/ 85503 h 166513"/>
                <a:gd name="connsiteX1" fmla="*/ 120469 w 134582"/>
                <a:gd name="connsiteY1" fmla="*/ 25883 h 166513"/>
                <a:gd name="connsiteX2" fmla="*/ 71466 w 134582"/>
                <a:gd name="connsiteY2" fmla="*/ 130 h 166513"/>
                <a:gd name="connsiteX3" fmla="*/ 91 w 134582"/>
                <a:gd name="connsiteY3" fmla="*/ 83034 h 166513"/>
                <a:gd name="connsiteX4" fmla="*/ 76792 w 134582"/>
                <a:gd name="connsiteY4" fmla="*/ 166643 h 166513"/>
                <a:gd name="connsiteX5" fmla="*/ 133253 w 134582"/>
                <a:gd name="connsiteY5" fmla="*/ 148299 h 166513"/>
                <a:gd name="connsiteX6" fmla="*/ 131122 w 134582"/>
                <a:gd name="connsiteY6" fmla="*/ 125368 h 166513"/>
                <a:gd name="connsiteX7" fmla="*/ 77147 w 134582"/>
                <a:gd name="connsiteY7" fmla="*/ 145124 h 166513"/>
                <a:gd name="connsiteX8" fmla="*/ 24948 w 134582"/>
                <a:gd name="connsiteY8" fmla="*/ 85503 h 166513"/>
                <a:gd name="connsiteX9" fmla="*/ 134673 w 134582"/>
                <a:gd name="connsiteY9" fmla="*/ 85503 h 166513"/>
                <a:gd name="connsiteX10" fmla="*/ 26723 w 134582"/>
                <a:gd name="connsiteY10" fmla="*/ 66100 h 166513"/>
                <a:gd name="connsiteX11" fmla="*/ 71466 w 134582"/>
                <a:gd name="connsiteY11" fmla="*/ 21649 h 166513"/>
                <a:gd name="connsiteX12" fmla="*/ 114433 w 134582"/>
                <a:gd name="connsiteY12" fmla="*/ 66100 h 166513"/>
                <a:gd name="connsiteX13" fmla="*/ 26723 w 134582"/>
                <a:gd name="connsiteY13" fmla="*/ 66100 h 166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4582" h="166513">
                  <a:moveTo>
                    <a:pt x="134673" y="85503"/>
                  </a:moveTo>
                  <a:cubicBezTo>
                    <a:pt x="134673" y="73509"/>
                    <a:pt x="134318" y="47050"/>
                    <a:pt x="120469" y="25883"/>
                  </a:cubicBezTo>
                  <a:cubicBezTo>
                    <a:pt x="105910" y="4010"/>
                    <a:pt x="84249" y="130"/>
                    <a:pt x="71466" y="130"/>
                  </a:cubicBezTo>
                  <a:cubicBezTo>
                    <a:pt x="32050" y="130"/>
                    <a:pt x="91" y="37525"/>
                    <a:pt x="91" y="83034"/>
                  </a:cubicBezTo>
                  <a:cubicBezTo>
                    <a:pt x="91" y="129601"/>
                    <a:pt x="34180" y="166643"/>
                    <a:pt x="76792" y="166643"/>
                  </a:cubicBezTo>
                  <a:cubicBezTo>
                    <a:pt x="99163" y="166643"/>
                    <a:pt x="119404" y="158176"/>
                    <a:pt x="133253" y="148299"/>
                  </a:cubicBezTo>
                  <a:lnTo>
                    <a:pt x="131122" y="125368"/>
                  </a:lnTo>
                  <a:cubicBezTo>
                    <a:pt x="108751" y="143712"/>
                    <a:pt x="85314" y="145124"/>
                    <a:pt x="77147" y="145124"/>
                  </a:cubicBezTo>
                  <a:cubicBezTo>
                    <a:pt x="48739" y="145124"/>
                    <a:pt x="26013" y="120076"/>
                    <a:pt x="24948" y="85503"/>
                  </a:cubicBezTo>
                  <a:lnTo>
                    <a:pt x="134673" y="85503"/>
                  </a:lnTo>
                  <a:close/>
                  <a:moveTo>
                    <a:pt x="26723" y="66100"/>
                  </a:moveTo>
                  <a:cubicBezTo>
                    <a:pt x="32405" y="39289"/>
                    <a:pt x="51225" y="21649"/>
                    <a:pt x="71466" y="21649"/>
                  </a:cubicBezTo>
                  <a:cubicBezTo>
                    <a:pt x="89931" y="21649"/>
                    <a:pt x="109816" y="33644"/>
                    <a:pt x="114433" y="66100"/>
                  </a:cubicBezTo>
                  <a:lnTo>
                    <a:pt x="26723" y="66100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B96B20D-2E61-AF33-4620-D8D7DBF94640}"/>
                </a:ext>
              </a:extLst>
            </p:cNvPr>
            <p:cNvSpPr/>
            <p:nvPr/>
          </p:nvSpPr>
          <p:spPr>
            <a:xfrm>
              <a:off x="6851430" y="5307945"/>
              <a:ext cx="226553" cy="244831"/>
            </a:xfrm>
            <a:custGeom>
              <a:avLst/>
              <a:gdLst>
                <a:gd name="connsiteX0" fmla="*/ 226674 w 226553"/>
                <a:gd name="connsiteY0" fmla="*/ 85 h 244831"/>
                <a:gd name="connsiteX1" fmla="*/ 198976 w 226553"/>
                <a:gd name="connsiteY1" fmla="*/ 85 h 244831"/>
                <a:gd name="connsiteX2" fmla="*/ 151748 w 226553"/>
                <a:gd name="connsiteY2" fmla="*/ 120737 h 244831"/>
                <a:gd name="connsiteX3" fmla="*/ 116238 w 226553"/>
                <a:gd name="connsiteY3" fmla="*/ 219516 h 244831"/>
                <a:gd name="connsiteX4" fmla="*/ 115883 w 226553"/>
                <a:gd name="connsiteY4" fmla="*/ 219516 h 244831"/>
                <a:gd name="connsiteX5" fmla="*/ 94577 w 226553"/>
                <a:gd name="connsiteY5" fmla="*/ 158132 h 244831"/>
                <a:gd name="connsiteX6" fmla="*/ 33145 w 226553"/>
                <a:gd name="connsiteY6" fmla="*/ 85 h 244831"/>
                <a:gd name="connsiteX7" fmla="*/ 121 w 226553"/>
                <a:gd name="connsiteY7" fmla="*/ 85 h 244831"/>
                <a:gd name="connsiteX8" fmla="*/ 97063 w 226553"/>
                <a:gd name="connsiteY8" fmla="*/ 244916 h 244831"/>
                <a:gd name="connsiteX9" fmla="*/ 129732 w 226553"/>
                <a:gd name="connsiteY9" fmla="*/ 244916 h 244831"/>
                <a:gd name="connsiteX10" fmla="*/ 226674 w 226553"/>
                <a:gd name="connsiteY10" fmla="*/ 85 h 244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6553" h="244831">
                  <a:moveTo>
                    <a:pt x="226674" y="85"/>
                  </a:moveTo>
                  <a:lnTo>
                    <a:pt x="198976" y="85"/>
                  </a:lnTo>
                  <a:lnTo>
                    <a:pt x="151748" y="120737"/>
                  </a:lnTo>
                  <a:cubicBezTo>
                    <a:pt x="146067" y="135201"/>
                    <a:pt x="119434" y="203288"/>
                    <a:pt x="116238" y="219516"/>
                  </a:cubicBezTo>
                  <a:lnTo>
                    <a:pt x="115883" y="219516"/>
                  </a:lnTo>
                  <a:cubicBezTo>
                    <a:pt x="113042" y="205405"/>
                    <a:pt x="97773" y="166599"/>
                    <a:pt x="94577" y="158132"/>
                  </a:cubicBezTo>
                  <a:lnTo>
                    <a:pt x="33145" y="85"/>
                  </a:lnTo>
                  <a:lnTo>
                    <a:pt x="121" y="85"/>
                  </a:lnTo>
                  <a:lnTo>
                    <a:pt x="97063" y="244916"/>
                  </a:lnTo>
                  <a:lnTo>
                    <a:pt x="129732" y="244916"/>
                  </a:lnTo>
                  <a:lnTo>
                    <a:pt x="226674" y="85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1038244-3B4A-52E3-4D42-E7DB530D46BC}"/>
                </a:ext>
              </a:extLst>
            </p:cNvPr>
            <p:cNvSpPr/>
            <p:nvPr/>
          </p:nvSpPr>
          <p:spPr>
            <a:xfrm>
              <a:off x="7117282" y="5307945"/>
              <a:ext cx="172578" cy="244831"/>
            </a:xfrm>
            <a:custGeom>
              <a:avLst/>
              <a:gdLst>
                <a:gd name="connsiteX0" fmla="*/ 91033 w 172578"/>
                <a:gd name="connsiteY0" fmla="*/ 142962 h 244831"/>
                <a:gd name="connsiteX1" fmla="*/ 172706 w 172578"/>
                <a:gd name="connsiteY1" fmla="*/ 71347 h 244831"/>
                <a:gd name="connsiteX2" fmla="*/ 88547 w 172578"/>
                <a:gd name="connsiteY2" fmla="*/ 85 h 244831"/>
                <a:gd name="connsiteX3" fmla="*/ 127 w 172578"/>
                <a:gd name="connsiteY3" fmla="*/ 85 h 244831"/>
                <a:gd name="connsiteX4" fmla="*/ 127 w 172578"/>
                <a:gd name="connsiteY4" fmla="*/ 244916 h 244831"/>
                <a:gd name="connsiteX5" fmla="*/ 31731 w 172578"/>
                <a:gd name="connsiteY5" fmla="*/ 244916 h 244831"/>
                <a:gd name="connsiteX6" fmla="*/ 31731 w 172578"/>
                <a:gd name="connsiteY6" fmla="*/ 142962 h 244831"/>
                <a:gd name="connsiteX7" fmla="*/ 91033 w 172578"/>
                <a:gd name="connsiteY7" fmla="*/ 142962 h 244831"/>
                <a:gd name="connsiteX8" fmla="*/ 80735 w 172578"/>
                <a:gd name="connsiteY8" fmla="*/ 19841 h 244831"/>
                <a:gd name="connsiteX9" fmla="*/ 143943 w 172578"/>
                <a:gd name="connsiteY9" fmla="*/ 71347 h 244831"/>
                <a:gd name="connsiteX10" fmla="*/ 80735 w 172578"/>
                <a:gd name="connsiteY10" fmla="*/ 122501 h 244831"/>
                <a:gd name="connsiteX11" fmla="*/ 30666 w 172578"/>
                <a:gd name="connsiteY11" fmla="*/ 122501 h 244831"/>
                <a:gd name="connsiteX12" fmla="*/ 30666 w 172578"/>
                <a:gd name="connsiteY12" fmla="*/ 19841 h 244831"/>
                <a:gd name="connsiteX13" fmla="*/ 80735 w 172578"/>
                <a:gd name="connsiteY13" fmla="*/ 19841 h 244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2578" h="244831">
                  <a:moveTo>
                    <a:pt x="91033" y="142962"/>
                  </a:moveTo>
                  <a:cubicBezTo>
                    <a:pt x="135065" y="142962"/>
                    <a:pt x="172706" y="110859"/>
                    <a:pt x="172706" y="71347"/>
                  </a:cubicBezTo>
                  <a:cubicBezTo>
                    <a:pt x="172706" y="33599"/>
                    <a:pt x="137551" y="85"/>
                    <a:pt x="88547" y="85"/>
                  </a:cubicBezTo>
                  <a:lnTo>
                    <a:pt x="127" y="85"/>
                  </a:lnTo>
                  <a:lnTo>
                    <a:pt x="127" y="244916"/>
                  </a:lnTo>
                  <a:lnTo>
                    <a:pt x="31731" y="244916"/>
                  </a:lnTo>
                  <a:lnTo>
                    <a:pt x="31731" y="142962"/>
                  </a:lnTo>
                  <a:lnTo>
                    <a:pt x="91033" y="142962"/>
                  </a:lnTo>
                  <a:close/>
                  <a:moveTo>
                    <a:pt x="80735" y="19841"/>
                  </a:moveTo>
                  <a:cubicBezTo>
                    <a:pt x="119796" y="19841"/>
                    <a:pt x="143943" y="41361"/>
                    <a:pt x="143943" y="71347"/>
                  </a:cubicBezTo>
                  <a:cubicBezTo>
                    <a:pt x="143943" y="99217"/>
                    <a:pt x="121571" y="122501"/>
                    <a:pt x="80735" y="122501"/>
                  </a:cubicBezTo>
                  <a:lnTo>
                    <a:pt x="30666" y="122501"/>
                  </a:lnTo>
                  <a:lnTo>
                    <a:pt x="30666" y="19841"/>
                  </a:lnTo>
                  <a:lnTo>
                    <a:pt x="80735" y="19841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2D123988-A70D-0BF6-D8E5-DD203B5EA21C}"/>
                </a:ext>
              </a:extLst>
            </p:cNvPr>
            <p:cNvSpPr/>
            <p:nvPr/>
          </p:nvSpPr>
          <p:spPr>
            <a:xfrm>
              <a:off x="6346867" y="6098196"/>
              <a:ext cx="226553" cy="244831"/>
            </a:xfrm>
            <a:custGeom>
              <a:avLst/>
              <a:gdLst>
                <a:gd name="connsiteX0" fmla="*/ 226660 w 226553"/>
                <a:gd name="connsiteY0" fmla="*/ 107 h 244831"/>
                <a:gd name="connsiteX1" fmla="*/ 198962 w 226553"/>
                <a:gd name="connsiteY1" fmla="*/ 107 h 244831"/>
                <a:gd name="connsiteX2" fmla="*/ 151734 w 226553"/>
                <a:gd name="connsiteY2" fmla="*/ 120759 h 244831"/>
                <a:gd name="connsiteX3" fmla="*/ 116224 w 226553"/>
                <a:gd name="connsiteY3" fmla="*/ 219538 h 244831"/>
                <a:gd name="connsiteX4" fmla="*/ 115869 w 226553"/>
                <a:gd name="connsiteY4" fmla="*/ 219538 h 244831"/>
                <a:gd name="connsiteX5" fmla="*/ 94563 w 226553"/>
                <a:gd name="connsiteY5" fmla="*/ 158154 h 244831"/>
                <a:gd name="connsiteX6" fmla="*/ 33131 w 226553"/>
                <a:gd name="connsiteY6" fmla="*/ 107 h 244831"/>
                <a:gd name="connsiteX7" fmla="*/ 107 w 226553"/>
                <a:gd name="connsiteY7" fmla="*/ 107 h 244831"/>
                <a:gd name="connsiteX8" fmla="*/ 97049 w 226553"/>
                <a:gd name="connsiteY8" fmla="*/ 244939 h 244831"/>
                <a:gd name="connsiteX9" fmla="*/ 129718 w 226553"/>
                <a:gd name="connsiteY9" fmla="*/ 244939 h 244831"/>
                <a:gd name="connsiteX10" fmla="*/ 226660 w 226553"/>
                <a:gd name="connsiteY10" fmla="*/ 107 h 244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6553" h="244831">
                  <a:moveTo>
                    <a:pt x="226660" y="107"/>
                  </a:moveTo>
                  <a:lnTo>
                    <a:pt x="198962" y="107"/>
                  </a:lnTo>
                  <a:lnTo>
                    <a:pt x="151734" y="120759"/>
                  </a:lnTo>
                  <a:cubicBezTo>
                    <a:pt x="146052" y="135223"/>
                    <a:pt x="119420" y="203310"/>
                    <a:pt x="116224" y="219538"/>
                  </a:cubicBezTo>
                  <a:lnTo>
                    <a:pt x="115869" y="219538"/>
                  </a:lnTo>
                  <a:cubicBezTo>
                    <a:pt x="113028" y="205427"/>
                    <a:pt x="97759" y="166621"/>
                    <a:pt x="94563" y="158154"/>
                  </a:cubicBezTo>
                  <a:lnTo>
                    <a:pt x="33131" y="107"/>
                  </a:lnTo>
                  <a:lnTo>
                    <a:pt x="107" y="107"/>
                  </a:lnTo>
                  <a:lnTo>
                    <a:pt x="97049" y="244939"/>
                  </a:lnTo>
                  <a:lnTo>
                    <a:pt x="129718" y="244939"/>
                  </a:lnTo>
                  <a:lnTo>
                    <a:pt x="226660" y="107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0A9BB0BF-8F6A-385F-41EA-23522C160745}"/>
                </a:ext>
              </a:extLst>
            </p:cNvPr>
            <p:cNvSpPr/>
            <p:nvPr/>
          </p:nvSpPr>
          <p:spPr>
            <a:xfrm>
              <a:off x="6187738" y="6884538"/>
              <a:ext cx="151272" cy="248711"/>
            </a:xfrm>
            <a:custGeom>
              <a:avLst/>
              <a:gdLst>
                <a:gd name="connsiteX0" fmla="*/ 53012 w 151272"/>
                <a:gd name="connsiteY0" fmla="*/ 112667 h 248711"/>
                <a:gd name="connsiteX1" fmla="*/ 94914 w 151272"/>
                <a:gd name="connsiteY1" fmla="*/ 112667 h 248711"/>
                <a:gd name="connsiteX2" fmla="*/ 94914 w 151272"/>
                <a:gd name="connsiteY2" fmla="*/ 92206 h 248711"/>
                <a:gd name="connsiteX3" fmla="*/ 51947 w 151272"/>
                <a:gd name="connsiteY3" fmla="*/ 92206 h 248711"/>
                <a:gd name="connsiteX4" fmla="*/ 51947 w 151272"/>
                <a:gd name="connsiteY4" fmla="*/ 49519 h 248711"/>
                <a:gd name="connsiteX5" fmla="*/ 73608 w 151272"/>
                <a:gd name="connsiteY5" fmla="*/ 21649 h 248711"/>
                <a:gd name="connsiteX6" fmla="*/ 94914 w 151272"/>
                <a:gd name="connsiteY6" fmla="*/ 27647 h 248711"/>
                <a:gd name="connsiteX7" fmla="*/ 94914 w 151272"/>
                <a:gd name="connsiteY7" fmla="*/ 4010 h 248711"/>
                <a:gd name="connsiteX8" fmla="*/ 73608 w 151272"/>
                <a:gd name="connsiteY8" fmla="*/ 130 h 248711"/>
                <a:gd name="connsiteX9" fmla="*/ 26379 w 151272"/>
                <a:gd name="connsiteY9" fmla="*/ 60103 h 248711"/>
                <a:gd name="connsiteX10" fmla="*/ 26379 w 151272"/>
                <a:gd name="connsiteY10" fmla="*/ 92206 h 248711"/>
                <a:gd name="connsiteX11" fmla="*/ 102 w 151272"/>
                <a:gd name="connsiteY11" fmla="*/ 92206 h 248711"/>
                <a:gd name="connsiteX12" fmla="*/ 102 w 151272"/>
                <a:gd name="connsiteY12" fmla="*/ 112667 h 248711"/>
                <a:gd name="connsiteX13" fmla="*/ 26379 w 151272"/>
                <a:gd name="connsiteY13" fmla="*/ 112667 h 248711"/>
                <a:gd name="connsiteX14" fmla="*/ 26379 w 151272"/>
                <a:gd name="connsiteY14" fmla="*/ 248842 h 248711"/>
                <a:gd name="connsiteX15" fmla="*/ 53012 w 151272"/>
                <a:gd name="connsiteY15" fmla="*/ 248842 h 248711"/>
                <a:gd name="connsiteX16" fmla="*/ 53012 w 151272"/>
                <a:gd name="connsiteY16" fmla="*/ 112667 h 248711"/>
                <a:gd name="connsiteX17" fmla="*/ 151374 w 151272"/>
                <a:gd name="connsiteY17" fmla="*/ 4010 h 248711"/>
                <a:gd name="connsiteX18" fmla="*/ 124742 w 151272"/>
                <a:gd name="connsiteY18" fmla="*/ 4010 h 248711"/>
                <a:gd name="connsiteX19" fmla="*/ 124742 w 151272"/>
                <a:gd name="connsiteY19" fmla="*/ 248842 h 248711"/>
                <a:gd name="connsiteX20" fmla="*/ 151374 w 151272"/>
                <a:gd name="connsiteY20" fmla="*/ 248842 h 248711"/>
                <a:gd name="connsiteX21" fmla="*/ 151374 w 151272"/>
                <a:gd name="connsiteY21" fmla="*/ 4010 h 24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272" h="248711">
                  <a:moveTo>
                    <a:pt x="53012" y="112667"/>
                  </a:moveTo>
                  <a:lnTo>
                    <a:pt x="94914" y="112667"/>
                  </a:lnTo>
                  <a:lnTo>
                    <a:pt x="94914" y="92206"/>
                  </a:lnTo>
                  <a:lnTo>
                    <a:pt x="51947" y="92206"/>
                  </a:lnTo>
                  <a:lnTo>
                    <a:pt x="51947" y="49519"/>
                  </a:lnTo>
                  <a:cubicBezTo>
                    <a:pt x="51947" y="26941"/>
                    <a:pt x="64730" y="21649"/>
                    <a:pt x="73608" y="21649"/>
                  </a:cubicBezTo>
                  <a:cubicBezTo>
                    <a:pt x="80710" y="21649"/>
                    <a:pt x="88522" y="23766"/>
                    <a:pt x="94914" y="27647"/>
                  </a:cubicBezTo>
                  <a:lnTo>
                    <a:pt x="94914" y="4010"/>
                  </a:lnTo>
                  <a:cubicBezTo>
                    <a:pt x="92783" y="3305"/>
                    <a:pt x="83905" y="130"/>
                    <a:pt x="73608" y="130"/>
                  </a:cubicBezTo>
                  <a:cubicBezTo>
                    <a:pt x="47330" y="130"/>
                    <a:pt x="26379" y="24825"/>
                    <a:pt x="26379" y="60103"/>
                  </a:cubicBezTo>
                  <a:lnTo>
                    <a:pt x="26379" y="92206"/>
                  </a:lnTo>
                  <a:lnTo>
                    <a:pt x="102" y="92206"/>
                  </a:lnTo>
                  <a:lnTo>
                    <a:pt x="102" y="112667"/>
                  </a:lnTo>
                  <a:lnTo>
                    <a:pt x="26379" y="112667"/>
                  </a:lnTo>
                  <a:lnTo>
                    <a:pt x="26379" y="248842"/>
                  </a:lnTo>
                  <a:lnTo>
                    <a:pt x="53012" y="248842"/>
                  </a:lnTo>
                  <a:lnTo>
                    <a:pt x="53012" y="112667"/>
                  </a:lnTo>
                  <a:close/>
                  <a:moveTo>
                    <a:pt x="151374" y="4010"/>
                  </a:moveTo>
                  <a:lnTo>
                    <a:pt x="124742" y="4010"/>
                  </a:lnTo>
                  <a:lnTo>
                    <a:pt x="124742" y="248842"/>
                  </a:lnTo>
                  <a:lnTo>
                    <a:pt x="151374" y="248842"/>
                  </a:lnTo>
                  <a:lnTo>
                    <a:pt x="151374" y="4010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B0B1B70-34D1-AFD1-A68D-E0492E52A678}"/>
                </a:ext>
              </a:extLst>
            </p:cNvPr>
            <p:cNvSpPr/>
            <p:nvPr/>
          </p:nvSpPr>
          <p:spPr>
            <a:xfrm>
              <a:off x="6394801" y="6893357"/>
              <a:ext cx="31603" cy="239892"/>
            </a:xfrm>
            <a:custGeom>
              <a:avLst/>
              <a:gdLst>
                <a:gd name="connsiteX0" fmla="*/ 31711 w 31603"/>
                <a:gd name="connsiteY0" fmla="*/ 130 h 239892"/>
                <a:gd name="connsiteX1" fmla="*/ 107 w 31603"/>
                <a:gd name="connsiteY1" fmla="*/ 130 h 239892"/>
                <a:gd name="connsiteX2" fmla="*/ 107 w 31603"/>
                <a:gd name="connsiteY2" fmla="*/ 31527 h 239892"/>
                <a:gd name="connsiteX3" fmla="*/ 31711 w 31603"/>
                <a:gd name="connsiteY3" fmla="*/ 31527 h 239892"/>
                <a:gd name="connsiteX4" fmla="*/ 31711 w 31603"/>
                <a:gd name="connsiteY4" fmla="*/ 130 h 239892"/>
                <a:gd name="connsiteX5" fmla="*/ 29226 w 31603"/>
                <a:gd name="connsiteY5" fmla="*/ 83386 h 239892"/>
                <a:gd name="connsiteX6" fmla="*/ 2593 w 31603"/>
                <a:gd name="connsiteY6" fmla="*/ 83386 h 239892"/>
                <a:gd name="connsiteX7" fmla="*/ 2593 w 31603"/>
                <a:gd name="connsiteY7" fmla="*/ 240022 h 239892"/>
                <a:gd name="connsiteX8" fmla="*/ 29226 w 31603"/>
                <a:gd name="connsiteY8" fmla="*/ 240022 h 239892"/>
                <a:gd name="connsiteX9" fmla="*/ 29226 w 31603"/>
                <a:gd name="connsiteY9" fmla="*/ 83386 h 239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3" h="239892">
                  <a:moveTo>
                    <a:pt x="31711" y="130"/>
                  </a:moveTo>
                  <a:lnTo>
                    <a:pt x="107" y="130"/>
                  </a:lnTo>
                  <a:lnTo>
                    <a:pt x="107" y="31527"/>
                  </a:lnTo>
                  <a:lnTo>
                    <a:pt x="31711" y="31527"/>
                  </a:lnTo>
                  <a:lnTo>
                    <a:pt x="31711" y="130"/>
                  </a:lnTo>
                  <a:close/>
                  <a:moveTo>
                    <a:pt x="29226" y="83386"/>
                  </a:moveTo>
                  <a:lnTo>
                    <a:pt x="2593" y="83386"/>
                  </a:lnTo>
                  <a:lnTo>
                    <a:pt x="2593" y="240022"/>
                  </a:lnTo>
                  <a:lnTo>
                    <a:pt x="29226" y="240022"/>
                  </a:lnTo>
                  <a:lnTo>
                    <a:pt x="29226" y="83386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02AFDFD7-572C-80F1-39FA-9E2F139B9782}"/>
                </a:ext>
              </a:extLst>
            </p:cNvPr>
            <p:cNvSpPr/>
            <p:nvPr/>
          </p:nvSpPr>
          <p:spPr>
            <a:xfrm>
              <a:off x="6465782" y="6970617"/>
              <a:ext cx="134582" cy="166513"/>
            </a:xfrm>
            <a:custGeom>
              <a:avLst/>
              <a:gdLst>
                <a:gd name="connsiteX0" fmla="*/ 134692 w 134582"/>
                <a:gd name="connsiteY0" fmla="*/ 85503 h 166513"/>
                <a:gd name="connsiteX1" fmla="*/ 120488 w 134582"/>
                <a:gd name="connsiteY1" fmla="*/ 25883 h 166513"/>
                <a:gd name="connsiteX2" fmla="*/ 71485 w 134582"/>
                <a:gd name="connsiteY2" fmla="*/ 130 h 166513"/>
                <a:gd name="connsiteX3" fmla="*/ 110 w 134582"/>
                <a:gd name="connsiteY3" fmla="*/ 83034 h 166513"/>
                <a:gd name="connsiteX4" fmla="*/ 76811 w 134582"/>
                <a:gd name="connsiteY4" fmla="*/ 166643 h 166513"/>
                <a:gd name="connsiteX5" fmla="*/ 133272 w 134582"/>
                <a:gd name="connsiteY5" fmla="*/ 148299 h 166513"/>
                <a:gd name="connsiteX6" fmla="*/ 131141 w 134582"/>
                <a:gd name="connsiteY6" fmla="*/ 125368 h 166513"/>
                <a:gd name="connsiteX7" fmla="*/ 77166 w 134582"/>
                <a:gd name="connsiteY7" fmla="*/ 145124 h 166513"/>
                <a:gd name="connsiteX8" fmla="*/ 24967 w 134582"/>
                <a:gd name="connsiteY8" fmla="*/ 85503 h 166513"/>
                <a:gd name="connsiteX9" fmla="*/ 134692 w 134582"/>
                <a:gd name="connsiteY9" fmla="*/ 85503 h 166513"/>
                <a:gd name="connsiteX10" fmla="*/ 26742 w 134582"/>
                <a:gd name="connsiteY10" fmla="*/ 66100 h 166513"/>
                <a:gd name="connsiteX11" fmla="*/ 71485 w 134582"/>
                <a:gd name="connsiteY11" fmla="*/ 21649 h 166513"/>
                <a:gd name="connsiteX12" fmla="*/ 114452 w 134582"/>
                <a:gd name="connsiteY12" fmla="*/ 66100 h 166513"/>
                <a:gd name="connsiteX13" fmla="*/ 26742 w 134582"/>
                <a:gd name="connsiteY13" fmla="*/ 66100 h 166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4582" h="166513">
                  <a:moveTo>
                    <a:pt x="134692" y="85503"/>
                  </a:moveTo>
                  <a:cubicBezTo>
                    <a:pt x="134692" y="73509"/>
                    <a:pt x="134337" y="47050"/>
                    <a:pt x="120488" y="25883"/>
                  </a:cubicBezTo>
                  <a:cubicBezTo>
                    <a:pt x="105929" y="4010"/>
                    <a:pt x="84268" y="130"/>
                    <a:pt x="71485" y="130"/>
                  </a:cubicBezTo>
                  <a:cubicBezTo>
                    <a:pt x="32069" y="130"/>
                    <a:pt x="110" y="37525"/>
                    <a:pt x="110" y="83034"/>
                  </a:cubicBezTo>
                  <a:cubicBezTo>
                    <a:pt x="110" y="129601"/>
                    <a:pt x="34199" y="166643"/>
                    <a:pt x="76811" y="166643"/>
                  </a:cubicBezTo>
                  <a:cubicBezTo>
                    <a:pt x="99182" y="166643"/>
                    <a:pt x="119423" y="158176"/>
                    <a:pt x="133272" y="148299"/>
                  </a:cubicBezTo>
                  <a:lnTo>
                    <a:pt x="131141" y="125368"/>
                  </a:lnTo>
                  <a:cubicBezTo>
                    <a:pt x="108770" y="143712"/>
                    <a:pt x="85334" y="145124"/>
                    <a:pt x="77166" y="145124"/>
                  </a:cubicBezTo>
                  <a:cubicBezTo>
                    <a:pt x="48758" y="145124"/>
                    <a:pt x="26032" y="120076"/>
                    <a:pt x="24967" y="85503"/>
                  </a:cubicBezTo>
                  <a:lnTo>
                    <a:pt x="134692" y="85503"/>
                  </a:lnTo>
                  <a:close/>
                  <a:moveTo>
                    <a:pt x="26742" y="66100"/>
                  </a:moveTo>
                  <a:cubicBezTo>
                    <a:pt x="32424" y="39289"/>
                    <a:pt x="51244" y="21649"/>
                    <a:pt x="71485" y="21649"/>
                  </a:cubicBezTo>
                  <a:cubicBezTo>
                    <a:pt x="89950" y="21649"/>
                    <a:pt x="109835" y="33644"/>
                    <a:pt x="114452" y="66100"/>
                  </a:cubicBezTo>
                  <a:lnTo>
                    <a:pt x="26742" y="66100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D1F66EBC-B3BF-54E9-658B-91E829A008EA}"/>
                </a:ext>
              </a:extLst>
            </p:cNvPr>
            <p:cNvSpPr/>
            <p:nvPr/>
          </p:nvSpPr>
          <p:spPr>
            <a:xfrm>
              <a:off x="6621119" y="6970617"/>
              <a:ext cx="117892" cy="166513"/>
            </a:xfrm>
            <a:custGeom>
              <a:avLst/>
              <a:gdLst>
                <a:gd name="connsiteX0" fmla="*/ 111970 w 117892"/>
                <a:gd name="connsiteY0" fmla="*/ 11419 h 166513"/>
                <a:gd name="connsiteX1" fmla="*/ 60836 w 117892"/>
                <a:gd name="connsiteY1" fmla="*/ 130 h 166513"/>
                <a:gd name="connsiteX2" fmla="*/ 1890 w 117892"/>
                <a:gd name="connsiteY2" fmla="*/ 46344 h 166513"/>
                <a:gd name="connsiteX3" fmla="*/ 21065 w 117892"/>
                <a:gd name="connsiteY3" fmla="*/ 81623 h 166513"/>
                <a:gd name="connsiteX4" fmla="*/ 59416 w 117892"/>
                <a:gd name="connsiteY4" fmla="*/ 94676 h 166513"/>
                <a:gd name="connsiteX5" fmla="*/ 92795 w 117892"/>
                <a:gd name="connsiteY5" fmla="*/ 120076 h 166513"/>
                <a:gd name="connsiteX6" fmla="*/ 59416 w 117892"/>
                <a:gd name="connsiteY6" fmla="*/ 144418 h 166513"/>
                <a:gd name="connsiteX7" fmla="*/ 4375 w 117892"/>
                <a:gd name="connsiteY7" fmla="*/ 127132 h 166513"/>
                <a:gd name="connsiteX8" fmla="*/ 114 w 117892"/>
                <a:gd name="connsiteY8" fmla="*/ 151121 h 166513"/>
                <a:gd name="connsiteX9" fmla="*/ 59771 w 117892"/>
                <a:gd name="connsiteY9" fmla="*/ 166643 h 166513"/>
                <a:gd name="connsiteX10" fmla="*/ 100962 w 117892"/>
                <a:gd name="connsiteY10" fmla="*/ 155354 h 166513"/>
                <a:gd name="connsiteX11" fmla="*/ 118007 w 117892"/>
                <a:gd name="connsiteY11" fmla="*/ 117606 h 166513"/>
                <a:gd name="connsiteX12" fmla="*/ 104158 w 117892"/>
                <a:gd name="connsiteY12" fmla="*/ 85150 h 166513"/>
                <a:gd name="connsiteX13" fmla="*/ 62967 w 117892"/>
                <a:gd name="connsiteY13" fmla="*/ 67511 h 166513"/>
                <a:gd name="connsiteX14" fmla="*/ 27102 w 117892"/>
                <a:gd name="connsiteY14" fmla="*/ 42816 h 166513"/>
                <a:gd name="connsiteX15" fmla="*/ 57285 w 117892"/>
                <a:gd name="connsiteY15" fmla="*/ 20944 h 166513"/>
                <a:gd name="connsiteX16" fmla="*/ 107709 w 117892"/>
                <a:gd name="connsiteY16" fmla="*/ 34350 h 166513"/>
                <a:gd name="connsiteX17" fmla="*/ 111970 w 117892"/>
                <a:gd name="connsiteY17" fmla="*/ 11419 h 166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7892" h="166513">
                  <a:moveTo>
                    <a:pt x="111970" y="11419"/>
                  </a:moveTo>
                  <a:cubicBezTo>
                    <a:pt x="93505" y="2952"/>
                    <a:pt x="78946" y="130"/>
                    <a:pt x="60836" y="130"/>
                  </a:cubicBezTo>
                  <a:cubicBezTo>
                    <a:pt x="51959" y="130"/>
                    <a:pt x="1890" y="130"/>
                    <a:pt x="1890" y="46344"/>
                  </a:cubicBezTo>
                  <a:cubicBezTo>
                    <a:pt x="1890" y="63631"/>
                    <a:pt x="12188" y="74920"/>
                    <a:pt x="21065" y="81623"/>
                  </a:cubicBezTo>
                  <a:cubicBezTo>
                    <a:pt x="32073" y="89384"/>
                    <a:pt x="39885" y="90795"/>
                    <a:pt x="59416" y="94676"/>
                  </a:cubicBezTo>
                  <a:cubicBezTo>
                    <a:pt x="72199" y="97145"/>
                    <a:pt x="92795" y="101378"/>
                    <a:pt x="92795" y="120076"/>
                  </a:cubicBezTo>
                  <a:cubicBezTo>
                    <a:pt x="92795" y="144418"/>
                    <a:pt x="64742" y="144418"/>
                    <a:pt x="59416" y="144418"/>
                  </a:cubicBezTo>
                  <a:cubicBezTo>
                    <a:pt x="30653" y="144418"/>
                    <a:pt x="10767" y="131365"/>
                    <a:pt x="4375" y="127132"/>
                  </a:cubicBezTo>
                  <a:lnTo>
                    <a:pt x="114" y="151121"/>
                  </a:lnTo>
                  <a:cubicBezTo>
                    <a:pt x="11477" y="156765"/>
                    <a:pt x="31008" y="166643"/>
                    <a:pt x="59771" y="166643"/>
                  </a:cubicBezTo>
                  <a:cubicBezTo>
                    <a:pt x="66163" y="166643"/>
                    <a:pt x="85693" y="166643"/>
                    <a:pt x="100962" y="155354"/>
                  </a:cubicBezTo>
                  <a:cubicBezTo>
                    <a:pt x="111970" y="146887"/>
                    <a:pt x="118007" y="132776"/>
                    <a:pt x="118007" y="117606"/>
                  </a:cubicBezTo>
                  <a:cubicBezTo>
                    <a:pt x="118007" y="98203"/>
                    <a:pt x="104868" y="86209"/>
                    <a:pt x="104158" y="85150"/>
                  </a:cubicBezTo>
                  <a:cubicBezTo>
                    <a:pt x="90309" y="72803"/>
                    <a:pt x="80722" y="70686"/>
                    <a:pt x="62967" y="67511"/>
                  </a:cubicBezTo>
                  <a:cubicBezTo>
                    <a:pt x="43436" y="63631"/>
                    <a:pt x="27102" y="60103"/>
                    <a:pt x="27102" y="42816"/>
                  </a:cubicBezTo>
                  <a:cubicBezTo>
                    <a:pt x="27102" y="20944"/>
                    <a:pt x="52669" y="20944"/>
                    <a:pt x="57285" y="20944"/>
                  </a:cubicBezTo>
                  <a:cubicBezTo>
                    <a:pt x="68648" y="20944"/>
                    <a:pt x="87469" y="22355"/>
                    <a:pt x="107709" y="34350"/>
                  </a:cubicBezTo>
                  <a:lnTo>
                    <a:pt x="111970" y="11419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94F97F39-F6A1-50CF-CE3C-77A24EEF1237}"/>
                </a:ext>
              </a:extLst>
            </p:cNvPr>
            <p:cNvSpPr/>
            <p:nvPr/>
          </p:nvSpPr>
          <p:spPr>
            <a:xfrm>
              <a:off x="7501023" y="6098196"/>
              <a:ext cx="172578" cy="244831"/>
            </a:xfrm>
            <a:custGeom>
              <a:avLst/>
              <a:gdLst>
                <a:gd name="connsiteX0" fmla="*/ 91044 w 172578"/>
                <a:gd name="connsiteY0" fmla="*/ 142984 h 244831"/>
                <a:gd name="connsiteX1" fmla="*/ 172716 w 172578"/>
                <a:gd name="connsiteY1" fmla="*/ 71370 h 244831"/>
                <a:gd name="connsiteX2" fmla="*/ 88558 w 172578"/>
                <a:gd name="connsiteY2" fmla="*/ 107 h 244831"/>
                <a:gd name="connsiteX3" fmla="*/ 138 w 172578"/>
                <a:gd name="connsiteY3" fmla="*/ 107 h 244831"/>
                <a:gd name="connsiteX4" fmla="*/ 138 w 172578"/>
                <a:gd name="connsiteY4" fmla="*/ 244939 h 244831"/>
                <a:gd name="connsiteX5" fmla="*/ 31742 w 172578"/>
                <a:gd name="connsiteY5" fmla="*/ 244939 h 244831"/>
                <a:gd name="connsiteX6" fmla="*/ 31742 w 172578"/>
                <a:gd name="connsiteY6" fmla="*/ 142984 h 244831"/>
                <a:gd name="connsiteX7" fmla="*/ 91044 w 172578"/>
                <a:gd name="connsiteY7" fmla="*/ 142984 h 244831"/>
                <a:gd name="connsiteX8" fmla="*/ 80746 w 172578"/>
                <a:gd name="connsiteY8" fmla="*/ 19863 h 244831"/>
                <a:gd name="connsiteX9" fmla="*/ 143953 w 172578"/>
                <a:gd name="connsiteY9" fmla="*/ 71370 h 244831"/>
                <a:gd name="connsiteX10" fmla="*/ 80746 w 172578"/>
                <a:gd name="connsiteY10" fmla="*/ 122523 h 244831"/>
                <a:gd name="connsiteX11" fmla="*/ 30677 w 172578"/>
                <a:gd name="connsiteY11" fmla="*/ 122523 h 244831"/>
                <a:gd name="connsiteX12" fmla="*/ 30677 w 172578"/>
                <a:gd name="connsiteY12" fmla="*/ 19863 h 244831"/>
                <a:gd name="connsiteX13" fmla="*/ 80746 w 172578"/>
                <a:gd name="connsiteY13" fmla="*/ 19863 h 244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2578" h="244831">
                  <a:moveTo>
                    <a:pt x="91044" y="142984"/>
                  </a:moveTo>
                  <a:cubicBezTo>
                    <a:pt x="135076" y="142984"/>
                    <a:pt x="172716" y="110881"/>
                    <a:pt x="172716" y="71370"/>
                  </a:cubicBezTo>
                  <a:cubicBezTo>
                    <a:pt x="172716" y="33622"/>
                    <a:pt x="137562" y="107"/>
                    <a:pt x="88558" y="107"/>
                  </a:cubicBezTo>
                  <a:lnTo>
                    <a:pt x="138" y="107"/>
                  </a:lnTo>
                  <a:lnTo>
                    <a:pt x="138" y="244939"/>
                  </a:lnTo>
                  <a:lnTo>
                    <a:pt x="31742" y="244939"/>
                  </a:lnTo>
                  <a:lnTo>
                    <a:pt x="31742" y="142984"/>
                  </a:lnTo>
                  <a:lnTo>
                    <a:pt x="91044" y="142984"/>
                  </a:lnTo>
                  <a:close/>
                  <a:moveTo>
                    <a:pt x="80746" y="19863"/>
                  </a:moveTo>
                  <a:cubicBezTo>
                    <a:pt x="119807" y="19863"/>
                    <a:pt x="143953" y="41383"/>
                    <a:pt x="143953" y="71370"/>
                  </a:cubicBezTo>
                  <a:cubicBezTo>
                    <a:pt x="143953" y="99239"/>
                    <a:pt x="121582" y="122523"/>
                    <a:pt x="80746" y="122523"/>
                  </a:cubicBezTo>
                  <a:lnTo>
                    <a:pt x="30677" y="122523"/>
                  </a:lnTo>
                  <a:lnTo>
                    <a:pt x="30677" y="19863"/>
                  </a:lnTo>
                  <a:lnTo>
                    <a:pt x="80746" y="19863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51DD8DEB-8705-BB1A-85EE-2B008C32FD7F}"/>
                </a:ext>
              </a:extLst>
            </p:cNvPr>
            <p:cNvSpPr/>
            <p:nvPr/>
          </p:nvSpPr>
          <p:spPr>
            <a:xfrm>
              <a:off x="7727893" y="6098196"/>
              <a:ext cx="172578" cy="244831"/>
            </a:xfrm>
            <a:custGeom>
              <a:avLst/>
              <a:gdLst>
                <a:gd name="connsiteX0" fmla="*/ 91050 w 172578"/>
                <a:gd name="connsiteY0" fmla="*/ 142984 h 244831"/>
                <a:gd name="connsiteX1" fmla="*/ 172723 w 172578"/>
                <a:gd name="connsiteY1" fmla="*/ 71370 h 244831"/>
                <a:gd name="connsiteX2" fmla="*/ 88564 w 172578"/>
                <a:gd name="connsiteY2" fmla="*/ 107 h 244831"/>
                <a:gd name="connsiteX3" fmla="*/ 145 w 172578"/>
                <a:gd name="connsiteY3" fmla="*/ 107 h 244831"/>
                <a:gd name="connsiteX4" fmla="*/ 145 w 172578"/>
                <a:gd name="connsiteY4" fmla="*/ 244939 h 244831"/>
                <a:gd name="connsiteX5" fmla="*/ 31748 w 172578"/>
                <a:gd name="connsiteY5" fmla="*/ 244939 h 244831"/>
                <a:gd name="connsiteX6" fmla="*/ 31748 w 172578"/>
                <a:gd name="connsiteY6" fmla="*/ 142984 h 244831"/>
                <a:gd name="connsiteX7" fmla="*/ 91050 w 172578"/>
                <a:gd name="connsiteY7" fmla="*/ 142984 h 244831"/>
                <a:gd name="connsiteX8" fmla="*/ 80752 w 172578"/>
                <a:gd name="connsiteY8" fmla="*/ 19863 h 244831"/>
                <a:gd name="connsiteX9" fmla="*/ 143960 w 172578"/>
                <a:gd name="connsiteY9" fmla="*/ 71370 h 244831"/>
                <a:gd name="connsiteX10" fmla="*/ 80752 w 172578"/>
                <a:gd name="connsiteY10" fmla="*/ 122523 h 244831"/>
                <a:gd name="connsiteX11" fmla="*/ 30683 w 172578"/>
                <a:gd name="connsiteY11" fmla="*/ 122523 h 244831"/>
                <a:gd name="connsiteX12" fmla="*/ 30683 w 172578"/>
                <a:gd name="connsiteY12" fmla="*/ 19863 h 244831"/>
                <a:gd name="connsiteX13" fmla="*/ 80752 w 172578"/>
                <a:gd name="connsiteY13" fmla="*/ 19863 h 244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2578" h="244831">
                  <a:moveTo>
                    <a:pt x="91050" y="142984"/>
                  </a:moveTo>
                  <a:cubicBezTo>
                    <a:pt x="135082" y="142984"/>
                    <a:pt x="172723" y="110881"/>
                    <a:pt x="172723" y="71370"/>
                  </a:cubicBezTo>
                  <a:cubicBezTo>
                    <a:pt x="172723" y="33622"/>
                    <a:pt x="137568" y="107"/>
                    <a:pt x="88564" y="107"/>
                  </a:cubicBezTo>
                  <a:lnTo>
                    <a:pt x="145" y="107"/>
                  </a:lnTo>
                  <a:lnTo>
                    <a:pt x="145" y="244939"/>
                  </a:lnTo>
                  <a:lnTo>
                    <a:pt x="31748" y="244939"/>
                  </a:lnTo>
                  <a:lnTo>
                    <a:pt x="31748" y="142984"/>
                  </a:lnTo>
                  <a:lnTo>
                    <a:pt x="91050" y="142984"/>
                  </a:lnTo>
                  <a:close/>
                  <a:moveTo>
                    <a:pt x="80752" y="19863"/>
                  </a:moveTo>
                  <a:cubicBezTo>
                    <a:pt x="119813" y="19863"/>
                    <a:pt x="143960" y="41383"/>
                    <a:pt x="143960" y="71370"/>
                  </a:cubicBezTo>
                  <a:cubicBezTo>
                    <a:pt x="143960" y="99239"/>
                    <a:pt x="121589" y="122523"/>
                    <a:pt x="80752" y="122523"/>
                  </a:cubicBezTo>
                  <a:lnTo>
                    <a:pt x="30683" y="122523"/>
                  </a:lnTo>
                  <a:lnTo>
                    <a:pt x="30683" y="19863"/>
                  </a:lnTo>
                  <a:lnTo>
                    <a:pt x="80752" y="19863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80F382EF-62F1-5B48-0CB7-64047D8A71C0}"/>
                </a:ext>
              </a:extLst>
            </p:cNvPr>
            <p:cNvSpPr/>
            <p:nvPr/>
          </p:nvSpPr>
          <p:spPr>
            <a:xfrm>
              <a:off x="7032316" y="6888418"/>
              <a:ext cx="172578" cy="244831"/>
            </a:xfrm>
            <a:custGeom>
              <a:avLst/>
              <a:gdLst>
                <a:gd name="connsiteX0" fmla="*/ 91030 w 172578"/>
                <a:gd name="connsiteY0" fmla="*/ 143007 h 244831"/>
                <a:gd name="connsiteX1" fmla="*/ 172703 w 172578"/>
                <a:gd name="connsiteY1" fmla="*/ 71392 h 244831"/>
                <a:gd name="connsiteX2" fmla="*/ 88545 w 172578"/>
                <a:gd name="connsiteY2" fmla="*/ 130 h 244831"/>
                <a:gd name="connsiteX3" fmla="*/ 125 w 172578"/>
                <a:gd name="connsiteY3" fmla="*/ 130 h 244831"/>
                <a:gd name="connsiteX4" fmla="*/ 125 w 172578"/>
                <a:gd name="connsiteY4" fmla="*/ 244961 h 244831"/>
                <a:gd name="connsiteX5" fmla="*/ 31729 w 172578"/>
                <a:gd name="connsiteY5" fmla="*/ 244961 h 244831"/>
                <a:gd name="connsiteX6" fmla="*/ 31729 w 172578"/>
                <a:gd name="connsiteY6" fmla="*/ 143007 h 244831"/>
                <a:gd name="connsiteX7" fmla="*/ 91030 w 172578"/>
                <a:gd name="connsiteY7" fmla="*/ 143007 h 244831"/>
                <a:gd name="connsiteX8" fmla="*/ 80733 w 172578"/>
                <a:gd name="connsiteY8" fmla="*/ 19886 h 244831"/>
                <a:gd name="connsiteX9" fmla="*/ 143940 w 172578"/>
                <a:gd name="connsiteY9" fmla="*/ 71392 h 244831"/>
                <a:gd name="connsiteX10" fmla="*/ 80733 w 172578"/>
                <a:gd name="connsiteY10" fmla="*/ 122545 h 244831"/>
                <a:gd name="connsiteX11" fmla="*/ 30664 w 172578"/>
                <a:gd name="connsiteY11" fmla="*/ 122545 h 244831"/>
                <a:gd name="connsiteX12" fmla="*/ 30664 w 172578"/>
                <a:gd name="connsiteY12" fmla="*/ 19886 h 244831"/>
                <a:gd name="connsiteX13" fmla="*/ 80733 w 172578"/>
                <a:gd name="connsiteY13" fmla="*/ 19886 h 244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2578" h="244831">
                  <a:moveTo>
                    <a:pt x="91030" y="143007"/>
                  </a:moveTo>
                  <a:cubicBezTo>
                    <a:pt x="135063" y="143007"/>
                    <a:pt x="172703" y="110904"/>
                    <a:pt x="172703" y="71392"/>
                  </a:cubicBezTo>
                  <a:cubicBezTo>
                    <a:pt x="172703" y="33644"/>
                    <a:pt x="137548" y="130"/>
                    <a:pt x="88545" y="130"/>
                  </a:cubicBezTo>
                  <a:lnTo>
                    <a:pt x="125" y="130"/>
                  </a:lnTo>
                  <a:lnTo>
                    <a:pt x="125" y="244961"/>
                  </a:lnTo>
                  <a:lnTo>
                    <a:pt x="31729" y="244961"/>
                  </a:lnTo>
                  <a:lnTo>
                    <a:pt x="31729" y="143007"/>
                  </a:lnTo>
                  <a:lnTo>
                    <a:pt x="91030" y="143007"/>
                  </a:lnTo>
                  <a:close/>
                  <a:moveTo>
                    <a:pt x="80733" y="19886"/>
                  </a:moveTo>
                  <a:cubicBezTo>
                    <a:pt x="119794" y="19886"/>
                    <a:pt x="143940" y="41405"/>
                    <a:pt x="143940" y="71392"/>
                  </a:cubicBezTo>
                  <a:cubicBezTo>
                    <a:pt x="143940" y="99262"/>
                    <a:pt x="121569" y="122545"/>
                    <a:pt x="80733" y="122545"/>
                  </a:cubicBezTo>
                  <a:lnTo>
                    <a:pt x="30664" y="122545"/>
                  </a:lnTo>
                  <a:lnTo>
                    <a:pt x="30664" y="19886"/>
                  </a:lnTo>
                  <a:lnTo>
                    <a:pt x="80733" y="19886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FB01B1D-86C8-AB6A-517A-94C33557FFED}"/>
                </a:ext>
              </a:extLst>
            </p:cNvPr>
            <p:cNvSpPr/>
            <p:nvPr/>
          </p:nvSpPr>
          <p:spPr>
            <a:xfrm>
              <a:off x="6894825" y="7678676"/>
              <a:ext cx="26632" cy="244831"/>
            </a:xfrm>
            <a:custGeom>
              <a:avLst/>
              <a:gdLst>
                <a:gd name="connsiteX0" fmla="*/ 26754 w 26632"/>
                <a:gd name="connsiteY0" fmla="*/ 152 h 244831"/>
                <a:gd name="connsiteX1" fmla="*/ 121 w 26632"/>
                <a:gd name="connsiteY1" fmla="*/ 152 h 244831"/>
                <a:gd name="connsiteX2" fmla="*/ 121 w 26632"/>
                <a:gd name="connsiteY2" fmla="*/ 244983 h 244831"/>
                <a:gd name="connsiteX3" fmla="*/ 26754 w 26632"/>
                <a:gd name="connsiteY3" fmla="*/ 244983 h 244831"/>
                <a:gd name="connsiteX4" fmla="*/ 26754 w 26632"/>
                <a:gd name="connsiteY4" fmla="*/ 152 h 244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32" h="244831">
                  <a:moveTo>
                    <a:pt x="26754" y="152"/>
                  </a:moveTo>
                  <a:lnTo>
                    <a:pt x="121" y="152"/>
                  </a:lnTo>
                  <a:lnTo>
                    <a:pt x="121" y="244983"/>
                  </a:lnTo>
                  <a:lnTo>
                    <a:pt x="26754" y="244983"/>
                  </a:lnTo>
                  <a:lnTo>
                    <a:pt x="26754" y="152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9F7F6A2-A705-F9B6-2742-052E61AA7500}"/>
                </a:ext>
              </a:extLst>
            </p:cNvPr>
            <p:cNvSpPr/>
            <p:nvPr/>
          </p:nvSpPr>
          <p:spPr>
            <a:xfrm>
              <a:off x="6977169" y="7683615"/>
              <a:ext cx="31603" cy="239892"/>
            </a:xfrm>
            <a:custGeom>
              <a:avLst/>
              <a:gdLst>
                <a:gd name="connsiteX0" fmla="*/ 31728 w 31603"/>
                <a:gd name="connsiteY0" fmla="*/ 152 h 239892"/>
                <a:gd name="connsiteX1" fmla="*/ 124 w 31603"/>
                <a:gd name="connsiteY1" fmla="*/ 152 h 239892"/>
                <a:gd name="connsiteX2" fmla="*/ 124 w 31603"/>
                <a:gd name="connsiteY2" fmla="*/ 31550 h 239892"/>
                <a:gd name="connsiteX3" fmla="*/ 31728 w 31603"/>
                <a:gd name="connsiteY3" fmla="*/ 31550 h 239892"/>
                <a:gd name="connsiteX4" fmla="*/ 31728 w 31603"/>
                <a:gd name="connsiteY4" fmla="*/ 152 h 239892"/>
                <a:gd name="connsiteX5" fmla="*/ 29242 w 31603"/>
                <a:gd name="connsiteY5" fmla="*/ 83409 h 239892"/>
                <a:gd name="connsiteX6" fmla="*/ 2609 w 31603"/>
                <a:gd name="connsiteY6" fmla="*/ 83409 h 239892"/>
                <a:gd name="connsiteX7" fmla="*/ 2609 w 31603"/>
                <a:gd name="connsiteY7" fmla="*/ 240044 h 239892"/>
                <a:gd name="connsiteX8" fmla="*/ 29242 w 31603"/>
                <a:gd name="connsiteY8" fmla="*/ 240044 h 239892"/>
                <a:gd name="connsiteX9" fmla="*/ 29242 w 31603"/>
                <a:gd name="connsiteY9" fmla="*/ 83409 h 239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3" h="239892">
                  <a:moveTo>
                    <a:pt x="31728" y="152"/>
                  </a:moveTo>
                  <a:lnTo>
                    <a:pt x="124" y="152"/>
                  </a:lnTo>
                  <a:lnTo>
                    <a:pt x="124" y="31550"/>
                  </a:lnTo>
                  <a:lnTo>
                    <a:pt x="31728" y="31550"/>
                  </a:lnTo>
                  <a:lnTo>
                    <a:pt x="31728" y="152"/>
                  </a:lnTo>
                  <a:close/>
                  <a:moveTo>
                    <a:pt x="29242" y="83409"/>
                  </a:moveTo>
                  <a:lnTo>
                    <a:pt x="2609" y="83409"/>
                  </a:lnTo>
                  <a:lnTo>
                    <a:pt x="2609" y="240044"/>
                  </a:lnTo>
                  <a:lnTo>
                    <a:pt x="29242" y="240044"/>
                  </a:lnTo>
                  <a:lnTo>
                    <a:pt x="29242" y="83409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7AD8EC76-102A-AA5F-A77F-71BBDD21EAF5}"/>
                </a:ext>
              </a:extLst>
            </p:cNvPr>
            <p:cNvSpPr/>
            <p:nvPr/>
          </p:nvSpPr>
          <p:spPr>
            <a:xfrm>
              <a:off x="7065550" y="7678676"/>
              <a:ext cx="137423" cy="244831"/>
            </a:xfrm>
            <a:custGeom>
              <a:avLst/>
              <a:gdLst>
                <a:gd name="connsiteX0" fmla="*/ 70081 w 137423"/>
                <a:gd name="connsiteY0" fmla="*/ 149026 h 244831"/>
                <a:gd name="connsiteX1" fmla="*/ 129737 w 137423"/>
                <a:gd name="connsiteY1" fmla="*/ 88348 h 244831"/>
                <a:gd name="connsiteX2" fmla="*/ 97778 w 137423"/>
                <a:gd name="connsiteY2" fmla="*/ 88348 h 244831"/>
                <a:gd name="connsiteX3" fmla="*/ 25693 w 137423"/>
                <a:gd name="connsiteY3" fmla="*/ 161727 h 244831"/>
                <a:gd name="connsiteX4" fmla="*/ 25693 w 137423"/>
                <a:gd name="connsiteY4" fmla="*/ 152 h 244831"/>
                <a:gd name="connsiteX5" fmla="*/ 126 w 137423"/>
                <a:gd name="connsiteY5" fmla="*/ 152 h 244831"/>
                <a:gd name="connsiteX6" fmla="*/ 126 w 137423"/>
                <a:gd name="connsiteY6" fmla="*/ 244983 h 244831"/>
                <a:gd name="connsiteX7" fmla="*/ 24628 w 137423"/>
                <a:gd name="connsiteY7" fmla="*/ 244983 h 244831"/>
                <a:gd name="connsiteX8" fmla="*/ 24628 w 137423"/>
                <a:gd name="connsiteY8" fmla="*/ 195241 h 244831"/>
                <a:gd name="connsiteX9" fmla="*/ 53036 w 137423"/>
                <a:gd name="connsiteY9" fmla="*/ 165960 h 244831"/>
                <a:gd name="connsiteX10" fmla="*/ 108431 w 137423"/>
                <a:gd name="connsiteY10" fmla="*/ 244983 h 244831"/>
                <a:gd name="connsiteX11" fmla="*/ 137550 w 137423"/>
                <a:gd name="connsiteY11" fmla="*/ 244983 h 244831"/>
                <a:gd name="connsiteX12" fmla="*/ 70081 w 137423"/>
                <a:gd name="connsiteY12" fmla="*/ 149026 h 244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423" h="244831">
                  <a:moveTo>
                    <a:pt x="70081" y="149026"/>
                  </a:moveTo>
                  <a:lnTo>
                    <a:pt x="129737" y="88348"/>
                  </a:lnTo>
                  <a:lnTo>
                    <a:pt x="97778" y="88348"/>
                  </a:lnTo>
                  <a:lnTo>
                    <a:pt x="25693" y="161727"/>
                  </a:lnTo>
                  <a:lnTo>
                    <a:pt x="25693" y="152"/>
                  </a:lnTo>
                  <a:lnTo>
                    <a:pt x="126" y="152"/>
                  </a:lnTo>
                  <a:lnTo>
                    <a:pt x="126" y="244983"/>
                  </a:lnTo>
                  <a:lnTo>
                    <a:pt x="24628" y="244983"/>
                  </a:lnTo>
                  <a:lnTo>
                    <a:pt x="24628" y="195241"/>
                  </a:lnTo>
                  <a:lnTo>
                    <a:pt x="53036" y="165960"/>
                  </a:lnTo>
                  <a:lnTo>
                    <a:pt x="108431" y="244983"/>
                  </a:lnTo>
                  <a:lnTo>
                    <a:pt x="137550" y="244983"/>
                  </a:lnTo>
                  <a:lnTo>
                    <a:pt x="70081" y="149026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E1B10F8-205D-192C-095D-557917463674}"/>
                </a:ext>
              </a:extLst>
            </p:cNvPr>
            <p:cNvSpPr/>
            <p:nvPr/>
          </p:nvSpPr>
          <p:spPr>
            <a:xfrm>
              <a:off x="7211891" y="7760875"/>
              <a:ext cx="134582" cy="166513"/>
            </a:xfrm>
            <a:custGeom>
              <a:avLst/>
              <a:gdLst>
                <a:gd name="connsiteX0" fmla="*/ 134713 w 134582"/>
                <a:gd name="connsiteY0" fmla="*/ 85526 h 166513"/>
                <a:gd name="connsiteX1" fmla="*/ 120509 w 134582"/>
                <a:gd name="connsiteY1" fmla="*/ 25905 h 166513"/>
                <a:gd name="connsiteX2" fmla="*/ 71506 w 134582"/>
                <a:gd name="connsiteY2" fmla="*/ 152 h 166513"/>
                <a:gd name="connsiteX3" fmla="*/ 131 w 134582"/>
                <a:gd name="connsiteY3" fmla="*/ 83056 h 166513"/>
                <a:gd name="connsiteX4" fmla="*/ 76832 w 134582"/>
                <a:gd name="connsiteY4" fmla="*/ 166666 h 166513"/>
                <a:gd name="connsiteX5" fmla="*/ 133293 w 134582"/>
                <a:gd name="connsiteY5" fmla="*/ 148321 h 166513"/>
                <a:gd name="connsiteX6" fmla="*/ 131162 w 134582"/>
                <a:gd name="connsiteY6" fmla="*/ 125390 h 166513"/>
                <a:gd name="connsiteX7" fmla="*/ 77187 w 134582"/>
                <a:gd name="connsiteY7" fmla="*/ 145146 h 166513"/>
                <a:gd name="connsiteX8" fmla="*/ 24988 w 134582"/>
                <a:gd name="connsiteY8" fmla="*/ 85526 h 166513"/>
                <a:gd name="connsiteX9" fmla="*/ 134713 w 134582"/>
                <a:gd name="connsiteY9" fmla="*/ 85526 h 166513"/>
                <a:gd name="connsiteX10" fmla="*/ 26763 w 134582"/>
                <a:gd name="connsiteY10" fmla="*/ 66122 h 166513"/>
                <a:gd name="connsiteX11" fmla="*/ 71506 w 134582"/>
                <a:gd name="connsiteY11" fmla="*/ 21672 h 166513"/>
                <a:gd name="connsiteX12" fmla="*/ 114473 w 134582"/>
                <a:gd name="connsiteY12" fmla="*/ 66122 h 166513"/>
                <a:gd name="connsiteX13" fmla="*/ 26763 w 134582"/>
                <a:gd name="connsiteY13" fmla="*/ 66122 h 166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4582" h="166513">
                  <a:moveTo>
                    <a:pt x="134713" y="85526"/>
                  </a:moveTo>
                  <a:cubicBezTo>
                    <a:pt x="134713" y="73531"/>
                    <a:pt x="134358" y="47072"/>
                    <a:pt x="120509" y="25905"/>
                  </a:cubicBezTo>
                  <a:cubicBezTo>
                    <a:pt x="105950" y="4033"/>
                    <a:pt x="84289" y="152"/>
                    <a:pt x="71506" y="152"/>
                  </a:cubicBezTo>
                  <a:cubicBezTo>
                    <a:pt x="32090" y="152"/>
                    <a:pt x="131" y="37547"/>
                    <a:pt x="131" y="83056"/>
                  </a:cubicBezTo>
                  <a:cubicBezTo>
                    <a:pt x="131" y="129623"/>
                    <a:pt x="34220" y="166666"/>
                    <a:pt x="76832" y="166666"/>
                  </a:cubicBezTo>
                  <a:cubicBezTo>
                    <a:pt x="99203" y="166666"/>
                    <a:pt x="119444" y="158199"/>
                    <a:pt x="133293" y="148321"/>
                  </a:cubicBezTo>
                  <a:lnTo>
                    <a:pt x="131162" y="125390"/>
                  </a:lnTo>
                  <a:cubicBezTo>
                    <a:pt x="108791" y="143735"/>
                    <a:pt x="85355" y="145146"/>
                    <a:pt x="77187" y="145146"/>
                  </a:cubicBezTo>
                  <a:cubicBezTo>
                    <a:pt x="48779" y="145146"/>
                    <a:pt x="26053" y="120098"/>
                    <a:pt x="24988" y="85526"/>
                  </a:cubicBezTo>
                  <a:lnTo>
                    <a:pt x="134713" y="85526"/>
                  </a:lnTo>
                  <a:close/>
                  <a:moveTo>
                    <a:pt x="26763" y="66122"/>
                  </a:moveTo>
                  <a:cubicBezTo>
                    <a:pt x="32445" y="39311"/>
                    <a:pt x="51265" y="21672"/>
                    <a:pt x="71506" y="21672"/>
                  </a:cubicBezTo>
                  <a:cubicBezTo>
                    <a:pt x="89971" y="21672"/>
                    <a:pt x="109856" y="33666"/>
                    <a:pt x="114473" y="66122"/>
                  </a:cubicBezTo>
                  <a:lnTo>
                    <a:pt x="26763" y="66122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EF55ED3-1A97-0B98-A1D6-138B6932973B}"/>
                </a:ext>
              </a:extLst>
            </p:cNvPr>
            <p:cNvSpPr/>
            <p:nvPr/>
          </p:nvSpPr>
          <p:spPr>
            <a:xfrm>
              <a:off x="8070813" y="6888418"/>
              <a:ext cx="182876" cy="244831"/>
            </a:xfrm>
            <a:custGeom>
              <a:avLst/>
              <a:gdLst>
                <a:gd name="connsiteX0" fmla="*/ 44187 w 182876"/>
                <a:gd name="connsiteY0" fmla="*/ 130 h 244831"/>
                <a:gd name="connsiteX1" fmla="*/ 154 w 182876"/>
                <a:gd name="connsiteY1" fmla="*/ 130 h 244831"/>
                <a:gd name="connsiteX2" fmla="*/ 154 w 182876"/>
                <a:gd name="connsiteY2" fmla="*/ 244961 h 244831"/>
                <a:gd name="connsiteX3" fmla="*/ 27852 w 182876"/>
                <a:gd name="connsiteY3" fmla="*/ 244961 h 244831"/>
                <a:gd name="connsiteX4" fmla="*/ 27852 w 182876"/>
                <a:gd name="connsiteY4" fmla="*/ 25177 h 244831"/>
                <a:gd name="connsiteX5" fmla="*/ 28207 w 182876"/>
                <a:gd name="connsiteY5" fmla="*/ 25177 h 244831"/>
                <a:gd name="connsiteX6" fmla="*/ 51999 w 182876"/>
                <a:gd name="connsiteY6" fmla="*/ 73509 h 244831"/>
                <a:gd name="connsiteX7" fmla="*/ 138998 w 182876"/>
                <a:gd name="connsiteY7" fmla="*/ 244961 h 244831"/>
                <a:gd name="connsiteX8" fmla="*/ 183030 w 182876"/>
                <a:gd name="connsiteY8" fmla="*/ 244961 h 244831"/>
                <a:gd name="connsiteX9" fmla="*/ 183030 w 182876"/>
                <a:gd name="connsiteY9" fmla="*/ 130 h 244831"/>
                <a:gd name="connsiteX10" fmla="*/ 155333 w 182876"/>
                <a:gd name="connsiteY10" fmla="*/ 130 h 244831"/>
                <a:gd name="connsiteX11" fmla="*/ 155333 w 182876"/>
                <a:gd name="connsiteY11" fmla="*/ 219914 h 244831"/>
                <a:gd name="connsiteX12" fmla="*/ 154978 w 182876"/>
                <a:gd name="connsiteY12" fmla="*/ 219914 h 244831"/>
                <a:gd name="connsiteX13" fmla="*/ 131186 w 182876"/>
                <a:gd name="connsiteY13" fmla="*/ 171582 h 244831"/>
                <a:gd name="connsiteX14" fmla="*/ 44187 w 182876"/>
                <a:gd name="connsiteY14" fmla="*/ 130 h 244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2876" h="244831">
                  <a:moveTo>
                    <a:pt x="44187" y="130"/>
                  </a:moveTo>
                  <a:lnTo>
                    <a:pt x="154" y="130"/>
                  </a:lnTo>
                  <a:lnTo>
                    <a:pt x="154" y="244961"/>
                  </a:lnTo>
                  <a:lnTo>
                    <a:pt x="27852" y="244961"/>
                  </a:lnTo>
                  <a:lnTo>
                    <a:pt x="27852" y="25177"/>
                  </a:lnTo>
                  <a:lnTo>
                    <a:pt x="28207" y="25177"/>
                  </a:lnTo>
                  <a:cubicBezTo>
                    <a:pt x="34954" y="39641"/>
                    <a:pt x="49868" y="69628"/>
                    <a:pt x="51999" y="73509"/>
                  </a:cubicBezTo>
                  <a:lnTo>
                    <a:pt x="138998" y="244961"/>
                  </a:lnTo>
                  <a:lnTo>
                    <a:pt x="183030" y="244961"/>
                  </a:lnTo>
                  <a:lnTo>
                    <a:pt x="183030" y="130"/>
                  </a:lnTo>
                  <a:lnTo>
                    <a:pt x="155333" y="130"/>
                  </a:lnTo>
                  <a:lnTo>
                    <a:pt x="155333" y="219914"/>
                  </a:lnTo>
                  <a:lnTo>
                    <a:pt x="154978" y="219914"/>
                  </a:lnTo>
                  <a:cubicBezTo>
                    <a:pt x="148231" y="205449"/>
                    <a:pt x="133316" y="175463"/>
                    <a:pt x="131186" y="171582"/>
                  </a:cubicBezTo>
                  <a:lnTo>
                    <a:pt x="44187" y="130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B945D65E-AD22-EA6B-77D3-45C49B5FCF11}"/>
                </a:ext>
              </a:extLst>
            </p:cNvPr>
            <p:cNvSpPr/>
            <p:nvPr/>
          </p:nvSpPr>
          <p:spPr>
            <a:xfrm>
              <a:off x="8322343" y="6888418"/>
              <a:ext cx="172578" cy="244831"/>
            </a:xfrm>
            <a:custGeom>
              <a:avLst/>
              <a:gdLst>
                <a:gd name="connsiteX0" fmla="*/ 91067 w 172578"/>
                <a:gd name="connsiteY0" fmla="*/ 143007 h 244831"/>
                <a:gd name="connsiteX1" fmla="*/ 172740 w 172578"/>
                <a:gd name="connsiteY1" fmla="*/ 71392 h 244831"/>
                <a:gd name="connsiteX2" fmla="*/ 88581 w 172578"/>
                <a:gd name="connsiteY2" fmla="*/ 130 h 244831"/>
                <a:gd name="connsiteX3" fmla="*/ 161 w 172578"/>
                <a:gd name="connsiteY3" fmla="*/ 130 h 244831"/>
                <a:gd name="connsiteX4" fmla="*/ 161 w 172578"/>
                <a:gd name="connsiteY4" fmla="*/ 244961 h 244831"/>
                <a:gd name="connsiteX5" fmla="*/ 31765 w 172578"/>
                <a:gd name="connsiteY5" fmla="*/ 244961 h 244831"/>
                <a:gd name="connsiteX6" fmla="*/ 31765 w 172578"/>
                <a:gd name="connsiteY6" fmla="*/ 143007 h 244831"/>
                <a:gd name="connsiteX7" fmla="*/ 91067 w 172578"/>
                <a:gd name="connsiteY7" fmla="*/ 143007 h 244831"/>
                <a:gd name="connsiteX8" fmla="*/ 80769 w 172578"/>
                <a:gd name="connsiteY8" fmla="*/ 19886 h 244831"/>
                <a:gd name="connsiteX9" fmla="*/ 143976 w 172578"/>
                <a:gd name="connsiteY9" fmla="*/ 71392 h 244831"/>
                <a:gd name="connsiteX10" fmla="*/ 80769 w 172578"/>
                <a:gd name="connsiteY10" fmla="*/ 122545 h 244831"/>
                <a:gd name="connsiteX11" fmla="*/ 30700 w 172578"/>
                <a:gd name="connsiteY11" fmla="*/ 122545 h 244831"/>
                <a:gd name="connsiteX12" fmla="*/ 30700 w 172578"/>
                <a:gd name="connsiteY12" fmla="*/ 19886 h 244831"/>
                <a:gd name="connsiteX13" fmla="*/ 80769 w 172578"/>
                <a:gd name="connsiteY13" fmla="*/ 19886 h 244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2578" h="244831">
                  <a:moveTo>
                    <a:pt x="91067" y="143007"/>
                  </a:moveTo>
                  <a:cubicBezTo>
                    <a:pt x="135099" y="143007"/>
                    <a:pt x="172740" y="110904"/>
                    <a:pt x="172740" y="71392"/>
                  </a:cubicBezTo>
                  <a:cubicBezTo>
                    <a:pt x="172740" y="33644"/>
                    <a:pt x="137585" y="130"/>
                    <a:pt x="88581" y="130"/>
                  </a:cubicBezTo>
                  <a:lnTo>
                    <a:pt x="161" y="130"/>
                  </a:lnTo>
                  <a:lnTo>
                    <a:pt x="161" y="244961"/>
                  </a:lnTo>
                  <a:lnTo>
                    <a:pt x="31765" y="244961"/>
                  </a:lnTo>
                  <a:lnTo>
                    <a:pt x="31765" y="143007"/>
                  </a:lnTo>
                  <a:lnTo>
                    <a:pt x="91067" y="143007"/>
                  </a:lnTo>
                  <a:close/>
                  <a:moveTo>
                    <a:pt x="80769" y="19886"/>
                  </a:moveTo>
                  <a:cubicBezTo>
                    <a:pt x="119830" y="19886"/>
                    <a:pt x="143976" y="41405"/>
                    <a:pt x="143976" y="71392"/>
                  </a:cubicBezTo>
                  <a:cubicBezTo>
                    <a:pt x="143976" y="99262"/>
                    <a:pt x="121605" y="122545"/>
                    <a:pt x="80769" y="122545"/>
                  </a:cubicBezTo>
                  <a:lnTo>
                    <a:pt x="30700" y="122545"/>
                  </a:lnTo>
                  <a:lnTo>
                    <a:pt x="30700" y="19886"/>
                  </a:lnTo>
                  <a:lnTo>
                    <a:pt x="80769" y="19886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EE87A94F-C743-CD12-8991-1BF61E9515CD}"/>
                </a:ext>
              </a:extLst>
            </p:cNvPr>
            <p:cNvSpPr/>
            <p:nvPr/>
          </p:nvSpPr>
          <p:spPr>
            <a:xfrm>
              <a:off x="7642276" y="7678676"/>
              <a:ext cx="202051" cy="244831"/>
            </a:xfrm>
            <a:custGeom>
              <a:avLst/>
              <a:gdLst>
                <a:gd name="connsiteX0" fmla="*/ 142 w 202051"/>
                <a:gd name="connsiteY0" fmla="*/ 152 h 244831"/>
                <a:gd name="connsiteX1" fmla="*/ 142 w 202051"/>
                <a:gd name="connsiteY1" fmla="*/ 244983 h 244831"/>
                <a:gd name="connsiteX2" fmla="*/ 93533 w 202051"/>
                <a:gd name="connsiteY2" fmla="*/ 244983 h 244831"/>
                <a:gd name="connsiteX3" fmla="*/ 202194 w 202051"/>
                <a:gd name="connsiteY3" fmla="*/ 124684 h 244831"/>
                <a:gd name="connsiteX4" fmla="*/ 93178 w 202051"/>
                <a:gd name="connsiteY4" fmla="*/ 152 h 244831"/>
                <a:gd name="connsiteX5" fmla="*/ 142 w 202051"/>
                <a:gd name="connsiteY5" fmla="*/ 152 h 244831"/>
                <a:gd name="connsiteX6" fmla="*/ 30681 w 202051"/>
                <a:gd name="connsiteY6" fmla="*/ 225228 h 244831"/>
                <a:gd name="connsiteX7" fmla="*/ 30681 w 202051"/>
                <a:gd name="connsiteY7" fmla="*/ 19908 h 244831"/>
                <a:gd name="connsiteX8" fmla="*/ 85011 w 202051"/>
                <a:gd name="connsiteY8" fmla="*/ 19908 h 244831"/>
                <a:gd name="connsiteX9" fmla="*/ 171655 w 202051"/>
                <a:gd name="connsiteY9" fmla="*/ 124684 h 244831"/>
                <a:gd name="connsiteX10" fmla="*/ 85011 w 202051"/>
                <a:gd name="connsiteY10" fmla="*/ 225228 h 244831"/>
                <a:gd name="connsiteX11" fmla="*/ 30681 w 202051"/>
                <a:gd name="connsiteY11" fmla="*/ 225228 h 244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2051" h="244831">
                  <a:moveTo>
                    <a:pt x="142" y="152"/>
                  </a:moveTo>
                  <a:lnTo>
                    <a:pt x="142" y="244983"/>
                  </a:lnTo>
                  <a:lnTo>
                    <a:pt x="93533" y="244983"/>
                  </a:lnTo>
                  <a:cubicBezTo>
                    <a:pt x="153900" y="244983"/>
                    <a:pt x="202194" y="191360"/>
                    <a:pt x="202194" y="124684"/>
                  </a:cubicBezTo>
                  <a:cubicBezTo>
                    <a:pt x="202194" y="56245"/>
                    <a:pt x="154255" y="152"/>
                    <a:pt x="93178" y="152"/>
                  </a:cubicBezTo>
                  <a:lnTo>
                    <a:pt x="142" y="152"/>
                  </a:lnTo>
                  <a:close/>
                  <a:moveTo>
                    <a:pt x="30681" y="225228"/>
                  </a:moveTo>
                  <a:lnTo>
                    <a:pt x="30681" y="19908"/>
                  </a:lnTo>
                  <a:lnTo>
                    <a:pt x="85011" y="19908"/>
                  </a:lnTo>
                  <a:cubicBezTo>
                    <a:pt x="134725" y="19908"/>
                    <a:pt x="171655" y="62595"/>
                    <a:pt x="171655" y="124684"/>
                  </a:cubicBezTo>
                  <a:cubicBezTo>
                    <a:pt x="171655" y="184658"/>
                    <a:pt x="134725" y="225228"/>
                    <a:pt x="85011" y="225228"/>
                  </a:cubicBezTo>
                  <a:lnTo>
                    <a:pt x="30681" y="225228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925A70D2-7A8F-F3D8-7205-0500343F0D64}"/>
                </a:ext>
              </a:extLst>
            </p:cNvPr>
            <p:cNvSpPr/>
            <p:nvPr/>
          </p:nvSpPr>
          <p:spPr>
            <a:xfrm>
              <a:off x="7877432" y="7680793"/>
              <a:ext cx="215900" cy="242714"/>
            </a:xfrm>
            <a:custGeom>
              <a:avLst/>
              <a:gdLst>
                <a:gd name="connsiteX0" fmla="*/ 124079 w 215900"/>
                <a:gd name="connsiteY0" fmla="*/ 22730 h 242714"/>
                <a:gd name="connsiteX1" fmla="*/ 155683 w 215900"/>
                <a:gd name="connsiteY1" fmla="*/ 22730 h 242714"/>
                <a:gd name="connsiteX2" fmla="*/ 168466 w 215900"/>
                <a:gd name="connsiteY2" fmla="*/ 23083 h 242714"/>
                <a:gd name="connsiteX3" fmla="*/ 216050 w 215900"/>
                <a:gd name="connsiteY3" fmla="*/ 23083 h 242714"/>
                <a:gd name="connsiteX4" fmla="*/ 216050 w 215900"/>
                <a:gd name="connsiteY4" fmla="*/ 152 h 242714"/>
                <a:gd name="connsiteX5" fmla="*/ 149 w 215900"/>
                <a:gd name="connsiteY5" fmla="*/ 152 h 242714"/>
                <a:gd name="connsiteX6" fmla="*/ 149 w 215900"/>
                <a:gd name="connsiteY6" fmla="*/ 23083 h 242714"/>
                <a:gd name="connsiteX7" fmla="*/ 47733 w 215900"/>
                <a:gd name="connsiteY7" fmla="*/ 23083 h 242714"/>
                <a:gd name="connsiteX8" fmla="*/ 60516 w 215900"/>
                <a:gd name="connsiteY8" fmla="*/ 22730 h 242714"/>
                <a:gd name="connsiteX9" fmla="*/ 92475 w 215900"/>
                <a:gd name="connsiteY9" fmla="*/ 22730 h 242714"/>
                <a:gd name="connsiteX10" fmla="*/ 92475 w 215900"/>
                <a:gd name="connsiteY10" fmla="*/ 242867 h 242714"/>
                <a:gd name="connsiteX11" fmla="*/ 124079 w 215900"/>
                <a:gd name="connsiteY11" fmla="*/ 242867 h 242714"/>
                <a:gd name="connsiteX12" fmla="*/ 124079 w 215900"/>
                <a:gd name="connsiteY12" fmla="*/ 22730 h 242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5900" h="242714">
                  <a:moveTo>
                    <a:pt x="124079" y="22730"/>
                  </a:moveTo>
                  <a:lnTo>
                    <a:pt x="155683" y="22730"/>
                  </a:lnTo>
                  <a:cubicBezTo>
                    <a:pt x="159944" y="22730"/>
                    <a:pt x="164205" y="23083"/>
                    <a:pt x="168466" y="23083"/>
                  </a:cubicBezTo>
                  <a:lnTo>
                    <a:pt x="216050" y="23083"/>
                  </a:lnTo>
                  <a:lnTo>
                    <a:pt x="216050" y="152"/>
                  </a:lnTo>
                  <a:lnTo>
                    <a:pt x="149" y="152"/>
                  </a:lnTo>
                  <a:lnTo>
                    <a:pt x="149" y="23083"/>
                  </a:lnTo>
                  <a:lnTo>
                    <a:pt x="47733" y="23083"/>
                  </a:lnTo>
                  <a:cubicBezTo>
                    <a:pt x="51994" y="23083"/>
                    <a:pt x="56255" y="22730"/>
                    <a:pt x="60516" y="22730"/>
                  </a:cubicBezTo>
                  <a:lnTo>
                    <a:pt x="92475" y="22730"/>
                  </a:lnTo>
                  <a:lnTo>
                    <a:pt x="92475" y="242867"/>
                  </a:lnTo>
                  <a:lnTo>
                    <a:pt x="124079" y="242867"/>
                  </a:lnTo>
                  <a:lnTo>
                    <a:pt x="124079" y="22730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A895FE44-9B12-9A44-A81D-F89BF37F26D3}"/>
                </a:ext>
              </a:extLst>
            </p:cNvPr>
            <p:cNvSpPr/>
            <p:nvPr/>
          </p:nvSpPr>
          <p:spPr>
            <a:xfrm>
              <a:off x="7695810" y="8551133"/>
              <a:ext cx="126060" cy="166513"/>
            </a:xfrm>
            <a:custGeom>
              <a:avLst/>
              <a:gdLst>
                <a:gd name="connsiteX0" fmla="*/ 126204 w 126060"/>
                <a:gd name="connsiteY0" fmla="*/ 60853 h 166513"/>
                <a:gd name="connsiteX1" fmla="*/ 67613 w 126060"/>
                <a:gd name="connsiteY1" fmla="*/ 174 h 166513"/>
                <a:gd name="connsiteX2" fmla="*/ 11862 w 126060"/>
                <a:gd name="connsiteY2" fmla="*/ 15344 h 166513"/>
                <a:gd name="connsiteX3" fmla="*/ 13993 w 126060"/>
                <a:gd name="connsiteY3" fmla="*/ 38628 h 166513"/>
                <a:gd name="connsiteX4" fmla="*/ 67613 w 126060"/>
                <a:gd name="connsiteY4" fmla="*/ 20989 h 166513"/>
                <a:gd name="connsiteX5" fmla="*/ 98507 w 126060"/>
                <a:gd name="connsiteY5" fmla="*/ 61206 h 166513"/>
                <a:gd name="connsiteX6" fmla="*/ 98507 w 126060"/>
                <a:gd name="connsiteY6" fmla="*/ 76375 h 166513"/>
                <a:gd name="connsiteX7" fmla="*/ 144 w 126060"/>
                <a:gd name="connsiteY7" fmla="*/ 122943 h 166513"/>
                <a:gd name="connsiteX8" fmla="*/ 40626 w 126060"/>
                <a:gd name="connsiteY8" fmla="*/ 166688 h 166513"/>
                <a:gd name="connsiteX9" fmla="*/ 99572 w 126060"/>
                <a:gd name="connsiteY9" fmla="*/ 150107 h 166513"/>
                <a:gd name="connsiteX10" fmla="*/ 99572 w 126060"/>
                <a:gd name="connsiteY10" fmla="*/ 162807 h 166513"/>
                <a:gd name="connsiteX11" fmla="*/ 126204 w 126060"/>
                <a:gd name="connsiteY11" fmla="*/ 162807 h 166513"/>
                <a:gd name="connsiteX12" fmla="*/ 126204 w 126060"/>
                <a:gd name="connsiteY12" fmla="*/ 60853 h 166513"/>
                <a:gd name="connsiteX13" fmla="*/ 98507 w 126060"/>
                <a:gd name="connsiteY13" fmla="*/ 116240 h 166513"/>
                <a:gd name="connsiteX14" fmla="*/ 86433 w 126060"/>
                <a:gd name="connsiteY14" fmla="*/ 138465 h 166513"/>
                <a:gd name="connsiteX15" fmla="*/ 58736 w 126060"/>
                <a:gd name="connsiteY15" fmla="*/ 145168 h 166513"/>
                <a:gd name="connsiteX16" fmla="*/ 25711 w 126060"/>
                <a:gd name="connsiteY16" fmla="*/ 122237 h 166513"/>
                <a:gd name="connsiteX17" fmla="*/ 98507 w 126060"/>
                <a:gd name="connsiteY17" fmla="*/ 94367 h 166513"/>
                <a:gd name="connsiteX18" fmla="*/ 98507 w 126060"/>
                <a:gd name="connsiteY18" fmla="*/ 116240 h 166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6060" h="166513">
                  <a:moveTo>
                    <a:pt x="126204" y="60853"/>
                  </a:moveTo>
                  <a:cubicBezTo>
                    <a:pt x="126204" y="24869"/>
                    <a:pt x="100282" y="174"/>
                    <a:pt x="67613" y="174"/>
                  </a:cubicBezTo>
                  <a:cubicBezTo>
                    <a:pt x="44532" y="174"/>
                    <a:pt x="28552" y="5819"/>
                    <a:pt x="11862" y="15344"/>
                  </a:cubicBezTo>
                  <a:lnTo>
                    <a:pt x="13993" y="38628"/>
                  </a:lnTo>
                  <a:cubicBezTo>
                    <a:pt x="32458" y="25575"/>
                    <a:pt x="50213" y="20989"/>
                    <a:pt x="67613" y="20989"/>
                  </a:cubicBezTo>
                  <a:cubicBezTo>
                    <a:pt x="84303" y="20989"/>
                    <a:pt x="98507" y="35100"/>
                    <a:pt x="98507" y="61206"/>
                  </a:cubicBezTo>
                  <a:lnTo>
                    <a:pt x="98507" y="76375"/>
                  </a:lnTo>
                  <a:cubicBezTo>
                    <a:pt x="45242" y="77081"/>
                    <a:pt x="144" y="91898"/>
                    <a:pt x="144" y="122943"/>
                  </a:cubicBezTo>
                  <a:cubicBezTo>
                    <a:pt x="144" y="138112"/>
                    <a:pt x="9732" y="166688"/>
                    <a:pt x="40626" y="166688"/>
                  </a:cubicBezTo>
                  <a:cubicBezTo>
                    <a:pt x="45597" y="166688"/>
                    <a:pt x="78976" y="165982"/>
                    <a:pt x="99572" y="150107"/>
                  </a:cubicBezTo>
                  <a:lnTo>
                    <a:pt x="99572" y="162807"/>
                  </a:lnTo>
                  <a:lnTo>
                    <a:pt x="126204" y="162807"/>
                  </a:lnTo>
                  <a:lnTo>
                    <a:pt x="126204" y="60853"/>
                  </a:lnTo>
                  <a:close/>
                  <a:moveTo>
                    <a:pt x="98507" y="116240"/>
                  </a:moveTo>
                  <a:cubicBezTo>
                    <a:pt x="98507" y="122943"/>
                    <a:pt x="98507" y="131762"/>
                    <a:pt x="86433" y="138465"/>
                  </a:cubicBezTo>
                  <a:cubicBezTo>
                    <a:pt x="76135" y="144815"/>
                    <a:pt x="62642" y="145168"/>
                    <a:pt x="58736" y="145168"/>
                  </a:cubicBezTo>
                  <a:cubicBezTo>
                    <a:pt x="41691" y="145168"/>
                    <a:pt x="25711" y="137054"/>
                    <a:pt x="25711" y="122237"/>
                  </a:cubicBezTo>
                  <a:cubicBezTo>
                    <a:pt x="25711" y="97542"/>
                    <a:pt x="83237" y="95073"/>
                    <a:pt x="98507" y="94367"/>
                  </a:cubicBezTo>
                  <a:lnTo>
                    <a:pt x="98507" y="116240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88DE24D-148A-3981-BA1D-F67BAD68020B}"/>
                </a:ext>
              </a:extLst>
            </p:cNvPr>
            <p:cNvSpPr/>
            <p:nvPr/>
          </p:nvSpPr>
          <p:spPr>
            <a:xfrm>
              <a:off x="7879595" y="8553250"/>
              <a:ext cx="125705" cy="160516"/>
            </a:xfrm>
            <a:custGeom>
              <a:avLst/>
              <a:gdLst>
                <a:gd name="connsiteX0" fmla="*/ 125854 w 125705"/>
                <a:gd name="connsiteY0" fmla="*/ 55561 h 160516"/>
                <a:gd name="connsiteX1" fmla="*/ 77206 w 125705"/>
                <a:gd name="connsiteY1" fmla="*/ 174 h 160516"/>
                <a:gd name="connsiteX2" fmla="*/ 25716 w 125705"/>
                <a:gd name="connsiteY2" fmla="*/ 26986 h 160516"/>
                <a:gd name="connsiteX3" fmla="*/ 25716 w 125705"/>
                <a:gd name="connsiteY3" fmla="*/ 1938 h 160516"/>
                <a:gd name="connsiteX4" fmla="*/ 149 w 125705"/>
                <a:gd name="connsiteY4" fmla="*/ 1938 h 160516"/>
                <a:gd name="connsiteX5" fmla="*/ 149 w 125705"/>
                <a:gd name="connsiteY5" fmla="*/ 160691 h 160516"/>
                <a:gd name="connsiteX6" fmla="*/ 27847 w 125705"/>
                <a:gd name="connsiteY6" fmla="*/ 160691 h 160516"/>
                <a:gd name="connsiteX7" fmla="*/ 27847 w 125705"/>
                <a:gd name="connsiteY7" fmla="*/ 74259 h 160516"/>
                <a:gd name="connsiteX8" fmla="*/ 63712 w 125705"/>
                <a:gd name="connsiteY8" fmla="*/ 21694 h 160516"/>
                <a:gd name="connsiteX9" fmla="*/ 98156 w 125705"/>
                <a:gd name="connsiteY9" fmla="*/ 58031 h 160516"/>
                <a:gd name="connsiteX10" fmla="*/ 98156 w 125705"/>
                <a:gd name="connsiteY10" fmla="*/ 160691 h 160516"/>
                <a:gd name="connsiteX11" fmla="*/ 125854 w 125705"/>
                <a:gd name="connsiteY11" fmla="*/ 160691 h 160516"/>
                <a:gd name="connsiteX12" fmla="*/ 125854 w 125705"/>
                <a:gd name="connsiteY12" fmla="*/ 55561 h 160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705" h="160516">
                  <a:moveTo>
                    <a:pt x="125854" y="55561"/>
                  </a:moveTo>
                  <a:cubicBezTo>
                    <a:pt x="125854" y="32278"/>
                    <a:pt x="120528" y="174"/>
                    <a:pt x="77206" y="174"/>
                  </a:cubicBezTo>
                  <a:cubicBezTo>
                    <a:pt x="45247" y="174"/>
                    <a:pt x="27847" y="24164"/>
                    <a:pt x="25716" y="26986"/>
                  </a:cubicBezTo>
                  <a:lnTo>
                    <a:pt x="25716" y="1938"/>
                  </a:lnTo>
                  <a:lnTo>
                    <a:pt x="149" y="1938"/>
                  </a:lnTo>
                  <a:lnTo>
                    <a:pt x="149" y="160691"/>
                  </a:lnTo>
                  <a:lnTo>
                    <a:pt x="27847" y="160691"/>
                  </a:lnTo>
                  <a:lnTo>
                    <a:pt x="27847" y="74259"/>
                  </a:lnTo>
                  <a:cubicBezTo>
                    <a:pt x="27847" y="50975"/>
                    <a:pt x="36724" y="21694"/>
                    <a:pt x="63712" y="21694"/>
                  </a:cubicBezTo>
                  <a:cubicBezTo>
                    <a:pt x="97801" y="21694"/>
                    <a:pt x="98156" y="46742"/>
                    <a:pt x="98156" y="58031"/>
                  </a:cubicBezTo>
                  <a:lnTo>
                    <a:pt x="98156" y="160691"/>
                  </a:lnTo>
                  <a:lnTo>
                    <a:pt x="125854" y="160691"/>
                  </a:lnTo>
                  <a:lnTo>
                    <a:pt x="125854" y="55561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F0097031-1570-D4C5-7FF0-EB6D74EF10E0}"/>
                </a:ext>
              </a:extLst>
            </p:cNvPr>
            <p:cNvSpPr/>
            <p:nvPr/>
          </p:nvSpPr>
          <p:spPr>
            <a:xfrm>
              <a:off x="8477144" y="7678676"/>
              <a:ext cx="182876" cy="244831"/>
            </a:xfrm>
            <a:custGeom>
              <a:avLst/>
              <a:gdLst>
                <a:gd name="connsiteX0" fmla="*/ 44198 w 182876"/>
                <a:gd name="connsiteY0" fmla="*/ 152 h 244831"/>
                <a:gd name="connsiteX1" fmla="*/ 166 w 182876"/>
                <a:gd name="connsiteY1" fmla="*/ 152 h 244831"/>
                <a:gd name="connsiteX2" fmla="*/ 166 w 182876"/>
                <a:gd name="connsiteY2" fmla="*/ 244983 h 244831"/>
                <a:gd name="connsiteX3" fmla="*/ 27863 w 182876"/>
                <a:gd name="connsiteY3" fmla="*/ 244983 h 244831"/>
                <a:gd name="connsiteX4" fmla="*/ 27863 w 182876"/>
                <a:gd name="connsiteY4" fmla="*/ 25200 h 244831"/>
                <a:gd name="connsiteX5" fmla="*/ 28218 w 182876"/>
                <a:gd name="connsiteY5" fmla="*/ 25200 h 244831"/>
                <a:gd name="connsiteX6" fmla="*/ 52010 w 182876"/>
                <a:gd name="connsiteY6" fmla="*/ 73531 h 244831"/>
                <a:gd name="connsiteX7" fmla="*/ 139009 w 182876"/>
                <a:gd name="connsiteY7" fmla="*/ 244983 h 244831"/>
                <a:gd name="connsiteX8" fmla="*/ 183042 w 182876"/>
                <a:gd name="connsiteY8" fmla="*/ 244983 h 244831"/>
                <a:gd name="connsiteX9" fmla="*/ 183042 w 182876"/>
                <a:gd name="connsiteY9" fmla="*/ 152 h 244831"/>
                <a:gd name="connsiteX10" fmla="*/ 155344 w 182876"/>
                <a:gd name="connsiteY10" fmla="*/ 152 h 244831"/>
                <a:gd name="connsiteX11" fmla="*/ 155344 w 182876"/>
                <a:gd name="connsiteY11" fmla="*/ 219936 h 244831"/>
                <a:gd name="connsiteX12" fmla="*/ 154989 w 182876"/>
                <a:gd name="connsiteY12" fmla="*/ 219936 h 244831"/>
                <a:gd name="connsiteX13" fmla="*/ 131197 w 182876"/>
                <a:gd name="connsiteY13" fmla="*/ 171605 h 244831"/>
                <a:gd name="connsiteX14" fmla="*/ 44198 w 182876"/>
                <a:gd name="connsiteY14" fmla="*/ 152 h 244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2876" h="244831">
                  <a:moveTo>
                    <a:pt x="44198" y="152"/>
                  </a:moveTo>
                  <a:lnTo>
                    <a:pt x="166" y="152"/>
                  </a:lnTo>
                  <a:lnTo>
                    <a:pt x="166" y="244983"/>
                  </a:lnTo>
                  <a:lnTo>
                    <a:pt x="27863" y="244983"/>
                  </a:lnTo>
                  <a:lnTo>
                    <a:pt x="27863" y="25200"/>
                  </a:lnTo>
                  <a:lnTo>
                    <a:pt x="28218" y="25200"/>
                  </a:lnTo>
                  <a:cubicBezTo>
                    <a:pt x="34965" y="39664"/>
                    <a:pt x="49880" y="69650"/>
                    <a:pt x="52010" y="73531"/>
                  </a:cubicBezTo>
                  <a:lnTo>
                    <a:pt x="139009" y="244983"/>
                  </a:lnTo>
                  <a:lnTo>
                    <a:pt x="183042" y="244983"/>
                  </a:lnTo>
                  <a:lnTo>
                    <a:pt x="183042" y="152"/>
                  </a:lnTo>
                  <a:lnTo>
                    <a:pt x="155344" y="152"/>
                  </a:lnTo>
                  <a:lnTo>
                    <a:pt x="155344" y="219936"/>
                  </a:lnTo>
                  <a:lnTo>
                    <a:pt x="154989" y="219936"/>
                  </a:lnTo>
                  <a:cubicBezTo>
                    <a:pt x="148242" y="205472"/>
                    <a:pt x="133328" y="175485"/>
                    <a:pt x="131197" y="171605"/>
                  </a:cubicBezTo>
                  <a:lnTo>
                    <a:pt x="44198" y="152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110CD15D-B9B6-B476-5B1A-90F2E252AAB5}"/>
                </a:ext>
              </a:extLst>
            </p:cNvPr>
            <p:cNvSpPr/>
            <p:nvPr/>
          </p:nvSpPr>
          <p:spPr>
            <a:xfrm>
              <a:off x="8728675" y="7678676"/>
              <a:ext cx="182876" cy="244831"/>
            </a:xfrm>
            <a:custGeom>
              <a:avLst/>
              <a:gdLst>
                <a:gd name="connsiteX0" fmla="*/ 44205 w 182876"/>
                <a:gd name="connsiteY0" fmla="*/ 152 h 244831"/>
                <a:gd name="connsiteX1" fmla="*/ 173 w 182876"/>
                <a:gd name="connsiteY1" fmla="*/ 152 h 244831"/>
                <a:gd name="connsiteX2" fmla="*/ 173 w 182876"/>
                <a:gd name="connsiteY2" fmla="*/ 244983 h 244831"/>
                <a:gd name="connsiteX3" fmla="*/ 27870 w 182876"/>
                <a:gd name="connsiteY3" fmla="*/ 244983 h 244831"/>
                <a:gd name="connsiteX4" fmla="*/ 27870 w 182876"/>
                <a:gd name="connsiteY4" fmla="*/ 25200 h 244831"/>
                <a:gd name="connsiteX5" fmla="*/ 28226 w 182876"/>
                <a:gd name="connsiteY5" fmla="*/ 25200 h 244831"/>
                <a:gd name="connsiteX6" fmla="*/ 52017 w 182876"/>
                <a:gd name="connsiteY6" fmla="*/ 73531 h 244831"/>
                <a:gd name="connsiteX7" fmla="*/ 139017 w 182876"/>
                <a:gd name="connsiteY7" fmla="*/ 244983 h 244831"/>
                <a:gd name="connsiteX8" fmla="*/ 183049 w 182876"/>
                <a:gd name="connsiteY8" fmla="*/ 244983 h 244831"/>
                <a:gd name="connsiteX9" fmla="*/ 183049 w 182876"/>
                <a:gd name="connsiteY9" fmla="*/ 152 h 244831"/>
                <a:gd name="connsiteX10" fmla="*/ 155351 w 182876"/>
                <a:gd name="connsiteY10" fmla="*/ 152 h 244831"/>
                <a:gd name="connsiteX11" fmla="*/ 155351 w 182876"/>
                <a:gd name="connsiteY11" fmla="*/ 219936 h 244831"/>
                <a:gd name="connsiteX12" fmla="*/ 154996 w 182876"/>
                <a:gd name="connsiteY12" fmla="*/ 219936 h 244831"/>
                <a:gd name="connsiteX13" fmla="*/ 131204 w 182876"/>
                <a:gd name="connsiteY13" fmla="*/ 171605 h 244831"/>
                <a:gd name="connsiteX14" fmla="*/ 44205 w 182876"/>
                <a:gd name="connsiteY14" fmla="*/ 152 h 244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2876" h="244831">
                  <a:moveTo>
                    <a:pt x="44205" y="152"/>
                  </a:moveTo>
                  <a:lnTo>
                    <a:pt x="173" y="152"/>
                  </a:lnTo>
                  <a:lnTo>
                    <a:pt x="173" y="244983"/>
                  </a:lnTo>
                  <a:lnTo>
                    <a:pt x="27870" y="244983"/>
                  </a:lnTo>
                  <a:lnTo>
                    <a:pt x="27870" y="25200"/>
                  </a:lnTo>
                  <a:lnTo>
                    <a:pt x="28226" y="25200"/>
                  </a:lnTo>
                  <a:cubicBezTo>
                    <a:pt x="34972" y="39664"/>
                    <a:pt x="49887" y="69650"/>
                    <a:pt x="52017" y="73531"/>
                  </a:cubicBezTo>
                  <a:lnTo>
                    <a:pt x="139017" y="244983"/>
                  </a:lnTo>
                  <a:lnTo>
                    <a:pt x="183049" y="244983"/>
                  </a:lnTo>
                  <a:lnTo>
                    <a:pt x="183049" y="152"/>
                  </a:lnTo>
                  <a:lnTo>
                    <a:pt x="155351" y="152"/>
                  </a:lnTo>
                  <a:lnTo>
                    <a:pt x="155351" y="219936"/>
                  </a:lnTo>
                  <a:lnTo>
                    <a:pt x="154996" y="219936"/>
                  </a:lnTo>
                  <a:cubicBezTo>
                    <a:pt x="148249" y="205472"/>
                    <a:pt x="133335" y="175485"/>
                    <a:pt x="131204" y="171605"/>
                  </a:cubicBezTo>
                  <a:lnTo>
                    <a:pt x="44205" y="152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5C3F76D-DA0D-19B3-1F86-A33816FEFE9E}"/>
                </a:ext>
              </a:extLst>
            </p:cNvPr>
            <p:cNvSpPr/>
            <p:nvPr/>
          </p:nvSpPr>
          <p:spPr>
            <a:xfrm>
              <a:off x="8300852" y="8551133"/>
              <a:ext cx="126060" cy="166513"/>
            </a:xfrm>
            <a:custGeom>
              <a:avLst/>
              <a:gdLst>
                <a:gd name="connsiteX0" fmla="*/ 126221 w 126060"/>
                <a:gd name="connsiteY0" fmla="*/ 60853 h 166513"/>
                <a:gd name="connsiteX1" fmla="*/ 67630 w 126060"/>
                <a:gd name="connsiteY1" fmla="*/ 174 h 166513"/>
                <a:gd name="connsiteX2" fmla="*/ 11879 w 126060"/>
                <a:gd name="connsiteY2" fmla="*/ 15344 h 166513"/>
                <a:gd name="connsiteX3" fmla="*/ 14010 w 126060"/>
                <a:gd name="connsiteY3" fmla="*/ 38628 h 166513"/>
                <a:gd name="connsiteX4" fmla="*/ 67630 w 126060"/>
                <a:gd name="connsiteY4" fmla="*/ 20989 h 166513"/>
                <a:gd name="connsiteX5" fmla="*/ 98524 w 126060"/>
                <a:gd name="connsiteY5" fmla="*/ 61206 h 166513"/>
                <a:gd name="connsiteX6" fmla="*/ 98524 w 126060"/>
                <a:gd name="connsiteY6" fmla="*/ 76375 h 166513"/>
                <a:gd name="connsiteX7" fmla="*/ 161 w 126060"/>
                <a:gd name="connsiteY7" fmla="*/ 122943 h 166513"/>
                <a:gd name="connsiteX8" fmla="*/ 40643 w 126060"/>
                <a:gd name="connsiteY8" fmla="*/ 166688 h 166513"/>
                <a:gd name="connsiteX9" fmla="*/ 99589 w 126060"/>
                <a:gd name="connsiteY9" fmla="*/ 150107 h 166513"/>
                <a:gd name="connsiteX10" fmla="*/ 99589 w 126060"/>
                <a:gd name="connsiteY10" fmla="*/ 162807 h 166513"/>
                <a:gd name="connsiteX11" fmla="*/ 126221 w 126060"/>
                <a:gd name="connsiteY11" fmla="*/ 162807 h 166513"/>
                <a:gd name="connsiteX12" fmla="*/ 126221 w 126060"/>
                <a:gd name="connsiteY12" fmla="*/ 60853 h 166513"/>
                <a:gd name="connsiteX13" fmla="*/ 98524 w 126060"/>
                <a:gd name="connsiteY13" fmla="*/ 116240 h 166513"/>
                <a:gd name="connsiteX14" fmla="*/ 86450 w 126060"/>
                <a:gd name="connsiteY14" fmla="*/ 138465 h 166513"/>
                <a:gd name="connsiteX15" fmla="*/ 58753 w 126060"/>
                <a:gd name="connsiteY15" fmla="*/ 145168 h 166513"/>
                <a:gd name="connsiteX16" fmla="*/ 25728 w 126060"/>
                <a:gd name="connsiteY16" fmla="*/ 122237 h 166513"/>
                <a:gd name="connsiteX17" fmla="*/ 98524 w 126060"/>
                <a:gd name="connsiteY17" fmla="*/ 94367 h 166513"/>
                <a:gd name="connsiteX18" fmla="*/ 98524 w 126060"/>
                <a:gd name="connsiteY18" fmla="*/ 116240 h 166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6060" h="166513">
                  <a:moveTo>
                    <a:pt x="126221" y="60853"/>
                  </a:moveTo>
                  <a:cubicBezTo>
                    <a:pt x="126221" y="24869"/>
                    <a:pt x="100299" y="174"/>
                    <a:pt x="67630" y="174"/>
                  </a:cubicBezTo>
                  <a:cubicBezTo>
                    <a:pt x="44549" y="174"/>
                    <a:pt x="28569" y="5819"/>
                    <a:pt x="11879" y="15344"/>
                  </a:cubicBezTo>
                  <a:lnTo>
                    <a:pt x="14010" y="38628"/>
                  </a:lnTo>
                  <a:cubicBezTo>
                    <a:pt x="32475" y="25575"/>
                    <a:pt x="50230" y="20989"/>
                    <a:pt x="67630" y="20989"/>
                  </a:cubicBezTo>
                  <a:cubicBezTo>
                    <a:pt x="84320" y="20989"/>
                    <a:pt x="98524" y="35100"/>
                    <a:pt x="98524" y="61206"/>
                  </a:cubicBezTo>
                  <a:lnTo>
                    <a:pt x="98524" y="76375"/>
                  </a:lnTo>
                  <a:cubicBezTo>
                    <a:pt x="45259" y="77081"/>
                    <a:pt x="161" y="91898"/>
                    <a:pt x="161" y="122943"/>
                  </a:cubicBezTo>
                  <a:cubicBezTo>
                    <a:pt x="161" y="138112"/>
                    <a:pt x="9749" y="166688"/>
                    <a:pt x="40643" y="166688"/>
                  </a:cubicBezTo>
                  <a:cubicBezTo>
                    <a:pt x="45614" y="166688"/>
                    <a:pt x="78993" y="165982"/>
                    <a:pt x="99589" y="150107"/>
                  </a:cubicBezTo>
                  <a:lnTo>
                    <a:pt x="99589" y="162807"/>
                  </a:lnTo>
                  <a:lnTo>
                    <a:pt x="126221" y="162807"/>
                  </a:lnTo>
                  <a:lnTo>
                    <a:pt x="126221" y="60853"/>
                  </a:lnTo>
                  <a:close/>
                  <a:moveTo>
                    <a:pt x="98524" y="116240"/>
                  </a:moveTo>
                  <a:cubicBezTo>
                    <a:pt x="98524" y="122943"/>
                    <a:pt x="98524" y="131762"/>
                    <a:pt x="86450" y="138465"/>
                  </a:cubicBezTo>
                  <a:cubicBezTo>
                    <a:pt x="76152" y="144815"/>
                    <a:pt x="62659" y="145168"/>
                    <a:pt x="58753" y="145168"/>
                  </a:cubicBezTo>
                  <a:cubicBezTo>
                    <a:pt x="41708" y="145168"/>
                    <a:pt x="25728" y="137054"/>
                    <a:pt x="25728" y="122237"/>
                  </a:cubicBezTo>
                  <a:cubicBezTo>
                    <a:pt x="25728" y="97542"/>
                    <a:pt x="83254" y="95073"/>
                    <a:pt x="98524" y="94367"/>
                  </a:cubicBezTo>
                  <a:lnTo>
                    <a:pt x="98524" y="116240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514F141-933B-052F-2E09-6D62238F9CF1}"/>
                </a:ext>
              </a:extLst>
            </p:cNvPr>
            <p:cNvSpPr/>
            <p:nvPr/>
          </p:nvSpPr>
          <p:spPr>
            <a:xfrm>
              <a:off x="8475127" y="8553250"/>
              <a:ext cx="86999" cy="160516"/>
            </a:xfrm>
            <a:custGeom>
              <a:avLst/>
              <a:gdLst>
                <a:gd name="connsiteX0" fmla="*/ 26798 w 86999"/>
                <a:gd name="connsiteY0" fmla="*/ 85195 h 160516"/>
                <a:gd name="connsiteX1" fmla="*/ 87165 w 86999"/>
                <a:gd name="connsiteY1" fmla="*/ 23811 h 160516"/>
                <a:gd name="connsiteX2" fmla="*/ 87165 w 86999"/>
                <a:gd name="connsiteY2" fmla="*/ 174 h 160516"/>
                <a:gd name="connsiteX3" fmla="*/ 25023 w 86999"/>
                <a:gd name="connsiteY3" fmla="*/ 34041 h 160516"/>
                <a:gd name="connsiteX4" fmla="*/ 25023 w 86999"/>
                <a:gd name="connsiteY4" fmla="*/ 1938 h 160516"/>
                <a:gd name="connsiteX5" fmla="*/ 166 w 86999"/>
                <a:gd name="connsiteY5" fmla="*/ 1938 h 160516"/>
                <a:gd name="connsiteX6" fmla="*/ 166 w 86999"/>
                <a:gd name="connsiteY6" fmla="*/ 160691 h 160516"/>
                <a:gd name="connsiteX7" fmla="*/ 26798 w 86999"/>
                <a:gd name="connsiteY7" fmla="*/ 160691 h 160516"/>
                <a:gd name="connsiteX8" fmla="*/ 26798 w 86999"/>
                <a:gd name="connsiteY8" fmla="*/ 85195 h 160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6999" h="160516">
                  <a:moveTo>
                    <a:pt x="26798" y="85195"/>
                  </a:moveTo>
                  <a:cubicBezTo>
                    <a:pt x="26798" y="49917"/>
                    <a:pt x="52365" y="24516"/>
                    <a:pt x="87165" y="23811"/>
                  </a:cubicBezTo>
                  <a:lnTo>
                    <a:pt x="87165" y="174"/>
                  </a:lnTo>
                  <a:cubicBezTo>
                    <a:pt x="55561" y="527"/>
                    <a:pt x="36031" y="17813"/>
                    <a:pt x="25023" y="34041"/>
                  </a:cubicBezTo>
                  <a:lnTo>
                    <a:pt x="25023" y="1938"/>
                  </a:lnTo>
                  <a:lnTo>
                    <a:pt x="166" y="1938"/>
                  </a:lnTo>
                  <a:lnTo>
                    <a:pt x="166" y="160691"/>
                  </a:lnTo>
                  <a:lnTo>
                    <a:pt x="26798" y="160691"/>
                  </a:lnTo>
                  <a:lnTo>
                    <a:pt x="26798" y="85195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0F2B78FC-0015-1522-080C-A83448D0ABB0}"/>
                </a:ext>
              </a:extLst>
            </p:cNvPr>
            <p:cNvSpPr/>
            <p:nvPr/>
          </p:nvSpPr>
          <p:spPr>
            <a:xfrm>
              <a:off x="8596453" y="8553250"/>
              <a:ext cx="86999" cy="160516"/>
            </a:xfrm>
            <a:custGeom>
              <a:avLst/>
              <a:gdLst>
                <a:gd name="connsiteX0" fmla="*/ 26802 w 86999"/>
                <a:gd name="connsiteY0" fmla="*/ 85195 h 160516"/>
                <a:gd name="connsiteX1" fmla="*/ 87168 w 86999"/>
                <a:gd name="connsiteY1" fmla="*/ 23811 h 160516"/>
                <a:gd name="connsiteX2" fmla="*/ 87168 w 86999"/>
                <a:gd name="connsiteY2" fmla="*/ 174 h 160516"/>
                <a:gd name="connsiteX3" fmla="*/ 25026 w 86999"/>
                <a:gd name="connsiteY3" fmla="*/ 34041 h 160516"/>
                <a:gd name="connsiteX4" fmla="*/ 25026 w 86999"/>
                <a:gd name="connsiteY4" fmla="*/ 1938 h 160516"/>
                <a:gd name="connsiteX5" fmla="*/ 169 w 86999"/>
                <a:gd name="connsiteY5" fmla="*/ 1938 h 160516"/>
                <a:gd name="connsiteX6" fmla="*/ 169 w 86999"/>
                <a:gd name="connsiteY6" fmla="*/ 160691 h 160516"/>
                <a:gd name="connsiteX7" fmla="*/ 26802 w 86999"/>
                <a:gd name="connsiteY7" fmla="*/ 160691 h 160516"/>
                <a:gd name="connsiteX8" fmla="*/ 26802 w 86999"/>
                <a:gd name="connsiteY8" fmla="*/ 85195 h 160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6999" h="160516">
                  <a:moveTo>
                    <a:pt x="26802" y="85195"/>
                  </a:moveTo>
                  <a:cubicBezTo>
                    <a:pt x="26802" y="49917"/>
                    <a:pt x="52369" y="24516"/>
                    <a:pt x="87168" y="23811"/>
                  </a:cubicBezTo>
                  <a:lnTo>
                    <a:pt x="87168" y="174"/>
                  </a:lnTo>
                  <a:cubicBezTo>
                    <a:pt x="55565" y="527"/>
                    <a:pt x="36034" y="17813"/>
                    <a:pt x="25026" y="34041"/>
                  </a:cubicBezTo>
                  <a:lnTo>
                    <a:pt x="25026" y="1938"/>
                  </a:lnTo>
                  <a:lnTo>
                    <a:pt x="169" y="1938"/>
                  </a:lnTo>
                  <a:lnTo>
                    <a:pt x="169" y="160691"/>
                  </a:lnTo>
                  <a:lnTo>
                    <a:pt x="26802" y="160691"/>
                  </a:lnTo>
                  <a:lnTo>
                    <a:pt x="26802" y="85195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91754709-8719-3219-2B41-4CD4461B7EFE}"/>
                </a:ext>
              </a:extLst>
            </p:cNvPr>
            <p:cNvSpPr/>
            <p:nvPr/>
          </p:nvSpPr>
          <p:spPr>
            <a:xfrm>
              <a:off x="8699315" y="8551133"/>
              <a:ext cx="155888" cy="166513"/>
            </a:xfrm>
            <a:custGeom>
              <a:avLst/>
              <a:gdLst>
                <a:gd name="connsiteX0" fmla="*/ 156061 w 155888"/>
                <a:gd name="connsiteY0" fmla="*/ 85195 h 166513"/>
                <a:gd name="connsiteX1" fmla="*/ 78294 w 155888"/>
                <a:gd name="connsiteY1" fmla="*/ 174 h 166513"/>
                <a:gd name="connsiteX2" fmla="*/ 173 w 155888"/>
                <a:gd name="connsiteY2" fmla="*/ 85195 h 166513"/>
                <a:gd name="connsiteX3" fmla="*/ 77939 w 155888"/>
                <a:gd name="connsiteY3" fmla="*/ 166688 h 166513"/>
                <a:gd name="connsiteX4" fmla="*/ 156061 w 155888"/>
                <a:gd name="connsiteY4" fmla="*/ 85195 h 166513"/>
                <a:gd name="connsiteX5" fmla="*/ 77939 w 155888"/>
                <a:gd name="connsiteY5" fmla="*/ 144110 h 166513"/>
                <a:gd name="connsiteX6" fmla="*/ 27870 w 155888"/>
                <a:gd name="connsiteY6" fmla="*/ 81667 h 166513"/>
                <a:gd name="connsiteX7" fmla="*/ 77939 w 155888"/>
                <a:gd name="connsiteY7" fmla="*/ 21694 h 166513"/>
                <a:gd name="connsiteX8" fmla="*/ 128363 w 155888"/>
                <a:gd name="connsiteY8" fmla="*/ 81667 h 166513"/>
                <a:gd name="connsiteX9" fmla="*/ 77939 w 155888"/>
                <a:gd name="connsiteY9" fmla="*/ 144110 h 166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5888" h="166513">
                  <a:moveTo>
                    <a:pt x="156061" y="85195"/>
                  </a:moveTo>
                  <a:cubicBezTo>
                    <a:pt x="156061" y="37922"/>
                    <a:pt x="120551" y="174"/>
                    <a:pt x="78294" y="174"/>
                  </a:cubicBezTo>
                  <a:cubicBezTo>
                    <a:pt x="34617" y="174"/>
                    <a:pt x="173" y="38980"/>
                    <a:pt x="173" y="85195"/>
                  </a:cubicBezTo>
                  <a:cubicBezTo>
                    <a:pt x="173" y="131762"/>
                    <a:pt x="36393" y="166688"/>
                    <a:pt x="77939" y="166688"/>
                  </a:cubicBezTo>
                  <a:cubicBezTo>
                    <a:pt x="120551" y="166688"/>
                    <a:pt x="156061" y="131057"/>
                    <a:pt x="156061" y="85195"/>
                  </a:cubicBezTo>
                  <a:close/>
                  <a:moveTo>
                    <a:pt x="77939" y="144110"/>
                  </a:moveTo>
                  <a:cubicBezTo>
                    <a:pt x="53437" y="144110"/>
                    <a:pt x="27870" y="124354"/>
                    <a:pt x="27870" y="81667"/>
                  </a:cubicBezTo>
                  <a:cubicBezTo>
                    <a:pt x="27870" y="38980"/>
                    <a:pt x="54858" y="21694"/>
                    <a:pt x="77939" y="21694"/>
                  </a:cubicBezTo>
                  <a:cubicBezTo>
                    <a:pt x="102796" y="21694"/>
                    <a:pt x="128363" y="40039"/>
                    <a:pt x="128363" y="81667"/>
                  </a:cubicBezTo>
                  <a:cubicBezTo>
                    <a:pt x="128363" y="123296"/>
                    <a:pt x="104217" y="144110"/>
                    <a:pt x="77939" y="144110"/>
                  </a:cubicBez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221D4F69-7EC7-DFB8-7CE0-3126541CEA1B}"/>
                </a:ext>
              </a:extLst>
            </p:cNvPr>
            <p:cNvSpPr/>
            <p:nvPr/>
          </p:nvSpPr>
          <p:spPr>
            <a:xfrm>
              <a:off x="8861319" y="8557130"/>
              <a:ext cx="232234" cy="156635"/>
            </a:xfrm>
            <a:custGeom>
              <a:avLst/>
              <a:gdLst>
                <a:gd name="connsiteX0" fmla="*/ 232412 w 232234"/>
                <a:gd name="connsiteY0" fmla="*/ 174 h 156635"/>
                <a:gd name="connsiteX1" fmla="*/ 206490 w 232234"/>
                <a:gd name="connsiteY1" fmla="*/ 174 h 156635"/>
                <a:gd name="connsiteX2" fmla="*/ 183764 w 232234"/>
                <a:gd name="connsiteY2" fmla="*/ 74964 h 156635"/>
                <a:gd name="connsiteX3" fmla="*/ 167429 w 232234"/>
                <a:gd name="connsiteY3" fmla="*/ 137760 h 156635"/>
                <a:gd name="connsiteX4" fmla="*/ 167074 w 232234"/>
                <a:gd name="connsiteY4" fmla="*/ 137760 h 156635"/>
                <a:gd name="connsiteX5" fmla="*/ 150739 w 232234"/>
                <a:gd name="connsiteY5" fmla="*/ 75317 h 156635"/>
                <a:gd name="connsiteX6" fmla="*/ 127658 w 232234"/>
                <a:gd name="connsiteY6" fmla="*/ 174 h 156635"/>
                <a:gd name="connsiteX7" fmla="*/ 102801 w 232234"/>
                <a:gd name="connsiteY7" fmla="*/ 174 h 156635"/>
                <a:gd name="connsiteX8" fmla="*/ 82560 w 232234"/>
                <a:gd name="connsiteY8" fmla="*/ 66498 h 156635"/>
                <a:gd name="connsiteX9" fmla="*/ 65160 w 232234"/>
                <a:gd name="connsiteY9" fmla="*/ 137407 h 156635"/>
                <a:gd name="connsiteX10" fmla="*/ 64805 w 232234"/>
                <a:gd name="connsiteY10" fmla="*/ 137407 h 156635"/>
                <a:gd name="connsiteX11" fmla="*/ 45630 w 232234"/>
                <a:gd name="connsiteY11" fmla="*/ 61206 h 156635"/>
                <a:gd name="connsiteX12" fmla="*/ 27165 w 232234"/>
                <a:gd name="connsiteY12" fmla="*/ 174 h 156635"/>
                <a:gd name="connsiteX13" fmla="*/ 177 w 232234"/>
                <a:gd name="connsiteY13" fmla="*/ 174 h 156635"/>
                <a:gd name="connsiteX14" fmla="*/ 48826 w 232234"/>
                <a:gd name="connsiteY14" fmla="*/ 156810 h 156635"/>
                <a:gd name="connsiteX15" fmla="*/ 76879 w 232234"/>
                <a:gd name="connsiteY15" fmla="*/ 156810 h 156635"/>
                <a:gd name="connsiteX16" fmla="*/ 98895 w 232234"/>
                <a:gd name="connsiteY16" fmla="*/ 84137 h 156635"/>
                <a:gd name="connsiteX17" fmla="*/ 114874 w 232234"/>
                <a:gd name="connsiteY17" fmla="*/ 19930 h 156635"/>
                <a:gd name="connsiteX18" fmla="*/ 115229 w 232234"/>
                <a:gd name="connsiteY18" fmla="*/ 19930 h 156635"/>
                <a:gd name="connsiteX19" fmla="*/ 126593 w 232234"/>
                <a:gd name="connsiteY19" fmla="*/ 69320 h 156635"/>
                <a:gd name="connsiteX20" fmla="*/ 152515 w 232234"/>
                <a:gd name="connsiteY20" fmla="*/ 156810 h 156635"/>
                <a:gd name="connsiteX21" fmla="*/ 183764 w 232234"/>
                <a:gd name="connsiteY21" fmla="*/ 156810 h 156635"/>
                <a:gd name="connsiteX22" fmla="*/ 232412 w 232234"/>
                <a:gd name="connsiteY22" fmla="*/ 174 h 15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234" h="156635">
                  <a:moveTo>
                    <a:pt x="232412" y="174"/>
                  </a:moveTo>
                  <a:lnTo>
                    <a:pt x="206490" y="174"/>
                  </a:lnTo>
                  <a:lnTo>
                    <a:pt x="183764" y="74964"/>
                  </a:lnTo>
                  <a:cubicBezTo>
                    <a:pt x="179857" y="87665"/>
                    <a:pt x="169204" y="122590"/>
                    <a:pt x="167429" y="137760"/>
                  </a:cubicBezTo>
                  <a:lnTo>
                    <a:pt x="167074" y="137760"/>
                  </a:lnTo>
                  <a:cubicBezTo>
                    <a:pt x="165653" y="126823"/>
                    <a:pt x="156776" y="95426"/>
                    <a:pt x="150739" y="75317"/>
                  </a:cubicBezTo>
                  <a:lnTo>
                    <a:pt x="127658" y="174"/>
                  </a:lnTo>
                  <a:lnTo>
                    <a:pt x="102801" y="174"/>
                  </a:lnTo>
                  <a:lnTo>
                    <a:pt x="82560" y="66498"/>
                  </a:lnTo>
                  <a:cubicBezTo>
                    <a:pt x="78654" y="78845"/>
                    <a:pt x="66581" y="119415"/>
                    <a:pt x="65160" y="137407"/>
                  </a:cubicBezTo>
                  <a:lnTo>
                    <a:pt x="64805" y="137407"/>
                  </a:lnTo>
                  <a:cubicBezTo>
                    <a:pt x="63030" y="120473"/>
                    <a:pt x="51311" y="80609"/>
                    <a:pt x="45630" y="61206"/>
                  </a:cubicBezTo>
                  <a:lnTo>
                    <a:pt x="27165" y="174"/>
                  </a:lnTo>
                  <a:lnTo>
                    <a:pt x="177" y="174"/>
                  </a:lnTo>
                  <a:lnTo>
                    <a:pt x="48826" y="156810"/>
                  </a:lnTo>
                  <a:lnTo>
                    <a:pt x="76879" y="156810"/>
                  </a:lnTo>
                  <a:cubicBezTo>
                    <a:pt x="78654" y="151165"/>
                    <a:pt x="91083" y="111654"/>
                    <a:pt x="98895" y="84137"/>
                  </a:cubicBezTo>
                  <a:cubicBezTo>
                    <a:pt x="103866" y="67909"/>
                    <a:pt x="113809" y="32983"/>
                    <a:pt x="114874" y="19930"/>
                  </a:cubicBezTo>
                  <a:lnTo>
                    <a:pt x="115229" y="19930"/>
                  </a:lnTo>
                  <a:cubicBezTo>
                    <a:pt x="115940" y="29808"/>
                    <a:pt x="121976" y="54150"/>
                    <a:pt x="126593" y="69320"/>
                  </a:cubicBezTo>
                  <a:lnTo>
                    <a:pt x="152515" y="156810"/>
                  </a:lnTo>
                  <a:lnTo>
                    <a:pt x="183764" y="156810"/>
                  </a:lnTo>
                  <a:lnTo>
                    <a:pt x="232412" y="174"/>
                  </a:lnTo>
                  <a:close/>
                </a:path>
              </a:pathLst>
            </a:custGeom>
            <a:solidFill>
              <a:srgbClr val="000000"/>
            </a:solidFill>
            <a:ln w="356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074202D-52C7-D299-F267-63BD57499936}"/>
                </a:ext>
              </a:extLst>
            </p:cNvPr>
            <p:cNvSpPr/>
            <p:nvPr/>
          </p:nvSpPr>
          <p:spPr>
            <a:xfrm>
              <a:off x="5600709" y="4896602"/>
              <a:ext cx="738758" cy="352722"/>
            </a:xfrm>
            <a:custGeom>
              <a:avLst/>
              <a:gdLst>
                <a:gd name="connsiteX0" fmla="*/ 738758 w 738758"/>
                <a:gd name="connsiteY0" fmla="*/ 0 h 352722"/>
                <a:gd name="connsiteX1" fmla="*/ 0 w 738758"/>
                <a:gd name="connsiteY1" fmla="*/ 352722 h 35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38758" h="352722">
                  <a:moveTo>
                    <a:pt x="738758" y="0"/>
                  </a:moveTo>
                  <a:lnTo>
                    <a:pt x="0" y="352722"/>
                  </a:lnTo>
                </a:path>
              </a:pathLst>
            </a:custGeom>
            <a:noFill/>
            <a:ln w="141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86E6F973-5762-7FF8-7111-0916C25AB6E9}"/>
                </a:ext>
              </a:extLst>
            </p:cNvPr>
            <p:cNvSpPr/>
            <p:nvPr/>
          </p:nvSpPr>
          <p:spPr>
            <a:xfrm>
              <a:off x="5600709" y="5686839"/>
              <a:ext cx="35643" cy="352721"/>
            </a:xfrm>
            <a:custGeom>
              <a:avLst/>
              <a:gdLst>
                <a:gd name="connsiteX0" fmla="*/ 0 w 35643"/>
                <a:gd name="connsiteY0" fmla="*/ 0 h 352721"/>
                <a:gd name="connsiteX1" fmla="*/ 0 w 35643"/>
                <a:gd name="connsiteY1" fmla="*/ 352721 h 35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643" h="352721">
                  <a:moveTo>
                    <a:pt x="0" y="0"/>
                  </a:moveTo>
                  <a:lnTo>
                    <a:pt x="0" y="352721"/>
                  </a:lnTo>
                </a:path>
              </a:pathLst>
            </a:custGeom>
            <a:noFill/>
            <a:ln w="141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B7447AAF-C000-CE54-8E86-DF6AE74A7EFC}"/>
                </a:ext>
              </a:extLst>
            </p:cNvPr>
            <p:cNvSpPr/>
            <p:nvPr/>
          </p:nvSpPr>
          <p:spPr>
            <a:xfrm>
              <a:off x="5600709" y="6477076"/>
              <a:ext cx="35643" cy="352721"/>
            </a:xfrm>
            <a:custGeom>
              <a:avLst/>
              <a:gdLst>
                <a:gd name="connsiteX0" fmla="*/ 0 w 35643"/>
                <a:gd name="connsiteY0" fmla="*/ 0 h 352721"/>
                <a:gd name="connsiteX1" fmla="*/ 0 w 35643"/>
                <a:gd name="connsiteY1" fmla="*/ 352721 h 35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643" h="352721">
                  <a:moveTo>
                    <a:pt x="0" y="0"/>
                  </a:moveTo>
                  <a:lnTo>
                    <a:pt x="0" y="352721"/>
                  </a:lnTo>
                </a:path>
              </a:pathLst>
            </a:custGeom>
            <a:noFill/>
            <a:ln w="141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DE41831-8B6C-6A98-179D-55560E6D3DFB}"/>
                </a:ext>
              </a:extLst>
            </p:cNvPr>
            <p:cNvSpPr/>
            <p:nvPr/>
          </p:nvSpPr>
          <p:spPr>
            <a:xfrm>
              <a:off x="6339468" y="4896602"/>
              <a:ext cx="738758" cy="352722"/>
            </a:xfrm>
            <a:custGeom>
              <a:avLst/>
              <a:gdLst>
                <a:gd name="connsiteX0" fmla="*/ 0 w 738758"/>
                <a:gd name="connsiteY0" fmla="*/ 0 h 352722"/>
                <a:gd name="connsiteX1" fmla="*/ 738758 w 738758"/>
                <a:gd name="connsiteY1" fmla="*/ 352722 h 35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38758" h="352722">
                  <a:moveTo>
                    <a:pt x="0" y="0"/>
                  </a:moveTo>
                  <a:lnTo>
                    <a:pt x="738758" y="352722"/>
                  </a:lnTo>
                </a:path>
              </a:pathLst>
            </a:custGeom>
            <a:noFill/>
            <a:ln w="141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0DEEC3F5-AA38-F4B4-D765-AE0504D0EEA0}"/>
                </a:ext>
              </a:extLst>
            </p:cNvPr>
            <p:cNvSpPr/>
            <p:nvPr/>
          </p:nvSpPr>
          <p:spPr>
            <a:xfrm>
              <a:off x="6462687" y="5686839"/>
              <a:ext cx="615538" cy="352721"/>
            </a:xfrm>
            <a:custGeom>
              <a:avLst/>
              <a:gdLst>
                <a:gd name="connsiteX0" fmla="*/ 615539 w 615538"/>
                <a:gd name="connsiteY0" fmla="*/ 0 h 352721"/>
                <a:gd name="connsiteX1" fmla="*/ 0 w 615538"/>
                <a:gd name="connsiteY1" fmla="*/ 352721 h 35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5538" h="352721">
                  <a:moveTo>
                    <a:pt x="615539" y="0"/>
                  </a:moveTo>
                  <a:lnTo>
                    <a:pt x="0" y="352721"/>
                  </a:lnTo>
                </a:path>
              </a:pathLst>
            </a:custGeom>
            <a:noFill/>
            <a:ln w="141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90B82F76-634F-E4CA-05AE-4EF2CB90C358}"/>
                </a:ext>
              </a:extLst>
            </p:cNvPr>
            <p:cNvSpPr/>
            <p:nvPr/>
          </p:nvSpPr>
          <p:spPr>
            <a:xfrm>
              <a:off x="6462687" y="6477076"/>
              <a:ext cx="35643" cy="352721"/>
            </a:xfrm>
            <a:custGeom>
              <a:avLst/>
              <a:gdLst>
                <a:gd name="connsiteX0" fmla="*/ 0 w 35643"/>
                <a:gd name="connsiteY0" fmla="*/ 0 h 352721"/>
                <a:gd name="connsiteX1" fmla="*/ 0 w 35643"/>
                <a:gd name="connsiteY1" fmla="*/ 352721 h 35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643" h="352721">
                  <a:moveTo>
                    <a:pt x="0" y="0"/>
                  </a:moveTo>
                  <a:lnTo>
                    <a:pt x="0" y="352721"/>
                  </a:lnTo>
                </a:path>
              </a:pathLst>
            </a:custGeom>
            <a:noFill/>
            <a:ln w="141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0E3C9382-726F-2912-D9DF-A26CD06986EE}"/>
                </a:ext>
              </a:extLst>
            </p:cNvPr>
            <p:cNvSpPr/>
            <p:nvPr/>
          </p:nvSpPr>
          <p:spPr>
            <a:xfrm>
              <a:off x="7078226" y="5686839"/>
              <a:ext cx="615541" cy="352721"/>
            </a:xfrm>
            <a:custGeom>
              <a:avLst/>
              <a:gdLst>
                <a:gd name="connsiteX0" fmla="*/ 0 w 615541"/>
                <a:gd name="connsiteY0" fmla="*/ 0 h 352721"/>
                <a:gd name="connsiteX1" fmla="*/ 615542 w 615541"/>
                <a:gd name="connsiteY1" fmla="*/ 352721 h 35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5541" h="352721">
                  <a:moveTo>
                    <a:pt x="0" y="0"/>
                  </a:moveTo>
                  <a:lnTo>
                    <a:pt x="615542" y="352721"/>
                  </a:lnTo>
                </a:path>
              </a:pathLst>
            </a:custGeom>
            <a:noFill/>
            <a:ln w="141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12F0E4A9-3BEE-5E04-999C-66370C6ACD56}"/>
                </a:ext>
              </a:extLst>
            </p:cNvPr>
            <p:cNvSpPr/>
            <p:nvPr/>
          </p:nvSpPr>
          <p:spPr>
            <a:xfrm>
              <a:off x="7111641" y="6477076"/>
              <a:ext cx="582126" cy="352721"/>
            </a:xfrm>
            <a:custGeom>
              <a:avLst/>
              <a:gdLst>
                <a:gd name="connsiteX0" fmla="*/ 582126 w 582126"/>
                <a:gd name="connsiteY0" fmla="*/ 0 h 352721"/>
                <a:gd name="connsiteX1" fmla="*/ 0 w 582126"/>
                <a:gd name="connsiteY1" fmla="*/ 352721 h 35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82126" h="352721">
                  <a:moveTo>
                    <a:pt x="582126" y="0"/>
                  </a:moveTo>
                  <a:lnTo>
                    <a:pt x="0" y="352721"/>
                  </a:lnTo>
                </a:path>
              </a:pathLst>
            </a:custGeom>
            <a:noFill/>
            <a:ln w="141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AD56BCC-8D5F-8DA1-ACFE-25B67223B9FE}"/>
                </a:ext>
              </a:extLst>
            </p:cNvPr>
            <p:cNvSpPr/>
            <p:nvPr/>
          </p:nvSpPr>
          <p:spPr>
            <a:xfrm>
              <a:off x="7111641" y="7267313"/>
              <a:ext cx="35643" cy="352859"/>
            </a:xfrm>
            <a:custGeom>
              <a:avLst/>
              <a:gdLst>
                <a:gd name="connsiteX0" fmla="*/ 0 w 35643"/>
                <a:gd name="connsiteY0" fmla="*/ 0 h 352859"/>
                <a:gd name="connsiteX1" fmla="*/ 0 w 35643"/>
                <a:gd name="connsiteY1" fmla="*/ 352859 h 352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643" h="352859">
                  <a:moveTo>
                    <a:pt x="0" y="0"/>
                  </a:moveTo>
                  <a:lnTo>
                    <a:pt x="0" y="352859"/>
                  </a:lnTo>
                </a:path>
              </a:pathLst>
            </a:custGeom>
            <a:noFill/>
            <a:ln w="141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3DF71E05-1193-21B9-B902-81AD6F0CAFE6}"/>
                </a:ext>
              </a:extLst>
            </p:cNvPr>
            <p:cNvSpPr/>
            <p:nvPr/>
          </p:nvSpPr>
          <p:spPr>
            <a:xfrm>
              <a:off x="7693767" y="6477076"/>
              <a:ext cx="582122" cy="352721"/>
            </a:xfrm>
            <a:custGeom>
              <a:avLst/>
              <a:gdLst>
                <a:gd name="connsiteX0" fmla="*/ 0 w 582122"/>
                <a:gd name="connsiteY0" fmla="*/ 0 h 352721"/>
                <a:gd name="connsiteX1" fmla="*/ 582123 w 582122"/>
                <a:gd name="connsiteY1" fmla="*/ 352721 h 35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82122" h="352721">
                  <a:moveTo>
                    <a:pt x="0" y="0"/>
                  </a:moveTo>
                  <a:lnTo>
                    <a:pt x="582123" y="352721"/>
                  </a:lnTo>
                </a:path>
              </a:pathLst>
            </a:custGeom>
            <a:noFill/>
            <a:ln w="141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C7B01AC9-2A84-9F1A-3636-E82322A8EAFE}"/>
                </a:ext>
              </a:extLst>
            </p:cNvPr>
            <p:cNvSpPr/>
            <p:nvPr/>
          </p:nvSpPr>
          <p:spPr>
            <a:xfrm>
              <a:off x="7857223" y="7267313"/>
              <a:ext cx="418667" cy="352859"/>
            </a:xfrm>
            <a:custGeom>
              <a:avLst/>
              <a:gdLst>
                <a:gd name="connsiteX0" fmla="*/ 418667 w 418667"/>
                <a:gd name="connsiteY0" fmla="*/ 0 h 352859"/>
                <a:gd name="connsiteX1" fmla="*/ 0 w 418667"/>
                <a:gd name="connsiteY1" fmla="*/ 352859 h 352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8667" h="352859">
                  <a:moveTo>
                    <a:pt x="418667" y="0"/>
                  </a:moveTo>
                  <a:lnTo>
                    <a:pt x="0" y="352859"/>
                  </a:lnTo>
                </a:path>
              </a:pathLst>
            </a:custGeom>
            <a:noFill/>
            <a:ln w="141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94F8D89E-18BE-2F82-E6FB-4621EB140A0A}"/>
                </a:ext>
              </a:extLst>
            </p:cNvPr>
            <p:cNvSpPr/>
            <p:nvPr/>
          </p:nvSpPr>
          <p:spPr>
            <a:xfrm>
              <a:off x="7857223" y="8057550"/>
              <a:ext cx="35643" cy="352873"/>
            </a:xfrm>
            <a:custGeom>
              <a:avLst/>
              <a:gdLst>
                <a:gd name="connsiteX0" fmla="*/ 0 w 35643"/>
                <a:gd name="connsiteY0" fmla="*/ 0 h 352873"/>
                <a:gd name="connsiteX1" fmla="*/ 0 w 35643"/>
                <a:gd name="connsiteY1" fmla="*/ 352873 h 352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643" h="352873">
                  <a:moveTo>
                    <a:pt x="0" y="0"/>
                  </a:moveTo>
                  <a:lnTo>
                    <a:pt x="0" y="352873"/>
                  </a:lnTo>
                </a:path>
              </a:pathLst>
            </a:custGeom>
            <a:noFill/>
            <a:ln w="141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9D6425D8-AB4D-389A-919D-9A841A997E1E}"/>
                </a:ext>
              </a:extLst>
            </p:cNvPr>
            <p:cNvSpPr/>
            <p:nvPr/>
          </p:nvSpPr>
          <p:spPr>
            <a:xfrm>
              <a:off x="8275890" y="7267313"/>
              <a:ext cx="418667" cy="352859"/>
            </a:xfrm>
            <a:custGeom>
              <a:avLst/>
              <a:gdLst>
                <a:gd name="connsiteX0" fmla="*/ 0 w 418667"/>
                <a:gd name="connsiteY0" fmla="*/ 0 h 352859"/>
                <a:gd name="connsiteX1" fmla="*/ 418668 w 418667"/>
                <a:gd name="connsiteY1" fmla="*/ 352859 h 352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8667" h="352859">
                  <a:moveTo>
                    <a:pt x="0" y="0"/>
                  </a:moveTo>
                  <a:lnTo>
                    <a:pt x="418668" y="352859"/>
                  </a:lnTo>
                </a:path>
              </a:pathLst>
            </a:custGeom>
            <a:noFill/>
            <a:ln w="141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F1E4E55-ED33-BC33-3AAF-7A2AEE20B596}"/>
                </a:ext>
              </a:extLst>
            </p:cNvPr>
            <p:cNvSpPr/>
            <p:nvPr/>
          </p:nvSpPr>
          <p:spPr>
            <a:xfrm>
              <a:off x="8694558" y="8057550"/>
              <a:ext cx="35643" cy="352873"/>
            </a:xfrm>
            <a:custGeom>
              <a:avLst/>
              <a:gdLst>
                <a:gd name="connsiteX0" fmla="*/ 0 w 35643"/>
                <a:gd name="connsiteY0" fmla="*/ 0 h 352873"/>
                <a:gd name="connsiteX1" fmla="*/ 0 w 35643"/>
                <a:gd name="connsiteY1" fmla="*/ 352873 h 352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643" h="352873">
                  <a:moveTo>
                    <a:pt x="0" y="0"/>
                  </a:moveTo>
                  <a:lnTo>
                    <a:pt x="0" y="352873"/>
                  </a:lnTo>
                </a:path>
              </a:pathLst>
            </a:custGeom>
            <a:noFill/>
            <a:ln w="141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</p:grpSp>
      <p:grpSp>
        <p:nvGrpSpPr>
          <p:cNvPr id="8" name="Group 7" descr="\documentclass{article}&#10;\usepackage{amsmath,amssymb}&#10;\pagestyle{empty}&#10;\usepackage[linguistics]{forest}&#10;\begin{document}&#10;&#10;\newcommand{\score}{\textrm{score}}&#10;\newcommand{\classify}{\textrm{classify}}&#10;\newcommand{\bx}{\mathbf{x}}&#10;&#10;\begin{forest} for tree={inner sep=0pt,l=5pt,l sep=10pt}&#10;             [ \textsf{S}&#10;                [ \textsf{NP}&#10;                    [ \textsf{ADJ} [\textsf{fruit}] ] &#10;                    [ \textsf{NN} [\textsf{flies}] ]&#10;                ]&#10;                    [ \textsf{VP} &#10;                          [\textsf{VBP} [\textsf{like}] ]&#10;                          [\textsf{NP} &#10;                                [\textsf{DT} [\textsf{a}] ]&#10;                                [\textsf{NN} [\textsf{banana}] ]&#10;                          ]&#10;                    ]&#10;             ]&#10;\end{forest}&#10;&#10;\end{document}" title="IguanaTex Vector Display">
            <a:extLst>
              <a:ext uri="{FF2B5EF4-FFF2-40B4-BE49-F238E27FC236}">
                <a16:creationId xmlns:a16="http://schemas.microsoft.com/office/drawing/2014/main" id="{099073A9-B07B-150E-6F44-D585A24C76A7}"/>
              </a:ext>
            </a:extLst>
          </p:cNvPr>
          <p:cNvGrpSpPr>
            <a:grpSpLocks noChangeAspect="1"/>
          </p:cNvGrpSpPr>
          <p:nvPr/>
        </p:nvGrpSpPr>
        <p:grpSpPr>
          <a:xfrm>
            <a:off x="6726310" y="2434520"/>
            <a:ext cx="4127354" cy="3431869"/>
            <a:chOff x="5277790" y="4518251"/>
            <a:chExt cx="4127354" cy="3431869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A558043-69C8-D95A-75E7-29612326EAF7}"/>
                </a:ext>
              </a:extLst>
            </p:cNvPr>
            <p:cNvSpPr/>
            <p:nvPr/>
          </p:nvSpPr>
          <p:spPr>
            <a:xfrm>
              <a:off x="6869214" y="4518251"/>
              <a:ext cx="161193" cy="261452"/>
            </a:xfrm>
            <a:custGeom>
              <a:avLst/>
              <a:gdLst>
                <a:gd name="connsiteX0" fmla="*/ 149270 w 161193"/>
                <a:gd name="connsiteY0" fmla="*/ 17776 h 261452"/>
                <a:gd name="connsiteX1" fmla="*/ 84438 w 161193"/>
                <a:gd name="connsiteY1" fmla="*/ 63 h 261452"/>
                <a:gd name="connsiteX2" fmla="*/ 4373 w 161193"/>
                <a:gd name="connsiteY2" fmla="*/ 69854 h 261452"/>
                <a:gd name="connsiteX3" fmla="*/ 23503 w 161193"/>
                <a:gd name="connsiteY3" fmla="*/ 114847 h 261452"/>
                <a:gd name="connsiteX4" fmla="*/ 74873 w 161193"/>
                <a:gd name="connsiteY4" fmla="*/ 140000 h 261452"/>
                <a:gd name="connsiteX5" fmla="*/ 118448 w 161193"/>
                <a:gd name="connsiteY5" fmla="*/ 157359 h 261452"/>
                <a:gd name="connsiteX6" fmla="*/ 133327 w 161193"/>
                <a:gd name="connsiteY6" fmla="*/ 190307 h 261452"/>
                <a:gd name="connsiteX7" fmla="*/ 81604 w 161193"/>
                <a:gd name="connsiteY7" fmla="*/ 237070 h 261452"/>
                <a:gd name="connsiteX8" fmla="*/ 5435 w 161193"/>
                <a:gd name="connsiteY8" fmla="*/ 208374 h 261452"/>
                <a:gd name="connsiteX9" fmla="*/ 121 w 161193"/>
                <a:gd name="connsiteY9" fmla="*/ 237070 h 261452"/>
                <a:gd name="connsiteX10" fmla="*/ 81958 w 161193"/>
                <a:gd name="connsiteY10" fmla="*/ 261515 h 261452"/>
                <a:gd name="connsiteX11" fmla="*/ 161315 w 161193"/>
                <a:gd name="connsiteY11" fmla="*/ 186764 h 261452"/>
                <a:gd name="connsiteX12" fmla="*/ 142538 w 161193"/>
                <a:gd name="connsiteY12" fmla="*/ 138229 h 261452"/>
                <a:gd name="connsiteX13" fmla="*/ 81604 w 161193"/>
                <a:gd name="connsiteY13" fmla="*/ 109178 h 261452"/>
                <a:gd name="connsiteX14" fmla="*/ 44760 w 161193"/>
                <a:gd name="connsiteY14" fmla="*/ 93590 h 261452"/>
                <a:gd name="connsiteX15" fmla="*/ 32360 w 161193"/>
                <a:gd name="connsiteY15" fmla="*/ 65603 h 261452"/>
                <a:gd name="connsiteX16" fmla="*/ 84084 w 161193"/>
                <a:gd name="connsiteY16" fmla="*/ 23445 h 261452"/>
                <a:gd name="connsiteX17" fmla="*/ 143956 w 161193"/>
                <a:gd name="connsiteY17" fmla="*/ 46118 h 261452"/>
                <a:gd name="connsiteX18" fmla="*/ 149270 w 161193"/>
                <a:gd name="connsiteY18" fmla="*/ 17776 h 26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193" h="261452">
                  <a:moveTo>
                    <a:pt x="149270" y="17776"/>
                  </a:moveTo>
                  <a:cubicBezTo>
                    <a:pt x="129785" y="6085"/>
                    <a:pt x="110300" y="63"/>
                    <a:pt x="84438" y="63"/>
                  </a:cubicBezTo>
                  <a:cubicBezTo>
                    <a:pt x="35194" y="63"/>
                    <a:pt x="4373" y="34781"/>
                    <a:pt x="4373" y="69854"/>
                  </a:cubicBezTo>
                  <a:cubicBezTo>
                    <a:pt x="4373" y="85088"/>
                    <a:pt x="9332" y="99967"/>
                    <a:pt x="23503" y="114847"/>
                  </a:cubicBezTo>
                  <a:cubicBezTo>
                    <a:pt x="38383" y="130789"/>
                    <a:pt x="53971" y="135040"/>
                    <a:pt x="74873" y="140000"/>
                  </a:cubicBezTo>
                  <a:cubicBezTo>
                    <a:pt x="104986" y="147440"/>
                    <a:pt x="108528" y="148503"/>
                    <a:pt x="118448" y="157359"/>
                  </a:cubicBezTo>
                  <a:cubicBezTo>
                    <a:pt x="125533" y="163382"/>
                    <a:pt x="133327" y="175073"/>
                    <a:pt x="133327" y="190307"/>
                  </a:cubicBezTo>
                  <a:cubicBezTo>
                    <a:pt x="133327" y="213688"/>
                    <a:pt x="113842" y="237070"/>
                    <a:pt x="81604" y="237070"/>
                  </a:cubicBezTo>
                  <a:cubicBezTo>
                    <a:pt x="67079" y="237070"/>
                    <a:pt x="35194" y="233528"/>
                    <a:pt x="5435" y="208374"/>
                  </a:cubicBezTo>
                  <a:lnTo>
                    <a:pt x="121" y="237070"/>
                  </a:lnTo>
                  <a:cubicBezTo>
                    <a:pt x="31297" y="256555"/>
                    <a:pt x="59639" y="261515"/>
                    <a:pt x="81958" y="261515"/>
                  </a:cubicBezTo>
                  <a:cubicBezTo>
                    <a:pt x="128722" y="261515"/>
                    <a:pt x="161315" y="225734"/>
                    <a:pt x="161315" y="186764"/>
                  </a:cubicBezTo>
                  <a:cubicBezTo>
                    <a:pt x="161315" y="163736"/>
                    <a:pt x="150332" y="146731"/>
                    <a:pt x="142538" y="138229"/>
                  </a:cubicBezTo>
                  <a:cubicBezTo>
                    <a:pt x="125888" y="120515"/>
                    <a:pt x="114197" y="117327"/>
                    <a:pt x="81604" y="109178"/>
                  </a:cubicBezTo>
                  <a:cubicBezTo>
                    <a:pt x="61056" y="104219"/>
                    <a:pt x="55388" y="102801"/>
                    <a:pt x="44760" y="93590"/>
                  </a:cubicBezTo>
                  <a:cubicBezTo>
                    <a:pt x="42280" y="91465"/>
                    <a:pt x="32360" y="81191"/>
                    <a:pt x="32360" y="65603"/>
                  </a:cubicBezTo>
                  <a:cubicBezTo>
                    <a:pt x="32360" y="44701"/>
                    <a:pt x="51491" y="23445"/>
                    <a:pt x="84084" y="23445"/>
                  </a:cubicBezTo>
                  <a:cubicBezTo>
                    <a:pt x="113842" y="23445"/>
                    <a:pt x="130847" y="35136"/>
                    <a:pt x="143956" y="46118"/>
                  </a:cubicBezTo>
                  <a:lnTo>
                    <a:pt x="149270" y="17776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1D40E88-DD09-092D-3416-E3AB9B8CF897}"/>
                </a:ext>
              </a:extLst>
            </p:cNvPr>
            <p:cNvSpPr/>
            <p:nvPr/>
          </p:nvSpPr>
          <p:spPr>
            <a:xfrm>
              <a:off x="5816256" y="5319624"/>
              <a:ext cx="182449" cy="245864"/>
            </a:xfrm>
            <a:custGeom>
              <a:avLst/>
              <a:gdLst>
                <a:gd name="connsiteX0" fmla="*/ 44021 w 182449"/>
                <a:gd name="connsiteY0" fmla="*/ 85 h 245864"/>
                <a:gd name="connsiteX1" fmla="*/ 91 w 182449"/>
                <a:gd name="connsiteY1" fmla="*/ 85 h 245864"/>
                <a:gd name="connsiteX2" fmla="*/ 91 w 182449"/>
                <a:gd name="connsiteY2" fmla="*/ 245949 h 245864"/>
                <a:gd name="connsiteX3" fmla="*/ 27724 w 182449"/>
                <a:gd name="connsiteY3" fmla="*/ 245949 h 245864"/>
                <a:gd name="connsiteX4" fmla="*/ 27724 w 182449"/>
                <a:gd name="connsiteY4" fmla="*/ 25238 h 245864"/>
                <a:gd name="connsiteX5" fmla="*/ 28079 w 182449"/>
                <a:gd name="connsiteY5" fmla="*/ 25238 h 245864"/>
                <a:gd name="connsiteX6" fmla="*/ 51815 w 182449"/>
                <a:gd name="connsiteY6" fmla="*/ 73774 h 245864"/>
                <a:gd name="connsiteX7" fmla="*/ 138611 w 182449"/>
                <a:gd name="connsiteY7" fmla="*/ 245949 h 245864"/>
                <a:gd name="connsiteX8" fmla="*/ 182541 w 182449"/>
                <a:gd name="connsiteY8" fmla="*/ 245949 h 245864"/>
                <a:gd name="connsiteX9" fmla="*/ 182541 w 182449"/>
                <a:gd name="connsiteY9" fmla="*/ 85 h 245864"/>
                <a:gd name="connsiteX10" fmla="*/ 154908 w 182449"/>
                <a:gd name="connsiteY10" fmla="*/ 85 h 245864"/>
                <a:gd name="connsiteX11" fmla="*/ 154908 w 182449"/>
                <a:gd name="connsiteY11" fmla="*/ 220796 h 245864"/>
                <a:gd name="connsiteX12" fmla="*/ 154554 w 182449"/>
                <a:gd name="connsiteY12" fmla="*/ 220796 h 245864"/>
                <a:gd name="connsiteX13" fmla="*/ 130817 w 182449"/>
                <a:gd name="connsiteY13" fmla="*/ 172261 h 245864"/>
                <a:gd name="connsiteX14" fmla="*/ 44021 w 182449"/>
                <a:gd name="connsiteY14" fmla="*/ 8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2449" h="245864">
                  <a:moveTo>
                    <a:pt x="44021" y="85"/>
                  </a:moveTo>
                  <a:lnTo>
                    <a:pt x="91" y="85"/>
                  </a:lnTo>
                  <a:lnTo>
                    <a:pt x="91" y="245949"/>
                  </a:lnTo>
                  <a:lnTo>
                    <a:pt x="27724" y="245949"/>
                  </a:lnTo>
                  <a:lnTo>
                    <a:pt x="27724" y="25238"/>
                  </a:lnTo>
                  <a:lnTo>
                    <a:pt x="28079" y="25238"/>
                  </a:lnTo>
                  <a:cubicBezTo>
                    <a:pt x="34810" y="39763"/>
                    <a:pt x="49689" y="69877"/>
                    <a:pt x="51815" y="73774"/>
                  </a:cubicBezTo>
                  <a:lnTo>
                    <a:pt x="138611" y="245949"/>
                  </a:lnTo>
                  <a:lnTo>
                    <a:pt x="182541" y="245949"/>
                  </a:lnTo>
                  <a:lnTo>
                    <a:pt x="182541" y="85"/>
                  </a:lnTo>
                  <a:lnTo>
                    <a:pt x="154908" y="85"/>
                  </a:lnTo>
                  <a:lnTo>
                    <a:pt x="154908" y="220796"/>
                  </a:lnTo>
                  <a:lnTo>
                    <a:pt x="154554" y="220796"/>
                  </a:lnTo>
                  <a:cubicBezTo>
                    <a:pt x="147822" y="206271"/>
                    <a:pt x="132943" y="176158"/>
                    <a:pt x="130817" y="172261"/>
                  </a:cubicBezTo>
                  <a:lnTo>
                    <a:pt x="44021" y="85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1283F85-4CCA-EC21-E123-1E091D2AA33D}"/>
                </a:ext>
              </a:extLst>
            </p:cNvPr>
            <p:cNvSpPr/>
            <p:nvPr/>
          </p:nvSpPr>
          <p:spPr>
            <a:xfrm>
              <a:off x="6067200" y="5319624"/>
              <a:ext cx="172175" cy="245864"/>
            </a:xfrm>
            <a:custGeom>
              <a:avLst/>
              <a:gdLst>
                <a:gd name="connsiteX0" fmla="*/ 90792 w 172175"/>
                <a:gd name="connsiteY0" fmla="*/ 143565 h 245864"/>
                <a:gd name="connsiteX1" fmla="*/ 172274 w 172175"/>
                <a:gd name="connsiteY1" fmla="*/ 71648 h 245864"/>
                <a:gd name="connsiteX2" fmla="*/ 88312 w 172175"/>
                <a:gd name="connsiteY2" fmla="*/ 85 h 245864"/>
                <a:gd name="connsiteX3" fmla="*/ 98 w 172175"/>
                <a:gd name="connsiteY3" fmla="*/ 85 h 245864"/>
                <a:gd name="connsiteX4" fmla="*/ 98 w 172175"/>
                <a:gd name="connsiteY4" fmla="*/ 245949 h 245864"/>
                <a:gd name="connsiteX5" fmla="*/ 31628 w 172175"/>
                <a:gd name="connsiteY5" fmla="*/ 245949 h 245864"/>
                <a:gd name="connsiteX6" fmla="*/ 31628 w 172175"/>
                <a:gd name="connsiteY6" fmla="*/ 143565 h 245864"/>
                <a:gd name="connsiteX7" fmla="*/ 90792 w 172175"/>
                <a:gd name="connsiteY7" fmla="*/ 143565 h 245864"/>
                <a:gd name="connsiteX8" fmla="*/ 80518 w 172175"/>
                <a:gd name="connsiteY8" fmla="*/ 19924 h 245864"/>
                <a:gd name="connsiteX9" fmla="*/ 143578 w 172175"/>
                <a:gd name="connsiteY9" fmla="*/ 71648 h 245864"/>
                <a:gd name="connsiteX10" fmla="*/ 80518 w 172175"/>
                <a:gd name="connsiteY10" fmla="*/ 123017 h 245864"/>
                <a:gd name="connsiteX11" fmla="*/ 30566 w 172175"/>
                <a:gd name="connsiteY11" fmla="*/ 123017 h 245864"/>
                <a:gd name="connsiteX12" fmla="*/ 30566 w 172175"/>
                <a:gd name="connsiteY12" fmla="*/ 19924 h 245864"/>
                <a:gd name="connsiteX13" fmla="*/ 80518 w 172175"/>
                <a:gd name="connsiteY13" fmla="*/ 19924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2175" h="245864">
                  <a:moveTo>
                    <a:pt x="90792" y="143565"/>
                  </a:moveTo>
                  <a:cubicBezTo>
                    <a:pt x="134721" y="143565"/>
                    <a:pt x="172274" y="111326"/>
                    <a:pt x="172274" y="71648"/>
                  </a:cubicBezTo>
                  <a:cubicBezTo>
                    <a:pt x="172274" y="33741"/>
                    <a:pt x="137201" y="85"/>
                    <a:pt x="88312" y="85"/>
                  </a:cubicBezTo>
                  <a:lnTo>
                    <a:pt x="98" y="85"/>
                  </a:lnTo>
                  <a:lnTo>
                    <a:pt x="98" y="245949"/>
                  </a:lnTo>
                  <a:lnTo>
                    <a:pt x="31628" y="245949"/>
                  </a:lnTo>
                  <a:lnTo>
                    <a:pt x="31628" y="143565"/>
                  </a:lnTo>
                  <a:lnTo>
                    <a:pt x="90792" y="143565"/>
                  </a:lnTo>
                  <a:close/>
                  <a:moveTo>
                    <a:pt x="80518" y="19924"/>
                  </a:moveTo>
                  <a:cubicBezTo>
                    <a:pt x="119488" y="19924"/>
                    <a:pt x="143578" y="41535"/>
                    <a:pt x="143578" y="71648"/>
                  </a:cubicBezTo>
                  <a:cubicBezTo>
                    <a:pt x="143578" y="99635"/>
                    <a:pt x="121259" y="123017"/>
                    <a:pt x="80518" y="123017"/>
                  </a:cubicBezTo>
                  <a:lnTo>
                    <a:pt x="30566" y="123017"/>
                  </a:lnTo>
                  <a:lnTo>
                    <a:pt x="30566" y="19924"/>
                  </a:lnTo>
                  <a:lnTo>
                    <a:pt x="80518" y="19924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A99317B-3E68-21BC-1B45-B74535605EB3}"/>
                </a:ext>
              </a:extLst>
            </p:cNvPr>
            <p:cNvSpPr/>
            <p:nvPr/>
          </p:nvSpPr>
          <p:spPr>
            <a:xfrm>
              <a:off x="5277790" y="6113209"/>
              <a:ext cx="216105" cy="245864"/>
            </a:xfrm>
            <a:custGeom>
              <a:avLst/>
              <a:gdLst>
                <a:gd name="connsiteX0" fmla="*/ 123717 w 216105"/>
                <a:gd name="connsiteY0" fmla="*/ 107 h 245864"/>
                <a:gd name="connsiteX1" fmla="*/ 92542 w 216105"/>
                <a:gd name="connsiteY1" fmla="*/ 107 h 245864"/>
                <a:gd name="connsiteX2" fmla="*/ 77 w 216105"/>
                <a:gd name="connsiteY2" fmla="*/ 245972 h 245864"/>
                <a:gd name="connsiteX3" fmla="*/ 26293 w 216105"/>
                <a:gd name="connsiteY3" fmla="*/ 245972 h 245864"/>
                <a:gd name="connsiteX4" fmla="*/ 53572 w 216105"/>
                <a:gd name="connsiteY4" fmla="*/ 173700 h 245864"/>
                <a:gd name="connsiteX5" fmla="*/ 156665 w 216105"/>
                <a:gd name="connsiteY5" fmla="*/ 173700 h 245864"/>
                <a:gd name="connsiteX6" fmla="*/ 183589 w 216105"/>
                <a:gd name="connsiteY6" fmla="*/ 245972 h 245864"/>
                <a:gd name="connsiteX7" fmla="*/ 216182 w 216105"/>
                <a:gd name="connsiteY7" fmla="*/ 245972 h 245864"/>
                <a:gd name="connsiteX8" fmla="*/ 123717 w 216105"/>
                <a:gd name="connsiteY8" fmla="*/ 107 h 245864"/>
                <a:gd name="connsiteX9" fmla="*/ 148871 w 216105"/>
                <a:gd name="connsiteY9" fmla="*/ 153861 h 245864"/>
                <a:gd name="connsiteX10" fmla="*/ 61011 w 216105"/>
                <a:gd name="connsiteY10" fmla="*/ 153861 h 245864"/>
                <a:gd name="connsiteX11" fmla="*/ 84039 w 216105"/>
                <a:gd name="connsiteY11" fmla="*/ 89738 h 245864"/>
                <a:gd name="connsiteX12" fmla="*/ 104941 w 216105"/>
                <a:gd name="connsiteY12" fmla="*/ 25615 h 245864"/>
                <a:gd name="connsiteX13" fmla="*/ 105295 w 216105"/>
                <a:gd name="connsiteY13" fmla="*/ 25615 h 245864"/>
                <a:gd name="connsiteX14" fmla="*/ 116632 w 216105"/>
                <a:gd name="connsiteY14" fmla="*/ 62813 h 245864"/>
                <a:gd name="connsiteX15" fmla="*/ 148871 w 216105"/>
                <a:gd name="connsiteY15" fmla="*/ 153861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6105" h="245864">
                  <a:moveTo>
                    <a:pt x="123717" y="107"/>
                  </a:moveTo>
                  <a:lnTo>
                    <a:pt x="92542" y="107"/>
                  </a:lnTo>
                  <a:lnTo>
                    <a:pt x="77" y="245972"/>
                  </a:lnTo>
                  <a:lnTo>
                    <a:pt x="26293" y="245972"/>
                  </a:lnTo>
                  <a:lnTo>
                    <a:pt x="53572" y="173700"/>
                  </a:lnTo>
                  <a:lnTo>
                    <a:pt x="156665" y="173700"/>
                  </a:lnTo>
                  <a:lnTo>
                    <a:pt x="183589" y="245972"/>
                  </a:lnTo>
                  <a:lnTo>
                    <a:pt x="216182" y="245972"/>
                  </a:lnTo>
                  <a:lnTo>
                    <a:pt x="123717" y="107"/>
                  </a:lnTo>
                  <a:close/>
                  <a:moveTo>
                    <a:pt x="148871" y="153861"/>
                  </a:moveTo>
                  <a:lnTo>
                    <a:pt x="61011" y="153861"/>
                  </a:lnTo>
                  <a:lnTo>
                    <a:pt x="84039" y="89738"/>
                  </a:lnTo>
                  <a:cubicBezTo>
                    <a:pt x="91479" y="68836"/>
                    <a:pt x="102461" y="38723"/>
                    <a:pt x="104941" y="25615"/>
                  </a:cubicBezTo>
                  <a:lnTo>
                    <a:pt x="105295" y="25615"/>
                  </a:lnTo>
                  <a:cubicBezTo>
                    <a:pt x="106004" y="30575"/>
                    <a:pt x="108484" y="39432"/>
                    <a:pt x="116632" y="62813"/>
                  </a:cubicBezTo>
                  <a:lnTo>
                    <a:pt x="148871" y="153861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098D27F-B68F-8E72-3811-38B2004D36C6}"/>
                </a:ext>
              </a:extLst>
            </p:cNvPr>
            <p:cNvSpPr/>
            <p:nvPr/>
          </p:nvSpPr>
          <p:spPr>
            <a:xfrm>
              <a:off x="5538063" y="6113209"/>
              <a:ext cx="201580" cy="245864"/>
            </a:xfrm>
            <a:custGeom>
              <a:avLst/>
              <a:gdLst>
                <a:gd name="connsiteX0" fmla="*/ 83 w 201580"/>
                <a:gd name="connsiteY0" fmla="*/ 107 h 245864"/>
                <a:gd name="connsiteX1" fmla="*/ 83 w 201580"/>
                <a:gd name="connsiteY1" fmla="*/ 245972 h 245864"/>
                <a:gd name="connsiteX2" fmla="*/ 93257 w 201580"/>
                <a:gd name="connsiteY2" fmla="*/ 245972 h 245864"/>
                <a:gd name="connsiteX3" fmla="*/ 201664 w 201580"/>
                <a:gd name="connsiteY3" fmla="*/ 125165 h 245864"/>
                <a:gd name="connsiteX4" fmla="*/ 92903 w 201580"/>
                <a:gd name="connsiteY4" fmla="*/ 107 h 245864"/>
                <a:gd name="connsiteX5" fmla="*/ 83 w 201580"/>
                <a:gd name="connsiteY5" fmla="*/ 107 h 245864"/>
                <a:gd name="connsiteX6" fmla="*/ 30551 w 201580"/>
                <a:gd name="connsiteY6" fmla="*/ 226133 h 245864"/>
                <a:gd name="connsiteX7" fmla="*/ 30551 w 201580"/>
                <a:gd name="connsiteY7" fmla="*/ 19947 h 245864"/>
                <a:gd name="connsiteX8" fmla="*/ 84754 w 201580"/>
                <a:gd name="connsiteY8" fmla="*/ 19947 h 245864"/>
                <a:gd name="connsiteX9" fmla="*/ 171197 w 201580"/>
                <a:gd name="connsiteY9" fmla="*/ 125165 h 245864"/>
                <a:gd name="connsiteX10" fmla="*/ 84754 w 201580"/>
                <a:gd name="connsiteY10" fmla="*/ 226133 h 245864"/>
                <a:gd name="connsiteX11" fmla="*/ 30551 w 201580"/>
                <a:gd name="connsiteY11" fmla="*/ 226133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1580" h="245864">
                  <a:moveTo>
                    <a:pt x="83" y="107"/>
                  </a:moveTo>
                  <a:lnTo>
                    <a:pt x="83" y="245972"/>
                  </a:lnTo>
                  <a:lnTo>
                    <a:pt x="93257" y="245972"/>
                  </a:lnTo>
                  <a:cubicBezTo>
                    <a:pt x="153483" y="245972"/>
                    <a:pt x="201664" y="192123"/>
                    <a:pt x="201664" y="125165"/>
                  </a:cubicBezTo>
                  <a:cubicBezTo>
                    <a:pt x="201664" y="56437"/>
                    <a:pt x="153837" y="107"/>
                    <a:pt x="92903" y="107"/>
                  </a:cubicBezTo>
                  <a:lnTo>
                    <a:pt x="83" y="107"/>
                  </a:lnTo>
                  <a:close/>
                  <a:moveTo>
                    <a:pt x="30551" y="226133"/>
                  </a:moveTo>
                  <a:lnTo>
                    <a:pt x="30551" y="19947"/>
                  </a:lnTo>
                  <a:lnTo>
                    <a:pt x="84754" y="19947"/>
                  </a:lnTo>
                  <a:cubicBezTo>
                    <a:pt x="134352" y="19947"/>
                    <a:pt x="171197" y="62813"/>
                    <a:pt x="171197" y="125165"/>
                  </a:cubicBezTo>
                  <a:cubicBezTo>
                    <a:pt x="171197" y="185391"/>
                    <a:pt x="134352" y="226133"/>
                    <a:pt x="84754" y="226133"/>
                  </a:cubicBezTo>
                  <a:lnTo>
                    <a:pt x="30551" y="226133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8F8F6EF-75ED-9D52-23F1-BCDF4942A757}"/>
                </a:ext>
              </a:extLst>
            </p:cNvPr>
            <p:cNvSpPr/>
            <p:nvPr/>
          </p:nvSpPr>
          <p:spPr>
            <a:xfrm>
              <a:off x="5774796" y="6113209"/>
              <a:ext cx="122577" cy="253658"/>
            </a:xfrm>
            <a:custGeom>
              <a:avLst/>
              <a:gdLst>
                <a:gd name="connsiteX0" fmla="*/ 122668 w 122577"/>
                <a:gd name="connsiteY0" fmla="*/ 107 h 253658"/>
                <a:gd name="connsiteX1" fmla="*/ 92201 w 122577"/>
                <a:gd name="connsiteY1" fmla="*/ 107 h 253658"/>
                <a:gd name="connsiteX2" fmla="*/ 92201 w 122577"/>
                <a:gd name="connsiteY2" fmla="*/ 192123 h 253658"/>
                <a:gd name="connsiteX3" fmla="*/ 50397 w 122577"/>
                <a:gd name="connsiteY3" fmla="*/ 232155 h 253658"/>
                <a:gd name="connsiteX4" fmla="*/ 5050 w 122577"/>
                <a:gd name="connsiteY4" fmla="*/ 212316 h 253658"/>
                <a:gd name="connsiteX5" fmla="*/ 91 w 122577"/>
                <a:gd name="connsiteY5" fmla="*/ 238886 h 253658"/>
                <a:gd name="connsiteX6" fmla="*/ 60671 w 122577"/>
                <a:gd name="connsiteY6" fmla="*/ 253766 h 253658"/>
                <a:gd name="connsiteX7" fmla="*/ 122668 w 122577"/>
                <a:gd name="connsiteY7" fmla="*/ 193185 h 253658"/>
                <a:gd name="connsiteX8" fmla="*/ 122668 w 122577"/>
                <a:gd name="connsiteY8" fmla="*/ 107 h 25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577" h="253658">
                  <a:moveTo>
                    <a:pt x="122668" y="107"/>
                  </a:moveTo>
                  <a:lnTo>
                    <a:pt x="92201" y="107"/>
                  </a:lnTo>
                  <a:lnTo>
                    <a:pt x="92201" y="192123"/>
                  </a:lnTo>
                  <a:cubicBezTo>
                    <a:pt x="92201" y="198145"/>
                    <a:pt x="92201" y="232155"/>
                    <a:pt x="50397" y="232155"/>
                  </a:cubicBezTo>
                  <a:cubicBezTo>
                    <a:pt x="35518" y="232155"/>
                    <a:pt x="17096" y="225778"/>
                    <a:pt x="5050" y="212316"/>
                  </a:cubicBezTo>
                  <a:lnTo>
                    <a:pt x="91" y="238886"/>
                  </a:lnTo>
                  <a:cubicBezTo>
                    <a:pt x="8593" y="243138"/>
                    <a:pt x="30912" y="253766"/>
                    <a:pt x="60671" y="253766"/>
                  </a:cubicBezTo>
                  <a:cubicBezTo>
                    <a:pt x="97161" y="253766"/>
                    <a:pt x="122668" y="233218"/>
                    <a:pt x="122668" y="193185"/>
                  </a:cubicBezTo>
                  <a:lnTo>
                    <a:pt x="122668" y="107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8652897-5F7C-3E0F-65C3-A2F59478CECE}"/>
                </a:ext>
              </a:extLst>
            </p:cNvPr>
            <p:cNvSpPr/>
            <p:nvPr/>
          </p:nvSpPr>
          <p:spPr>
            <a:xfrm>
              <a:off x="5294658" y="6902869"/>
              <a:ext cx="113366" cy="249761"/>
            </a:xfrm>
            <a:custGeom>
              <a:avLst/>
              <a:gdLst>
                <a:gd name="connsiteX0" fmla="*/ 52864 w 113366"/>
                <a:gd name="connsiteY0" fmla="*/ 113142 h 249761"/>
                <a:gd name="connsiteX1" fmla="*/ 91834 w 113366"/>
                <a:gd name="connsiteY1" fmla="*/ 113142 h 249761"/>
                <a:gd name="connsiteX2" fmla="*/ 91834 w 113366"/>
                <a:gd name="connsiteY2" fmla="*/ 92595 h 249761"/>
                <a:gd name="connsiteX3" fmla="*/ 51801 w 113366"/>
                <a:gd name="connsiteY3" fmla="*/ 92595 h 249761"/>
                <a:gd name="connsiteX4" fmla="*/ 51801 w 113366"/>
                <a:gd name="connsiteY4" fmla="*/ 50436 h 249761"/>
                <a:gd name="connsiteX5" fmla="*/ 84748 w 113366"/>
                <a:gd name="connsiteY5" fmla="*/ 21740 h 249761"/>
                <a:gd name="connsiteX6" fmla="*/ 113444 w 113366"/>
                <a:gd name="connsiteY6" fmla="*/ 27763 h 249761"/>
                <a:gd name="connsiteX7" fmla="*/ 113444 w 113366"/>
                <a:gd name="connsiteY7" fmla="*/ 4027 h 249761"/>
                <a:gd name="connsiteX8" fmla="*/ 85102 w 113366"/>
                <a:gd name="connsiteY8" fmla="*/ 130 h 249761"/>
                <a:gd name="connsiteX9" fmla="*/ 26293 w 113366"/>
                <a:gd name="connsiteY9" fmla="*/ 60710 h 249761"/>
                <a:gd name="connsiteX10" fmla="*/ 26293 w 113366"/>
                <a:gd name="connsiteY10" fmla="*/ 92595 h 249761"/>
                <a:gd name="connsiteX11" fmla="*/ 77 w 113366"/>
                <a:gd name="connsiteY11" fmla="*/ 92595 h 249761"/>
                <a:gd name="connsiteX12" fmla="*/ 77 w 113366"/>
                <a:gd name="connsiteY12" fmla="*/ 113142 h 249761"/>
                <a:gd name="connsiteX13" fmla="*/ 26293 w 113366"/>
                <a:gd name="connsiteY13" fmla="*/ 113142 h 249761"/>
                <a:gd name="connsiteX14" fmla="*/ 26293 w 113366"/>
                <a:gd name="connsiteY14" fmla="*/ 249891 h 249761"/>
                <a:gd name="connsiteX15" fmla="*/ 52864 w 113366"/>
                <a:gd name="connsiteY15" fmla="*/ 249891 h 249761"/>
                <a:gd name="connsiteX16" fmla="*/ 52864 w 113366"/>
                <a:gd name="connsiteY16" fmla="*/ 113142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366" h="249761">
                  <a:moveTo>
                    <a:pt x="52864" y="113142"/>
                  </a:moveTo>
                  <a:lnTo>
                    <a:pt x="91834" y="113142"/>
                  </a:lnTo>
                  <a:lnTo>
                    <a:pt x="91834" y="92595"/>
                  </a:lnTo>
                  <a:lnTo>
                    <a:pt x="51801" y="92595"/>
                  </a:lnTo>
                  <a:lnTo>
                    <a:pt x="51801" y="50436"/>
                  </a:lnTo>
                  <a:cubicBezTo>
                    <a:pt x="51801" y="24220"/>
                    <a:pt x="75537" y="21740"/>
                    <a:pt x="84748" y="21740"/>
                  </a:cubicBezTo>
                  <a:cubicBezTo>
                    <a:pt x="91834" y="21740"/>
                    <a:pt x="101399" y="22449"/>
                    <a:pt x="113444" y="27763"/>
                  </a:cubicBezTo>
                  <a:lnTo>
                    <a:pt x="113444" y="4027"/>
                  </a:lnTo>
                  <a:cubicBezTo>
                    <a:pt x="109193" y="2964"/>
                    <a:pt x="98210" y="130"/>
                    <a:pt x="85102" y="130"/>
                  </a:cubicBezTo>
                  <a:cubicBezTo>
                    <a:pt x="51801" y="130"/>
                    <a:pt x="26293" y="25283"/>
                    <a:pt x="26293" y="60710"/>
                  </a:cubicBezTo>
                  <a:lnTo>
                    <a:pt x="26293" y="92595"/>
                  </a:lnTo>
                  <a:lnTo>
                    <a:pt x="77" y="92595"/>
                  </a:lnTo>
                  <a:lnTo>
                    <a:pt x="77" y="113142"/>
                  </a:lnTo>
                  <a:lnTo>
                    <a:pt x="26293" y="113142"/>
                  </a:lnTo>
                  <a:lnTo>
                    <a:pt x="26293" y="249891"/>
                  </a:lnTo>
                  <a:lnTo>
                    <a:pt x="52864" y="249891"/>
                  </a:lnTo>
                  <a:lnTo>
                    <a:pt x="52864" y="113142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A95650-5606-B0DD-B10F-222CDBE2D680}"/>
                </a:ext>
              </a:extLst>
            </p:cNvPr>
            <p:cNvSpPr/>
            <p:nvPr/>
          </p:nvSpPr>
          <p:spPr>
            <a:xfrm>
              <a:off x="5422393" y="6991437"/>
              <a:ext cx="86796" cy="161193"/>
            </a:xfrm>
            <a:custGeom>
              <a:avLst/>
              <a:gdLst>
                <a:gd name="connsiteX0" fmla="*/ 26651 w 86796"/>
                <a:gd name="connsiteY0" fmla="*/ 85509 h 161193"/>
                <a:gd name="connsiteX1" fmla="*/ 86877 w 86796"/>
                <a:gd name="connsiteY1" fmla="*/ 23866 h 161193"/>
                <a:gd name="connsiteX2" fmla="*/ 86877 w 86796"/>
                <a:gd name="connsiteY2" fmla="*/ 130 h 161193"/>
                <a:gd name="connsiteX3" fmla="*/ 24879 w 86796"/>
                <a:gd name="connsiteY3" fmla="*/ 34140 h 161193"/>
                <a:gd name="connsiteX4" fmla="*/ 24879 w 86796"/>
                <a:gd name="connsiteY4" fmla="*/ 1901 h 161193"/>
                <a:gd name="connsiteX5" fmla="*/ 80 w 86796"/>
                <a:gd name="connsiteY5" fmla="*/ 1901 h 161193"/>
                <a:gd name="connsiteX6" fmla="*/ 80 w 86796"/>
                <a:gd name="connsiteY6" fmla="*/ 161323 h 161193"/>
                <a:gd name="connsiteX7" fmla="*/ 26651 w 86796"/>
                <a:gd name="connsiteY7" fmla="*/ 161323 h 161193"/>
                <a:gd name="connsiteX8" fmla="*/ 26651 w 86796"/>
                <a:gd name="connsiteY8" fmla="*/ 85509 h 161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6796" h="161193">
                  <a:moveTo>
                    <a:pt x="26651" y="85509"/>
                  </a:moveTo>
                  <a:cubicBezTo>
                    <a:pt x="26651" y="50082"/>
                    <a:pt x="52158" y="24574"/>
                    <a:pt x="86877" y="23866"/>
                  </a:cubicBezTo>
                  <a:lnTo>
                    <a:pt x="86877" y="130"/>
                  </a:lnTo>
                  <a:cubicBezTo>
                    <a:pt x="55347" y="484"/>
                    <a:pt x="35862" y="17843"/>
                    <a:pt x="24879" y="34140"/>
                  </a:cubicBezTo>
                  <a:lnTo>
                    <a:pt x="24879" y="1901"/>
                  </a:lnTo>
                  <a:lnTo>
                    <a:pt x="80" y="1901"/>
                  </a:lnTo>
                  <a:lnTo>
                    <a:pt x="80" y="161323"/>
                  </a:lnTo>
                  <a:lnTo>
                    <a:pt x="26651" y="161323"/>
                  </a:lnTo>
                  <a:lnTo>
                    <a:pt x="26651" y="85509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07729EA-33C4-6908-3C36-246774382BFE}"/>
                </a:ext>
              </a:extLst>
            </p:cNvPr>
            <p:cNvSpPr/>
            <p:nvPr/>
          </p:nvSpPr>
          <p:spPr>
            <a:xfrm>
              <a:off x="5543082" y="6995334"/>
              <a:ext cx="125412" cy="161193"/>
            </a:xfrm>
            <a:custGeom>
              <a:avLst/>
              <a:gdLst>
                <a:gd name="connsiteX0" fmla="*/ 125496 w 125412"/>
                <a:gd name="connsiteY0" fmla="*/ 130 h 161193"/>
                <a:gd name="connsiteX1" fmla="*/ 97863 w 125412"/>
                <a:gd name="connsiteY1" fmla="*/ 130 h 161193"/>
                <a:gd name="connsiteX2" fmla="*/ 97863 w 125412"/>
                <a:gd name="connsiteY2" fmla="*/ 102868 h 161193"/>
                <a:gd name="connsiteX3" fmla="*/ 55350 w 125412"/>
                <a:gd name="connsiteY3" fmla="*/ 141838 h 161193"/>
                <a:gd name="connsiteX4" fmla="*/ 27717 w 125412"/>
                <a:gd name="connsiteY4" fmla="*/ 117394 h 161193"/>
                <a:gd name="connsiteX5" fmla="*/ 27717 w 125412"/>
                <a:gd name="connsiteY5" fmla="*/ 130 h 161193"/>
                <a:gd name="connsiteX6" fmla="*/ 84 w 125412"/>
                <a:gd name="connsiteY6" fmla="*/ 130 h 161193"/>
                <a:gd name="connsiteX7" fmla="*/ 84 w 125412"/>
                <a:gd name="connsiteY7" fmla="*/ 118811 h 161193"/>
                <a:gd name="connsiteX8" fmla="*/ 37636 w 125412"/>
                <a:gd name="connsiteY8" fmla="*/ 161323 h 161193"/>
                <a:gd name="connsiteX9" fmla="*/ 98925 w 125412"/>
                <a:gd name="connsiteY9" fmla="*/ 140421 h 161193"/>
                <a:gd name="connsiteX10" fmla="*/ 98925 w 125412"/>
                <a:gd name="connsiteY10" fmla="*/ 157426 h 161193"/>
                <a:gd name="connsiteX11" fmla="*/ 125496 w 125412"/>
                <a:gd name="connsiteY11" fmla="*/ 157426 h 161193"/>
                <a:gd name="connsiteX12" fmla="*/ 125496 w 125412"/>
                <a:gd name="connsiteY12" fmla="*/ 130 h 161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412" h="161193">
                  <a:moveTo>
                    <a:pt x="125496" y="130"/>
                  </a:moveTo>
                  <a:lnTo>
                    <a:pt x="97863" y="130"/>
                  </a:lnTo>
                  <a:lnTo>
                    <a:pt x="97863" y="102868"/>
                  </a:lnTo>
                  <a:cubicBezTo>
                    <a:pt x="97863" y="129439"/>
                    <a:pt x="78023" y="141838"/>
                    <a:pt x="55350" y="141838"/>
                  </a:cubicBezTo>
                  <a:cubicBezTo>
                    <a:pt x="30197" y="141838"/>
                    <a:pt x="27717" y="132627"/>
                    <a:pt x="27717" y="117394"/>
                  </a:cubicBezTo>
                  <a:lnTo>
                    <a:pt x="27717" y="130"/>
                  </a:lnTo>
                  <a:lnTo>
                    <a:pt x="84" y="130"/>
                  </a:lnTo>
                  <a:lnTo>
                    <a:pt x="84" y="118811"/>
                  </a:lnTo>
                  <a:cubicBezTo>
                    <a:pt x="84" y="144318"/>
                    <a:pt x="8232" y="161323"/>
                    <a:pt x="37636" y="161323"/>
                  </a:cubicBezTo>
                  <a:cubicBezTo>
                    <a:pt x="56413" y="161323"/>
                    <a:pt x="81566" y="155655"/>
                    <a:pt x="98925" y="140421"/>
                  </a:cubicBezTo>
                  <a:lnTo>
                    <a:pt x="98925" y="157426"/>
                  </a:lnTo>
                  <a:lnTo>
                    <a:pt x="125496" y="157426"/>
                  </a:lnTo>
                  <a:lnTo>
                    <a:pt x="125496" y="130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F2C3E0B-75DC-0AF6-0342-9598C48FFFF8}"/>
                </a:ext>
              </a:extLst>
            </p:cNvPr>
            <p:cNvSpPr/>
            <p:nvPr/>
          </p:nvSpPr>
          <p:spPr>
            <a:xfrm>
              <a:off x="5723643" y="6911726"/>
              <a:ext cx="31530" cy="240904"/>
            </a:xfrm>
            <a:custGeom>
              <a:avLst/>
              <a:gdLst>
                <a:gd name="connsiteX0" fmla="*/ 31619 w 31530"/>
                <a:gd name="connsiteY0" fmla="*/ 130 h 240904"/>
                <a:gd name="connsiteX1" fmla="*/ 89 w 31530"/>
                <a:gd name="connsiteY1" fmla="*/ 130 h 240904"/>
                <a:gd name="connsiteX2" fmla="*/ 89 w 31530"/>
                <a:gd name="connsiteY2" fmla="*/ 31660 h 240904"/>
                <a:gd name="connsiteX3" fmla="*/ 31619 w 31530"/>
                <a:gd name="connsiteY3" fmla="*/ 31660 h 240904"/>
                <a:gd name="connsiteX4" fmla="*/ 31619 w 31530"/>
                <a:gd name="connsiteY4" fmla="*/ 130 h 240904"/>
                <a:gd name="connsiteX5" fmla="*/ 29139 w 31530"/>
                <a:gd name="connsiteY5" fmla="*/ 83738 h 240904"/>
                <a:gd name="connsiteX6" fmla="*/ 2569 w 31530"/>
                <a:gd name="connsiteY6" fmla="*/ 83738 h 240904"/>
                <a:gd name="connsiteX7" fmla="*/ 2569 w 31530"/>
                <a:gd name="connsiteY7" fmla="*/ 241034 h 240904"/>
                <a:gd name="connsiteX8" fmla="*/ 29139 w 31530"/>
                <a:gd name="connsiteY8" fmla="*/ 241034 h 240904"/>
                <a:gd name="connsiteX9" fmla="*/ 29139 w 31530"/>
                <a:gd name="connsiteY9" fmla="*/ 83738 h 240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30" h="240904">
                  <a:moveTo>
                    <a:pt x="31619" y="130"/>
                  </a:moveTo>
                  <a:lnTo>
                    <a:pt x="89" y="130"/>
                  </a:lnTo>
                  <a:lnTo>
                    <a:pt x="89" y="31660"/>
                  </a:lnTo>
                  <a:lnTo>
                    <a:pt x="31619" y="31660"/>
                  </a:lnTo>
                  <a:lnTo>
                    <a:pt x="31619" y="130"/>
                  </a:lnTo>
                  <a:close/>
                  <a:moveTo>
                    <a:pt x="29139" y="83738"/>
                  </a:moveTo>
                  <a:lnTo>
                    <a:pt x="2569" y="83738"/>
                  </a:lnTo>
                  <a:lnTo>
                    <a:pt x="2569" y="241034"/>
                  </a:lnTo>
                  <a:lnTo>
                    <a:pt x="29139" y="241034"/>
                  </a:lnTo>
                  <a:lnTo>
                    <a:pt x="29139" y="83738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95B184E-988D-19DF-025C-F539EE0E7AB5}"/>
                </a:ext>
              </a:extLst>
            </p:cNvPr>
            <p:cNvSpPr/>
            <p:nvPr/>
          </p:nvSpPr>
          <p:spPr>
            <a:xfrm>
              <a:off x="5788790" y="6950342"/>
              <a:ext cx="110886" cy="206185"/>
            </a:xfrm>
            <a:custGeom>
              <a:avLst/>
              <a:gdLst>
                <a:gd name="connsiteX0" fmla="*/ 55358 w 110886"/>
                <a:gd name="connsiteY0" fmla="*/ 65670 h 206185"/>
                <a:gd name="connsiteX1" fmla="*/ 105310 w 110886"/>
                <a:gd name="connsiteY1" fmla="*/ 65670 h 206185"/>
                <a:gd name="connsiteX2" fmla="*/ 105310 w 110886"/>
                <a:gd name="connsiteY2" fmla="*/ 45122 h 206185"/>
                <a:gd name="connsiteX3" fmla="*/ 55358 w 110886"/>
                <a:gd name="connsiteY3" fmla="*/ 45122 h 206185"/>
                <a:gd name="connsiteX4" fmla="*/ 55358 w 110886"/>
                <a:gd name="connsiteY4" fmla="*/ 130 h 206185"/>
                <a:gd name="connsiteX5" fmla="*/ 30913 w 110886"/>
                <a:gd name="connsiteY5" fmla="*/ 130 h 206185"/>
                <a:gd name="connsiteX6" fmla="*/ 30913 w 110886"/>
                <a:gd name="connsiteY6" fmla="*/ 45122 h 206185"/>
                <a:gd name="connsiteX7" fmla="*/ 91 w 110886"/>
                <a:gd name="connsiteY7" fmla="*/ 45122 h 206185"/>
                <a:gd name="connsiteX8" fmla="*/ 91 w 110886"/>
                <a:gd name="connsiteY8" fmla="*/ 65670 h 206185"/>
                <a:gd name="connsiteX9" fmla="*/ 29850 w 110886"/>
                <a:gd name="connsiteY9" fmla="*/ 65670 h 206185"/>
                <a:gd name="connsiteX10" fmla="*/ 29850 w 110886"/>
                <a:gd name="connsiteY10" fmla="*/ 160260 h 206185"/>
                <a:gd name="connsiteX11" fmla="*/ 59255 w 110886"/>
                <a:gd name="connsiteY11" fmla="*/ 206316 h 206185"/>
                <a:gd name="connsiteX12" fmla="*/ 110978 w 110886"/>
                <a:gd name="connsiteY12" fmla="*/ 192853 h 206185"/>
                <a:gd name="connsiteX13" fmla="*/ 105310 w 110886"/>
                <a:gd name="connsiteY13" fmla="*/ 171951 h 206185"/>
                <a:gd name="connsiteX14" fmla="*/ 73425 w 110886"/>
                <a:gd name="connsiteY14" fmla="*/ 183642 h 206185"/>
                <a:gd name="connsiteX15" fmla="*/ 55358 w 110886"/>
                <a:gd name="connsiteY15" fmla="*/ 154238 h 206185"/>
                <a:gd name="connsiteX16" fmla="*/ 55358 w 110886"/>
                <a:gd name="connsiteY16" fmla="*/ 65670 h 206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0886" h="206185">
                  <a:moveTo>
                    <a:pt x="55358" y="65670"/>
                  </a:moveTo>
                  <a:lnTo>
                    <a:pt x="105310" y="65670"/>
                  </a:lnTo>
                  <a:lnTo>
                    <a:pt x="105310" y="45122"/>
                  </a:lnTo>
                  <a:lnTo>
                    <a:pt x="55358" y="45122"/>
                  </a:lnTo>
                  <a:lnTo>
                    <a:pt x="55358" y="130"/>
                  </a:lnTo>
                  <a:lnTo>
                    <a:pt x="30913" y="130"/>
                  </a:lnTo>
                  <a:lnTo>
                    <a:pt x="30913" y="45122"/>
                  </a:lnTo>
                  <a:lnTo>
                    <a:pt x="91" y="45122"/>
                  </a:lnTo>
                  <a:lnTo>
                    <a:pt x="91" y="65670"/>
                  </a:lnTo>
                  <a:lnTo>
                    <a:pt x="29850" y="65670"/>
                  </a:lnTo>
                  <a:lnTo>
                    <a:pt x="29850" y="160260"/>
                  </a:lnTo>
                  <a:cubicBezTo>
                    <a:pt x="29850" y="181517"/>
                    <a:pt x="34810" y="206316"/>
                    <a:pt x="59255" y="206316"/>
                  </a:cubicBezTo>
                  <a:cubicBezTo>
                    <a:pt x="84054" y="206316"/>
                    <a:pt x="102121" y="197459"/>
                    <a:pt x="110978" y="192853"/>
                  </a:cubicBezTo>
                  <a:lnTo>
                    <a:pt x="105310" y="171951"/>
                  </a:lnTo>
                  <a:cubicBezTo>
                    <a:pt x="96099" y="179391"/>
                    <a:pt x="84762" y="183642"/>
                    <a:pt x="73425" y="183642"/>
                  </a:cubicBezTo>
                  <a:cubicBezTo>
                    <a:pt x="60317" y="183642"/>
                    <a:pt x="55358" y="173014"/>
                    <a:pt x="55358" y="154238"/>
                  </a:cubicBezTo>
                  <a:lnTo>
                    <a:pt x="55358" y="65670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4D30CD3-6D3C-7EF8-A076-6609113E9A49}"/>
                </a:ext>
              </a:extLst>
            </p:cNvPr>
            <p:cNvSpPr/>
            <p:nvPr/>
          </p:nvSpPr>
          <p:spPr>
            <a:xfrm>
              <a:off x="6227287" y="6113209"/>
              <a:ext cx="182449" cy="245864"/>
            </a:xfrm>
            <a:custGeom>
              <a:avLst/>
              <a:gdLst>
                <a:gd name="connsiteX0" fmla="*/ 44032 w 182449"/>
                <a:gd name="connsiteY0" fmla="*/ 107 h 245864"/>
                <a:gd name="connsiteX1" fmla="*/ 103 w 182449"/>
                <a:gd name="connsiteY1" fmla="*/ 107 h 245864"/>
                <a:gd name="connsiteX2" fmla="*/ 103 w 182449"/>
                <a:gd name="connsiteY2" fmla="*/ 245972 h 245864"/>
                <a:gd name="connsiteX3" fmla="*/ 27736 w 182449"/>
                <a:gd name="connsiteY3" fmla="*/ 245972 h 245864"/>
                <a:gd name="connsiteX4" fmla="*/ 27736 w 182449"/>
                <a:gd name="connsiteY4" fmla="*/ 25261 h 245864"/>
                <a:gd name="connsiteX5" fmla="*/ 28090 w 182449"/>
                <a:gd name="connsiteY5" fmla="*/ 25261 h 245864"/>
                <a:gd name="connsiteX6" fmla="*/ 51826 w 182449"/>
                <a:gd name="connsiteY6" fmla="*/ 73796 h 245864"/>
                <a:gd name="connsiteX7" fmla="*/ 138623 w 182449"/>
                <a:gd name="connsiteY7" fmla="*/ 245972 h 245864"/>
                <a:gd name="connsiteX8" fmla="*/ 182553 w 182449"/>
                <a:gd name="connsiteY8" fmla="*/ 245972 h 245864"/>
                <a:gd name="connsiteX9" fmla="*/ 182553 w 182449"/>
                <a:gd name="connsiteY9" fmla="*/ 107 h 245864"/>
                <a:gd name="connsiteX10" fmla="*/ 154919 w 182449"/>
                <a:gd name="connsiteY10" fmla="*/ 107 h 245864"/>
                <a:gd name="connsiteX11" fmla="*/ 154919 w 182449"/>
                <a:gd name="connsiteY11" fmla="*/ 220819 h 245864"/>
                <a:gd name="connsiteX12" fmla="*/ 154565 w 182449"/>
                <a:gd name="connsiteY12" fmla="*/ 220819 h 245864"/>
                <a:gd name="connsiteX13" fmla="*/ 130829 w 182449"/>
                <a:gd name="connsiteY13" fmla="*/ 172283 h 245864"/>
                <a:gd name="connsiteX14" fmla="*/ 44032 w 182449"/>
                <a:gd name="connsiteY14" fmla="*/ 107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2449" h="245864">
                  <a:moveTo>
                    <a:pt x="44032" y="107"/>
                  </a:moveTo>
                  <a:lnTo>
                    <a:pt x="103" y="107"/>
                  </a:lnTo>
                  <a:lnTo>
                    <a:pt x="103" y="245972"/>
                  </a:lnTo>
                  <a:lnTo>
                    <a:pt x="27736" y="245972"/>
                  </a:lnTo>
                  <a:lnTo>
                    <a:pt x="27736" y="25261"/>
                  </a:lnTo>
                  <a:lnTo>
                    <a:pt x="28090" y="25261"/>
                  </a:lnTo>
                  <a:cubicBezTo>
                    <a:pt x="34821" y="39786"/>
                    <a:pt x="49701" y="69899"/>
                    <a:pt x="51826" y="73796"/>
                  </a:cubicBezTo>
                  <a:lnTo>
                    <a:pt x="138623" y="245972"/>
                  </a:lnTo>
                  <a:lnTo>
                    <a:pt x="182553" y="245972"/>
                  </a:lnTo>
                  <a:lnTo>
                    <a:pt x="182553" y="107"/>
                  </a:lnTo>
                  <a:lnTo>
                    <a:pt x="154919" y="107"/>
                  </a:lnTo>
                  <a:lnTo>
                    <a:pt x="154919" y="220819"/>
                  </a:lnTo>
                  <a:lnTo>
                    <a:pt x="154565" y="220819"/>
                  </a:lnTo>
                  <a:cubicBezTo>
                    <a:pt x="147834" y="206293"/>
                    <a:pt x="132955" y="176180"/>
                    <a:pt x="130829" y="172283"/>
                  </a:cubicBezTo>
                  <a:lnTo>
                    <a:pt x="44032" y="107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2B6D4DE-FFEE-6FF4-8856-4A17AB5949C8}"/>
                </a:ext>
              </a:extLst>
            </p:cNvPr>
            <p:cNvSpPr/>
            <p:nvPr/>
          </p:nvSpPr>
          <p:spPr>
            <a:xfrm>
              <a:off x="6478231" y="6113209"/>
              <a:ext cx="182449" cy="245864"/>
            </a:xfrm>
            <a:custGeom>
              <a:avLst/>
              <a:gdLst>
                <a:gd name="connsiteX0" fmla="*/ 44039 w 182449"/>
                <a:gd name="connsiteY0" fmla="*/ 107 h 245864"/>
                <a:gd name="connsiteX1" fmla="*/ 110 w 182449"/>
                <a:gd name="connsiteY1" fmla="*/ 107 h 245864"/>
                <a:gd name="connsiteX2" fmla="*/ 110 w 182449"/>
                <a:gd name="connsiteY2" fmla="*/ 245972 h 245864"/>
                <a:gd name="connsiteX3" fmla="*/ 27743 w 182449"/>
                <a:gd name="connsiteY3" fmla="*/ 245972 h 245864"/>
                <a:gd name="connsiteX4" fmla="*/ 27743 w 182449"/>
                <a:gd name="connsiteY4" fmla="*/ 25261 h 245864"/>
                <a:gd name="connsiteX5" fmla="*/ 28097 w 182449"/>
                <a:gd name="connsiteY5" fmla="*/ 25261 h 245864"/>
                <a:gd name="connsiteX6" fmla="*/ 51833 w 182449"/>
                <a:gd name="connsiteY6" fmla="*/ 73796 h 245864"/>
                <a:gd name="connsiteX7" fmla="*/ 138630 w 182449"/>
                <a:gd name="connsiteY7" fmla="*/ 245972 h 245864"/>
                <a:gd name="connsiteX8" fmla="*/ 182560 w 182449"/>
                <a:gd name="connsiteY8" fmla="*/ 245972 h 245864"/>
                <a:gd name="connsiteX9" fmla="*/ 182560 w 182449"/>
                <a:gd name="connsiteY9" fmla="*/ 107 h 245864"/>
                <a:gd name="connsiteX10" fmla="*/ 154926 w 182449"/>
                <a:gd name="connsiteY10" fmla="*/ 107 h 245864"/>
                <a:gd name="connsiteX11" fmla="*/ 154926 w 182449"/>
                <a:gd name="connsiteY11" fmla="*/ 220819 h 245864"/>
                <a:gd name="connsiteX12" fmla="*/ 154572 w 182449"/>
                <a:gd name="connsiteY12" fmla="*/ 220819 h 245864"/>
                <a:gd name="connsiteX13" fmla="*/ 130836 w 182449"/>
                <a:gd name="connsiteY13" fmla="*/ 172283 h 245864"/>
                <a:gd name="connsiteX14" fmla="*/ 44039 w 182449"/>
                <a:gd name="connsiteY14" fmla="*/ 107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2449" h="245864">
                  <a:moveTo>
                    <a:pt x="44039" y="107"/>
                  </a:moveTo>
                  <a:lnTo>
                    <a:pt x="110" y="107"/>
                  </a:lnTo>
                  <a:lnTo>
                    <a:pt x="110" y="245972"/>
                  </a:lnTo>
                  <a:lnTo>
                    <a:pt x="27743" y="245972"/>
                  </a:lnTo>
                  <a:lnTo>
                    <a:pt x="27743" y="25261"/>
                  </a:lnTo>
                  <a:lnTo>
                    <a:pt x="28097" y="25261"/>
                  </a:lnTo>
                  <a:cubicBezTo>
                    <a:pt x="34828" y="39786"/>
                    <a:pt x="49708" y="69899"/>
                    <a:pt x="51833" y="73796"/>
                  </a:cubicBezTo>
                  <a:lnTo>
                    <a:pt x="138630" y="245972"/>
                  </a:lnTo>
                  <a:lnTo>
                    <a:pt x="182560" y="245972"/>
                  </a:lnTo>
                  <a:lnTo>
                    <a:pt x="182560" y="107"/>
                  </a:lnTo>
                  <a:lnTo>
                    <a:pt x="154926" y="107"/>
                  </a:lnTo>
                  <a:lnTo>
                    <a:pt x="154926" y="220819"/>
                  </a:lnTo>
                  <a:lnTo>
                    <a:pt x="154572" y="220819"/>
                  </a:lnTo>
                  <a:cubicBezTo>
                    <a:pt x="147841" y="206293"/>
                    <a:pt x="132962" y="176180"/>
                    <a:pt x="130836" y="172283"/>
                  </a:cubicBezTo>
                  <a:lnTo>
                    <a:pt x="44039" y="107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225A20C-D6A8-0860-17DB-DDFA039CD0D4}"/>
                </a:ext>
              </a:extLst>
            </p:cNvPr>
            <p:cNvSpPr/>
            <p:nvPr/>
          </p:nvSpPr>
          <p:spPr>
            <a:xfrm>
              <a:off x="6169878" y="6902869"/>
              <a:ext cx="150919" cy="249761"/>
            </a:xfrm>
            <a:custGeom>
              <a:avLst/>
              <a:gdLst>
                <a:gd name="connsiteX0" fmla="*/ 52888 w 150919"/>
                <a:gd name="connsiteY0" fmla="*/ 113142 h 249761"/>
                <a:gd name="connsiteX1" fmla="*/ 94692 w 150919"/>
                <a:gd name="connsiteY1" fmla="*/ 113142 h 249761"/>
                <a:gd name="connsiteX2" fmla="*/ 94692 w 150919"/>
                <a:gd name="connsiteY2" fmla="*/ 92595 h 249761"/>
                <a:gd name="connsiteX3" fmla="*/ 51825 w 150919"/>
                <a:gd name="connsiteY3" fmla="*/ 92595 h 249761"/>
                <a:gd name="connsiteX4" fmla="*/ 51825 w 150919"/>
                <a:gd name="connsiteY4" fmla="*/ 49728 h 249761"/>
                <a:gd name="connsiteX5" fmla="*/ 73436 w 150919"/>
                <a:gd name="connsiteY5" fmla="*/ 21740 h 249761"/>
                <a:gd name="connsiteX6" fmla="*/ 94692 w 150919"/>
                <a:gd name="connsiteY6" fmla="*/ 27763 h 249761"/>
                <a:gd name="connsiteX7" fmla="*/ 94692 w 150919"/>
                <a:gd name="connsiteY7" fmla="*/ 4027 h 249761"/>
                <a:gd name="connsiteX8" fmla="*/ 73436 w 150919"/>
                <a:gd name="connsiteY8" fmla="*/ 130 h 249761"/>
                <a:gd name="connsiteX9" fmla="*/ 26318 w 150919"/>
                <a:gd name="connsiteY9" fmla="*/ 60356 h 249761"/>
                <a:gd name="connsiteX10" fmla="*/ 26318 w 150919"/>
                <a:gd name="connsiteY10" fmla="*/ 92595 h 249761"/>
                <a:gd name="connsiteX11" fmla="*/ 102 w 150919"/>
                <a:gd name="connsiteY11" fmla="*/ 92595 h 249761"/>
                <a:gd name="connsiteX12" fmla="*/ 102 w 150919"/>
                <a:gd name="connsiteY12" fmla="*/ 113142 h 249761"/>
                <a:gd name="connsiteX13" fmla="*/ 26318 w 150919"/>
                <a:gd name="connsiteY13" fmla="*/ 113142 h 249761"/>
                <a:gd name="connsiteX14" fmla="*/ 26318 w 150919"/>
                <a:gd name="connsiteY14" fmla="*/ 249891 h 249761"/>
                <a:gd name="connsiteX15" fmla="*/ 52888 w 150919"/>
                <a:gd name="connsiteY15" fmla="*/ 249891 h 249761"/>
                <a:gd name="connsiteX16" fmla="*/ 52888 w 150919"/>
                <a:gd name="connsiteY16" fmla="*/ 113142 h 249761"/>
                <a:gd name="connsiteX17" fmla="*/ 151021 w 150919"/>
                <a:gd name="connsiteY17" fmla="*/ 4027 h 249761"/>
                <a:gd name="connsiteX18" fmla="*/ 124451 w 150919"/>
                <a:gd name="connsiteY18" fmla="*/ 4027 h 249761"/>
                <a:gd name="connsiteX19" fmla="*/ 124451 w 150919"/>
                <a:gd name="connsiteY19" fmla="*/ 249891 h 249761"/>
                <a:gd name="connsiteX20" fmla="*/ 151021 w 150919"/>
                <a:gd name="connsiteY20" fmla="*/ 249891 h 249761"/>
                <a:gd name="connsiteX21" fmla="*/ 151021 w 150919"/>
                <a:gd name="connsiteY21" fmla="*/ 4027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0919" h="249761">
                  <a:moveTo>
                    <a:pt x="52888" y="113142"/>
                  </a:moveTo>
                  <a:lnTo>
                    <a:pt x="94692" y="113142"/>
                  </a:lnTo>
                  <a:lnTo>
                    <a:pt x="94692" y="92595"/>
                  </a:lnTo>
                  <a:lnTo>
                    <a:pt x="51825" y="92595"/>
                  </a:lnTo>
                  <a:lnTo>
                    <a:pt x="51825" y="49728"/>
                  </a:lnTo>
                  <a:cubicBezTo>
                    <a:pt x="51825" y="27054"/>
                    <a:pt x="64579" y="21740"/>
                    <a:pt x="73436" y="21740"/>
                  </a:cubicBezTo>
                  <a:cubicBezTo>
                    <a:pt x="80521" y="21740"/>
                    <a:pt x="88315" y="23866"/>
                    <a:pt x="94692" y="27763"/>
                  </a:cubicBezTo>
                  <a:lnTo>
                    <a:pt x="94692" y="4027"/>
                  </a:lnTo>
                  <a:cubicBezTo>
                    <a:pt x="92567" y="3318"/>
                    <a:pt x="83710" y="130"/>
                    <a:pt x="73436" y="130"/>
                  </a:cubicBezTo>
                  <a:cubicBezTo>
                    <a:pt x="47220" y="130"/>
                    <a:pt x="26318" y="24929"/>
                    <a:pt x="26318" y="60356"/>
                  </a:cubicBezTo>
                  <a:lnTo>
                    <a:pt x="26318" y="92595"/>
                  </a:lnTo>
                  <a:lnTo>
                    <a:pt x="102" y="92595"/>
                  </a:lnTo>
                  <a:lnTo>
                    <a:pt x="102" y="113142"/>
                  </a:lnTo>
                  <a:lnTo>
                    <a:pt x="26318" y="113142"/>
                  </a:lnTo>
                  <a:lnTo>
                    <a:pt x="26318" y="249891"/>
                  </a:lnTo>
                  <a:lnTo>
                    <a:pt x="52888" y="249891"/>
                  </a:lnTo>
                  <a:lnTo>
                    <a:pt x="52888" y="113142"/>
                  </a:lnTo>
                  <a:close/>
                  <a:moveTo>
                    <a:pt x="151021" y="4027"/>
                  </a:moveTo>
                  <a:lnTo>
                    <a:pt x="124451" y="4027"/>
                  </a:lnTo>
                  <a:lnTo>
                    <a:pt x="124451" y="249891"/>
                  </a:lnTo>
                  <a:lnTo>
                    <a:pt x="151021" y="249891"/>
                  </a:lnTo>
                  <a:lnTo>
                    <a:pt x="151021" y="4027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86138FB-7663-51A5-0674-386CF541A7FE}"/>
                </a:ext>
              </a:extLst>
            </p:cNvPr>
            <p:cNvSpPr/>
            <p:nvPr/>
          </p:nvSpPr>
          <p:spPr>
            <a:xfrm>
              <a:off x="6376458" y="6911726"/>
              <a:ext cx="31530" cy="240904"/>
            </a:xfrm>
            <a:custGeom>
              <a:avLst/>
              <a:gdLst>
                <a:gd name="connsiteX0" fmla="*/ 31637 w 31530"/>
                <a:gd name="connsiteY0" fmla="*/ 130 h 240904"/>
                <a:gd name="connsiteX1" fmla="*/ 107 w 31530"/>
                <a:gd name="connsiteY1" fmla="*/ 130 h 240904"/>
                <a:gd name="connsiteX2" fmla="*/ 107 w 31530"/>
                <a:gd name="connsiteY2" fmla="*/ 31660 h 240904"/>
                <a:gd name="connsiteX3" fmla="*/ 31637 w 31530"/>
                <a:gd name="connsiteY3" fmla="*/ 31660 h 240904"/>
                <a:gd name="connsiteX4" fmla="*/ 31637 w 31530"/>
                <a:gd name="connsiteY4" fmla="*/ 130 h 240904"/>
                <a:gd name="connsiteX5" fmla="*/ 29157 w 31530"/>
                <a:gd name="connsiteY5" fmla="*/ 83738 h 240904"/>
                <a:gd name="connsiteX6" fmla="*/ 2587 w 31530"/>
                <a:gd name="connsiteY6" fmla="*/ 83738 h 240904"/>
                <a:gd name="connsiteX7" fmla="*/ 2587 w 31530"/>
                <a:gd name="connsiteY7" fmla="*/ 241034 h 240904"/>
                <a:gd name="connsiteX8" fmla="*/ 29157 w 31530"/>
                <a:gd name="connsiteY8" fmla="*/ 241034 h 240904"/>
                <a:gd name="connsiteX9" fmla="*/ 29157 w 31530"/>
                <a:gd name="connsiteY9" fmla="*/ 83738 h 240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30" h="240904">
                  <a:moveTo>
                    <a:pt x="31637" y="130"/>
                  </a:moveTo>
                  <a:lnTo>
                    <a:pt x="107" y="130"/>
                  </a:lnTo>
                  <a:lnTo>
                    <a:pt x="107" y="31660"/>
                  </a:lnTo>
                  <a:lnTo>
                    <a:pt x="31637" y="31660"/>
                  </a:lnTo>
                  <a:lnTo>
                    <a:pt x="31637" y="130"/>
                  </a:lnTo>
                  <a:close/>
                  <a:moveTo>
                    <a:pt x="29157" y="83738"/>
                  </a:moveTo>
                  <a:lnTo>
                    <a:pt x="2587" y="83738"/>
                  </a:lnTo>
                  <a:lnTo>
                    <a:pt x="2587" y="241034"/>
                  </a:lnTo>
                  <a:lnTo>
                    <a:pt x="29157" y="241034"/>
                  </a:lnTo>
                  <a:lnTo>
                    <a:pt x="29157" y="83738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0E4B342-4523-8805-4079-0C66A82512DA}"/>
                </a:ext>
              </a:extLst>
            </p:cNvPr>
            <p:cNvSpPr/>
            <p:nvPr/>
          </p:nvSpPr>
          <p:spPr>
            <a:xfrm>
              <a:off x="6447274" y="6989311"/>
              <a:ext cx="134268" cy="167216"/>
            </a:xfrm>
            <a:custGeom>
              <a:avLst/>
              <a:gdLst>
                <a:gd name="connsiteX0" fmla="*/ 134378 w 134268"/>
                <a:gd name="connsiteY0" fmla="*/ 85863 h 167216"/>
                <a:gd name="connsiteX1" fmla="*/ 120208 w 134268"/>
                <a:gd name="connsiteY1" fmla="*/ 25992 h 167216"/>
                <a:gd name="connsiteX2" fmla="*/ 71318 w 134268"/>
                <a:gd name="connsiteY2" fmla="*/ 130 h 167216"/>
                <a:gd name="connsiteX3" fmla="*/ 110 w 134268"/>
                <a:gd name="connsiteY3" fmla="*/ 83383 h 167216"/>
                <a:gd name="connsiteX4" fmla="*/ 76632 w 134268"/>
                <a:gd name="connsiteY4" fmla="*/ 167346 h 167216"/>
                <a:gd name="connsiteX5" fmla="*/ 132961 w 134268"/>
                <a:gd name="connsiteY5" fmla="*/ 148924 h 167216"/>
                <a:gd name="connsiteX6" fmla="*/ 130836 w 134268"/>
                <a:gd name="connsiteY6" fmla="*/ 125896 h 167216"/>
                <a:gd name="connsiteX7" fmla="*/ 76986 w 134268"/>
                <a:gd name="connsiteY7" fmla="*/ 145735 h 167216"/>
                <a:gd name="connsiteX8" fmla="*/ 24909 w 134268"/>
                <a:gd name="connsiteY8" fmla="*/ 85863 h 167216"/>
                <a:gd name="connsiteX9" fmla="*/ 134378 w 134268"/>
                <a:gd name="connsiteY9" fmla="*/ 85863 h 167216"/>
                <a:gd name="connsiteX10" fmla="*/ 26680 w 134268"/>
                <a:gd name="connsiteY10" fmla="*/ 66378 h 167216"/>
                <a:gd name="connsiteX11" fmla="*/ 71318 w 134268"/>
                <a:gd name="connsiteY11" fmla="*/ 21740 h 167216"/>
                <a:gd name="connsiteX12" fmla="*/ 114185 w 134268"/>
                <a:gd name="connsiteY12" fmla="*/ 66378 h 167216"/>
                <a:gd name="connsiteX13" fmla="*/ 26680 w 134268"/>
                <a:gd name="connsiteY13" fmla="*/ 66378 h 167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4268" h="167216">
                  <a:moveTo>
                    <a:pt x="134378" y="85863"/>
                  </a:moveTo>
                  <a:cubicBezTo>
                    <a:pt x="134378" y="73818"/>
                    <a:pt x="134024" y="47248"/>
                    <a:pt x="120208" y="25992"/>
                  </a:cubicBezTo>
                  <a:cubicBezTo>
                    <a:pt x="105682" y="4027"/>
                    <a:pt x="84072" y="130"/>
                    <a:pt x="71318" y="130"/>
                  </a:cubicBezTo>
                  <a:cubicBezTo>
                    <a:pt x="31994" y="130"/>
                    <a:pt x="110" y="37682"/>
                    <a:pt x="110" y="83383"/>
                  </a:cubicBezTo>
                  <a:cubicBezTo>
                    <a:pt x="110" y="130147"/>
                    <a:pt x="34120" y="167346"/>
                    <a:pt x="76632" y="167346"/>
                  </a:cubicBezTo>
                  <a:cubicBezTo>
                    <a:pt x="98951" y="167346"/>
                    <a:pt x="119145" y="158843"/>
                    <a:pt x="132961" y="148924"/>
                  </a:cubicBezTo>
                  <a:lnTo>
                    <a:pt x="130836" y="125896"/>
                  </a:lnTo>
                  <a:cubicBezTo>
                    <a:pt x="108517" y="144318"/>
                    <a:pt x="85135" y="145735"/>
                    <a:pt x="76986" y="145735"/>
                  </a:cubicBezTo>
                  <a:cubicBezTo>
                    <a:pt x="48645" y="145735"/>
                    <a:pt x="25971" y="120582"/>
                    <a:pt x="24909" y="85863"/>
                  </a:cubicBezTo>
                  <a:lnTo>
                    <a:pt x="134378" y="85863"/>
                  </a:lnTo>
                  <a:close/>
                  <a:moveTo>
                    <a:pt x="26680" y="66378"/>
                  </a:moveTo>
                  <a:cubicBezTo>
                    <a:pt x="32348" y="39454"/>
                    <a:pt x="51125" y="21740"/>
                    <a:pt x="71318" y="21740"/>
                  </a:cubicBezTo>
                  <a:cubicBezTo>
                    <a:pt x="89740" y="21740"/>
                    <a:pt x="109579" y="33786"/>
                    <a:pt x="114185" y="66378"/>
                  </a:cubicBezTo>
                  <a:lnTo>
                    <a:pt x="26680" y="66378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98A8279-6837-DCF2-110F-AAED8D2E0238}"/>
                </a:ext>
              </a:extLst>
            </p:cNvPr>
            <p:cNvSpPr/>
            <p:nvPr/>
          </p:nvSpPr>
          <p:spPr>
            <a:xfrm>
              <a:off x="6602248" y="6989311"/>
              <a:ext cx="117618" cy="167216"/>
            </a:xfrm>
            <a:custGeom>
              <a:avLst/>
              <a:gdLst>
                <a:gd name="connsiteX0" fmla="*/ 111709 w 117618"/>
                <a:gd name="connsiteY0" fmla="*/ 11466 h 167216"/>
                <a:gd name="connsiteX1" fmla="*/ 60694 w 117618"/>
                <a:gd name="connsiteY1" fmla="*/ 130 h 167216"/>
                <a:gd name="connsiteX2" fmla="*/ 1885 w 117618"/>
                <a:gd name="connsiteY2" fmla="*/ 46539 h 167216"/>
                <a:gd name="connsiteX3" fmla="*/ 21016 w 117618"/>
                <a:gd name="connsiteY3" fmla="*/ 81966 h 167216"/>
                <a:gd name="connsiteX4" fmla="*/ 59277 w 117618"/>
                <a:gd name="connsiteY4" fmla="*/ 95074 h 167216"/>
                <a:gd name="connsiteX5" fmla="*/ 92579 w 117618"/>
                <a:gd name="connsiteY5" fmla="*/ 120582 h 167216"/>
                <a:gd name="connsiteX6" fmla="*/ 59277 w 117618"/>
                <a:gd name="connsiteY6" fmla="*/ 145027 h 167216"/>
                <a:gd name="connsiteX7" fmla="*/ 4365 w 117618"/>
                <a:gd name="connsiteY7" fmla="*/ 127667 h 167216"/>
                <a:gd name="connsiteX8" fmla="*/ 114 w 117618"/>
                <a:gd name="connsiteY8" fmla="*/ 151758 h 167216"/>
                <a:gd name="connsiteX9" fmla="*/ 59632 w 117618"/>
                <a:gd name="connsiteY9" fmla="*/ 167346 h 167216"/>
                <a:gd name="connsiteX10" fmla="*/ 100727 w 117618"/>
                <a:gd name="connsiteY10" fmla="*/ 156009 h 167216"/>
                <a:gd name="connsiteX11" fmla="*/ 117732 w 117618"/>
                <a:gd name="connsiteY11" fmla="*/ 118102 h 167216"/>
                <a:gd name="connsiteX12" fmla="*/ 103915 w 117618"/>
                <a:gd name="connsiteY12" fmla="*/ 85509 h 167216"/>
                <a:gd name="connsiteX13" fmla="*/ 62820 w 117618"/>
                <a:gd name="connsiteY13" fmla="*/ 67796 h 167216"/>
                <a:gd name="connsiteX14" fmla="*/ 27039 w 117618"/>
                <a:gd name="connsiteY14" fmla="*/ 42997 h 167216"/>
                <a:gd name="connsiteX15" fmla="*/ 57152 w 117618"/>
                <a:gd name="connsiteY15" fmla="*/ 21032 h 167216"/>
                <a:gd name="connsiteX16" fmla="*/ 107458 w 117618"/>
                <a:gd name="connsiteY16" fmla="*/ 34494 h 167216"/>
                <a:gd name="connsiteX17" fmla="*/ 111709 w 117618"/>
                <a:gd name="connsiteY17" fmla="*/ 11466 h 167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7618" h="167216">
                  <a:moveTo>
                    <a:pt x="111709" y="11466"/>
                  </a:moveTo>
                  <a:cubicBezTo>
                    <a:pt x="93287" y="2964"/>
                    <a:pt x="78762" y="130"/>
                    <a:pt x="60694" y="130"/>
                  </a:cubicBezTo>
                  <a:cubicBezTo>
                    <a:pt x="51838" y="130"/>
                    <a:pt x="1885" y="130"/>
                    <a:pt x="1885" y="46539"/>
                  </a:cubicBezTo>
                  <a:cubicBezTo>
                    <a:pt x="1885" y="63899"/>
                    <a:pt x="12159" y="75235"/>
                    <a:pt x="21016" y="81966"/>
                  </a:cubicBezTo>
                  <a:cubicBezTo>
                    <a:pt x="31998" y="89760"/>
                    <a:pt x="39792" y="91177"/>
                    <a:pt x="59277" y="95074"/>
                  </a:cubicBezTo>
                  <a:cubicBezTo>
                    <a:pt x="72031" y="97554"/>
                    <a:pt x="92579" y="101806"/>
                    <a:pt x="92579" y="120582"/>
                  </a:cubicBezTo>
                  <a:cubicBezTo>
                    <a:pt x="92579" y="145027"/>
                    <a:pt x="64591" y="145027"/>
                    <a:pt x="59277" y="145027"/>
                  </a:cubicBezTo>
                  <a:cubicBezTo>
                    <a:pt x="30581" y="145027"/>
                    <a:pt x="10742" y="131919"/>
                    <a:pt x="4365" y="127667"/>
                  </a:cubicBezTo>
                  <a:lnTo>
                    <a:pt x="114" y="151758"/>
                  </a:lnTo>
                  <a:cubicBezTo>
                    <a:pt x="11451" y="157426"/>
                    <a:pt x="30936" y="167346"/>
                    <a:pt x="59632" y="167346"/>
                  </a:cubicBezTo>
                  <a:cubicBezTo>
                    <a:pt x="66008" y="167346"/>
                    <a:pt x="85493" y="167346"/>
                    <a:pt x="100727" y="156009"/>
                  </a:cubicBezTo>
                  <a:cubicBezTo>
                    <a:pt x="111709" y="147507"/>
                    <a:pt x="117732" y="133336"/>
                    <a:pt x="117732" y="118102"/>
                  </a:cubicBezTo>
                  <a:cubicBezTo>
                    <a:pt x="117732" y="98617"/>
                    <a:pt x="104624" y="86572"/>
                    <a:pt x="103915" y="85509"/>
                  </a:cubicBezTo>
                  <a:cubicBezTo>
                    <a:pt x="90099" y="73110"/>
                    <a:pt x="80534" y="70984"/>
                    <a:pt x="62820" y="67796"/>
                  </a:cubicBezTo>
                  <a:cubicBezTo>
                    <a:pt x="43335" y="63899"/>
                    <a:pt x="27039" y="60356"/>
                    <a:pt x="27039" y="42997"/>
                  </a:cubicBezTo>
                  <a:cubicBezTo>
                    <a:pt x="27039" y="21032"/>
                    <a:pt x="52546" y="21032"/>
                    <a:pt x="57152" y="21032"/>
                  </a:cubicBezTo>
                  <a:cubicBezTo>
                    <a:pt x="68488" y="21032"/>
                    <a:pt x="87265" y="22449"/>
                    <a:pt x="107458" y="34494"/>
                  </a:cubicBezTo>
                  <a:lnTo>
                    <a:pt x="111709" y="11466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D578372-8D2A-CB92-0939-5A637B32C956}"/>
                </a:ext>
              </a:extLst>
            </p:cNvPr>
            <p:cNvSpPr/>
            <p:nvPr/>
          </p:nvSpPr>
          <p:spPr>
            <a:xfrm>
              <a:off x="7656837" y="5319624"/>
              <a:ext cx="226025" cy="245864"/>
            </a:xfrm>
            <a:custGeom>
              <a:avLst/>
              <a:gdLst>
                <a:gd name="connsiteX0" fmla="*/ 226169 w 226025"/>
                <a:gd name="connsiteY0" fmla="*/ 85 h 245864"/>
                <a:gd name="connsiteX1" fmla="*/ 198536 w 226025"/>
                <a:gd name="connsiteY1" fmla="*/ 85 h 245864"/>
                <a:gd name="connsiteX2" fmla="*/ 151418 w 226025"/>
                <a:gd name="connsiteY2" fmla="*/ 121246 h 245864"/>
                <a:gd name="connsiteX3" fmla="*/ 115991 w 226025"/>
                <a:gd name="connsiteY3" fmla="*/ 220442 h 245864"/>
                <a:gd name="connsiteX4" fmla="*/ 115636 w 226025"/>
                <a:gd name="connsiteY4" fmla="*/ 220442 h 245864"/>
                <a:gd name="connsiteX5" fmla="*/ 94380 w 226025"/>
                <a:gd name="connsiteY5" fmla="*/ 158799 h 245864"/>
                <a:gd name="connsiteX6" fmla="*/ 33091 w 226025"/>
                <a:gd name="connsiteY6" fmla="*/ 85 h 245864"/>
                <a:gd name="connsiteX7" fmla="*/ 144 w 226025"/>
                <a:gd name="connsiteY7" fmla="*/ 85 h 245864"/>
                <a:gd name="connsiteX8" fmla="*/ 96860 w 226025"/>
                <a:gd name="connsiteY8" fmla="*/ 245949 h 245864"/>
                <a:gd name="connsiteX9" fmla="*/ 129453 w 226025"/>
                <a:gd name="connsiteY9" fmla="*/ 245949 h 245864"/>
                <a:gd name="connsiteX10" fmla="*/ 226169 w 226025"/>
                <a:gd name="connsiteY10" fmla="*/ 8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6025" h="245864">
                  <a:moveTo>
                    <a:pt x="226169" y="85"/>
                  </a:moveTo>
                  <a:lnTo>
                    <a:pt x="198536" y="85"/>
                  </a:lnTo>
                  <a:lnTo>
                    <a:pt x="151418" y="121246"/>
                  </a:lnTo>
                  <a:cubicBezTo>
                    <a:pt x="145749" y="135771"/>
                    <a:pt x="119179" y="204145"/>
                    <a:pt x="115991" y="220442"/>
                  </a:cubicBezTo>
                  <a:lnTo>
                    <a:pt x="115636" y="220442"/>
                  </a:lnTo>
                  <a:cubicBezTo>
                    <a:pt x="112802" y="206271"/>
                    <a:pt x="97568" y="167301"/>
                    <a:pt x="94380" y="158799"/>
                  </a:cubicBezTo>
                  <a:lnTo>
                    <a:pt x="33091" y="85"/>
                  </a:lnTo>
                  <a:lnTo>
                    <a:pt x="144" y="85"/>
                  </a:lnTo>
                  <a:lnTo>
                    <a:pt x="96860" y="245949"/>
                  </a:lnTo>
                  <a:lnTo>
                    <a:pt x="129453" y="245949"/>
                  </a:lnTo>
                  <a:lnTo>
                    <a:pt x="226169" y="85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AD5AF7D-A036-1FCF-03E2-F6D777BC9D51}"/>
                </a:ext>
              </a:extLst>
            </p:cNvPr>
            <p:cNvSpPr/>
            <p:nvPr/>
          </p:nvSpPr>
          <p:spPr>
            <a:xfrm>
              <a:off x="7922069" y="5319624"/>
              <a:ext cx="172175" cy="245864"/>
            </a:xfrm>
            <a:custGeom>
              <a:avLst/>
              <a:gdLst>
                <a:gd name="connsiteX0" fmla="*/ 90844 w 172175"/>
                <a:gd name="connsiteY0" fmla="*/ 143565 h 245864"/>
                <a:gd name="connsiteX1" fmla="*/ 172326 w 172175"/>
                <a:gd name="connsiteY1" fmla="*/ 71648 h 245864"/>
                <a:gd name="connsiteX2" fmla="*/ 88364 w 172175"/>
                <a:gd name="connsiteY2" fmla="*/ 85 h 245864"/>
                <a:gd name="connsiteX3" fmla="*/ 150 w 172175"/>
                <a:gd name="connsiteY3" fmla="*/ 85 h 245864"/>
                <a:gd name="connsiteX4" fmla="*/ 150 w 172175"/>
                <a:gd name="connsiteY4" fmla="*/ 245949 h 245864"/>
                <a:gd name="connsiteX5" fmla="*/ 31681 w 172175"/>
                <a:gd name="connsiteY5" fmla="*/ 245949 h 245864"/>
                <a:gd name="connsiteX6" fmla="*/ 31681 w 172175"/>
                <a:gd name="connsiteY6" fmla="*/ 143565 h 245864"/>
                <a:gd name="connsiteX7" fmla="*/ 90844 w 172175"/>
                <a:gd name="connsiteY7" fmla="*/ 143565 h 245864"/>
                <a:gd name="connsiteX8" fmla="*/ 80570 w 172175"/>
                <a:gd name="connsiteY8" fmla="*/ 19924 h 245864"/>
                <a:gd name="connsiteX9" fmla="*/ 143630 w 172175"/>
                <a:gd name="connsiteY9" fmla="*/ 71648 h 245864"/>
                <a:gd name="connsiteX10" fmla="*/ 80570 w 172175"/>
                <a:gd name="connsiteY10" fmla="*/ 123017 h 245864"/>
                <a:gd name="connsiteX11" fmla="*/ 30618 w 172175"/>
                <a:gd name="connsiteY11" fmla="*/ 123017 h 245864"/>
                <a:gd name="connsiteX12" fmla="*/ 30618 w 172175"/>
                <a:gd name="connsiteY12" fmla="*/ 19924 h 245864"/>
                <a:gd name="connsiteX13" fmla="*/ 80570 w 172175"/>
                <a:gd name="connsiteY13" fmla="*/ 19924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2175" h="245864">
                  <a:moveTo>
                    <a:pt x="90844" y="143565"/>
                  </a:moveTo>
                  <a:cubicBezTo>
                    <a:pt x="134774" y="143565"/>
                    <a:pt x="172326" y="111326"/>
                    <a:pt x="172326" y="71648"/>
                  </a:cubicBezTo>
                  <a:cubicBezTo>
                    <a:pt x="172326" y="33741"/>
                    <a:pt x="137253" y="85"/>
                    <a:pt x="88364" y="85"/>
                  </a:cubicBezTo>
                  <a:lnTo>
                    <a:pt x="150" y="85"/>
                  </a:lnTo>
                  <a:lnTo>
                    <a:pt x="150" y="245949"/>
                  </a:lnTo>
                  <a:lnTo>
                    <a:pt x="31681" y="245949"/>
                  </a:lnTo>
                  <a:lnTo>
                    <a:pt x="31681" y="143565"/>
                  </a:lnTo>
                  <a:lnTo>
                    <a:pt x="90844" y="143565"/>
                  </a:lnTo>
                  <a:close/>
                  <a:moveTo>
                    <a:pt x="80570" y="19924"/>
                  </a:moveTo>
                  <a:cubicBezTo>
                    <a:pt x="119540" y="19924"/>
                    <a:pt x="143630" y="41535"/>
                    <a:pt x="143630" y="71648"/>
                  </a:cubicBezTo>
                  <a:cubicBezTo>
                    <a:pt x="143630" y="99635"/>
                    <a:pt x="121311" y="123017"/>
                    <a:pt x="80570" y="123017"/>
                  </a:cubicBezTo>
                  <a:lnTo>
                    <a:pt x="30618" y="123017"/>
                  </a:lnTo>
                  <a:lnTo>
                    <a:pt x="30618" y="19924"/>
                  </a:lnTo>
                  <a:lnTo>
                    <a:pt x="80570" y="19924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3C47FE1-2199-CD91-EBEE-383A2DB7C9E3}"/>
                </a:ext>
              </a:extLst>
            </p:cNvPr>
            <p:cNvSpPr/>
            <p:nvPr/>
          </p:nvSpPr>
          <p:spPr>
            <a:xfrm>
              <a:off x="6950473" y="6113209"/>
              <a:ext cx="226025" cy="245864"/>
            </a:xfrm>
            <a:custGeom>
              <a:avLst/>
              <a:gdLst>
                <a:gd name="connsiteX0" fmla="*/ 226149 w 226025"/>
                <a:gd name="connsiteY0" fmla="*/ 107 h 245864"/>
                <a:gd name="connsiteX1" fmla="*/ 198516 w 226025"/>
                <a:gd name="connsiteY1" fmla="*/ 107 h 245864"/>
                <a:gd name="connsiteX2" fmla="*/ 151398 w 226025"/>
                <a:gd name="connsiteY2" fmla="*/ 121268 h 245864"/>
                <a:gd name="connsiteX3" fmla="*/ 115971 w 226025"/>
                <a:gd name="connsiteY3" fmla="*/ 220464 h 245864"/>
                <a:gd name="connsiteX4" fmla="*/ 115616 w 226025"/>
                <a:gd name="connsiteY4" fmla="*/ 220464 h 245864"/>
                <a:gd name="connsiteX5" fmla="*/ 94360 w 226025"/>
                <a:gd name="connsiteY5" fmla="*/ 158821 h 245864"/>
                <a:gd name="connsiteX6" fmla="*/ 33071 w 226025"/>
                <a:gd name="connsiteY6" fmla="*/ 107 h 245864"/>
                <a:gd name="connsiteX7" fmla="*/ 124 w 226025"/>
                <a:gd name="connsiteY7" fmla="*/ 107 h 245864"/>
                <a:gd name="connsiteX8" fmla="*/ 96840 w 226025"/>
                <a:gd name="connsiteY8" fmla="*/ 245972 h 245864"/>
                <a:gd name="connsiteX9" fmla="*/ 129433 w 226025"/>
                <a:gd name="connsiteY9" fmla="*/ 245972 h 245864"/>
                <a:gd name="connsiteX10" fmla="*/ 226149 w 226025"/>
                <a:gd name="connsiteY10" fmla="*/ 107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6025" h="245864">
                  <a:moveTo>
                    <a:pt x="226149" y="107"/>
                  </a:moveTo>
                  <a:lnTo>
                    <a:pt x="198516" y="107"/>
                  </a:lnTo>
                  <a:lnTo>
                    <a:pt x="151398" y="121268"/>
                  </a:lnTo>
                  <a:cubicBezTo>
                    <a:pt x="145729" y="135793"/>
                    <a:pt x="119159" y="204168"/>
                    <a:pt x="115971" y="220464"/>
                  </a:cubicBezTo>
                  <a:lnTo>
                    <a:pt x="115616" y="220464"/>
                  </a:lnTo>
                  <a:cubicBezTo>
                    <a:pt x="112782" y="206293"/>
                    <a:pt x="97549" y="167324"/>
                    <a:pt x="94360" y="158821"/>
                  </a:cubicBezTo>
                  <a:lnTo>
                    <a:pt x="33071" y="107"/>
                  </a:lnTo>
                  <a:lnTo>
                    <a:pt x="124" y="107"/>
                  </a:lnTo>
                  <a:lnTo>
                    <a:pt x="96840" y="245972"/>
                  </a:lnTo>
                  <a:lnTo>
                    <a:pt x="129433" y="245972"/>
                  </a:lnTo>
                  <a:lnTo>
                    <a:pt x="226149" y="107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663ACA7-6F03-DFA4-7AB2-56C886212FE5}"/>
                </a:ext>
              </a:extLst>
            </p:cNvPr>
            <p:cNvSpPr/>
            <p:nvPr/>
          </p:nvSpPr>
          <p:spPr>
            <a:xfrm>
              <a:off x="7216060" y="6113209"/>
              <a:ext cx="181741" cy="245864"/>
            </a:xfrm>
            <a:custGeom>
              <a:avLst/>
              <a:gdLst>
                <a:gd name="connsiteX0" fmla="*/ 131 w 181741"/>
                <a:gd name="connsiteY0" fmla="*/ 107 h 245864"/>
                <a:gd name="connsiteX1" fmla="*/ 131 w 181741"/>
                <a:gd name="connsiteY1" fmla="*/ 245972 h 245864"/>
                <a:gd name="connsiteX2" fmla="*/ 93658 w 181741"/>
                <a:gd name="connsiteY2" fmla="*/ 245972 h 245864"/>
                <a:gd name="connsiteX3" fmla="*/ 181872 w 181741"/>
                <a:gd name="connsiteY3" fmla="*/ 179369 h 245864"/>
                <a:gd name="connsiteX4" fmla="*/ 113497 w 181741"/>
                <a:gd name="connsiteY4" fmla="*/ 117371 h 245864"/>
                <a:gd name="connsiteX5" fmla="*/ 172306 w 181741"/>
                <a:gd name="connsiteY5" fmla="*/ 61751 h 245864"/>
                <a:gd name="connsiteX6" fmla="*/ 84093 w 181741"/>
                <a:gd name="connsiteY6" fmla="*/ 107 h 245864"/>
                <a:gd name="connsiteX7" fmla="*/ 131 w 181741"/>
                <a:gd name="connsiteY7" fmla="*/ 107 h 245864"/>
                <a:gd name="connsiteX8" fmla="*/ 29535 w 181741"/>
                <a:gd name="connsiteY8" fmla="*/ 107452 h 245864"/>
                <a:gd name="connsiteX9" fmla="*/ 29535 w 181741"/>
                <a:gd name="connsiteY9" fmla="*/ 19947 h 245864"/>
                <a:gd name="connsiteX10" fmla="*/ 74173 w 181741"/>
                <a:gd name="connsiteY10" fmla="*/ 19947 h 245864"/>
                <a:gd name="connsiteX11" fmla="*/ 144673 w 181741"/>
                <a:gd name="connsiteY11" fmla="*/ 62105 h 245864"/>
                <a:gd name="connsiteX12" fmla="*/ 70631 w 181741"/>
                <a:gd name="connsiteY12" fmla="*/ 107452 h 245864"/>
                <a:gd name="connsiteX13" fmla="*/ 29535 w 181741"/>
                <a:gd name="connsiteY13" fmla="*/ 107452 h 245864"/>
                <a:gd name="connsiteX14" fmla="*/ 29535 w 181741"/>
                <a:gd name="connsiteY14" fmla="*/ 226133 h 245864"/>
                <a:gd name="connsiteX15" fmla="*/ 29535 w 181741"/>
                <a:gd name="connsiteY15" fmla="*/ 129062 h 245864"/>
                <a:gd name="connsiteX16" fmla="*/ 80904 w 181741"/>
                <a:gd name="connsiteY16" fmla="*/ 129062 h 245864"/>
                <a:gd name="connsiteX17" fmla="*/ 153176 w 181741"/>
                <a:gd name="connsiteY17" fmla="*/ 179014 h 245864"/>
                <a:gd name="connsiteX18" fmla="*/ 83739 w 181741"/>
                <a:gd name="connsiteY18" fmla="*/ 226133 h 245864"/>
                <a:gd name="connsiteX19" fmla="*/ 29535 w 181741"/>
                <a:gd name="connsiteY19" fmla="*/ 226133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1741" h="245864">
                  <a:moveTo>
                    <a:pt x="131" y="107"/>
                  </a:moveTo>
                  <a:lnTo>
                    <a:pt x="131" y="245972"/>
                  </a:lnTo>
                  <a:lnTo>
                    <a:pt x="93658" y="245972"/>
                  </a:lnTo>
                  <a:cubicBezTo>
                    <a:pt x="144673" y="245972"/>
                    <a:pt x="181872" y="214087"/>
                    <a:pt x="181872" y="179369"/>
                  </a:cubicBezTo>
                  <a:cubicBezTo>
                    <a:pt x="181872" y="148547"/>
                    <a:pt x="151050" y="123394"/>
                    <a:pt x="113497" y="117371"/>
                  </a:cubicBezTo>
                  <a:cubicBezTo>
                    <a:pt x="145736" y="109223"/>
                    <a:pt x="172306" y="88675"/>
                    <a:pt x="172306" y="61751"/>
                  </a:cubicBezTo>
                  <a:cubicBezTo>
                    <a:pt x="172306" y="29158"/>
                    <a:pt x="134399" y="107"/>
                    <a:pt x="84093" y="107"/>
                  </a:cubicBezTo>
                  <a:lnTo>
                    <a:pt x="131" y="107"/>
                  </a:lnTo>
                  <a:close/>
                  <a:moveTo>
                    <a:pt x="29535" y="107452"/>
                  </a:moveTo>
                  <a:lnTo>
                    <a:pt x="29535" y="19947"/>
                  </a:lnTo>
                  <a:lnTo>
                    <a:pt x="74173" y="19947"/>
                  </a:lnTo>
                  <a:cubicBezTo>
                    <a:pt x="113497" y="19947"/>
                    <a:pt x="144673" y="38723"/>
                    <a:pt x="144673" y="62105"/>
                  </a:cubicBezTo>
                  <a:cubicBezTo>
                    <a:pt x="144673" y="83361"/>
                    <a:pt x="119520" y="107452"/>
                    <a:pt x="70631" y="107452"/>
                  </a:cubicBezTo>
                  <a:lnTo>
                    <a:pt x="29535" y="107452"/>
                  </a:lnTo>
                  <a:close/>
                  <a:moveTo>
                    <a:pt x="29535" y="226133"/>
                  </a:moveTo>
                  <a:lnTo>
                    <a:pt x="29535" y="129062"/>
                  </a:lnTo>
                  <a:lnTo>
                    <a:pt x="80904" y="129062"/>
                  </a:lnTo>
                  <a:cubicBezTo>
                    <a:pt x="118457" y="129062"/>
                    <a:pt x="153176" y="150673"/>
                    <a:pt x="153176" y="179014"/>
                  </a:cubicBezTo>
                  <a:cubicBezTo>
                    <a:pt x="153176" y="205585"/>
                    <a:pt x="122000" y="226133"/>
                    <a:pt x="83739" y="226133"/>
                  </a:cubicBezTo>
                  <a:lnTo>
                    <a:pt x="29535" y="226133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9783957-A907-AC84-F9CA-7940D29A0080}"/>
                </a:ext>
              </a:extLst>
            </p:cNvPr>
            <p:cNvSpPr/>
            <p:nvPr/>
          </p:nvSpPr>
          <p:spPr>
            <a:xfrm>
              <a:off x="7451887" y="6113209"/>
              <a:ext cx="172175" cy="245864"/>
            </a:xfrm>
            <a:custGeom>
              <a:avLst/>
              <a:gdLst>
                <a:gd name="connsiteX0" fmla="*/ 90831 w 172175"/>
                <a:gd name="connsiteY0" fmla="*/ 143587 h 245864"/>
                <a:gd name="connsiteX1" fmla="*/ 172313 w 172175"/>
                <a:gd name="connsiteY1" fmla="*/ 71670 h 245864"/>
                <a:gd name="connsiteX2" fmla="*/ 88351 w 172175"/>
                <a:gd name="connsiteY2" fmla="*/ 107 h 245864"/>
                <a:gd name="connsiteX3" fmla="*/ 137 w 172175"/>
                <a:gd name="connsiteY3" fmla="*/ 107 h 245864"/>
                <a:gd name="connsiteX4" fmla="*/ 137 w 172175"/>
                <a:gd name="connsiteY4" fmla="*/ 245972 h 245864"/>
                <a:gd name="connsiteX5" fmla="*/ 31667 w 172175"/>
                <a:gd name="connsiteY5" fmla="*/ 245972 h 245864"/>
                <a:gd name="connsiteX6" fmla="*/ 31667 w 172175"/>
                <a:gd name="connsiteY6" fmla="*/ 143587 h 245864"/>
                <a:gd name="connsiteX7" fmla="*/ 90831 w 172175"/>
                <a:gd name="connsiteY7" fmla="*/ 143587 h 245864"/>
                <a:gd name="connsiteX8" fmla="*/ 80557 w 172175"/>
                <a:gd name="connsiteY8" fmla="*/ 19947 h 245864"/>
                <a:gd name="connsiteX9" fmla="*/ 143617 w 172175"/>
                <a:gd name="connsiteY9" fmla="*/ 71670 h 245864"/>
                <a:gd name="connsiteX10" fmla="*/ 80557 w 172175"/>
                <a:gd name="connsiteY10" fmla="*/ 123040 h 245864"/>
                <a:gd name="connsiteX11" fmla="*/ 30605 w 172175"/>
                <a:gd name="connsiteY11" fmla="*/ 123040 h 245864"/>
                <a:gd name="connsiteX12" fmla="*/ 30605 w 172175"/>
                <a:gd name="connsiteY12" fmla="*/ 19947 h 245864"/>
                <a:gd name="connsiteX13" fmla="*/ 80557 w 172175"/>
                <a:gd name="connsiteY13" fmla="*/ 19947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2175" h="245864">
                  <a:moveTo>
                    <a:pt x="90831" y="143587"/>
                  </a:moveTo>
                  <a:cubicBezTo>
                    <a:pt x="134760" y="143587"/>
                    <a:pt x="172313" y="111349"/>
                    <a:pt x="172313" y="71670"/>
                  </a:cubicBezTo>
                  <a:cubicBezTo>
                    <a:pt x="172313" y="33763"/>
                    <a:pt x="137240" y="107"/>
                    <a:pt x="88351" y="107"/>
                  </a:cubicBezTo>
                  <a:lnTo>
                    <a:pt x="137" y="107"/>
                  </a:lnTo>
                  <a:lnTo>
                    <a:pt x="137" y="245972"/>
                  </a:lnTo>
                  <a:lnTo>
                    <a:pt x="31667" y="245972"/>
                  </a:lnTo>
                  <a:lnTo>
                    <a:pt x="31667" y="143587"/>
                  </a:lnTo>
                  <a:lnTo>
                    <a:pt x="90831" y="143587"/>
                  </a:lnTo>
                  <a:close/>
                  <a:moveTo>
                    <a:pt x="80557" y="19947"/>
                  </a:moveTo>
                  <a:cubicBezTo>
                    <a:pt x="119527" y="19947"/>
                    <a:pt x="143617" y="41557"/>
                    <a:pt x="143617" y="71670"/>
                  </a:cubicBezTo>
                  <a:cubicBezTo>
                    <a:pt x="143617" y="99658"/>
                    <a:pt x="121298" y="123040"/>
                    <a:pt x="80557" y="123040"/>
                  </a:cubicBezTo>
                  <a:lnTo>
                    <a:pt x="30605" y="123040"/>
                  </a:lnTo>
                  <a:lnTo>
                    <a:pt x="30605" y="19947"/>
                  </a:lnTo>
                  <a:lnTo>
                    <a:pt x="80557" y="19947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318A78B-5752-85D3-A2F2-C441467041CD}"/>
                </a:ext>
              </a:extLst>
            </p:cNvPr>
            <p:cNvSpPr/>
            <p:nvPr/>
          </p:nvSpPr>
          <p:spPr>
            <a:xfrm>
              <a:off x="7078542" y="6906766"/>
              <a:ext cx="26570" cy="245864"/>
            </a:xfrm>
            <a:custGeom>
              <a:avLst/>
              <a:gdLst>
                <a:gd name="connsiteX0" fmla="*/ 26697 w 26570"/>
                <a:gd name="connsiteY0" fmla="*/ 130 h 245864"/>
                <a:gd name="connsiteX1" fmla="*/ 127 w 26570"/>
                <a:gd name="connsiteY1" fmla="*/ 130 h 245864"/>
                <a:gd name="connsiteX2" fmla="*/ 127 w 26570"/>
                <a:gd name="connsiteY2" fmla="*/ 245994 h 245864"/>
                <a:gd name="connsiteX3" fmla="*/ 26697 w 26570"/>
                <a:gd name="connsiteY3" fmla="*/ 245994 h 245864"/>
                <a:gd name="connsiteX4" fmla="*/ 26697 w 26570"/>
                <a:gd name="connsiteY4" fmla="*/ 130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70" h="245864">
                  <a:moveTo>
                    <a:pt x="26697" y="130"/>
                  </a:moveTo>
                  <a:lnTo>
                    <a:pt x="127" y="130"/>
                  </a:lnTo>
                  <a:lnTo>
                    <a:pt x="127" y="245994"/>
                  </a:lnTo>
                  <a:lnTo>
                    <a:pt x="26697" y="245994"/>
                  </a:lnTo>
                  <a:lnTo>
                    <a:pt x="26697" y="130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0BE9D09-9AE5-A102-5A04-4F1A4DBD6431}"/>
                </a:ext>
              </a:extLst>
            </p:cNvPr>
            <p:cNvSpPr/>
            <p:nvPr/>
          </p:nvSpPr>
          <p:spPr>
            <a:xfrm>
              <a:off x="7160694" y="6911726"/>
              <a:ext cx="31530" cy="240904"/>
            </a:xfrm>
            <a:custGeom>
              <a:avLst/>
              <a:gdLst>
                <a:gd name="connsiteX0" fmla="*/ 31659 w 31530"/>
                <a:gd name="connsiteY0" fmla="*/ 130 h 240904"/>
                <a:gd name="connsiteX1" fmla="*/ 129 w 31530"/>
                <a:gd name="connsiteY1" fmla="*/ 130 h 240904"/>
                <a:gd name="connsiteX2" fmla="*/ 129 w 31530"/>
                <a:gd name="connsiteY2" fmla="*/ 31660 h 240904"/>
                <a:gd name="connsiteX3" fmla="*/ 31659 w 31530"/>
                <a:gd name="connsiteY3" fmla="*/ 31660 h 240904"/>
                <a:gd name="connsiteX4" fmla="*/ 31659 w 31530"/>
                <a:gd name="connsiteY4" fmla="*/ 130 h 240904"/>
                <a:gd name="connsiteX5" fmla="*/ 29179 w 31530"/>
                <a:gd name="connsiteY5" fmla="*/ 83738 h 240904"/>
                <a:gd name="connsiteX6" fmla="*/ 2609 w 31530"/>
                <a:gd name="connsiteY6" fmla="*/ 83738 h 240904"/>
                <a:gd name="connsiteX7" fmla="*/ 2609 w 31530"/>
                <a:gd name="connsiteY7" fmla="*/ 241034 h 240904"/>
                <a:gd name="connsiteX8" fmla="*/ 29179 w 31530"/>
                <a:gd name="connsiteY8" fmla="*/ 241034 h 240904"/>
                <a:gd name="connsiteX9" fmla="*/ 29179 w 31530"/>
                <a:gd name="connsiteY9" fmla="*/ 83738 h 240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30" h="240904">
                  <a:moveTo>
                    <a:pt x="31659" y="130"/>
                  </a:moveTo>
                  <a:lnTo>
                    <a:pt x="129" y="130"/>
                  </a:lnTo>
                  <a:lnTo>
                    <a:pt x="129" y="31660"/>
                  </a:lnTo>
                  <a:lnTo>
                    <a:pt x="31659" y="31660"/>
                  </a:lnTo>
                  <a:lnTo>
                    <a:pt x="31659" y="130"/>
                  </a:lnTo>
                  <a:close/>
                  <a:moveTo>
                    <a:pt x="29179" y="83738"/>
                  </a:moveTo>
                  <a:lnTo>
                    <a:pt x="2609" y="83738"/>
                  </a:lnTo>
                  <a:lnTo>
                    <a:pt x="2609" y="241034"/>
                  </a:lnTo>
                  <a:lnTo>
                    <a:pt x="29179" y="241034"/>
                  </a:lnTo>
                  <a:lnTo>
                    <a:pt x="29179" y="83738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35798AF-4A02-3BEA-5388-02CB7B566357}"/>
                </a:ext>
              </a:extLst>
            </p:cNvPr>
            <p:cNvSpPr/>
            <p:nvPr/>
          </p:nvSpPr>
          <p:spPr>
            <a:xfrm>
              <a:off x="7248869" y="6906766"/>
              <a:ext cx="137103" cy="245864"/>
            </a:xfrm>
            <a:custGeom>
              <a:avLst/>
              <a:gdLst>
                <a:gd name="connsiteX0" fmla="*/ 69923 w 137103"/>
                <a:gd name="connsiteY0" fmla="*/ 149632 h 245864"/>
                <a:gd name="connsiteX1" fmla="*/ 129441 w 137103"/>
                <a:gd name="connsiteY1" fmla="*/ 88698 h 245864"/>
                <a:gd name="connsiteX2" fmla="*/ 97556 w 137103"/>
                <a:gd name="connsiteY2" fmla="*/ 88698 h 245864"/>
                <a:gd name="connsiteX3" fmla="*/ 25639 w 137103"/>
                <a:gd name="connsiteY3" fmla="*/ 162386 h 245864"/>
                <a:gd name="connsiteX4" fmla="*/ 25639 w 137103"/>
                <a:gd name="connsiteY4" fmla="*/ 130 h 245864"/>
                <a:gd name="connsiteX5" fmla="*/ 132 w 137103"/>
                <a:gd name="connsiteY5" fmla="*/ 130 h 245864"/>
                <a:gd name="connsiteX6" fmla="*/ 132 w 137103"/>
                <a:gd name="connsiteY6" fmla="*/ 245994 h 245864"/>
                <a:gd name="connsiteX7" fmla="*/ 24576 w 137103"/>
                <a:gd name="connsiteY7" fmla="*/ 245994 h 245864"/>
                <a:gd name="connsiteX8" fmla="*/ 24576 w 137103"/>
                <a:gd name="connsiteY8" fmla="*/ 196042 h 245864"/>
                <a:gd name="connsiteX9" fmla="*/ 52918 w 137103"/>
                <a:gd name="connsiteY9" fmla="*/ 166637 h 245864"/>
                <a:gd name="connsiteX10" fmla="*/ 108184 w 137103"/>
                <a:gd name="connsiteY10" fmla="*/ 245994 h 245864"/>
                <a:gd name="connsiteX11" fmla="*/ 137235 w 137103"/>
                <a:gd name="connsiteY11" fmla="*/ 245994 h 245864"/>
                <a:gd name="connsiteX12" fmla="*/ 69923 w 137103"/>
                <a:gd name="connsiteY12" fmla="*/ 149632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103" h="245864">
                  <a:moveTo>
                    <a:pt x="69923" y="149632"/>
                  </a:moveTo>
                  <a:lnTo>
                    <a:pt x="129441" y="88698"/>
                  </a:lnTo>
                  <a:lnTo>
                    <a:pt x="97556" y="88698"/>
                  </a:lnTo>
                  <a:lnTo>
                    <a:pt x="25639" y="162386"/>
                  </a:lnTo>
                  <a:lnTo>
                    <a:pt x="25639" y="130"/>
                  </a:lnTo>
                  <a:lnTo>
                    <a:pt x="132" y="130"/>
                  </a:lnTo>
                  <a:lnTo>
                    <a:pt x="132" y="245994"/>
                  </a:lnTo>
                  <a:lnTo>
                    <a:pt x="24576" y="245994"/>
                  </a:lnTo>
                  <a:lnTo>
                    <a:pt x="24576" y="196042"/>
                  </a:lnTo>
                  <a:lnTo>
                    <a:pt x="52918" y="166637"/>
                  </a:lnTo>
                  <a:lnTo>
                    <a:pt x="108184" y="245994"/>
                  </a:lnTo>
                  <a:lnTo>
                    <a:pt x="137235" y="245994"/>
                  </a:lnTo>
                  <a:lnTo>
                    <a:pt x="69923" y="149632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0079895-F45A-08CD-118D-736298C1BCB9}"/>
                </a:ext>
              </a:extLst>
            </p:cNvPr>
            <p:cNvSpPr/>
            <p:nvPr/>
          </p:nvSpPr>
          <p:spPr>
            <a:xfrm>
              <a:off x="7394868" y="6989311"/>
              <a:ext cx="134268" cy="167216"/>
            </a:xfrm>
            <a:custGeom>
              <a:avLst/>
              <a:gdLst>
                <a:gd name="connsiteX0" fmla="*/ 134405 w 134268"/>
                <a:gd name="connsiteY0" fmla="*/ 85863 h 167216"/>
                <a:gd name="connsiteX1" fmla="*/ 120234 w 134268"/>
                <a:gd name="connsiteY1" fmla="*/ 25992 h 167216"/>
                <a:gd name="connsiteX2" fmla="*/ 71345 w 134268"/>
                <a:gd name="connsiteY2" fmla="*/ 130 h 167216"/>
                <a:gd name="connsiteX3" fmla="*/ 136 w 134268"/>
                <a:gd name="connsiteY3" fmla="*/ 83383 h 167216"/>
                <a:gd name="connsiteX4" fmla="*/ 76659 w 134268"/>
                <a:gd name="connsiteY4" fmla="*/ 167346 h 167216"/>
                <a:gd name="connsiteX5" fmla="*/ 132988 w 134268"/>
                <a:gd name="connsiteY5" fmla="*/ 148924 h 167216"/>
                <a:gd name="connsiteX6" fmla="*/ 130862 w 134268"/>
                <a:gd name="connsiteY6" fmla="*/ 125896 h 167216"/>
                <a:gd name="connsiteX7" fmla="*/ 77013 w 134268"/>
                <a:gd name="connsiteY7" fmla="*/ 145735 h 167216"/>
                <a:gd name="connsiteX8" fmla="*/ 24935 w 134268"/>
                <a:gd name="connsiteY8" fmla="*/ 85863 h 167216"/>
                <a:gd name="connsiteX9" fmla="*/ 134405 w 134268"/>
                <a:gd name="connsiteY9" fmla="*/ 85863 h 167216"/>
                <a:gd name="connsiteX10" fmla="*/ 26707 w 134268"/>
                <a:gd name="connsiteY10" fmla="*/ 66378 h 167216"/>
                <a:gd name="connsiteX11" fmla="*/ 71345 w 134268"/>
                <a:gd name="connsiteY11" fmla="*/ 21740 h 167216"/>
                <a:gd name="connsiteX12" fmla="*/ 114212 w 134268"/>
                <a:gd name="connsiteY12" fmla="*/ 66378 h 167216"/>
                <a:gd name="connsiteX13" fmla="*/ 26707 w 134268"/>
                <a:gd name="connsiteY13" fmla="*/ 66378 h 167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4268" h="167216">
                  <a:moveTo>
                    <a:pt x="134405" y="85863"/>
                  </a:moveTo>
                  <a:cubicBezTo>
                    <a:pt x="134405" y="73818"/>
                    <a:pt x="134051" y="47248"/>
                    <a:pt x="120234" y="25992"/>
                  </a:cubicBezTo>
                  <a:cubicBezTo>
                    <a:pt x="105709" y="4027"/>
                    <a:pt x="84099" y="130"/>
                    <a:pt x="71345" y="130"/>
                  </a:cubicBezTo>
                  <a:cubicBezTo>
                    <a:pt x="32021" y="130"/>
                    <a:pt x="136" y="37682"/>
                    <a:pt x="136" y="83383"/>
                  </a:cubicBezTo>
                  <a:cubicBezTo>
                    <a:pt x="136" y="130147"/>
                    <a:pt x="34146" y="167346"/>
                    <a:pt x="76659" y="167346"/>
                  </a:cubicBezTo>
                  <a:cubicBezTo>
                    <a:pt x="98978" y="167346"/>
                    <a:pt x="119171" y="158843"/>
                    <a:pt x="132988" y="148924"/>
                  </a:cubicBezTo>
                  <a:lnTo>
                    <a:pt x="130862" y="125896"/>
                  </a:lnTo>
                  <a:cubicBezTo>
                    <a:pt x="108543" y="144318"/>
                    <a:pt x="85161" y="145735"/>
                    <a:pt x="77013" y="145735"/>
                  </a:cubicBezTo>
                  <a:cubicBezTo>
                    <a:pt x="48671" y="145735"/>
                    <a:pt x="25998" y="120582"/>
                    <a:pt x="24935" y="85863"/>
                  </a:cubicBezTo>
                  <a:lnTo>
                    <a:pt x="134405" y="85863"/>
                  </a:lnTo>
                  <a:close/>
                  <a:moveTo>
                    <a:pt x="26707" y="66378"/>
                  </a:moveTo>
                  <a:cubicBezTo>
                    <a:pt x="32375" y="39454"/>
                    <a:pt x="51151" y="21740"/>
                    <a:pt x="71345" y="21740"/>
                  </a:cubicBezTo>
                  <a:cubicBezTo>
                    <a:pt x="89767" y="21740"/>
                    <a:pt x="109606" y="33786"/>
                    <a:pt x="114212" y="66378"/>
                  </a:cubicBezTo>
                  <a:lnTo>
                    <a:pt x="26707" y="66378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A6CC46D-3D68-355A-FCC7-530E61F9E356}"/>
                </a:ext>
              </a:extLst>
            </p:cNvPr>
            <p:cNvSpPr/>
            <p:nvPr/>
          </p:nvSpPr>
          <p:spPr>
            <a:xfrm>
              <a:off x="8266795" y="6113209"/>
              <a:ext cx="182449" cy="245864"/>
            </a:xfrm>
            <a:custGeom>
              <a:avLst/>
              <a:gdLst>
                <a:gd name="connsiteX0" fmla="*/ 44090 w 182449"/>
                <a:gd name="connsiteY0" fmla="*/ 107 h 245864"/>
                <a:gd name="connsiteX1" fmla="*/ 160 w 182449"/>
                <a:gd name="connsiteY1" fmla="*/ 107 h 245864"/>
                <a:gd name="connsiteX2" fmla="*/ 160 w 182449"/>
                <a:gd name="connsiteY2" fmla="*/ 245972 h 245864"/>
                <a:gd name="connsiteX3" fmla="*/ 27793 w 182449"/>
                <a:gd name="connsiteY3" fmla="*/ 245972 h 245864"/>
                <a:gd name="connsiteX4" fmla="*/ 27793 w 182449"/>
                <a:gd name="connsiteY4" fmla="*/ 25261 h 245864"/>
                <a:gd name="connsiteX5" fmla="*/ 28148 w 182449"/>
                <a:gd name="connsiteY5" fmla="*/ 25261 h 245864"/>
                <a:gd name="connsiteX6" fmla="*/ 51884 w 182449"/>
                <a:gd name="connsiteY6" fmla="*/ 73796 h 245864"/>
                <a:gd name="connsiteX7" fmla="*/ 138680 w 182449"/>
                <a:gd name="connsiteY7" fmla="*/ 245972 h 245864"/>
                <a:gd name="connsiteX8" fmla="*/ 182610 w 182449"/>
                <a:gd name="connsiteY8" fmla="*/ 245972 h 245864"/>
                <a:gd name="connsiteX9" fmla="*/ 182610 w 182449"/>
                <a:gd name="connsiteY9" fmla="*/ 107 h 245864"/>
                <a:gd name="connsiteX10" fmla="*/ 154977 w 182449"/>
                <a:gd name="connsiteY10" fmla="*/ 107 h 245864"/>
                <a:gd name="connsiteX11" fmla="*/ 154977 w 182449"/>
                <a:gd name="connsiteY11" fmla="*/ 220819 h 245864"/>
                <a:gd name="connsiteX12" fmla="*/ 154623 w 182449"/>
                <a:gd name="connsiteY12" fmla="*/ 220819 h 245864"/>
                <a:gd name="connsiteX13" fmla="*/ 130886 w 182449"/>
                <a:gd name="connsiteY13" fmla="*/ 172283 h 245864"/>
                <a:gd name="connsiteX14" fmla="*/ 44090 w 182449"/>
                <a:gd name="connsiteY14" fmla="*/ 107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2449" h="245864">
                  <a:moveTo>
                    <a:pt x="44090" y="107"/>
                  </a:moveTo>
                  <a:lnTo>
                    <a:pt x="160" y="107"/>
                  </a:lnTo>
                  <a:lnTo>
                    <a:pt x="160" y="245972"/>
                  </a:lnTo>
                  <a:lnTo>
                    <a:pt x="27793" y="245972"/>
                  </a:lnTo>
                  <a:lnTo>
                    <a:pt x="27793" y="25261"/>
                  </a:lnTo>
                  <a:lnTo>
                    <a:pt x="28148" y="25261"/>
                  </a:lnTo>
                  <a:cubicBezTo>
                    <a:pt x="34879" y="39786"/>
                    <a:pt x="49758" y="69899"/>
                    <a:pt x="51884" y="73796"/>
                  </a:cubicBezTo>
                  <a:lnTo>
                    <a:pt x="138680" y="245972"/>
                  </a:lnTo>
                  <a:lnTo>
                    <a:pt x="182610" y="245972"/>
                  </a:lnTo>
                  <a:lnTo>
                    <a:pt x="182610" y="107"/>
                  </a:lnTo>
                  <a:lnTo>
                    <a:pt x="154977" y="107"/>
                  </a:lnTo>
                  <a:lnTo>
                    <a:pt x="154977" y="220819"/>
                  </a:lnTo>
                  <a:lnTo>
                    <a:pt x="154623" y="220819"/>
                  </a:lnTo>
                  <a:cubicBezTo>
                    <a:pt x="147891" y="206293"/>
                    <a:pt x="133012" y="176180"/>
                    <a:pt x="130886" y="172283"/>
                  </a:cubicBezTo>
                  <a:lnTo>
                    <a:pt x="44090" y="107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ECAE2B2-91BB-D3DD-5CC0-A14D33D4BFC9}"/>
                </a:ext>
              </a:extLst>
            </p:cNvPr>
            <p:cNvSpPr/>
            <p:nvPr/>
          </p:nvSpPr>
          <p:spPr>
            <a:xfrm>
              <a:off x="8517739" y="6113209"/>
              <a:ext cx="172175" cy="245864"/>
            </a:xfrm>
            <a:custGeom>
              <a:avLst/>
              <a:gdLst>
                <a:gd name="connsiteX0" fmla="*/ 90861 w 172175"/>
                <a:gd name="connsiteY0" fmla="*/ 143587 h 245864"/>
                <a:gd name="connsiteX1" fmla="*/ 172343 w 172175"/>
                <a:gd name="connsiteY1" fmla="*/ 71670 h 245864"/>
                <a:gd name="connsiteX2" fmla="*/ 88381 w 172175"/>
                <a:gd name="connsiteY2" fmla="*/ 107 h 245864"/>
                <a:gd name="connsiteX3" fmla="*/ 167 w 172175"/>
                <a:gd name="connsiteY3" fmla="*/ 107 h 245864"/>
                <a:gd name="connsiteX4" fmla="*/ 167 w 172175"/>
                <a:gd name="connsiteY4" fmla="*/ 245972 h 245864"/>
                <a:gd name="connsiteX5" fmla="*/ 31697 w 172175"/>
                <a:gd name="connsiteY5" fmla="*/ 245972 h 245864"/>
                <a:gd name="connsiteX6" fmla="*/ 31697 w 172175"/>
                <a:gd name="connsiteY6" fmla="*/ 143587 h 245864"/>
                <a:gd name="connsiteX7" fmla="*/ 90861 w 172175"/>
                <a:gd name="connsiteY7" fmla="*/ 143587 h 245864"/>
                <a:gd name="connsiteX8" fmla="*/ 80587 w 172175"/>
                <a:gd name="connsiteY8" fmla="*/ 19947 h 245864"/>
                <a:gd name="connsiteX9" fmla="*/ 143647 w 172175"/>
                <a:gd name="connsiteY9" fmla="*/ 71670 h 245864"/>
                <a:gd name="connsiteX10" fmla="*/ 80587 w 172175"/>
                <a:gd name="connsiteY10" fmla="*/ 123040 h 245864"/>
                <a:gd name="connsiteX11" fmla="*/ 30634 w 172175"/>
                <a:gd name="connsiteY11" fmla="*/ 123040 h 245864"/>
                <a:gd name="connsiteX12" fmla="*/ 30634 w 172175"/>
                <a:gd name="connsiteY12" fmla="*/ 19947 h 245864"/>
                <a:gd name="connsiteX13" fmla="*/ 80587 w 172175"/>
                <a:gd name="connsiteY13" fmla="*/ 19947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2175" h="245864">
                  <a:moveTo>
                    <a:pt x="90861" y="143587"/>
                  </a:moveTo>
                  <a:cubicBezTo>
                    <a:pt x="134790" y="143587"/>
                    <a:pt x="172343" y="111349"/>
                    <a:pt x="172343" y="71670"/>
                  </a:cubicBezTo>
                  <a:cubicBezTo>
                    <a:pt x="172343" y="33763"/>
                    <a:pt x="137270" y="107"/>
                    <a:pt x="88381" y="107"/>
                  </a:cubicBezTo>
                  <a:lnTo>
                    <a:pt x="167" y="107"/>
                  </a:lnTo>
                  <a:lnTo>
                    <a:pt x="167" y="245972"/>
                  </a:lnTo>
                  <a:lnTo>
                    <a:pt x="31697" y="245972"/>
                  </a:lnTo>
                  <a:lnTo>
                    <a:pt x="31697" y="143587"/>
                  </a:lnTo>
                  <a:lnTo>
                    <a:pt x="90861" y="143587"/>
                  </a:lnTo>
                  <a:close/>
                  <a:moveTo>
                    <a:pt x="80587" y="19947"/>
                  </a:moveTo>
                  <a:cubicBezTo>
                    <a:pt x="119557" y="19947"/>
                    <a:pt x="143647" y="41557"/>
                    <a:pt x="143647" y="71670"/>
                  </a:cubicBezTo>
                  <a:cubicBezTo>
                    <a:pt x="143647" y="99658"/>
                    <a:pt x="121328" y="123040"/>
                    <a:pt x="80587" y="123040"/>
                  </a:cubicBezTo>
                  <a:lnTo>
                    <a:pt x="30634" y="123040"/>
                  </a:lnTo>
                  <a:lnTo>
                    <a:pt x="30634" y="19947"/>
                  </a:lnTo>
                  <a:lnTo>
                    <a:pt x="80587" y="19947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5D055DD-6E0D-5BA8-3892-2293D3F70A6C}"/>
                </a:ext>
              </a:extLst>
            </p:cNvPr>
            <p:cNvSpPr/>
            <p:nvPr/>
          </p:nvSpPr>
          <p:spPr>
            <a:xfrm>
              <a:off x="7824251" y="6906766"/>
              <a:ext cx="201580" cy="245864"/>
            </a:xfrm>
            <a:custGeom>
              <a:avLst/>
              <a:gdLst>
                <a:gd name="connsiteX0" fmla="*/ 148 w 201580"/>
                <a:gd name="connsiteY0" fmla="*/ 130 h 245864"/>
                <a:gd name="connsiteX1" fmla="*/ 148 w 201580"/>
                <a:gd name="connsiteY1" fmla="*/ 245994 h 245864"/>
                <a:gd name="connsiteX2" fmla="*/ 93321 w 201580"/>
                <a:gd name="connsiteY2" fmla="*/ 245994 h 245864"/>
                <a:gd name="connsiteX3" fmla="*/ 201728 w 201580"/>
                <a:gd name="connsiteY3" fmla="*/ 125188 h 245864"/>
                <a:gd name="connsiteX4" fmla="*/ 92967 w 201580"/>
                <a:gd name="connsiteY4" fmla="*/ 130 h 245864"/>
                <a:gd name="connsiteX5" fmla="*/ 148 w 201580"/>
                <a:gd name="connsiteY5" fmla="*/ 130 h 245864"/>
                <a:gd name="connsiteX6" fmla="*/ 30615 w 201580"/>
                <a:gd name="connsiteY6" fmla="*/ 226155 h 245864"/>
                <a:gd name="connsiteX7" fmla="*/ 30615 w 201580"/>
                <a:gd name="connsiteY7" fmla="*/ 19969 h 245864"/>
                <a:gd name="connsiteX8" fmla="*/ 84819 w 201580"/>
                <a:gd name="connsiteY8" fmla="*/ 19969 h 245864"/>
                <a:gd name="connsiteX9" fmla="*/ 171261 w 201580"/>
                <a:gd name="connsiteY9" fmla="*/ 125188 h 245864"/>
                <a:gd name="connsiteX10" fmla="*/ 84819 w 201580"/>
                <a:gd name="connsiteY10" fmla="*/ 226155 h 245864"/>
                <a:gd name="connsiteX11" fmla="*/ 30615 w 201580"/>
                <a:gd name="connsiteY11" fmla="*/ 22615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1580" h="245864">
                  <a:moveTo>
                    <a:pt x="148" y="130"/>
                  </a:moveTo>
                  <a:lnTo>
                    <a:pt x="148" y="245994"/>
                  </a:lnTo>
                  <a:lnTo>
                    <a:pt x="93321" y="245994"/>
                  </a:lnTo>
                  <a:cubicBezTo>
                    <a:pt x="153547" y="245994"/>
                    <a:pt x="201728" y="192145"/>
                    <a:pt x="201728" y="125188"/>
                  </a:cubicBezTo>
                  <a:cubicBezTo>
                    <a:pt x="201728" y="56459"/>
                    <a:pt x="153901" y="130"/>
                    <a:pt x="92967" y="130"/>
                  </a:cubicBezTo>
                  <a:lnTo>
                    <a:pt x="148" y="130"/>
                  </a:lnTo>
                  <a:close/>
                  <a:moveTo>
                    <a:pt x="30615" y="226155"/>
                  </a:moveTo>
                  <a:lnTo>
                    <a:pt x="30615" y="19969"/>
                  </a:lnTo>
                  <a:lnTo>
                    <a:pt x="84819" y="19969"/>
                  </a:lnTo>
                  <a:cubicBezTo>
                    <a:pt x="134417" y="19969"/>
                    <a:pt x="171261" y="62836"/>
                    <a:pt x="171261" y="125188"/>
                  </a:cubicBezTo>
                  <a:cubicBezTo>
                    <a:pt x="171261" y="185414"/>
                    <a:pt x="134417" y="226155"/>
                    <a:pt x="84819" y="226155"/>
                  </a:cubicBezTo>
                  <a:lnTo>
                    <a:pt x="30615" y="226155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37E1E85-CC0E-E3B3-B556-CEB581E32553}"/>
                </a:ext>
              </a:extLst>
            </p:cNvPr>
            <p:cNvSpPr/>
            <p:nvPr/>
          </p:nvSpPr>
          <p:spPr>
            <a:xfrm>
              <a:off x="8058859" y="6908892"/>
              <a:ext cx="215397" cy="243738"/>
            </a:xfrm>
            <a:custGeom>
              <a:avLst/>
              <a:gdLst>
                <a:gd name="connsiteX0" fmla="*/ 123796 w 215397"/>
                <a:gd name="connsiteY0" fmla="*/ 22803 h 243738"/>
                <a:gd name="connsiteX1" fmla="*/ 155326 w 215397"/>
                <a:gd name="connsiteY1" fmla="*/ 22803 h 243738"/>
                <a:gd name="connsiteX2" fmla="*/ 168080 w 215397"/>
                <a:gd name="connsiteY2" fmla="*/ 23157 h 243738"/>
                <a:gd name="connsiteX3" fmla="*/ 215552 w 215397"/>
                <a:gd name="connsiteY3" fmla="*/ 23157 h 243738"/>
                <a:gd name="connsiteX4" fmla="*/ 215552 w 215397"/>
                <a:gd name="connsiteY4" fmla="*/ 130 h 243738"/>
                <a:gd name="connsiteX5" fmla="*/ 155 w 215397"/>
                <a:gd name="connsiteY5" fmla="*/ 130 h 243738"/>
                <a:gd name="connsiteX6" fmla="*/ 155 w 215397"/>
                <a:gd name="connsiteY6" fmla="*/ 23157 h 243738"/>
                <a:gd name="connsiteX7" fmla="*/ 47627 w 215397"/>
                <a:gd name="connsiteY7" fmla="*/ 23157 h 243738"/>
                <a:gd name="connsiteX8" fmla="*/ 60381 w 215397"/>
                <a:gd name="connsiteY8" fmla="*/ 22803 h 243738"/>
                <a:gd name="connsiteX9" fmla="*/ 92265 w 215397"/>
                <a:gd name="connsiteY9" fmla="*/ 22803 h 243738"/>
                <a:gd name="connsiteX10" fmla="*/ 92265 w 215397"/>
                <a:gd name="connsiteY10" fmla="*/ 243868 h 243738"/>
                <a:gd name="connsiteX11" fmla="*/ 123796 w 215397"/>
                <a:gd name="connsiteY11" fmla="*/ 243868 h 243738"/>
                <a:gd name="connsiteX12" fmla="*/ 123796 w 215397"/>
                <a:gd name="connsiteY12" fmla="*/ 22803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5397" h="243738">
                  <a:moveTo>
                    <a:pt x="123796" y="22803"/>
                  </a:moveTo>
                  <a:lnTo>
                    <a:pt x="155326" y="22803"/>
                  </a:lnTo>
                  <a:cubicBezTo>
                    <a:pt x="159577" y="22803"/>
                    <a:pt x="163828" y="23157"/>
                    <a:pt x="168080" y="23157"/>
                  </a:cubicBezTo>
                  <a:lnTo>
                    <a:pt x="215552" y="23157"/>
                  </a:lnTo>
                  <a:lnTo>
                    <a:pt x="215552" y="130"/>
                  </a:lnTo>
                  <a:lnTo>
                    <a:pt x="155" y="130"/>
                  </a:lnTo>
                  <a:lnTo>
                    <a:pt x="155" y="23157"/>
                  </a:lnTo>
                  <a:lnTo>
                    <a:pt x="47627" y="23157"/>
                  </a:lnTo>
                  <a:cubicBezTo>
                    <a:pt x="51878" y="23157"/>
                    <a:pt x="56130" y="22803"/>
                    <a:pt x="60381" y="22803"/>
                  </a:cubicBezTo>
                  <a:lnTo>
                    <a:pt x="92265" y="22803"/>
                  </a:lnTo>
                  <a:lnTo>
                    <a:pt x="92265" y="243868"/>
                  </a:lnTo>
                  <a:lnTo>
                    <a:pt x="123796" y="243868"/>
                  </a:lnTo>
                  <a:lnTo>
                    <a:pt x="123796" y="22803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7C75458-5E85-5971-074C-89FDC01485CC}"/>
                </a:ext>
              </a:extLst>
            </p:cNvPr>
            <p:cNvSpPr/>
            <p:nvPr/>
          </p:nvSpPr>
          <p:spPr>
            <a:xfrm>
              <a:off x="7969192" y="7782904"/>
              <a:ext cx="125766" cy="167216"/>
            </a:xfrm>
            <a:custGeom>
              <a:avLst/>
              <a:gdLst>
                <a:gd name="connsiteX0" fmla="*/ 125919 w 125766"/>
                <a:gd name="connsiteY0" fmla="*/ 61087 h 167216"/>
                <a:gd name="connsiteX1" fmla="*/ 67464 w 125766"/>
                <a:gd name="connsiteY1" fmla="*/ 152 h 167216"/>
                <a:gd name="connsiteX2" fmla="*/ 11843 w 125766"/>
                <a:gd name="connsiteY2" fmla="*/ 15386 h 167216"/>
                <a:gd name="connsiteX3" fmla="*/ 13969 w 125766"/>
                <a:gd name="connsiteY3" fmla="*/ 38768 h 167216"/>
                <a:gd name="connsiteX4" fmla="*/ 67464 w 125766"/>
                <a:gd name="connsiteY4" fmla="*/ 21054 h 167216"/>
                <a:gd name="connsiteX5" fmla="*/ 98285 w 125766"/>
                <a:gd name="connsiteY5" fmla="*/ 61441 h 167216"/>
                <a:gd name="connsiteX6" fmla="*/ 98285 w 125766"/>
                <a:gd name="connsiteY6" fmla="*/ 76675 h 167216"/>
                <a:gd name="connsiteX7" fmla="*/ 152 w 125766"/>
                <a:gd name="connsiteY7" fmla="*/ 123439 h 167216"/>
                <a:gd name="connsiteX8" fmla="*/ 40539 w 125766"/>
                <a:gd name="connsiteY8" fmla="*/ 167368 h 167216"/>
                <a:gd name="connsiteX9" fmla="*/ 99348 w 125766"/>
                <a:gd name="connsiteY9" fmla="*/ 150717 h 167216"/>
                <a:gd name="connsiteX10" fmla="*/ 99348 w 125766"/>
                <a:gd name="connsiteY10" fmla="*/ 163471 h 167216"/>
                <a:gd name="connsiteX11" fmla="*/ 125919 w 125766"/>
                <a:gd name="connsiteY11" fmla="*/ 163471 h 167216"/>
                <a:gd name="connsiteX12" fmla="*/ 125919 w 125766"/>
                <a:gd name="connsiteY12" fmla="*/ 61087 h 167216"/>
                <a:gd name="connsiteX13" fmla="*/ 98285 w 125766"/>
                <a:gd name="connsiteY13" fmla="*/ 116707 h 167216"/>
                <a:gd name="connsiteX14" fmla="*/ 86240 w 125766"/>
                <a:gd name="connsiteY14" fmla="*/ 139026 h 167216"/>
                <a:gd name="connsiteX15" fmla="*/ 58607 w 125766"/>
                <a:gd name="connsiteY15" fmla="*/ 145758 h 167216"/>
                <a:gd name="connsiteX16" fmla="*/ 25660 w 125766"/>
                <a:gd name="connsiteY16" fmla="*/ 122730 h 167216"/>
                <a:gd name="connsiteX17" fmla="*/ 98285 w 125766"/>
                <a:gd name="connsiteY17" fmla="*/ 94743 h 167216"/>
                <a:gd name="connsiteX18" fmla="*/ 98285 w 125766"/>
                <a:gd name="connsiteY18" fmla="*/ 116707 h 167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5766" h="167216">
                  <a:moveTo>
                    <a:pt x="125919" y="61087"/>
                  </a:moveTo>
                  <a:cubicBezTo>
                    <a:pt x="125919" y="24951"/>
                    <a:pt x="100057" y="152"/>
                    <a:pt x="67464" y="152"/>
                  </a:cubicBezTo>
                  <a:cubicBezTo>
                    <a:pt x="44436" y="152"/>
                    <a:pt x="28494" y="5820"/>
                    <a:pt x="11843" y="15386"/>
                  </a:cubicBezTo>
                  <a:lnTo>
                    <a:pt x="13969" y="38768"/>
                  </a:lnTo>
                  <a:cubicBezTo>
                    <a:pt x="32391" y="25660"/>
                    <a:pt x="50105" y="21054"/>
                    <a:pt x="67464" y="21054"/>
                  </a:cubicBezTo>
                  <a:cubicBezTo>
                    <a:pt x="84115" y="21054"/>
                    <a:pt x="98285" y="35225"/>
                    <a:pt x="98285" y="61441"/>
                  </a:cubicBezTo>
                  <a:lnTo>
                    <a:pt x="98285" y="76675"/>
                  </a:lnTo>
                  <a:cubicBezTo>
                    <a:pt x="45145" y="77383"/>
                    <a:pt x="152" y="92263"/>
                    <a:pt x="152" y="123439"/>
                  </a:cubicBezTo>
                  <a:cubicBezTo>
                    <a:pt x="152" y="138672"/>
                    <a:pt x="9718" y="167368"/>
                    <a:pt x="40539" y="167368"/>
                  </a:cubicBezTo>
                  <a:cubicBezTo>
                    <a:pt x="45499" y="167368"/>
                    <a:pt x="78801" y="166660"/>
                    <a:pt x="99348" y="150717"/>
                  </a:cubicBezTo>
                  <a:lnTo>
                    <a:pt x="99348" y="163471"/>
                  </a:lnTo>
                  <a:lnTo>
                    <a:pt x="125919" y="163471"/>
                  </a:lnTo>
                  <a:lnTo>
                    <a:pt x="125919" y="61087"/>
                  </a:lnTo>
                  <a:close/>
                  <a:moveTo>
                    <a:pt x="98285" y="116707"/>
                  </a:moveTo>
                  <a:cubicBezTo>
                    <a:pt x="98285" y="123439"/>
                    <a:pt x="98285" y="132295"/>
                    <a:pt x="86240" y="139026"/>
                  </a:cubicBezTo>
                  <a:cubicBezTo>
                    <a:pt x="75966" y="145403"/>
                    <a:pt x="62504" y="145758"/>
                    <a:pt x="58607" y="145758"/>
                  </a:cubicBezTo>
                  <a:cubicBezTo>
                    <a:pt x="41602" y="145758"/>
                    <a:pt x="25660" y="137609"/>
                    <a:pt x="25660" y="122730"/>
                  </a:cubicBezTo>
                  <a:cubicBezTo>
                    <a:pt x="25660" y="97931"/>
                    <a:pt x="83052" y="95451"/>
                    <a:pt x="98285" y="94743"/>
                  </a:cubicBezTo>
                  <a:lnTo>
                    <a:pt x="98285" y="116707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3197962-58DA-4A9B-3A57-BEAD0AD5925D}"/>
                </a:ext>
              </a:extLst>
            </p:cNvPr>
            <p:cNvSpPr/>
            <p:nvPr/>
          </p:nvSpPr>
          <p:spPr>
            <a:xfrm>
              <a:off x="8687186" y="6906766"/>
              <a:ext cx="182449" cy="245864"/>
            </a:xfrm>
            <a:custGeom>
              <a:avLst/>
              <a:gdLst>
                <a:gd name="connsiteX0" fmla="*/ 44102 w 182449"/>
                <a:gd name="connsiteY0" fmla="*/ 130 h 245864"/>
                <a:gd name="connsiteX1" fmla="*/ 172 w 182449"/>
                <a:gd name="connsiteY1" fmla="*/ 130 h 245864"/>
                <a:gd name="connsiteX2" fmla="*/ 172 w 182449"/>
                <a:gd name="connsiteY2" fmla="*/ 245994 h 245864"/>
                <a:gd name="connsiteX3" fmla="*/ 27805 w 182449"/>
                <a:gd name="connsiteY3" fmla="*/ 245994 h 245864"/>
                <a:gd name="connsiteX4" fmla="*/ 27805 w 182449"/>
                <a:gd name="connsiteY4" fmla="*/ 25283 h 245864"/>
                <a:gd name="connsiteX5" fmla="*/ 28159 w 182449"/>
                <a:gd name="connsiteY5" fmla="*/ 25283 h 245864"/>
                <a:gd name="connsiteX6" fmla="*/ 51896 w 182449"/>
                <a:gd name="connsiteY6" fmla="*/ 73818 h 245864"/>
                <a:gd name="connsiteX7" fmla="*/ 138692 w 182449"/>
                <a:gd name="connsiteY7" fmla="*/ 245994 h 245864"/>
                <a:gd name="connsiteX8" fmla="*/ 182622 w 182449"/>
                <a:gd name="connsiteY8" fmla="*/ 245994 h 245864"/>
                <a:gd name="connsiteX9" fmla="*/ 182622 w 182449"/>
                <a:gd name="connsiteY9" fmla="*/ 130 h 245864"/>
                <a:gd name="connsiteX10" fmla="*/ 154989 w 182449"/>
                <a:gd name="connsiteY10" fmla="*/ 130 h 245864"/>
                <a:gd name="connsiteX11" fmla="*/ 154989 w 182449"/>
                <a:gd name="connsiteY11" fmla="*/ 220841 h 245864"/>
                <a:gd name="connsiteX12" fmla="*/ 154634 w 182449"/>
                <a:gd name="connsiteY12" fmla="*/ 220841 h 245864"/>
                <a:gd name="connsiteX13" fmla="*/ 130898 w 182449"/>
                <a:gd name="connsiteY13" fmla="*/ 172306 h 245864"/>
                <a:gd name="connsiteX14" fmla="*/ 44102 w 182449"/>
                <a:gd name="connsiteY14" fmla="*/ 130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2449" h="245864">
                  <a:moveTo>
                    <a:pt x="44102" y="130"/>
                  </a:moveTo>
                  <a:lnTo>
                    <a:pt x="172" y="130"/>
                  </a:lnTo>
                  <a:lnTo>
                    <a:pt x="172" y="245994"/>
                  </a:lnTo>
                  <a:lnTo>
                    <a:pt x="27805" y="245994"/>
                  </a:lnTo>
                  <a:lnTo>
                    <a:pt x="27805" y="25283"/>
                  </a:lnTo>
                  <a:lnTo>
                    <a:pt x="28159" y="25283"/>
                  </a:lnTo>
                  <a:cubicBezTo>
                    <a:pt x="34891" y="39808"/>
                    <a:pt x="49770" y="69921"/>
                    <a:pt x="51896" y="73818"/>
                  </a:cubicBezTo>
                  <a:lnTo>
                    <a:pt x="138692" y="245994"/>
                  </a:lnTo>
                  <a:lnTo>
                    <a:pt x="182622" y="245994"/>
                  </a:lnTo>
                  <a:lnTo>
                    <a:pt x="182622" y="130"/>
                  </a:lnTo>
                  <a:lnTo>
                    <a:pt x="154989" y="130"/>
                  </a:lnTo>
                  <a:lnTo>
                    <a:pt x="154989" y="220841"/>
                  </a:lnTo>
                  <a:lnTo>
                    <a:pt x="154634" y="220841"/>
                  </a:lnTo>
                  <a:cubicBezTo>
                    <a:pt x="147903" y="206316"/>
                    <a:pt x="133024" y="176203"/>
                    <a:pt x="130898" y="172306"/>
                  </a:cubicBezTo>
                  <a:lnTo>
                    <a:pt x="44102" y="130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24B29F3-5C44-DB33-30AD-CFE929E7232D}"/>
                </a:ext>
              </a:extLst>
            </p:cNvPr>
            <p:cNvSpPr/>
            <p:nvPr/>
          </p:nvSpPr>
          <p:spPr>
            <a:xfrm>
              <a:off x="8938129" y="6906766"/>
              <a:ext cx="182449" cy="245864"/>
            </a:xfrm>
            <a:custGeom>
              <a:avLst/>
              <a:gdLst>
                <a:gd name="connsiteX0" fmla="*/ 44109 w 182449"/>
                <a:gd name="connsiteY0" fmla="*/ 130 h 245864"/>
                <a:gd name="connsiteX1" fmla="*/ 179 w 182449"/>
                <a:gd name="connsiteY1" fmla="*/ 130 h 245864"/>
                <a:gd name="connsiteX2" fmla="*/ 179 w 182449"/>
                <a:gd name="connsiteY2" fmla="*/ 245994 h 245864"/>
                <a:gd name="connsiteX3" fmla="*/ 27812 w 182449"/>
                <a:gd name="connsiteY3" fmla="*/ 245994 h 245864"/>
                <a:gd name="connsiteX4" fmla="*/ 27812 w 182449"/>
                <a:gd name="connsiteY4" fmla="*/ 25283 h 245864"/>
                <a:gd name="connsiteX5" fmla="*/ 28166 w 182449"/>
                <a:gd name="connsiteY5" fmla="*/ 25283 h 245864"/>
                <a:gd name="connsiteX6" fmla="*/ 51903 w 182449"/>
                <a:gd name="connsiteY6" fmla="*/ 73818 h 245864"/>
                <a:gd name="connsiteX7" fmla="*/ 138699 w 182449"/>
                <a:gd name="connsiteY7" fmla="*/ 245994 h 245864"/>
                <a:gd name="connsiteX8" fmla="*/ 182629 w 182449"/>
                <a:gd name="connsiteY8" fmla="*/ 245994 h 245864"/>
                <a:gd name="connsiteX9" fmla="*/ 182629 w 182449"/>
                <a:gd name="connsiteY9" fmla="*/ 130 h 245864"/>
                <a:gd name="connsiteX10" fmla="*/ 154996 w 182449"/>
                <a:gd name="connsiteY10" fmla="*/ 130 h 245864"/>
                <a:gd name="connsiteX11" fmla="*/ 154996 w 182449"/>
                <a:gd name="connsiteY11" fmla="*/ 220841 h 245864"/>
                <a:gd name="connsiteX12" fmla="*/ 154641 w 182449"/>
                <a:gd name="connsiteY12" fmla="*/ 220841 h 245864"/>
                <a:gd name="connsiteX13" fmla="*/ 130905 w 182449"/>
                <a:gd name="connsiteY13" fmla="*/ 172306 h 245864"/>
                <a:gd name="connsiteX14" fmla="*/ 44109 w 182449"/>
                <a:gd name="connsiteY14" fmla="*/ 130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2449" h="245864">
                  <a:moveTo>
                    <a:pt x="44109" y="130"/>
                  </a:moveTo>
                  <a:lnTo>
                    <a:pt x="179" y="130"/>
                  </a:lnTo>
                  <a:lnTo>
                    <a:pt x="179" y="245994"/>
                  </a:lnTo>
                  <a:lnTo>
                    <a:pt x="27812" y="245994"/>
                  </a:lnTo>
                  <a:lnTo>
                    <a:pt x="27812" y="25283"/>
                  </a:lnTo>
                  <a:lnTo>
                    <a:pt x="28166" y="25283"/>
                  </a:lnTo>
                  <a:cubicBezTo>
                    <a:pt x="34898" y="39808"/>
                    <a:pt x="49777" y="69921"/>
                    <a:pt x="51903" y="73818"/>
                  </a:cubicBezTo>
                  <a:lnTo>
                    <a:pt x="138699" y="245994"/>
                  </a:lnTo>
                  <a:lnTo>
                    <a:pt x="182629" y="245994"/>
                  </a:lnTo>
                  <a:lnTo>
                    <a:pt x="182629" y="130"/>
                  </a:lnTo>
                  <a:lnTo>
                    <a:pt x="154996" y="130"/>
                  </a:lnTo>
                  <a:lnTo>
                    <a:pt x="154996" y="220841"/>
                  </a:lnTo>
                  <a:lnTo>
                    <a:pt x="154641" y="220841"/>
                  </a:lnTo>
                  <a:cubicBezTo>
                    <a:pt x="147910" y="206316"/>
                    <a:pt x="133031" y="176203"/>
                    <a:pt x="130905" y="172306"/>
                  </a:cubicBezTo>
                  <a:lnTo>
                    <a:pt x="44109" y="130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8C82708-6302-0EE9-1312-8318A3EA090E}"/>
                </a:ext>
              </a:extLst>
            </p:cNvPr>
            <p:cNvSpPr/>
            <p:nvPr/>
          </p:nvSpPr>
          <p:spPr>
            <a:xfrm>
              <a:off x="8403222" y="7700359"/>
              <a:ext cx="141000" cy="249761"/>
            </a:xfrm>
            <a:custGeom>
              <a:avLst/>
              <a:gdLst>
                <a:gd name="connsiteX0" fmla="*/ 26734 w 141000"/>
                <a:gd name="connsiteY0" fmla="*/ 152 h 249761"/>
                <a:gd name="connsiteX1" fmla="*/ 164 w 141000"/>
                <a:gd name="connsiteY1" fmla="*/ 152 h 249761"/>
                <a:gd name="connsiteX2" fmla="*/ 164 w 141000"/>
                <a:gd name="connsiteY2" fmla="*/ 246016 h 249761"/>
                <a:gd name="connsiteX3" fmla="*/ 27797 w 141000"/>
                <a:gd name="connsiteY3" fmla="*/ 246016 h 249761"/>
                <a:gd name="connsiteX4" fmla="*/ 27797 w 141000"/>
                <a:gd name="connsiteY4" fmla="*/ 229720 h 249761"/>
                <a:gd name="connsiteX5" fmla="*/ 75270 w 141000"/>
                <a:gd name="connsiteY5" fmla="*/ 249913 h 249761"/>
                <a:gd name="connsiteX6" fmla="*/ 141164 w 141000"/>
                <a:gd name="connsiteY6" fmla="*/ 167014 h 249761"/>
                <a:gd name="connsiteX7" fmla="*/ 83772 w 141000"/>
                <a:gd name="connsiteY7" fmla="*/ 84823 h 249761"/>
                <a:gd name="connsiteX8" fmla="*/ 26734 w 141000"/>
                <a:gd name="connsiteY8" fmla="*/ 105725 h 249761"/>
                <a:gd name="connsiteX9" fmla="*/ 26734 w 141000"/>
                <a:gd name="connsiteY9" fmla="*/ 152 h 249761"/>
                <a:gd name="connsiteX10" fmla="*/ 27797 w 141000"/>
                <a:gd name="connsiteY10" fmla="*/ 127336 h 249761"/>
                <a:gd name="connsiteX11" fmla="*/ 65704 w 141000"/>
                <a:gd name="connsiteY11" fmla="*/ 106433 h 249761"/>
                <a:gd name="connsiteX12" fmla="*/ 113531 w 141000"/>
                <a:gd name="connsiteY12" fmla="*/ 167014 h 249761"/>
                <a:gd name="connsiteX13" fmla="*/ 62162 w 141000"/>
                <a:gd name="connsiteY13" fmla="*/ 228303 h 249761"/>
                <a:gd name="connsiteX14" fmla="*/ 27797 w 141000"/>
                <a:gd name="connsiteY14" fmla="*/ 205629 h 249761"/>
                <a:gd name="connsiteX15" fmla="*/ 27797 w 141000"/>
                <a:gd name="connsiteY15" fmla="*/ 127336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1000" h="249761">
                  <a:moveTo>
                    <a:pt x="26734" y="152"/>
                  </a:moveTo>
                  <a:lnTo>
                    <a:pt x="164" y="152"/>
                  </a:lnTo>
                  <a:lnTo>
                    <a:pt x="164" y="246016"/>
                  </a:lnTo>
                  <a:lnTo>
                    <a:pt x="27797" y="246016"/>
                  </a:lnTo>
                  <a:lnTo>
                    <a:pt x="27797" y="229720"/>
                  </a:lnTo>
                  <a:cubicBezTo>
                    <a:pt x="36300" y="237514"/>
                    <a:pt x="51533" y="249913"/>
                    <a:pt x="75270" y="249913"/>
                  </a:cubicBezTo>
                  <a:cubicBezTo>
                    <a:pt x="110697" y="249913"/>
                    <a:pt x="141164" y="214486"/>
                    <a:pt x="141164" y="167014"/>
                  </a:cubicBezTo>
                  <a:cubicBezTo>
                    <a:pt x="141164" y="123084"/>
                    <a:pt x="117074" y="84823"/>
                    <a:pt x="83772" y="84823"/>
                  </a:cubicBezTo>
                  <a:cubicBezTo>
                    <a:pt x="69956" y="84823"/>
                    <a:pt x="47991" y="88366"/>
                    <a:pt x="26734" y="105725"/>
                  </a:cubicBezTo>
                  <a:lnTo>
                    <a:pt x="26734" y="152"/>
                  </a:lnTo>
                  <a:close/>
                  <a:moveTo>
                    <a:pt x="27797" y="127336"/>
                  </a:moveTo>
                  <a:cubicBezTo>
                    <a:pt x="33466" y="118833"/>
                    <a:pt x="46219" y="106433"/>
                    <a:pt x="65704" y="106433"/>
                  </a:cubicBezTo>
                  <a:cubicBezTo>
                    <a:pt x="86606" y="106433"/>
                    <a:pt x="113531" y="121667"/>
                    <a:pt x="113531" y="167014"/>
                  </a:cubicBezTo>
                  <a:cubicBezTo>
                    <a:pt x="113531" y="213069"/>
                    <a:pt x="83772" y="228303"/>
                    <a:pt x="62162" y="228303"/>
                  </a:cubicBezTo>
                  <a:cubicBezTo>
                    <a:pt x="48345" y="228303"/>
                    <a:pt x="36654" y="221926"/>
                    <a:pt x="27797" y="205629"/>
                  </a:cubicBezTo>
                  <a:lnTo>
                    <a:pt x="27797" y="127336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267BCA1-7675-E203-F049-E5D90164FC44}"/>
                </a:ext>
              </a:extLst>
            </p:cNvPr>
            <p:cNvSpPr/>
            <p:nvPr/>
          </p:nvSpPr>
          <p:spPr>
            <a:xfrm>
              <a:off x="8572800" y="7782904"/>
              <a:ext cx="125766" cy="167216"/>
            </a:xfrm>
            <a:custGeom>
              <a:avLst/>
              <a:gdLst>
                <a:gd name="connsiteX0" fmla="*/ 125936 w 125766"/>
                <a:gd name="connsiteY0" fmla="*/ 61087 h 167216"/>
                <a:gd name="connsiteX1" fmla="*/ 67481 w 125766"/>
                <a:gd name="connsiteY1" fmla="*/ 152 h 167216"/>
                <a:gd name="connsiteX2" fmla="*/ 11860 w 125766"/>
                <a:gd name="connsiteY2" fmla="*/ 15386 h 167216"/>
                <a:gd name="connsiteX3" fmla="*/ 13986 w 125766"/>
                <a:gd name="connsiteY3" fmla="*/ 38768 h 167216"/>
                <a:gd name="connsiteX4" fmla="*/ 67481 w 125766"/>
                <a:gd name="connsiteY4" fmla="*/ 21054 h 167216"/>
                <a:gd name="connsiteX5" fmla="*/ 98302 w 125766"/>
                <a:gd name="connsiteY5" fmla="*/ 61441 h 167216"/>
                <a:gd name="connsiteX6" fmla="*/ 98302 w 125766"/>
                <a:gd name="connsiteY6" fmla="*/ 76675 h 167216"/>
                <a:gd name="connsiteX7" fmla="*/ 169 w 125766"/>
                <a:gd name="connsiteY7" fmla="*/ 123439 h 167216"/>
                <a:gd name="connsiteX8" fmla="*/ 40556 w 125766"/>
                <a:gd name="connsiteY8" fmla="*/ 167368 h 167216"/>
                <a:gd name="connsiteX9" fmla="*/ 99365 w 125766"/>
                <a:gd name="connsiteY9" fmla="*/ 150717 h 167216"/>
                <a:gd name="connsiteX10" fmla="*/ 99365 w 125766"/>
                <a:gd name="connsiteY10" fmla="*/ 163471 h 167216"/>
                <a:gd name="connsiteX11" fmla="*/ 125936 w 125766"/>
                <a:gd name="connsiteY11" fmla="*/ 163471 h 167216"/>
                <a:gd name="connsiteX12" fmla="*/ 125936 w 125766"/>
                <a:gd name="connsiteY12" fmla="*/ 61087 h 167216"/>
                <a:gd name="connsiteX13" fmla="*/ 98302 w 125766"/>
                <a:gd name="connsiteY13" fmla="*/ 116707 h 167216"/>
                <a:gd name="connsiteX14" fmla="*/ 86257 w 125766"/>
                <a:gd name="connsiteY14" fmla="*/ 139026 h 167216"/>
                <a:gd name="connsiteX15" fmla="*/ 58624 w 125766"/>
                <a:gd name="connsiteY15" fmla="*/ 145758 h 167216"/>
                <a:gd name="connsiteX16" fmla="*/ 25677 w 125766"/>
                <a:gd name="connsiteY16" fmla="*/ 122730 h 167216"/>
                <a:gd name="connsiteX17" fmla="*/ 98302 w 125766"/>
                <a:gd name="connsiteY17" fmla="*/ 94743 h 167216"/>
                <a:gd name="connsiteX18" fmla="*/ 98302 w 125766"/>
                <a:gd name="connsiteY18" fmla="*/ 116707 h 167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5766" h="167216">
                  <a:moveTo>
                    <a:pt x="125936" y="61087"/>
                  </a:moveTo>
                  <a:cubicBezTo>
                    <a:pt x="125936" y="24951"/>
                    <a:pt x="100074" y="152"/>
                    <a:pt x="67481" y="152"/>
                  </a:cubicBezTo>
                  <a:cubicBezTo>
                    <a:pt x="44453" y="152"/>
                    <a:pt x="28511" y="5820"/>
                    <a:pt x="11860" y="15386"/>
                  </a:cubicBezTo>
                  <a:lnTo>
                    <a:pt x="13986" y="38768"/>
                  </a:lnTo>
                  <a:cubicBezTo>
                    <a:pt x="32408" y="25660"/>
                    <a:pt x="50121" y="21054"/>
                    <a:pt x="67481" y="21054"/>
                  </a:cubicBezTo>
                  <a:cubicBezTo>
                    <a:pt x="84132" y="21054"/>
                    <a:pt x="98302" y="35225"/>
                    <a:pt x="98302" y="61441"/>
                  </a:cubicBezTo>
                  <a:lnTo>
                    <a:pt x="98302" y="76675"/>
                  </a:lnTo>
                  <a:cubicBezTo>
                    <a:pt x="45162" y="77383"/>
                    <a:pt x="169" y="92263"/>
                    <a:pt x="169" y="123439"/>
                  </a:cubicBezTo>
                  <a:cubicBezTo>
                    <a:pt x="169" y="138672"/>
                    <a:pt x="9735" y="167368"/>
                    <a:pt x="40556" y="167368"/>
                  </a:cubicBezTo>
                  <a:cubicBezTo>
                    <a:pt x="45516" y="167368"/>
                    <a:pt x="78817" y="166660"/>
                    <a:pt x="99365" y="150717"/>
                  </a:cubicBezTo>
                  <a:lnTo>
                    <a:pt x="99365" y="163471"/>
                  </a:lnTo>
                  <a:lnTo>
                    <a:pt x="125936" y="163471"/>
                  </a:lnTo>
                  <a:lnTo>
                    <a:pt x="125936" y="61087"/>
                  </a:lnTo>
                  <a:close/>
                  <a:moveTo>
                    <a:pt x="98302" y="116707"/>
                  </a:moveTo>
                  <a:cubicBezTo>
                    <a:pt x="98302" y="123439"/>
                    <a:pt x="98302" y="132295"/>
                    <a:pt x="86257" y="139026"/>
                  </a:cubicBezTo>
                  <a:cubicBezTo>
                    <a:pt x="75983" y="145403"/>
                    <a:pt x="62521" y="145758"/>
                    <a:pt x="58624" y="145758"/>
                  </a:cubicBezTo>
                  <a:cubicBezTo>
                    <a:pt x="41619" y="145758"/>
                    <a:pt x="25677" y="137609"/>
                    <a:pt x="25677" y="122730"/>
                  </a:cubicBezTo>
                  <a:cubicBezTo>
                    <a:pt x="25677" y="97931"/>
                    <a:pt x="83069" y="95451"/>
                    <a:pt x="98302" y="94743"/>
                  </a:cubicBezTo>
                  <a:lnTo>
                    <a:pt x="98302" y="116707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46FEC5-A2BC-C4B1-4AE8-B85EB565CA6B}"/>
                </a:ext>
              </a:extLst>
            </p:cNvPr>
            <p:cNvSpPr/>
            <p:nvPr/>
          </p:nvSpPr>
          <p:spPr>
            <a:xfrm>
              <a:off x="8756156" y="7785030"/>
              <a:ext cx="125412" cy="161193"/>
            </a:xfrm>
            <a:custGeom>
              <a:avLst/>
              <a:gdLst>
                <a:gd name="connsiteX0" fmla="*/ 125586 w 125412"/>
                <a:gd name="connsiteY0" fmla="*/ 55773 h 161193"/>
                <a:gd name="connsiteX1" fmla="*/ 77051 w 125412"/>
                <a:gd name="connsiteY1" fmla="*/ 152 h 161193"/>
                <a:gd name="connsiteX2" fmla="*/ 25682 w 125412"/>
                <a:gd name="connsiteY2" fmla="*/ 27077 h 161193"/>
                <a:gd name="connsiteX3" fmla="*/ 25682 w 125412"/>
                <a:gd name="connsiteY3" fmla="*/ 1923 h 161193"/>
                <a:gd name="connsiteX4" fmla="*/ 174 w 125412"/>
                <a:gd name="connsiteY4" fmla="*/ 1923 h 161193"/>
                <a:gd name="connsiteX5" fmla="*/ 174 w 125412"/>
                <a:gd name="connsiteY5" fmla="*/ 161346 h 161193"/>
                <a:gd name="connsiteX6" fmla="*/ 27807 w 125412"/>
                <a:gd name="connsiteY6" fmla="*/ 161346 h 161193"/>
                <a:gd name="connsiteX7" fmla="*/ 27807 w 125412"/>
                <a:gd name="connsiteY7" fmla="*/ 74549 h 161193"/>
                <a:gd name="connsiteX8" fmla="*/ 63589 w 125412"/>
                <a:gd name="connsiteY8" fmla="*/ 21763 h 161193"/>
                <a:gd name="connsiteX9" fmla="*/ 97953 w 125412"/>
                <a:gd name="connsiteY9" fmla="*/ 58253 h 161193"/>
                <a:gd name="connsiteX10" fmla="*/ 97953 w 125412"/>
                <a:gd name="connsiteY10" fmla="*/ 161346 h 161193"/>
                <a:gd name="connsiteX11" fmla="*/ 125586 w 125412"/>
                <a:gd name="connsiteY11" fmla="*/ 161346 h 161193"/>
                <a:gd name="connsiteX12" fmla="*/ 125586 w 125412"/>
                <a:gd name="connsiteY12" fmla="*/ 55773 h 161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412" h="161193">
                  <a:moveTo>
                    <a:pt x="125586" y="55773"/>
                  </a:moveTo>
                  <a:cubicBezTo>
                    <a:pt x="125586" y="32391"/>
                    <a:pt x="120272" y="152"/>
                    <a:pt x="77051" y="152"/>
                  </a:cubicBezTo>
                  <a:cubicBezTo>
                    <a:pt x="45166" y="152"/>
                    <a:pt x="27807" y="24242"/>
                    <a:pt x="25682" y="27077"/>
                  </a:cubicBezTo>
                  <a:lnTo>
                    <a:pt x="25682" y="1923"/>
                  </a:lnTo>
                  <a:lnTo>
                    <a:pt x="174" y="1923"/>
                  </a:lnTo>
                  <a:lnTo>
                    <a:pt x="174" y="161346"/>
                  </a:lnTo>
                  <a:lnTo>
                    <a:pt x="27807" y="161346"/>
                  </a:lnTo>
                  <a:lnTo>
                    <a:pt x="27807" y="74549"/>
                  </a:lnTo>
                  <a:cubicBezTo>
                    <a:pt x="27807" y="51167"/>
                    <a:pt x="36664" y="21763"/>
                    <a:pt x="63589" y="21763"/>
                  </a:cubicBezTo>
                  <a:cubicBezTo>
                    <a:pt x="97599" y="21763"/>
                    <a:pt x="97953" y="46916"/>
                    <a:pt x="97953" y="58253"/>
                  </a:cubicBezTo>
                  <a:lnTo>
                    <a:pt x="97953" y="161346"/>
                  </a:lnTo>
                  <a:lnTo>
                    <a:pt x="125586" y="161346"/>
                  </a:lnTo>
                  <a:lnTo>
                    <a:pt x="125586" y="55773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186EBC0-408A-8B9A-EEB9-B2102797B520}"/>
                </a:ext>
              </a:extLst>
            </p:cNvPr>
            <p:cNvSpPr/>
            <p:nvPr/>
          </p:nvSpPr>
          <p:spPr>
            <a:xfrm>
              <a:off x="8926089" y="7782904"/>
              <a:ext cx="125766" cy="167216"/>
            </a:xfrm>
            <a:custGeom>
              <a:avLst/>
              <a:gdLst>
                <a:gd name="connsiteX0" fmla="*/ 125946 w 125766"/>
                <a:gd name="connsiteY0" fmla="*/ 61087 h 167216"/>
                <a:gd name="connsiteX1" fmla="*/ 67491 w 125766"/>
                <a:gd name="connsiteY1" fmla="*/ 152 h 167216"/>
                <a:gd name="connsiteX2" fmla="*/ 11870 w 125766"/>
                <a:gd name="connsiteY2" fmla="*/ 15386 h 167216"/>
                <a:gd name="connsiteX3" fmla="*/ 13996 w 125766"/>
                <a:gd name="connsiteY3" fmla="*/ 38768 h 167216"/>
                <a:gd name="connsiteX4" fmla="*/ 67491 w 125766"/>
                <a:gd name="connsiteY4" fmla="*/ 21054 h 167216"/>
                <a:gd name="connsiteX5" fmla="*/ 98312 w 125766"/>
                <a:gd name="connsiteY5" fmla="*/ 61441 h 167216"/>
                <a:gd name="connsiteX6" fmla="*/ 98312 w 125766"/>
                <a:gd name="connsiteY6" fmla="*/ 76675 h 167216"/>
                <a:gd name="connsiteX7" fmla="*/ 179 w 125766"/>
                <a:gd name="connsiteY7" fmla="*/ 123439 h 167216"/>
                <a:gd name="connsiteX8" fmla="*/ 40566 w 125766"/>
                <a:gd name="connsiteY8" fmla="*/ 167368 h 167216"/>
                <a:gd name="connsiteX9" fmla="*/ 99375 w 125766"/>
                <a:gd name="connsiteY9" fmla="*/ 150717 h 167216"/>
                <a:gd name="connsiteX10" fmla="*/ 99375 w 125766"/>
                <a:gd name="connsiteY10" fmla="*/ 163471 h 167216"/>
                <a:gd name="connsiteX11" fmla="*/ 125946 w 125766"/>
                <a:gd name="connsiteY11" fmla="*/ 163471 h 167216"/>
                <a:gd name="connsiteX12" fmla="*/ 125946 w 125766"/>
                <a:gd name="connsiteY12" fmla="*/ 61087 h 167216"/>
                <a:gd name="connsiteX13" fmla="*/ 98312 w 125766"/>
                <a:gd name="connsiteY13" fmla="*/ 116707 h 167216"/>
                <a:gd name="connsiteX14" fmla="*/ 86267 w 125766"/>
                <a:gd name="connsiteY14" fmla="*/ 139026 h 167216"/>
                <a:gd name="connsiteX15" fmla="*/ 58634 w 125766"/>
                <a:gd name="connsiteY15" fmla="*/ 145758 h 167216"/>
                <a:gd name="connsiteX16" fmla="*/ 25687 w 125766"/>
                <a:gd name="connsiteY16" fmla="*/ 122730 h 167216"/>
                <a:gd name="connsiteX17" fmla="*/ 98312 w 125766"/>
                <a:gd name="connsiteY17" fmla="*/ 94743 h 167216"/>
                <a:gd name="connsiteX18" fmla="*/ 98312 w 125766"/>
                <a:gd name="connsiteY18" fmla="*/ 116707 h 167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5766" h="167216">
                  <a:moveTo>
                    <a:pt x="125946" y="61087"/>
                  </a:moveTo>
                  <a:cubicBezTo>
                    <a:pt x="125946" y="24951"/>
                    <a:pt x="100084" y="152"/>
                    <a:pt x="67491" y="152"/>
                  </a:cubicBezTo>
                  <a:cubicBezTo>
                    <a:pt x="44463" y="152"/>
                    <a:pt x="28521" y="5820"/>
                    <a:pt x="11870" y="15386"/>
                  </a:cubicBezTo>
                  <a:lnTo>
                    <a:pt x="13996" y="38768"/>
                  </a:lnTo>
                  <a:cubicBezTo>
                    <a:pt x="32418" y="25660"/>
                    <a:pt x="50131" y="21054"/>
                    <a:pt x="67491" y="21054"/>
                  </a:cubicBezTo>
                  <a:cubicBezTo>
                    <a:pt x="84141" y="21054"/>
                    <a:pt x="98312" y="35225"/>
                    <a:pt x="98312" y="61441"/>
                  </a:cubicBezTo>
                  <a:lnTo>
                    <a:pt x="98312" y="76675"/>
                  </a:lnTo>
                  <a:cubicBezTo>
                    <a:pt x="45172" y="77383"/>
                    <a:pt x="179" y="92263"/>
                    <a:pt x="179" y="123439"/>
                  </a:cubicBezTo>
                  <a:cubicBezTo>
                    <a:pt x="179" y="138672"/>
                    <a:pt x="9744" y="167368"/>
                    <a:pt x="40566" y="167368"/>
                  </a:cubicBezTo>
                  <a:cubicBezTo>
                    <a:pt x="45526" y="167368"/>
                    <a:pt x="78827" y="166660"/>
                    <a:pt x="99375" y="150717"/>
                  </a:cubicBezTo>
                  <a:lnTo>
                    <a:pt x="99375" y="163471"/>
                  </a:lnTo>
                  <a:lnTo>
                    <a:pt x="125946" y="163471"/>
                  </a:lnTo>
                  <a:lnTo>
                    <a:pt x="125946" y="61087"/>
                  </a:lnTo>
                  <a:close/>
                  <a:moveTo>
                    <a:pt x="98312" y="116707"/>
                  </a:moveTo>
                  <a:cubicBezTo>
                    <a:pt x="98312" y="123439"/>
                    <a:pt x="98312" y="132295"/>
                    <a:pt x="86267" y="139026"/>
                  </a:cubicBezTo>
                  <a:cubicBezTo>
                    <a:pt x="75993" y="145403"/>
                    <a:pt x="62531" y="145758"/>
                    <a:pt x="58634" y="145758"/>
                  </a:cubicBezTo>
                  <a:cubicBezTo>
                    <a:pt x="41629" y="145758"/>
                    <a:pt x="25687" y="137609"/>
                    <a:pt x="25687" y="122730"/>
                  </a:cubicBezTo>
                  <a:cubicBezTo>
                    <a:pt x="25687" y="97931"/>
                    <a:pt x="83079" y="95451"/>
                    <a:pt x="98312" y="94743"/>
                  </a:cubicBezTo>
                  <a:lnTo>
                    <a:pt x="98312" y="116707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381E6B5-F986-9FBB-5EAE-9B993A4B035F}"/>
                </a:ext>
              </a:extLst>
            </p:cNvPr>
            <p:cNvSpPr/>
            <p:nvPr/>
          </p:nvSpPr>
          <p:spPr>
            <a:xfrm>
              <a:off x="9109445" y="7785030"/>
              <a:ext cx="125412" cy="161193"/>
            </a:xfrm>
            <a:custGeom>
              <a:avLst/>
              <a:gdLst>
                <a:gd name="connsiteX0" fmla="*/ 125596 w 125412"/>
                <a:gd name="connsiteY0" fmla="*/ 55773 h 161193"/>
                <a:gd name="connsiteX1" fmla="*/ 77061 w 125412"/>
                <a:gd name="connsiteY1" fmla="*/ 152 h 161193"/>
                <a:gd name="connsiteX2" fmla="*/ 25691 w 125412"/>
                <a:gd name="connsiteY2" fmla="*/ 27077 h 161193"/>
                <a:gd name="connsiteX3" fmla="*/ 25691 w 125412"/>
                <a:gd name="connsiteY3" fmla="*/ 1923 h 161193"/>
                <a:gd name="connsiteX4" fmla="*/ 184 w 125412"/>
                <a:gd name="connsiteY4" fmla="*/ 1923 h 161193"/>
                <a:gd name="connsiteX5" fmla="*/ 184 w 125412"/>
                <a:gd name="connsiteY5" fmla="*/ 161346 h 161193"/>
                <a:gd name="connsiteX6" fmla="*/ 27817 w 125412"/>
                <a:gd name="connsiteY6" fmla="*/ 161346 h 161193"/>
                <a:gd name="connsiteX7" fmla="*/ 27817 w 125412"/>
                <a:gd name="connsiteY7" fmla="*/ 74549 h 161193"/>
                <a:gd name="connsiteX8" fmla="*/ 63599 w 125412"/>
                <a:gd name="connsiteY8" fmla="*/ 21763 h 161193"/>
                <a:gd name="connsiteX9" fmla="*/ 97963 w 125412"/>
                <a:gd name="connsiteY9" fmla="*/ 58253 h 161193"/>
                <a:gd name="connsiteX10" fmla="*/ 97963 w 125412"/>
                <a:gd name="connsiteY10" fmla="*/ 161346 h 161193"/>
                <a:gd name="connsiteX11" fmla="*/ 125596 w 125412"/>
                <a:gd name="connsiteY11" fmla="*/ 161346 h 161193"/>
                <a:gd name="connsiteX12" fmla="*/ 125596 w 125412"/>
                <a:gd name="connsiteY12" fmla="*/ 55773 h 161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412" h="161193">
                  <a:moveTo>
                    <a:pt x="125596" y="55773"/>
                  </a:moveTo>
                  <a:cubicBezTo>
                    <a:pt x="125596" y="32391"/>
                    <a:pt x="120282" y="152"/>
                    <a:pt x="77061" y="152"/>
                  </a:cubicBezTo>
                  <a:cubicBezTo>
                    <a:pt x="45176" y="152"/>
                    <a:pt x="27817" y="24242"/>
                    <a:pt x="25691" y="27077"/>
                  </a:cubicBezTo>
                  <a:lnTo>
                    <a:pt x="25691" y="1923"/>
                  </a:lnTo>
                  <a:lnTo>
                    <a:pt x="184" y="1923"/>
                  </a:lnTo>
                  <a:lnTo>
                    <a:pt x="184" y="161346"/>
                  </a:lnTo>
                  <a:lnTo>
                    <a:pt x="27817" y="161346"/>
                  </a:lnTo>
                  <a:lnTo>
                    <a:pt x="27817" y="74549"/>
                  </a:lnTo>
                  <a:cubicBezTo>
                    <a:pt x="27817" y="51167"/>
                    <a:pt x="36674" y="21763"/>
                    <a:pt x="63599" y="21763"/>
                  </a:cubicBezTo>
                  <a:cubicBezTo>
                    <a:pt x="97609" y="21763"/>
                    <a:pt x="97963" y="46916"/>
                    <a:pt x="97963" y="58253"/>
                  </a:cubicBezTo>
                  <a:lnTo>
                    <a:pt x="97963" y="161346"/>
                  </a:lnTo>
                  <a:lnTo>
                    <a:pt x="125596" y="161346"/>
                  </a:lnTo>
                  <a:lnTo>
                    <a:pt x="125596" y="55773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B499B36-4425-1FA5-F8E7-A9A3574BECBB}"/>
                </a:ext>
              </a:extLst>
            </p:cNvPr>
            <p:cNvSpPr/>
            <p:nvPr/>
          </p:nvSpPr>
          <p:spPr>
            <a:xfrm>
              <a:off x="9279378" y="7782904"/>
              <a:ext cx="125766" cy="167216"/>
            </a:xfrm>
            <a:custGeom>
              <a:avLst/>
              <a:gdLst>
                <a:gd name="connsiteX0" fmla="*/ 125955 w 125766"/>
                <a:gd name="connsiteY0" fmla="*/ 61087 h 167216"/>
                <a:gd name="connsiteX1" fmla="*/ 67501 w 125766"/>
                <a:gd name="connsiteY1" fmla="*/ 152 h 167216"/>
                <a:gd name="connsiteX2" fmla="*/ 11880 w 125766"/>
                <a:gd name="connsiteY2" fmla="*/ 15386 h 167216"/>
                <a:gd name="connsiteX3" fmla="*/ 14006 w 125766"/>
                <a:gd name="connsiteY3" fmla="*/ 38768 h 167216"/>
                <a:gd name="connsiteX4" fmla="*/ 67501 w 125766"/>
                <a:gd name="connsiteY4" fmla="*/ 21054 h 167216"/>
                <a:gd name="connsiteX5" fmla="*/ 98322 w 125766"/>
                <a:gd name="connsiteY5" fmla="*/ 61441 h 167216"/>
                <a:gd name="connsiteX6" fmla="*/ 98322 w 125766"/>
                <a:gd name="connsiteY6" fmla="*/ 76675 h 167216"/>
                <a:gd name="connsiteX7" fmla="*/ 189 w 125766"/>
                <a:gd name="connsiteY7" fmla="*/ 123439 h 167216"/>
                <a:gd name="connsiteX8" fmla="*/ 40576 w 125766"/>
                <a:gd name="connsiteY8" fmla="*/ 167368 h 167216"/>
                <a:gd name="connsiteX9" fmla="*/ 99385 w 125766"/>
                <a:gd name="connsiteY9" fmla="*/ 150717 h 167216"/>
                <a:gd name="connsiteX10" fmla="*/ 99385 w 125766"/>
                <a:gd name="connsiteY10" fmla="*/ 163471 h 167216"/>
                <a:gd name="connsiteX11" fmla="*/ 125955 w 125766"/>
                <a:gd name="connsiteY11" fmla="*/ 163471 h 167216"/>
                <a:gd name="connsiteX12" fmla="*/ 125955 w 125766"/>
                <a:gd name="connsiteY12" fmla="*/ 61087 h 167216"/>
                <a:gd name="connsiteX13" fmla="*/ 98322 w 125766"/>
                <a:gd name="connsiteY13" fmla="*/ 116707 h 167216"/>
                <a:gd name="connsiteX14" fmla="*/ 86277 w 125766"/>
                <a:gd name="connsiteY14" fmla="*/ 139026 h 167216"/>
                <a:gd name="connsiteX15" fmla="*/ 58644 w 125766"/>
                <a:gd name="connsiteY15" fmla="*/ 145758 h 167216"/>
                <a:gd name="connsiteX16" fmla="*/ 25697 w 125766"/>
                <a:gd name="connsiteY16" fmla="*/ 122730 h 167216"/>
                <a:gd name="connsiteX17" fmla="*/ 98322 w 125766"/>
                <a:gd name="connsiteY17" fmla="*/ 94743 h 167216"/>
                <a:gd name="connsiteX18" fmla="*/ 98322 w 125766"/>
                <a:gd name="connsiteY18" fmla="*/ 116707 h 167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5766" h="167216">
                  <a:moveTo>
                    <a:pt x="125955" y="61087"/>
                  </a:moveTo>
                  <a:cubicBezTo>
                    <a:pt x="125955" y="24951"/>
                    <a:pt x="100094" y="152"/>
                    <a:pt x="67501" y="152"/>
                  </a:cubicBezTo>
                  <a:cubicBezTo>
                    <a:pt x="44473" y="152"/>
                    <a:pt x="28531" y="5820"/>
                    <a:pt x="11880" y="15386"/>
                  </a:cubicBezTo>
                  <a:lnTo>
                    <a:pt x="14006" y="38768"/>
                  </a:lnTo>
                  <a:cubicBezTo>
                    <a:pt x="32428" y="25660"/>
                    <a:pt x="50141" y="21054"/>
                    <a:pt x="67501" y="21054"/>
                  </a:cubicBezTo>
                  <a:cubicBezTo>
                    <a:pt x="84151" y="21054"/>
                    <a:pt x="98322" y="35225"/>
                    <a:pt x="98322" y="61441"/>
                  </a:cubicBezTo>
                  <a:lnTo>
                    <a:pt x="98322" y="76675"/>
                  </a:lnTo>
                  <a:cubicBezTo>
                    <a:pt x="45182" y="77383"/>
                    <a:pt x="189" y="92263"/>
                    <a:pt x="189" y="123439"/>
                  </a:cubicBezTo>
                  <a:cubicBezTo>
                    <a:pt x="189" y="138672"/>
                    <a:pt x="9754" y="167368"/>
                    <a:pt x="40576" y="167368"/>
                  </a:cubicBezTo>
                  <a:cubicBezTo>
                    <a:pt x="45536" y="167368"/>
                    <a:pt x="78837" y="166660"/>
                    <a:pt x="99385" y="150717"/>
                  </a:cubicBezTo>
                  <a:lnTo>
                    <a:pt x="99385" y="163471"/>
                  </a:lnTo>
                  <a:lnTo>
                    <a:pt x="125955" y="163471"/>
                  </a:lnTo>
                  <a:lnTo>
                    <a:pt x="125955" y="61087"/>
                  </a:lnTo>
                  <a:close/>
                  <a:moveTo>
                    <a:pt x="98322" y="116707"/>
                  </a:moveTo>
                  <a:cubicBezTo>
                    <a:pt x="98322" y="123439"/>
                    <a:pt x="98322" y="132295"/>
                    <a:pt x="86277" y="139026"/>
                  </a:cubicBezTo>
                  <a:cubicBezTo>
                    <a:pt x="76003" y="145403"/>
                    <a:pt x="62541" y="145758"/>
                    <a:pt x="58644" y="145758"/>
                  </a:cubicBezTo>
                  <a:cubicBezTo>
                    <a:pt x="41639" y="145758"/>
                    <a:pt x="25697" y="137609"/>
                    <a:pt x="25697" y="122730"/>
                  </a:cubicBezTo>
                  <a:cubicBezTo>
                    <a:pt x="25697" y="97931"/>
                    <a:pt x="83089" y="95451"/>
                    <a:pt x="98322" y="94743"/>
                  </a:cubicBezTo>
                  <a:lnTo>
                    <a:pt x="98322" y="116707"/>
                  </a:lnTo>
                  <a:close/>
                </a:path>
              </a:pathLst>
            </a:custGeom>
            <a:solidFill>
              <a:srgbClr val="000000"/>
            </a:solidFill>
            <a:ln w="354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A4778B6-E3FF-8C09-D146-E01F6AFECC60}"/>
                </a:ext>
              </a:extLst>
            </p:cNvPr>
            <p:cNvSpPr/>
            <p:nvPr/>
          </p:nvSpPr>
          <p:spPr>
            <a:xfrm>
              <a:off x="6020851" y="4906545"/>
              <a:ext cx="931228" cy="354210"/>
            </a:xfrm>
            <a:custGeom>
              <a:avLst/>
              <a:gdLst>
                <a:gd name="connsiteX0" fmla="*/ 931228 w 931228"/>
                <a:gd name="connsiteY0" fmla="*/ 0 h 354210"/>
                <a:gd name="connsiteX1" fmla="*/ 0 w 931228"/>
                <a:gd name="connsiteY1" fmla="*/ 354210 h 35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1228" h="354210">
                  <a:moveTo>
                    <a:pt x="931228" y="0"/>
                  </a:moveTo>
                  <a:lnTo>
                    <a:pt x="0" y="354210"/>
                  </a:lnTo>
                </a:path>
              </a:pathLst>
            </a:custGeom>
            <a:noFill/>
            <a:ln w="141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7BEBA755-FABF-8762-005B-0D30177A7D5F}"/>
                </a:ext>
              </a:extLst>
            </p:cNvPr>
            <p:cNvSpPr/>
            <p:nvPr/>
          </p:nvSpPr>
          <p:spPr>
            <a:xfrm>
              <a:off x="5597605" y="5700117"/>
              <a:ext cx="423245" cy="354209"/>
            </a:xfrm>
            <a:custGeom>
              <a:avLst/>
              <a:gdLst>
                <a:gd name="connsiteX0" fmla="*/ 423246 w 423245"/>
                <a:gd name="connsiteY0" fmla="*/ 0 h 354209"/>
                <a:gd name="connsiteX1" fmla="*/ 0 w 423245"/>
                <a:gd name="connsiteY1" fmla="*/ 354210 h 354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3245" h="354209">
                  <a:moveTo>
                    <a:pt x="423246" y="0"/>
                  </a:moveTo>
                  <a:lnTo>
                    <a:pt x="0" y="354210"/>
                  </a:lnTo>
                </a:path>
              </a:pathLst>
            </a:custGeom>
            <a:noFill/>
            <a:ln w="141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130F71C-D0B4-31A5-4891-C6AEE0216618}"/>
                </a:ext>
              </a:extLst>
            </p:cNvPr>
            <p:cNvSpPr/>
            <p:nvPr/>
          </p:nvSpPr>
          <p:spPr>
            <a:xfrm>
              <a:off x="5597605" y="6493688"/>
              <a:ext cx="35560" cy="354209"/>
            </a:xfrm>
            <a:custGeom>
              <a:avLst/>
              <a:gdLst>
                <a:gd name="connsiteX0" fmla="*/ 0 w 35560"/>
                <a:gd name="connsiteY0" fmla="*/ 0 h 354209"/>
                <a:gd name="connsiteX1" fmla="*/ 0 w 35560"/>
                <a:gd name="connsiteY1" fmla="*/ 354210 h 354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60" h="354209">
                  <a:moveTo>
                    <a:pt x="0" y="0"/>
                  </a:moveTo>
                  <a:lnTo>
                    <a:pt x="0" y="354210"/>
                  </a:lnTo>
                </a:path>
              </a:pathLst>
            </a:custGeom>
            <a:noFill/>
            <a:ln w="141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39FCB2-61DE-2F77-A821-20707A3152E1}"/>
                </a:ext>
              </a:extLst>
            </p:cNvPr>
            <p:cNvSpPr/>
            <p:nvPr/>
          </p:nvSpPr>
          <p:spPr>
            <a:xfrm>
              <a:off x="6020851" y="5700117"/>
              <a:ext cx="423387" cy="354209"/>
            </a:xfrm>
            <a:custGeom>
              <a:avLst/>
              <a:gdLst>
                <a:gd name="connsiteX0" fmla="*/ 0 w 423387"/>
                <a:gd name="connsiteY0" fmla="*/ 0 h 354209"/>
                <a:gd name="connsiteX1" fmla="*/ 423388 w 423387"/>
                <a:gd name="connsiteY1" fmla="*/ 354210 h 354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3387" h="354209">
                  <a:moveTo>
                    <a:pt x="0" y="0"/>
                  </a:moveTo>
                  <a:lnTo>
                    <a:pt x="423388" y="354210"/>
                  </a:lnTo>
                </a:path>
              </a:pathLst>
            </a:custGeom>
            <a:noFill/>
            <a:ln w="141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49FA1A8-F42C-CF04-4FC3-9755F857FD5D}"/>
                </a:ext>
              </a:extLst>
            </p:cNvPr>
            <p:cNvSpPr/>
            <p:nvPr/>
          </p:nvSpPr>
          <p:spPr>
            <a:xfrm>
              <a:off x="6444239" y="6493688"/>
              <a:ext cx="35560" cy="354209"/>
            </a:xfrm>
            <a:custGeom>
              <a:avLst/>
              <a:gdLst>
                <a:gd name="connsiteX0" fmla="*/ 0 w 35560"/>
                <a:gd name="connsiteY0" fmla="*/ 0 h 354209"/>
                <a:gd name="connsiteX1" fmla="*/ 0 w 35560"/>
                <a:gd name="connsiteY1" fmla="*/ 354210 h 354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60" h="354209">
                  <a:moveTo>
                    <a:pt x="0" y="0"/>
                  </a:moveTo>
                  <a:lnTo>
                    <a:pt x="0" y="354210"/>
                  </a:lnTo>
                </a:path>
              </a:pathLst>
            </a:custGeom>
            <a:noFill/>
            <a:ln w="141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DF7E8FA-ECC1-65EF-87B8-F1E8319DEC49}"/>
                </a:ext>
              </a:extLst>
            </p:cNvPr>
            <p:cNvSpPr/>
            <p:nvPr/>
          </p:nvSpPr>
          <p:spPr>
            <a:xfrm>
              <a:off x="6952079" y="4906545"/>
              <a:ext cx="931088" cy="354210"/>
            </a:xfrm>
            <a:custGeom>
              <a:avLst/>
              <a:gdLst>
                <a:gd name="connsiteX0" fmla="*/ 0 w 931088"/>
                <a:gd name="connsiteY0" fmla="*/ 0 h 354210"/>
                <a:gd name="connsiteX1" fmla="*/ 931088 w 931088"/>
                <a:gd name="connsiteY1" fmla="*/ 354210 h 35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1088" h="354210">
                  <a:moveTo>
                    <a:pt x="0" y="0"/>
                  </a:moveTo>
                  <a:lnTo>
                    <a:pt x="931088" y="354210"/>
                  </a:lnTo>
                </a:path>
              </a:pathLst>
            </a:custGeom>
            <a:noFill/>
            <a:ln w="141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A11AA89-D4E3-BC4F-B61E-FA284C63A1FE}"/>
                </a:ext>
              </a:extLst>
            </p:cNvPr>
            <p:cNvSpPr/>
            <p:nvPr/>
          </p:nvSpPr>
          <p:spPr>
            <a:xfrm>
              <a:off x="7294899" y="5700117"/>
              <a:ext cx="588267" cy="354209"/>
            </a:xfrm>
            <a:custGeom>
              <a:avLst/>
              <a:gdLst>
                <a:gd name="connsiteX0" fmla="*/ 588267 w 588267"/>
                <a:gd name="connsiteY0" fmla="*/ 0 h 354209"/>
                <a:gd name="connsiteX1" fmla="*/ 0 w 588267"/>
                <a:gd name="connsiteY1" fmla="*/ 354210 h 354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88267" h="354209">
                  <a:moveTo>
                    <a:pt x="588267" y="0"/>
                  </a:moveTo>
                  <a:lnTo>
                    <a:pt x="0" y="354210"/>
                  </a:lnTo>
                </a:path>
              </a:pathLst>
            </a:custGeom>
            <a:noFill/>
            <a:ln w="141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94D2F0E-835C-D302-B359-C26B8F2C2A1F}"/>
                </a:ext>
              </a:extLst>
            </p:cNvPr>
            <p:cNvSpPr/>
            <p:nvPr/>
          </p:nvSpPr>
          <p:spPr>
            <a:xfrm>
              <a:off x="7294899" y="6493688"/>
              <a:ext cx="35560" cy="354209"/>
            </a:xfrm>
            <a:custGeom>
              <a:avLst/>
              <a:gdLst>
                <a:gd name="connsiteX0" fmla="*/ 0 w 35560"/>
                <a:gd name="connsiteY0" fmla="*/ 0 h 354209"/>
                <a:gd name="connsiteX1" fmla="*/ 0 w 35560"/>
                <a:gd name="connsiteY1" fmla="*/ 354210 h 354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60" h="354209">
                  <a:moveTo>
                    <a:pt x="0" y="0"/>
                  </a:moveTo>
                  <a:lnTo>
                    <a:pt x="0" y="354210"/>
                  </a:lnTo>
                </a:path>
              </a:pathLst>
            </a:custGeom>
            <a:noFill/>
            <a:ln w="141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2154CCE-576E-5E30-3345-06213C7B18D7}"/>
                </a:ext>
              </a:extLst>
            </p:cNvPr>
            <p:cNvSpPr/>
            <p:nvPr/>
          </p:nvSpPr>
          <p:spPr>
            <a:xfrm>
              <a:off x="7883167" y="5700117"/>
              <a:ext cx="588269" cy="354209"/>
            </a:xfrm>
            <a:custGeom>
              <a:avLst/>
              <a:gdLst>
                <a:gd name="connsiteX0" fmla="*/ 0 w 588269"/>
                <a:gd name="connsiteY0" fmla="*/ 0 h 354209"/>
                <a:gd name="connsiteX1" fmla="*/ 588269 w 588269"/>
                <a:gd name="connsiteY1" fmla="*/ 354210 h 354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88269" h="354209">
                  <a:moveTo>
                    <a:pt x="0" y="0"/>
                  </a:moveTo>
                  <a:lnTo>
                    <a:pt x="588269" y="354210"/>
                  </a:lnTo>
                </a:path>
              </a:pathLst>
            </a:custGeom>
            <a:noFill/>
            <a:ln w="141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978CCAC-9B30-0BDF-6D21-F6EAE5370E37}"/>
                </a:ext>
              </a:extLst>
            </p:cNvPr>
            <p:cNvSpPr/>
            <p:nvPr/>
          </p:nvSpPr>
          <p:spPr>
            <a:xfrm>
              <a:off x="8038742" y="6493688"/>
              <a:ext cx="432694" cy="354209"/>
            </a:xfrm>
            <a:custGeom>
              <a:avLst/>
              <a:gdLst>
                <a:gd name="connsiteX0" fmla="*/ 432694 w 432694"/>
                <a:gd name="connsiteY0" fmla="*/ 0 h 354209"/>
                <a:gd name="connsiteX1" fmla="*/ 0 w 432694"/>
                <a:gd name="connsiteY1" fmla="*/ 354210 h 354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2694" h="354209">
                  <a:moveTo>
                    <a:pt x="432694" y="0"/>
                  </a:moveTo>
                  <a:lnTo>
                    <a:pt x="0" y="354210"/>
                  </a:lnTo>
                </a:path>
              </a:pathLst>
            </a:custGeom>
            <a:noFill/>
            <a:ln w="141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38A3BE3-1D3B-198F-770A-287077B21E74}"/>
                </a:ext>
              </a:extLst>
            </p:cNvPr>
            <p:cNvSpPr/>
            <p:nvPr/>
          </p:nvSpPr>
          <p:spPr>
            <a:xfrm>
              <a:off x="8038742" y="7287260"/>
              <a:ext cx="35560" cy="354348"/>
            </a:xfrm>
            <a:custGeom>
              <a:avLst/>
              <a:gdLst>
                <a:gd name="connsiteX0" fmla="*/ 0 w 35560"/>
                <a:gd name="connsiteY0" fmla="*/ 0 h 354348"/>
                <a:gd name="connsiteX1" fmla="*/ 0 w 35560"/>
                <a:gd name="connsiteY1" fmla="*/ 354348 h 354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60" h="354348">
                  <a:moveTo>
                    <a:pt x="0" y="0"/>
                  </a:moveTo>
                  <a:lnTo>
                    <a:pt x="0" y="354348"/>
                  </a:lnTo>
                </a:path>
              </a:pathLst>
            </a:custGeom>
            <a:noFill/>
            <a:ln w="141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2C30EA7-62AA-B03D-9592-BB8ECF63FEC8}"/>
                </a:ext>
              </a:extLst>
            </p:cNvPr>
            <p:cNvSpPr/>
            <p:nvPr/>
          </p:nvSpPr>
          <p:spPr>
            <a:xfrm>
              <a:off x="8471436" y="6493688"/>
              <a:ext cx="432694" cy="354209"/>
            </a:xfrm>
            <a:custGeom>
              <a:avLst/>
              <a:gdLst>
                <a:gd name="connsiteX0" fmla="*/ 0 w 432694"/>
                <a:gd name="connsiteY0" fmla="*/ 0 h 354209"/>
                <a:gd name="connsiteX1" fmla="*/ 432694 w 432694"/>
                <a:gd name="connsiteY1" fmla="*/ 354210 h 354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2694" h="354209">
                  <a:moveTo>
                    <a:pt x="0" y="0"/>
                  </a:moveTo>
                  <a:lnTo>
                    <a:pt x="432694" y="354210"/>
                  </a:lnTo>
                </a:path>
              </a:pathLst>
            </a:custGeom>
            <a:noFill/>
            <a:ln w="141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2052B63-0E25-ACAC-291B-2C31CA857696}"/>
                </a:ext>
              </a:extLst>
            </p:cNvPr>
            <p:cNvSpPr/>
            <p:nvPr/>
          </p:nvSpPr>
          <p:spPr>
            <a:xfrm>
              <a:off x="8904130" y="7287260"/>
              <a:ext cx="35560" cy="354348"/>
            </a:xfrm>
            <a:custGeom>
              <a:avLst/>
              <a:gdLst>
                <a:gd name="connsiteX0" fmla="*/ 0 w 35560"/>
                <a:gd name="connsiteY0" fmla="*/ 0 h 354348"/>
                <a:gd name="connsiteX1" fmla="*/ 0 w 35560"/>
                <a:gd name="connsiteY1" fmla="*/ 354348 h 354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60" h="354348">
                  <a:moveTo>
                    <a:pt x="0" y="0"/>
                  </a:moveTo>
                  <a:lnTo>
                    <a:pt x="0" y="354348"/>
                  </a:lnTo>
                </a:path>
              </a:pathLst>
            </a:custGeom>
            <a:noFill/>
            <a:ln w="141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</p:grpSp>
      <p:sp>
        <p:nvSpPr>
          <p:cNvPr id="9" name="Content Placeholder 4 2">
            <a:extLst>
              <a:ext uri="{FF2B5EF4-FFF2-40B4-BE49-F238E27FC236}">
                <a16:creationId xmlns:a16="http://schemas.microsoft.com/office/drawing/2014/main" id="{D20DEA19-949E-9B9A-B4D6-DB9A89CF898A}"/>
              </a:ext>
            </a:extLst>
          </p:cNvPr>
          <p:cNvSpPr txBox="1">
            <a:spLocks/>
          </p:cNvSpPr>
          <p:nvPr/>
        </p:nvSpPr>
        <p:spPr>
          <a:xfrm>
            <a:off x="6364326" y="1546681"/>
            <a:ext cx="4851322" cy="454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i="1" dirty="0">
                <a:latin typeface="Nunito" pitchFamily="2" charset="0"/>
              </a:rPr>
              <a:t>Fruit flies like a banana.</a:t>
            </a:r>
          </a:p>
        </p:txBody>
      </p:sp>
    </p:spTree>
    <p:extLst>
      <p:ext uri="{BB962C8B-B14F-4D97-AF65-F5344CB8AC3E}">
        <p14:creationId xmlns:p14="http://schemas.microsoft.com/office/powerpoint/2010/main" val="1276384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9226D-9D51-0482-1302-2F22848C2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NLP Task: Constituency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A260B-C30C-D68E-C08E-2008B8177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sentence, output its constituency parse.</a:t>
            </a:r>
          </a:p>
          <a:p>
            <a:r>
              <a:rPr lang="en-US" dirty="0"/>
              <a:t>Widely studies task with a rich history.</a:t>
            </a:r>
          </a:p>
          <a:p>
            <a:endParaRPr lang="en-US" dirty="0"/>
          </a:p>
          <a:p>
            <a:r>
              <a:rPr lang="en-US" dirty="0"/>
              <a:t>Most studies are based on the Penn Treebank.</a:t>
            </a:r>
            <a:br>
              <a:rPr lang="en-US" dirty="0"/>
            </a:br>
            <a:r>
              <a:rPr lang="en-US" dirty="0"/>
              <a:t>(Treebank = corpus of annotated parse trees)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B2D14-D399-2452-8E8C-BA747BF6F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8052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F5FCB-9DA5-8756-9F72-C30B57EE8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Constituency Parsing within General Formulation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22B31-39C6-A0AA-A7C4-BD82E3CE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17</a:t>
            </a:fld>
            <a:endParaRPr lang="en-CA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Speech Bubble: Rectangle with Corners Rounded 4">
                <a:extLst>
                  <a:ext uri="{FF2B5EF4-FFF2-40B4-BE49-F238E27FC236}">
                    <a16:creationId xmlns:a16="http://schemas.microsoft.com/office/drawing/2014/main" id="{83989A2A-A60F-D873-3016-E1281F8CFC6B}"/>
                  </a:ext>
                </a:extLst>
              </p:cNvPr>
              <p:cNvSpPr/>
              <p:nvPr/>
            </p:nvSpPr>
            <p:spPr>
              <a:xfrm>
                <a:off x="6017578" y="1742049"/>
                <a:ext cx="4976136" cy="652462"/>
              </a:xfrm>
              <a:prstGeom prst="wedgeRoundRectCallout">
                <a:avLst>
                  <a:gd name="adj1" fmla="val -13447"/>
                  <a:gd name="adj2" fmla="val 132015"/>
                  <a:gd name="adj3" fmla="val 16667"/>
                </a:avLst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CA" sz="2400" dirty="0">
                    <a:latin typeface="Nunito" pitchFamily="2" charset="0"/>
                  </a:rPr>
                  <a:t>Modeling: define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sz="2400" b="0" i="0" smtClean="0">
                        <a:latin typeface="Cambria Math" panose="02040503050406030204" pitchFamily="18" charset="0"/>
                      </a:rPr>
                      <m:t>score</m:t>
                    </m:r>
                  </m:oMath>
                </a14:m>
                <a:r>
                  <a:rPr lang="en-CA" sz="2400" dirty="0">
                    <a:latin typeface="Nunito" pitchFamily="2" charset="0"/>
                  </a:rPr>
                  <a:t> function</a:t>
                </a:r>
              </a:p>
            </p:txBody>
          </p:sp>
        </mc:Choice>
        <mc:Fallback>
          <p:sp>
            <p:nvSpPr>
              <p:cNvPr id="5" name="Speech Bubble: Rectangle with Corners Rounded 4">
                <a:extLst>
                  <a:ext uri="{FF2B5EF4-FFF2-40B4-BE49-F238E27FC236}">
                    <a16:creationId xmlns:a16="http://schemas.microsoft.com/office/drawing/2014/main" id="{83989A2A-A60F-D873-3016-E1281F8CFC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578" y="1742049"/>
                <a:ext cx="4976136" cy="652462"/>
              </a:xfrm>
              <a:prstGeom prst="wedgeRoundRectCallout">
                <a:avLst>
                  <a:gd name="adj1" fmla="val -13447"/>
                  <a:gd name="adj2" fmla="val 132015"/>
                  <a:gd name="adj3" fmla="val 16667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Speech Bubble: Rectangle with Corners Rounded 5">
                <a:extLst>
                  <a:ext uri="{FF2B5EF4-FFF2-40B4-BE49-F238E27FC236}">
                    <a16:creationId xmlns:a16="http://schemas.microsoft.com/office/drawing/2014/main" id="{996C7B5F-1218-B223-8D73-9693581172A8}"/>
                  </a:ext>
                </a:extLst>
              </p:cNvPr>
              <p:cNvSpPr/>
              <p:nvPr/>
            </p:nvSpPr>
            <p:spPr>
              <a:xfrm>
                <a:off x="1198286" y="1769031"/>
                <a:ext cx="4299862" cy="652462"/>
              </a:xfrm>
              <a:prstGeom prst="wedgeRoundRectCallout">
                <a:avLst>
                  <a:gd name="adj1" fmla="val 49710"/>
                  <a:gd name="adj2" fmla="val 125606"/>
                  <a:gd name="adj3" fmla="val 16667"/>
                </a:avLst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CA" sz="2400" dirty="0">
                    <a:latin typeface="Nunito" pitchFamily="2" charset="0"/>
                  </a:rPr>
                  <a:t>Inference: solve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sz="2400" b="0" i="0" smtClean="0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n-CA" sz="24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</m:func>
                  </m:oMath>
                </a14:m>
                <a:endParaRPr lang="en-CA" sz="2400" dirty="0">
                  <a:latin typeface="Nunito" pitchFamily="2" charset="0"/>
                </a:endParaRPr>
              </a:p>
            </p:txBody>
          </p:sp>
        </mc:Choice>
        <mc:Fallback>
          <p:sp>
            <p:nvSpPr>
              <p:cNvPr id="6" name="Speech Bubble: Rectangle with Corners Rounded 5">
                <a:extLst>
                  <a:ext uri="{FF2B5EF4-FFF2-40B4-BE49-F238E27FC236}">
                    <a16:creationId xmlns:a16="http://schemas.microsoft.com/office/drawing/2014/main" id="{996C7B5F-1218-B223-8D73-9693581172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286" y="1769031"/>
                <a:ext cx="4299862" cy="652462"/>
              </a:xfrm>
              <a:prstGeom prst="wedgeRoundRectCallout">
                <a:avLst>
                  <a:gd name="adj1" fmla="val 49710"/>
                  <a:gd name="adj2" fmla="val 125606"/>
                  <a:gd name="adj3" fmla="val 16667"/>
                </a:avLst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C7BC29AF-B43D-1EF4-8E73-AB3863052A7B}"/>
              </a:ext>
            </a:extLst>
          </p:cNvPr>
          <p:cNvSpPr/>
          <p:nvPr/>
        </p:nvSpPr>
        <p:spPr>
          <a:xfrm>
            <a:off x="5920409" y="4118191"/>
            <a:ext cx="4299862" cy="652462"/>
          </a:xfrm>
          <a:prstGeom prst="wedgeRoundRectCallout">
            <a:avLst>
              <a:gd name="adj1" fmla="val 50819"/>
              <a:gd name="adj2" fmla="val -122625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sz="2400" dirty="0">
                <a:latin typeface="Nunito" pitchFamily="2" charset="0"/>
              </a:rPr>
              <a:t>Learning: choose parameter</a:t>
            </a:r>
            <a:endParaRPr lang="en-CA" sz="2400" b="1" dirty="0">
              <a:latin typeface="Nunito" pitchFamily="2" charset="0"/>
            </a:endParaRPr>
          </a:p>
        </p:txBody>
      </p:sp>
      <p:grpSp>
        <p:nvGrpSpPr>
          <p:cNvPr id="8" name="Group 7" descr="\documentclass{article}&#10;\usepackage{amsmath,bm}&#10;\pagestyle{empty}&#10;\begin{document}&#10;&#10;\newcommand{\score}{\textrm{score}}&#10;\newcommand{\classify}{\textrm{classify}}&#10;\newcommand{\bx}{\mathbf{x}}&#10;&#10;&#10;\begin{align*}&#10;\text{parse}(\mathbf{x}) = \arg\max_{\bm{y}} \score(\mathbf{x}, \bm{y}; \mathbf{w})&#10;\end{align*}&#10;&#10;&#10;\end{document}" title="IguanaTex Vector Display">
            <a:extLst>
              <a:ext uri="{FF2B5EF4-FFF2-40B4-BE49-F238E27FC236}">
                <a16:creationId xmlns:a16="http://schemas.microsoft.com/office/drawing/2014/main" id="{48D49F83-9766-F715-9F17-84528EBC07E4}"/>
              </a:ext>
            </a:extLst>
          </p:cNvPr>
          <p:cNvGrpSpPr>
            <a:grpSpLocks noChangeAspect="1"/>
          </p:cNvGrpSpPr>
          <p:nvPr/>
        </p:nvGrpSpPr>
        <p:grpSpPr>
          <a:xfrm>
            <a:off x="1689100" y="2963070"/>
            <a:ext cx="9093321" cy="943500"/>
            <a:chOff x="11932916" y="8114147"/>
            <a:chExt cx="9093321" cy="9435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B8DBB16-FCAD-C08E-DC8E-7AAB69A8E3CD}"/>
                </a:ext>
              </a:extLst>
            </p:cNvPr>
            <p:cNvSpPr/>
            <p:nvPr/>
          </p:nvSpPr>
          <p:spPr>
            <a:xfrm>
              <a:off x="11932916" y="8308996"/>
              <a:ext cx="311347" cy="402351"/>
            </a:xfrm>
            <a:custGeom>
              <a:avLst/>
              <a:gdLst>
                <a:gd name="connsiteX0" fmla="*/ 91103 w 311347"/>
                <a:gd name="connsiteY0" fmla="*/ 41838 h 402351"/>
                <a:gd name="connsiteX1" fmla="*/ 91103 w 311347"/>
                <a:gd name="connsiteY1" fmla="*/ 85 h 402351"/>
                <a:gd name="connsiteX2" fmla="*/ 161 w 311347"/>
                <a:gd name="connsiteY2" fmla="*/ 7044 h 402351"/>
                <a:gd name="connsiteX3" fmla="*/ 161 w 311347"/>
                <a:gd name="connsiteY3" fmla="*/ 26655 h 402351"/>
                <a:gd name="connsiteX4" fmla="*/ 49421 w 311347"/>
                <a:gd name="connsiteY4" fmla="*/ 58286 h 402351"/>
                <a:gd name="connsiteX5" fmla="*/ 49421 w 311347"/>
                <a:gd name="connsiteY5" fmla="*/ 354356 h 402351"/>
                <a:gd name="connsiteX6" fmla="*/ 161 w 311347"/>
                <a:gd name="connsiteY6" fmla="*/ 382824 h 402351"/>
                <a:gd name="connsiteX7" fmla="*/ 161 w 311347"/>
                <a:gd name="connsiteY7" fmla="*/ 402436 h 402351"/>
                <a:gd name="connsiteX8" fmla="*/ 70893 w 311347"/>
                <a:gd name="connsiteY8" fmla="*/ 400538 h 402351"/>
                <a:gd name="connsiteX9" fmla="*/ 142257 w 311347"/>
                <a:gd name="connsiteY9" fmla="*/ 402436 h 402351"/>
                <a:gd name="connsiteX10" fmla="*/ 142257 w 311347"/>
                <a:gd name="connsiteY10" fmla="*/ 382824 h 402351"/>
                <a:gd name="connsiteX11" fmla="*/ 92997 w 311347"/>
                <a:gd name="connsiteY11" fmla="*/ 354356 h 402351"/>
                <a:gd name="connsiteX12" fmla="*/ 92997 w 311347"/>
                <a:gd name="connsiteY12" fmla="*/ 248075 h 402351"/>
                <a:gd name="connsiteX13" fmla="*/ 92997 w 311347"/>
                <a:gd name="connsiteY13" fmla="*/ 242381 h 402351"/>
                <a:gd name="connsiteX14" fmla="*/ 170676 w 311347"/>
                <a:gd name="connsiteY14" fmla="*/ 286665 h 402351"/>
                <a:gd name="connsiteX15" fmla="*/ 311509 w 311347"/>
                <a:gd name="connsiteY15" fmla="*/ 143059 h 402351"/>
                <a:gd name="connsiteX16" fmla="*/ 179518 w 311347"/>
                <a:gd name="connsiteY16" fmla="*/ 85 h 402351"/>
                <a:gd name="connsiteX17" fmla="*/ 91103 w 311347"/>
                <a:gd name="connsiteY17" fmla="*/ 41838 h 402351"/>
                <a:gd name="connsiteX18" fmla="*/ 92997 w 311347"/>
                <a:gd name="connsiteY18" fmla="*/ 207587 h 402351"/>
                <a:gd name="connsiteX19" fmla="*/ 92997 w 311347"/>
                <a:gd name="connsiteY19" fmla="*/ 66511 h 402351"/>
                <a:gd name="connsiteX20" fmla="*/ 174466 w 311347"/>
                <a:gd name="connsiteY20" fmla="*/ 15900 h 402351"/>
                <a:gd name="connsiteX21" fmla="*/ 259091 w 311347"/>
                <a:gd name="connsiteY21" fmla="*/ 143059 h 402351"/>
                <a:gd name="connsiteX22" fmla="*/ 168150 w 311347"/>
                <a:gd name="connsiteY22" fmla="*/ 272747 h 402351"/>
                <a:gd name="connsiteX23" fmla="*/ 101839 w 311347"/>
                <a:gd name="connsiteY23" fmla="*/ 234157 h 402351"/>
                <a:gd name="connsiteX24" fmla="*/ 92997 w 311347"/>
                <a:gd name="connsiteY24" fmla="*/ 207587 h 40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11347" h="402351">
                  <a:moveTo>
                    <a:pt x="91103" y="41838"/>
                  </a:moveTo>
                  <a:lnTo>
                    <a:pt x="91103" y="85"/>
                  </a:lnTo>
                  <a:lnTo>
                    <a:pt x="161" y="7044"/>
                  </a:lnTo>
                  <a:lnTo>
                    <a:pt x="161" y="26655"/>
                  </a:lnTo>
                  <a:cubicBezTo>
                    <a:pt x="45000" y="26655"/>
                    <a:pt x="49421" y="30451"/>
                    <a:pt x="49421" y="58286"/>
                  </a:cubicBezTo>
                  <a:lnTo>
                    <a:pt x="49421" y="354356"/>
                  </a:lnTo>
                  <a:cubicBezTo>
                    <a:pt x="49421" y="382824"/>
                    <a:pt x="42474" y="382824"/>
                    <a:pt x="161" y="382824"/>
                  </a:cubicBezTo>
                  <a:lnTo>
                    <a:pt x="161" y="402436"/>
                  </a:lnTo>
                  <a:cubicBezTo>
                    <a:pt x="21634" y="401803"/>
                    <a:pt x="54473" y="400538"/>
                    <a:pt x="70893" y="400538"/>
                  </a:cubicBezTo>
                  <a:cubicBezTo>
                    <a:pt x="87945" y="400538"/>
                    <a:pt x="120153" y="401803"/>
                    <a:pt x="142257" y="402436"/>
                  </a:cubicBezTo>
                  <a:lnTo>
                    <a:pt x="142257" y="382824"/>
                  </a:lnTo>
                  <a:cubicBezTo>
                    <a:pt x="99944" y="382824"/>
                    <a:pt x="92997" y="382824"/>
                    <a:pt x="92997" y="354356"/>
                  </a:cubicBezTo>
                  <a:lnTo>
                    <a:pt x="92997" y="248075"/>
                  </a:lnTo>
                  <a:lnTo>
                    <a:pt x="92997" y="242381"/>
                  </a:lnTo>
                  <a:cubicBezTo>
                    <a:pt x="96155" y="252503"/>
                    <a:pt x="122679" y="286665"/>
                    <a:pt x="170676" y="286665"/>
                  </a:cubicBezTo>
                  <a:cubicBezTo>
                    <a:pt x="245829" y="286665"/>
                    <a:pt x="311509" y="224668"/>
                    <a:pt x="311509" y="143059"/>
                  </a:cubicBezTo>
                  <a:cubicBezTo>
                    <a:pt x="311509" y="62715"/>
                    <a:pt x="250250" y="85"/>
                    <a:pt x="179518" y="85"/>
                  </a:cubicBezTo>
                  <a:cubicBezTo>
                    <a:pt x="130258" y="85"/>
                    <a:pt x="103733" y="27920"/>
                    <a:pt x="91103" y="41838"/>
                  </a:cubicBezTo>
                  <a:close/>
                  <a:moveTo>
                    <a:pt x="92997" y="207587"/>
                  </a:moveTo>
                  <a:lnTo>
                    <a:pt x="92997" y="66511"/>
                  </a:lnTo>
                  <a:cubicBezTo>
                    <a:pt x="111312" y="34247"/>
                    <a:pt x="142257" y="15900"/>
                    <a:pt x="174466" y="15900"/>
                  </a:cubicBezTo>
                  <a:cubicBezTo>
                    <a:pt x="220568" y="15900"/>
                    <a:pt x="259091" y="71572"/>
                    <a:pt x="259091" y="143059"/>
                  </a:cubicBezTo>
                  <a:cubicBezTo>
                    <a:pt x="259091" y="219606"/>
                    <a:pt x="214884" y="272747"/>
                    <a:pt x="168150" y="272747"/>
                  </a:cubicBezTo>
                  <a:cubicBezTo>
                    <a:pt x="142889" y="272747"/>
                    <a:pt x="118890" y="260095"/>
                    <a:pt x="101839" y="234157"/>
                  </a:cubicBezTo>
                  <a:cubicBezTo>
                    <a:pt x="92997" y="220872"/>
                    <a:pt x="92997" y="220239"/>
                    <a:pt x="92997" y="207587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A0DB9C9-9C9C-1F2F-1AAF-F238A8F3B47C}"/>
                </a:ext>
              </a:extLst>
            </p:cNvPr>
            <p:cNvSpPr/>
            <p:nvPr/>
          </p:nvSpPr>
          <p:spPr>
            <a:xfrm>
              <a:off x="12292612" y="8305200"/>
              <a:ext cx="284823" cy="290376"/>
            </a:xfrm>
            <a:custGeom>
              <a:avLst/>
              <a:gdLst>
                <a:gd name="connsiteX0" fmla="*/ 183944 w 284823"/>
                <a:gd name="connsiteY0" fmla="*/ 235422 h 290376"/>
                <a:gd name="connsiteX1" fmla="*/ 233204 w 284823"/>
                <a:gd name="connsiteY1" fmla="*/ 287298 h 290376"/>
                <a:gd name="connsiteX2" fmla="*/ 284990 w 284823"/>
                <a:gd name="connsiteY2" fmla="*/ 227198 h 290376"/>
                <a:gd name="connsiteX3" fmla="*/ 284990 w 284823"/>
                <a:gd name="connsiteY3" fmla="*/ 191771 h 290376"/>
                <a:gd name="connsiteX4" fmla="*/ 269202 w 284823"/>
                <a:gd name="connsiteY4" fmla="*/ 191771 h 290376"/>
                <a:gd name="connsiteX5" fmla="*/ 269202 w 284823"/>
                <a:gd name="connsiteY5" fmla="*/ 227198 h 290376"/>
                <a:gd name="connsiteX6" fmla="*/ 246466 w 284823"/>
                <a:gd name="connsiteY6" fmla="*/ 267686 h 290376"/>
                <a:gd name="connsiteX7" fmla="*/ 223099 w 284823"/>
                <a:gd name="connsiteY7" fmla="*/ 236055 h 290376"/>
                <a:gd name="connsiteX8" fmla="*/ 223099 w 284823"/>
                <a:gd name="connsiteY8" fmla="*/ 109529 h 290376"/>
                <a:gd name="connsiteX9" fmla="*/ 200364 w 284823"/>
                <a:gd name="connsiteY9" fmla="*/ 34879 h 290376"/>
                <a:gd name="connsiteX10" fmla="*/ 113843 w 284823"/>
                <a:gd name="connsiteY10" fmla="*/ 85 h 290376"/>
                <a:gd name="connsiteX11" fmla="*/ 18481 w 284823"/>
                <a:gd name="connsiteY11" fmla="*/ 71572 h 290376"/>
                <a:gd name="connsiteX12" fmla="*/ 47532 w 284823"/>
                <a:gd name="connsiteY12" fmla="*/ 101305 h 290376"/>
                <a:gd name="connsiteX13" fmla="*/ 76583 w 284823"/>
                <a:gd name="connsiteY13" fmla="*/ 72204 h 290376"/>
                <a:gd name="connsiteX14" fmla="*/ 44374 w 284823"/>
                <a:gd name="connsiteY14" fmla="*/ 43103 h 290376"/>
                <a:gd name="connsiteX15" fmla="*/ 112580 w 284823"/>
                <a:gd name="connsiteY15" fmla="*/ 14002 h 290376"/>
                <a:gd name="connsiteX16" fmla="*/ 179523 w 284823"/>
                <a:gd name="connsiteY16" fmla="*/ 94979 h 290376"/>
                <a:gd name="connsiteX17" fmla="*/ 179523 w 284823"/>
                <a:gd name="connsiteY17" fmla="*/ 118386 h 290376"/>
                <a:gd name="connsiteX18" fmla="*/ 63321 w 284823"/>
                <a:gd name="connsiteY18" fmla="*/ 141161 h 290376"/>
                <a:gd name="connsiteX19" fmla="*/ 167 w 284823"/>
                <a:gd name="connsiteY19" fmla="*/ 223402 h 290376"/>
                <a:gd name="connsiteX20" fmla="*/ 101213 w 284823"/>
                <a:gd name="connsiteY20" fmla="*/ 290461 h 290376"/>
                <a:gd name="connsiteX21" fmla="*/ 183944 w 284823"/>
                <a:gd name="connsiteY21" fmla="*/ 235422 h 290376"/>
                <a:gd name="connsiteX22" fmla="*/ 179523 w 284823"/>
                <a:gd name="connsiteY22" fmla="*/ 131671 h 290376"/>
                <a:gd name="connsiteX23" fmla="*/ 179523 w 284823"/>
                <a:gd name="connsiteY23" fmla="*/ 194934 h 290376"/>
                <a:gd name="connsiteX24" fmla="*/ 105634 w 284823"/>
                <a:gd name="connsiteY24" fmla="*/ 276543 h 290376"/>
                <a:gd name="connsiteX25" fmla="*/ 48795 w 284823"/>
                <a:gd name="connsiteY25" fmla="*/ 222770 h 290376"/>
                <a:gd name="connsiteX26" fmla="*/ 179523 w 284823"/>
                <a:gd name="connsiteY26" fmla="*/ 131671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84823" h="290376">
                  <a:moveTo>
                    <a:pt x="183944" y="235422"/>
                  </a:moveTo>
                  <a:cubicBezTo>
                    <a:pt x="186470" y="260727"/>
                    <a:pt x="203522" y="287298"/>
                    <a:pt x="233204" y="287298"/>
                  </a:cubicBezTo>
                  <a:cubicBezTo>
                    <a:pt x="246466" y="287298"/>
                    <a:pt x="284990" y="278441"/>
                    <a:pt x="284990" y="227198"/>
                  </a:cubicBezTo>
                  <a:lnTo>
                    <a:pt x="284990" y="191771"/>
                  </a:lnTo>
                  <a:lnTo>
                    <a:pt x="269202" y="191771"/>
                  </a:lnTo>
                  <a:lnTo>
                    <a:pt x="269202" y="227198"/>
                  </a:lnTo>
                  <a:cubicBezTo>
                    <a:pt x="269202" y="263890"/>
                    <a:pt x="253413" y="267686"/>
                    <a:pt x="246466" y="267686"/>
                  </a:cubicBezTo>
                  <a:cubicBezTo>
                    <a:pt x="225626" y="267686"/>
                    <a:pt x="223099" y="239218"/>
                    <a:pt x="223099" y="236055"/>
                  </a:cubicBezTo>
                  <a:lnTo>
                    <a:pt x="223099" y="109529"/>
                  </a:lnTo>
                  <a:cubicBezTo>
                    <a:pt x="223099" y="82959"/>
                    <a:pt x="223099" y="58286"/>
                    <a:pt x="200364" y="34879"/>
                  </a:cubicBezTo>
                  <a:cubicBezTo>
                    <a:pt x="175734" y="10207"/>
                    <a:pt x="144157" y="85"/>
                    <a:pt x="113843" y="85"/>
                  </a:cubicBezTo>
                  <a:cubicBezTo>
                    <a:pt x="62057" y="85"/>
                    <a:pt x="18481" y="29818"/>
                    <a:pt x="18481" y="71572"/>
                  </a:cubicBezTo>
                  <a:cubicBezTo>
                    <a:pt x="18481" y="90550"/>
                    <a:pt x="31112" y="101305"/>
                    <a:pt x="47532" y="101305"/>
                  </a:cubicBezTo>
                  <a:cubicBezTo>
                    <a:pt x="65215" y="101305"/>
                    <a:pt x="76583" y="88653"/>
                    <a:pt x="76583" y="72204"/>
                  </a:cubicBezTo>
                  <a:cubicBezTo>
                    <a:pt x="76583" y="64613"/>
                    <a:pt x="73425" y="43736"/>
                    <a:pt x="44374" y="43103"/>
                  </a:cubicBezTo>
                  <a:cubicBezTo>
                    <a:pt x="61426" y="20961"/>
                    <a:pt x="92371" y="14002"/>
                    <a:pt x="112580" y="14002"/>
                  </a:cubicBezTo>
                  <a:cubicBezTo>
                    <a:pt x="143526" y="14002"/>
                    <a:pt x="179523" y="38675"/>
                    <a:pt x="179523" y="94979"/>
                  </a:cubicBezTo>
                  <a:lnTo>
                    <a:pt x="179523" y="118386"/>
                  </a:lnTo>
                  <a:cubicBezTo>
                    <a:pt x="147315" y="120284"/>
                    <a:pt x="103107" y="122182"/>
                    <a:pt x="63321" y="141161"/>
                  </a:cubicBezTo>
                  <a:cubicBezTo>
                    <a:pt x="15955" y="162670"/>
                    <a:pt x="167" y="195567"/>
                    <a:pt x="167" y="223402"/>
                  </a:cubicBezTo>
                  <a:cubicBezTo>
                    <a:pt x="167" y="274645"/>
                    <a:pt x="61426" y="290461"/>
                    <a:pt x="101213" y="290461"/>
                  </a:cubicBezTo>
                  <a:cubicBezTo>
                    <a:pt x="142894" y="290461"/>
                    <a:pt x="171945" y="265156"/>
                    <a:pt x="183944" y="235422"/>
                  </a:cubicBezTo>
                  <a:close/>
                  <a:moveTo>
                    <a:pt x="179523" y="131671"/>
                  </a:moveTo>
                  <a:lnTo>
                    <a:pt x="179523" y="194934"/>
                  </a:lnTo>
                  <a:cubicBezTo>
                    <a:pt x="179523" y="255034"/>
                    <a:pt x="134053" y="276543"/>
                    <a:pt x="105634" y="276543"/>
                  </a:cubicBezTo>
                  <a:cubicBezTo>
                    <a:pt x="74688" y="276543"/>
                    <a:pt x="48795" y="254401"/>
                    <a:pt x="48795" y="222770"/>
                  </a:cubicBezTo>
                  <a:cubicBezTo>
                    <a:pt x="48795" y="187975"/>
                    <a:pt x="75320" y="135467"/>
                    <a:pt x="179523" y="131671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120DCE-35A5-47E7-BC16-989F54A209BC}"/>
                </a:ext>
              </a:extLst>
            </p:cNvPr>
            <p:cNvSpPr/>
            <p:nvPr/>
          </p:nvSpPr>
          <p:spPr>
            <a:xfrm>
              <a:off x="12599541" y="8308996"/>
              <a:ext cx="212196" cy="279621"/>
            </a:xfrm>
            <a:custGeom>
              <a:avLst/>
              <a:gdLst>
                <a:gd name="connsiteX0" fmla="*/ 87955 w 212196"/>
                <a:gd name="connsiteY0" fmla="*/ 69674 h 279621"/>
                <a:gd name="connsiteX1" fmla="*/ 87955 w 212196"/>
                <a:gd name="connsiteY1" fmla="*/ 85 h 279621"/>
                <a:gd name="connsiteX2" fmla="*/ 172 w 212196"/>
                <a:gd name="connsiteY2" fmla="*/ 7044 h 279621"/>
                <a:gd name="connsiteX3" fmla="*/ 172 w 212196"/>
                <a:gd name="connsiteY3" fmla="*/ 26655 h 279621"/>
                <a:gd name="connsiteX4" fmla="*/ 49432 w 212196"/>
                <a:gd name="connsiteY4" fmla="*/ 62082 h 279621"/>
                <a:gd name="connsiteX5" fmla="*/ 49432 w 212196"/>
                <a:gd name="connsiteY5" fmla="*/ 231626 h 279621"/>
                <a:gd name="connsiteX6" fmla="*/ 172 w 212196"/>
                <a:gd name="connsiteY6" fmla="*/ 260095 h 279621"/>
                <a:gd name="connsiteX7" fmla="*/ 172 w 212196"/>
                <a:gd name="connsiteY7" fmla="*/ 279706 h 279621"/>
                <a:gd name="connsiteX8" fmla="*/ 72167 w 212196"/>
                <a:gd name="connsiteY8" fmla="*/ 277808 h 279621"/>
                <a:gd name="connsiteX9" fmla="*/ 152372 w 212196"/>
                <a:gd name="connsiteY9" fmla="*/ 279706 h 279621"/>
                <a:gd name="connsiteX10" fmla="*/ 152372 w 212196"/>
                <a:gd name="connsiteY10" fmla="*/ 260095 h 279621"/>
                <a:gd name="connsiteX11" fmla="*/ 139110 w 212196"/>
                <a:gd name="connsiteY11" fmla="*/ 260095 h 279621"/>
                <a:gd name="connsiteX12" fmla="*/ 91113 w 212196"/>
                <a:gd name="connsiteY12" fmla="*/ 230361 h 279621"/>
                <a:gd name="connsiteX13" fmla="*/ 91113 w 212196"/>
                <a:gd name="connsiteY13" fmla="*/ 132936 h 279621"/>
                <a:gd name="connsiteX14" fmla="*/ 165635 w 212196"/>
                <a:gd name="connsiteY14" fmla="*/ 14002 h 279621"/>
                <a:gd name="connsiteX15" fmla="*/ 172581 w 212196"/>
                <a:gd name="connsiteY15" fmla="*/ 14635 h 279621"/>
                <a:gd name="connsiteX16" fmla="*/ 158056 w 212196"/>
                <a:gd name="connsiteY16" fmla="*/ 39308 h 279621"/>
                <a:gd name="connsiteX17" fmla="*/ 185212 w 212196"/>
                <a:gd name="connsiteY17" fmla="*/ 66511 h 279621"/>
                <a:gd name="connsiteX18" fmla="*/ 212368 w 212196"/>
                <a:gd name="connsiteY18" fmla="*/ 38675 h 279621"/>
                <a:gd name="connsiteX19" fmla="*/ 165635 w 212196"/>
                <a:gd name="connsiteY19" fmla="*/ 85 h 279621"/>
                <a:gd name="connsiteX20" fmla="*/ 87955 w 212196"/>
                <a:gd name="connsiteY20" fmla="*/ 69674 h 27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12196" h="279621">
                  <a:moveTo>
                    <a:pt x="87955" y="69674"/>
                  </a:moveTo>
                  <a:lnTo>
                    <a:pt x="87955" y="85"/>
                  </a:lnTo>
                  <a:lnTo>
                    <a:pt x="172" y="7044"/>
                  </a:lnTo>
                  <a:lnTo>
                    <a:pt x="172" y="26655"/>
                  </a:lnTo>
                  <a:cubicBezTo>
                    <a:pt x="44379" y="26655"/>
                    <a:pt x="49432" y="31083"/>
                    <a:pt x="49432" y="62082"/>
                  </a:cubicBezTo>
                  <a:lnTo>
                    <a:pt x="49432" y="231626"/>
                  </a:lnTo>
                  <a:cubicBezTo>
                    <a:pt x="49432" y="260095"/>
                    <a:pt x="42485" y="260095"/>
                    <a:pt x="172" y="260095"/>
                  </a:cubicBezTo>
                  <a:lnTo>
                    <a:pt x="172" y="279706"/>
                  </a:lnTo>
                  <a:cubicBezTo>
                    <a:pt x="24802" y="279073"/>
                    <a:pt x="54484" y="277808"/>
                    <a:pt x="72167" y="277808"/>
                  </a:cubicBezTo>
                  <a:cubicBezTo>
                    <a:pt x="97428" y="277808"/>
                    <a:pt x="127111" y="277808"/>
                    <a:pt x="152372" y="279706"/>
                  </a:cubicBezTo>
                  <a:lnTo>
                    <a:pt x="152372" y="260095"/>
                  </a:lnTo>
                  <a:lnTo>
                    <a:pt x="139110" y="260095"/>
                  </a:lnTo>
                  <a:cubicBezTo>
                    <a:pt x="92376" y="260095"/>
                    <a:pt x="91113" y="253136"/>
                    <a:pt x="91113" y="230361"/>
                  </a:cubicBezTo>
                  <a:lnTo>
                    <a:pt x="91113" y="132936"/>
                  </a:lnTo>
                  <a:cubicBezTo>
                    <a:pt x="91113" y="70306"/>
                    <a:pt x="117638" y="14002"/>
                    <a:pt x="165635" y="14002"/>
                  </a:cubicBezTo>
                  <a:cubicBezTo>
                    <a:pt x="170055" y="14002"/>
                    <a:pt x="171318" y="14002"/>
                    <a:pt x="172581" y="14635"/>
                  </a:cubicBezTo>
                  <a:cubicBezTo>
                    <a:pt x="170687" y="15268"/>
                    <a:pt x="158056" y="22859"/>
                    <a:pt x="158056" y="39308"/>
                  </a:cubicBezTo>
                  <a:cubicBezTo>
                    <a:pt x="158056" y="57021"/>
                    <a:pt x="171318" y="66511"/>
                    <a:pt x="185212" y="66511"/>
                  </a:cubicBezTo>
                  <a:cubicBezTo>
                    <a:pt x="196580" y="66511"/>
                    <a:pt x="212368" y="58919"/>
                    <a:pt x="212368" y="38675"/>
                  </a:cubicBezTo>
                  <a:cubicBezTo>
                    <a:pt x="212368" y="18431"/>
                    <a:pt x="192791" y="85"/>
                    <a:pt x="165635" y="85"/>
                  </a:cubicBezTo>
                  <a:cubicBezTo>
                    <a:pt x="119532" y="85"/>
                    <a:pt x="96797" y="42471"/>
                    <a:pt x="87955" y="69674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BE8AC8C-0AB8-8C88-E8FF-408E21A5C789}"/>
                </a:ext>
              </a:extLst>
            </p:cNvPr>
            <p:cNvSpPr/>
            <p:nvPr/>
          </p:nvSpPr>
          <p:spPr>
            <a:xfrm>
              <a:off x="12850051" y="8305200"/>
              <a:ext cx="206512" cy="290376"/>
            </a:xfrm>
            <a:custGeom>
              <a:avLst/>
              <a:gdLst>
                <a:gd name="connsiteX0" fmla="*/ 110695 w 206512"/>
                <a:gd name="connsiteY0" fmla="*/ 160772 h 290376"/>
                <a:gd name="connsiteX1" fmla="*/ 176375 w 206512"/>
                <a:gd name="connsiteY1" fmla="*/ 218974 h 290376"/>
                <a:gd name="connsiteX2" fmla="*/ 105011 w 206512"/>
                <a:gd name="connsiteY2" fmla="*/ 276543 h 290376"/>
                <a:gd name="connsiteX3" fmla="*/ 17227 w 206512"/>
                <a:gd name="connsiteY3" fmla="*/ 186710 h 290376"/>
                <a:gd name="connsiteX4" fmla="*/ 8386 w 206512"/>
                <a:gd name="connsiteY4" fmla="*/ 175955 h 290376"/>
                <a:gd name="connsiteX5" fmla="*/ 176 w 206512"/>
                <a:gd name="connsiteY5" fmla="*/ 191771 h 290376"/>
                <a:gd name="connsiteX6" fmla="*/ 176 w 206512"/>
                <a:gd name="connsiteY6" fmla="*/ 275278 h 290376"/>
                <a:gd name="connsiteX7" fmla="*/ 7123 w 206512"/>
                <a:gd name="connsiteY7" fmla="*/ 290461 h 290376"/>
                <a:gd name="connsiteX8" fmla="*/ 22911 w 206512"/>
                <a:gd name="connsiteY8" fmla="*/ 277808 h 290376"/>
                <a:gd name="connsiteX9" fmla="*/ 35542 w 206512"/>
                <a:gd name="connsiteY9" fmla="*/ 263258 h 290376"/>
                <a:gd name="connsiteX10" fmla="*/ 105011 w 206512"/>
                <a:gd name="connsiteY10" fmla="*/ 290461 h 290376"/>
                <a:gd name="connsiteX11" fmla="*/ 206688 w 206512"/>
                <a:gd name="connsiteY11" fmla="*/ 202526 h 290376"/>
                <a:gd name="connsiteX12" fmla="*/ 180164 w 206512"/>
                <a:gd name="connsiteY12" fmla="*/ 142426 h 290376"/>
                <a:gd name="connsiteX13" fmla="*/ 108169 w 206512"/>
                <a:gd name="connsiteY13" fmla="*/ 112060 h 290376"/>
                <a:gd name="connsiteX14" fmla="*/ 30489 w 206512"/>
                <a:gd name="connsiteY14" fmla="*/ 60184 h 290376"/>
                <a:gd name="connsiteX15" fmla="*/ 101222 w 206512"/>
                <a:gd name="connsiteY15" fmla="*/ 12105 h 290376"/>
                <a:gd name="connsiteX16" fmla="*/ 175111 w 206512"/>
                <a:gd name="connsiteY16" fmla="*/ 88653 h 290376"/>
                <a:gd name="connsiteX17" fmla="*/ 182690 w 206512"/>
                <a:gd name="connsiteY17" fmla="*/ 94346 h 290376"/>
                <a:gd name="connsiteX18" fmla="*/ 190900 w 206512"/>
                <a:gd name="connsiteY18" fmla="*/ 79163 h 290376"/>
                <a:gd name="connsiteX19" fmla="*/ 190900 w 206512"/>
                <a:gd name="connsiteY19" fmla="*/ 15268 h 290376"/>
                <a:gd name="connsiteX20" fmla="*/ 183953 w 206512"/>
                <a:gd name="connsiteY20" fmla="*/ 85 h 290376"/>
                <a:gd name="connsiteX21" fmla="*/ 171322 w 206512"/>
                <a:gd name="connsiteY21" fmla="*/ 7676 h 290376"/>
                <a:gd name="connsiteX22" fmla="*/ 160586 w 206512"/>
                <a:gd name="connsiteY22" fmla="*/ 17798 h 290376"/>
                <a:gd name="connsiteX23" fmla="*/ 101222 w 206512"/>
                <a:gd name="connsiteY23" fmla="*/ 85 h 290376"/>
                <a:gd name="connsiteX24" fmla="*/ 176 w 206512"/>
                <a:gd name="connsiteY24" fmla="*/ 77898 h 290376"/>
                <a:gd name="connsiteX25" fmla="*/ 27332 w 206512"/>
                <a:gd name="connsiteY25" fmla="*/ 131671 h 290376"/>
                <a:gd name="connsiteX26" fmla="*/ 110695 w 206512"/>
                <a:gd name="connsiteY26" fmla="*/ 160772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512" h="290376">
                  <a:moveTo>
                    <a:pt x="110695" y="160772"/>
                  </a:moveTo>
                  <a:cubicBezTo>
                    <a:pt x="124589" y="163303"/>
                    <a:pt x="176375" y="173425"/>
                    <a:pt x="176375" y="218974"/>
                  </a:cubicBezTo>
                  <a:cubicBezTo>
                    <a:pt x="176375" y="251238"/>
                    <a:pt x="154271" y="276543"/>
                    <a:pt x="105011" y="276543"/>
                  </a:cubicBezTo>
                  <a:cubicBezTo>
                    <a:pt x="51962" y="276543"/>
                    <a:pt x="29226" y="240483"/>
                    <a:pt x="17227" y="186710"/>
                  </a:cubicBezTo>
                  <a:cubicBezTo>
                    <a:pt x="15333" y="178486"/>
                    <a:pt x="14701" y="175955"/>
                    <a:pt x="8386" y="175955"/>
                  </a:cubicBezTo>
                  <a:cubicBezTo>
                    <a:pt x="176" y="175955"/>
                    <a:pt x="176" y="180384"/>
                    <a:pt x="176" y="191771"/>
                  </a:cubicBezTo>
                  <a:lnTo>
                    <a:pt x="176" y="275278"/>
                  </a:lnTo>
                  <a:cubicBezTo>
                    <a:pt x="176" y="286032"/>
                    <a:pt x="176" y="290461"/>
                    <a:pt x="7123" y="290461"/>
                  </a:cubicBezTo>
                  <a:cubicBezTo>
                    <a:pt x="10280" y="290461"/>
                    <a:pt x="10912" y="289828"/>
                    <a:pt x="22911" y="277808"/>
                  </a:cubicBezTo>
                  <a:cubicBezTo>
                    <a:pt x="24174" y="276543"/>
                    <a:pt x="24174" y="275278"/>
                    <a:pt x="35542" y="263258"/>
                  </a:cubicBezTo>
                  <a:cubicBezTo>
                    <a:pt x="63329" y="289828"/>
                    <a:pt x="91749" y="290461"/>
                    <a:pt x="105011" y="290461"/>
                  </a:cubicBezTo>
                  <a:cubicBezTo>
                    <a:pt x="177638" y="290461"/>
                    <a:pt x="206688" y="248075"/>
                    <a:pt x="206688" y="202526"/>
                  </a:cubicBezTo>
                  <a:cubicBezTo>
                    <a:pt x="206688" y="168996"/>
                    <a:pt x="187742" y="150017"/>
                    <a:pt x="180164" y="142426"/>
                  </a:cubicBezTo>
                  <a:cubicBezTo>
                    <a:pt x="159323" y="122182"/>
                    <a:pt x="134693" y="117121"/>
                    <a:pt x="108169" y="112060"/>
                  </a:cubicBezTo>
                  <a:cubicBezTo>
                    <a:pt x="72802" y="105101"/>
                    <a:pt x="30489" y="96877"/>
                    <a:pt x="30489" y="60184"/>
                  </a:cubicBezTo>
                  <a:cubicBezTo>
                    <a:pt x="30489" y="38042"/>
                    <a:pt x="46909" y="12105"/>
                    <a:pt x="101222" y="12105"/>
                  </a:cubicBezTo>
                  <a:cubicBezTo>
                    <a:pt x="170691" y="12105"/>
                    <a:pt x="173848" y="69041"/>
                    <a:pt x="175111" y="88653"/>
                  </a:cubicBezTo>
                  <a:cubicBezTo>
                    <a:pt x="175743" y="94346"/>
                    <a:pt x="181427" y="94346"/>
                    <a:pt x="182690" y="94346"/>
                  </a:cubicBezTo>
                  <a:cubicBezTo>
                    <a:pt x="190900" y="94346"/>
                    <a:pt x="190900" y="91183"/>
                    <a:pt x="190900" y="79163"/>
                  </a:cubicBezTo>
                  <a:lnTo>
                    <a:pt x="190900" y="15268"/>
                  </a:lnTo>
                  <a:cubicBezTo>
                    <a:pt x="190900" y="4513"/>
                    <a:pt x="190900" y="85"/>
                    <a:pt x="183953" y="85"/>
                  </a:cubicBezTo>
                  <a:cubicBezTo>
                    <a:pt x="180795" y="85"/>
                    <a:pt x="179532" y="85"/>
                    <a:pt x="171322" y="7676"/>
                  </a:cubicBezTo>
                  <a:cubicBezTo>
                    <a:pt x="169428" y="10207"/>
                    <a:pt x="163112" y="15900"/>
                    <a:pt x="160586" y="17798"/>
                  </a:cubicBezTo>
                  <a:cubicBezTo>
                    <a:pt x="136588" y="85"/>
                    <a:pt x="110695" y="85"/>
                    <a:pt x="101222" y="85"/>
                  </a:cubicBezTo>
                  <a:cubicBezTo>
                    <a:pt x="24174" y="85"/>
                    <a:pt x="176" y="42471"/>
                    <a:pt x="176" y="77898"/>
                  </a:cubicBezTo>
                  <a:cubicBezTo>
                    <a:pt x="176" y="100040"/>
                    <a:pt x="10280" y="117753"/>
                    <a:pt x="27332" y="131671"/>
                  </a:cubicBezTo>
                  <a:cubicBezTo>
                    <a:pt x="47541" y="148120"/>
                    <a:pt x="65224" y="151915"/>
                    <a:pt x="110695" y="160772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5E99C55-6626-2EBD-31E9-02C0F1FEC493}"/>
                </a:ext>
              </a:extLst>
            </p:cNvPr>
            <p:cNvSpPr/>
            <p:nvPr/>
          </p:nvSpPr>
          <p:spPr>
            <a:xfrm>
              <a:off x="13096001" y="8305200"/>
              <a:ext cx="244404" cy="290376"/>
            </a:xfrm>
            <a:custGeom>
              <a:avLst/>
              <a:gdLst>
                <a:gd name="connsiteX0" fmla="*/ 53229 w 244404"/>
                <a:gd name="connsiteY0" fmla="*/ 124080 h 290376"/>
                <a:gd name="connsiteX1" fmla="*/ 131539 w 244404"/>
                <a:gd name="connsiteY1" fmla="*/ 14002 h 290376"/>
                <a:gd name="connsiteX2" fmla="*/ 202903 w 244404"/>
                <a:gd name="connsiteY2" fmla="*/ 124080 h 290376"/>
                <a:gd name="connsiteX3" fmla="*/ 53229 w 244404"/>
                <a:gd name="connsiteY3" fmla="*/ 124080 h 290376"/>
                <a:gd name="connsiteX4" fmla="*/ 52597 w 244404"/>
                <a:gd name="connsiteY4" fmla="*/ 137365 h 290376"/>
                <a:gd name="connsiteX5" fmla="*/ 228796 w 244404"/>
                <a:gd name="connsiteY5" fmla="*/ 137365 h 290376"/>
                <a:gd name="connsiteX6" fmla="*/ 244585 w 244404"/>
                <a:gd name="connsiteY6" fmla="*/ 124080 h 290376"/>
                <a:gd name="connsiteX7" fmla="*/ 131539 w 244404"/>
                <a:gd name="connsiteY7" fmla="*/ 85 h 290376"/>
                <a:gd name="connsiteX8" fmla="*/ 180 w 244404"/>
                <a:gd name="connsiteY8" fmla="*/ 144324 h 290376"/>
                <a:gd name="connsiteX9" fmla="*/ 139118 w 244404"/>
                <a:gd name="connsiteY9" fmla="*/ 290461 h 290376"/>
                <a:gd name="connsiteX10" fmla="*/ 244585 w 244404"/>
                <a:gd name="connsiteY10" fmla="*/ 208219 h 290376"/>
                <a:gd name="connsiteX11" fmla="*/ 236375 w 244404"/>
                <a:gd name="connsiteY11" fmla="*/ 200628 h 290376"/>
                <a:gd name="connsiteX12" fmla="*/ 228165 w 244404"/>
                <a:gd name="connsiteY12" fmla="*/ 209484 h 290376"/>
                <a:gd name="connsiteX13" fmla="*/ 142907 w 244404"/>
                <a:gd name="connsiteY13" fmla="*/ 274645 h 290376"/>
                <a:gd name="connsiteX14" fmla="*/ 71543 w 244404"/>
                <a:gd name="connsiteY14" fmla="*/ 232259 h 290376"/>
                <a:gd name="connsiteX15" fmla="*/ 52597 w 244404"/>
                <a:gd name="connsiteY15" fmla="*/ 137365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04" h="290376">
                  <a:moveTo>
                    <a:pt x="53229" y="124080"/>
                  </a:moveTo>
                  <a:cubicBezTo>
                    <a:pt x="57018" y="29818"/>
                    <a:pt x="110067" y="14002"/>
                    <a:pt x="131539" y="14002"/>
                  </a:cubicBezTo>
                  <a:cubicBezTo>
                    <a:pt x="196588" y="14002"/>
                    <a:pt x="202903" y="99407"/>
                    <a:pt x="202903" y="124080"/>
                  </a:cubicBezTo>
                  <a:lnTo>
                    <a:pt x="53229" y="124080"/>
                  </a:lnTo>
                  <a:close/>
                  <a:moveTo>
                    <a:pt x="52597" y="137365"/>
                  </a:moveTo>
                  <a:lnTo>
                    <a:pt x="228796" y="137365"/>
                  </a:lnTo>
                  <a:cubicBezTo>
                    <a:pt x="242690" y="137365"/>
                    <a:pt x="244585" y="137365"/>
                    <a:pt x="244585" y="124080"/>
                  </a:cubicBezTo>
                  <a:cubicBezTo>
                    <a:pt x="244585" y="61450"/>
                    <a:pt x="210481" y="85"/>
                    <a:pt x="131539" y="85"/>
                  </a:cubicBezTo>
                  <a:cubicBezTo>
                    <a:pt x="58281" y="85"/>
                    <a:pt x="180" y="65245"/>
                    <a:pt x="180" y="144324"/>
                  </a:cubicBezTo>
                  <a:cubicBezTo>
                    <a:pt x="180" y="229096"/>
                    <a:pt x="66491" y="290461"/>
                    <a:pt x="139118" y="290461"/>
                  </a:cubicBezTo>
                  <a:cubicBezTo>
                    <a:pt x="216165" y="290461"/>
                    <a:pt x="244585" y="220239"/>
                    <a:pt x="244585" y="208219"/>
                  </a:cubicBezTo>
                  <a:cubicBezTo>
                    <a:pt x="244585" y="201893"/>
                    <a:pt x="239532" y="200628"/>
                    <a:pt x="236375" y="200628"/>
                  </a:cubicBezTo>
                  <a:cubicBezTo>
                    <a:pt x="230691" y="200628"/>
                    <a:pt x="229428" y="204423"/>
                    <a:pt x="228165" y="209484"/>
                  </a:cubicBezTo>
                  <a:cubicBezTo>
                    <a:pt x="206061" y="274645"/>
                    <a:pt x="149222" y="274645"/>
                    <a:pt x="142907" y="274645"/>
                  </a:cubicBezTo>
                  <a:cubicBezTo>
                    <a:pt x="111330" y="274645"/>
                    <a:pt x="86069" y="255666"/>
                    <a:pt x="71543" y="232259"/>
                  </a:cubicBezTo>
                  <a:cubicBezTo>
                    <a:pt x="52597" y="201893"/>
                    <a:pt x="52597" y="160139"/>
                    <a:pt x="52597" y="137365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39C1316-2AB2-134C-BBCA-3FC94574698E}"/>
                </a:ext>
              </a:extLst>
            </p:cNvPr>
            <p:cNvSpPr/>
            <p:nvPr/>
          </p:nvSpPr>
          <p:spPr>
            <a:xfrm>
              <a:off x="13421521" y="8114147"/>
              <a:ext cx="146516" cy="632627"/>
            </a:xfrm>
            <a:custGeom>
              <a:avLst/>
              <a:gdLst>
                <a:gd name="connsiteX0" fmla="*/ 146701 w 146516"/>
                <a:gd name="connsiteY0" fmla="*/ 626386 h 632627"/>
                <a:gd name="connsiteX1" fmla="*/ 135965 w 146516"/>
                <a:gd name="connsiteY1" fmla="*/ 612468 h 632627"/>
                <a:gd name="connsiteX2" fmla="*/ 36813 w 146516"/>
                <a:gd name="connsiteY2" fmla="*/ 316399 h 632627"/>
                <a:gd name="connsiteX3" fmla="*/ 138491 w 146516"/>
                <a:gd name="connsiteY3" fmla="*/ 17166 h 632627"/>
                <a:gd name="connsiteX4" fmla="*/ 146701 w 146516"/>
                <a:gd name="connsiteY4" fmla="*/ 6411 h 632627"/>
                <a:gd name="connsiteX5" fmla="*/ 140385 w 146516"/>
                <a:gd name="connsiteY5" fmla="*/ 85 h 632627"/>
                <a:gd name="connsiteX6" fmla="*/ 39971 w 146516"/>
                <a:gd name="connsiteY6" fmla="*/ 123447 h 632627"/>
                <a:gd name="connsiteX7" fmla="*/ 184 w 146516"/>
                <a:gd name="connsiteY7" fmla="*/ 316399 h 632627"/>
                <a:gd name="connsiteX8" fmla="*/ 41866 w 146516"/>
                <a:gd name="connsiteY8" fmla="*/ 513778 h 632627"/>
                <a:gd name="connsiteX9" fmla="*/ 140385 w 146516"/>
                <a:gd name="connsiteY9" fmla="*/ 632712 h 632627"/>
                <a:gd name="connsiteX10" fmla="*/ 146701 w 146516"/>
                <a:gd name="connsiteY10" fmla="*/ 626386 h 632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516" h="632627">
                  <a:moveTo>
                    <a:pt x="146701" y="626386"/>
                  </a:moveTo>
                  <a:cubicBezTo>
                    <a:pt x="146701" y="624488"/>
                    <a:pt x="146701" y="623223"/>
                    <a:pt x="135965" y="612468"/>
                  </a:cubicBezTo>
                  <a:cubicBezTo>
                    <a:pt x="57022" y="532757"/>
                    <a:pt x="36813" y="413191"/>
                    <a:pt x="36813" y="316399"/>
                  </a:cubicBezTo>
                  <a:cubicBezTo>
                    <a:pt x="36813" y="206321"/>
                    <a:pt x="60812" y="96244"/>
                    <a:pt x="138491" y="17166"/>
                  </a:cubicBezTo>
                  <a:cubicBezTo>
                    <a:pt x="146701" y="9574"/>
                    <a:pt x="146701" y="8309"/>
                    <a:pt x="146701" y="6411"/>
                  </a:cubicBezTo>
                  <a:cubicBezTo>
                    <a:pt x="146701" y="1983"/>
                    <a:pt x="144175" y="85"/>
                    <a:pt x="140385" y="85"/>
                  </a:cubicBezTo>
                  <a:cubicBezTo>
                    <a:pt x="134070" y="85"/>
                    <a:pt x="77232" y="43103"/>
                    <a:pt x="39971" y="123447"/>
                  </a:cubicBezTo>
                  <a:cubicBezTo>
                    <a:pt x="7763" y="193036"/>
                    <a:pt x="184" y="263258"/>
                    <a:pt x="184" y="316399"/>
                  </a:cubicBezTo>
                  <a:cubicBezTo>
                    <a:pt x="184" y="365743"/>
                    <a:pt x="7131" y="442291"/>
                    <a:pt x="41866" y="513778"/>
                  </a:cubicBezTo>
                  <a:cubicBezTo>
                    <a:pt x="79758" y="591592"/>
                    <a:pt x="134070" y="632712"/>
                    <a:pt x="140385" y="632712"/>
                  </a:cubicBezTo>
                  <a:cubicBezTo>
                    <a:pt x="144175" y="632712"/>
                    <a:pt x="146701" y="630814"/>
                    <a:pt x="146701" y="626386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023334B-AE19-0D8D-2460-79D2915B5099}"/>
                </a:ext>
              </a:extLst>
            </p:cNvPr>
            <p:cNvSpPr/>
            <p:nvPr/>
          </p:nvSpPr>
          <p:spPr>
            <a:xfrm>
              <a:off x="13618492" y="8307731"/>
              <a:ext cx="355555" cy="280886"/>
            </a:xfrm>
            <a:custGeom>
              <a:avLst/>
              <a:gdLst>
                <a:gd name="connsiteX0" fmla="*/ 204806 w 355555"/>
                <a:gd name="connsiteY0" fmla="*/ 125345 h 280886"/>
                <a:gd name="connsiteX1" fmla="*/ 278696 w 355555"/>
                <a:gd name="connsiteY1" fmla="*/ 43103 h 280886"/>
                <a:gd name="connsiteX2" fmla="*/ 343113 w 355555"/>
                <a:gd name="connsiteY2" fmla="*/ 29818 h 280886"/>
                <a:gd name="connsiteX3" fmla="*/ 343113 w 355555"/>
                <a:gd name="connsiteY3" fmla="*/ 85 h 280886"/>
                <a:gd name="connsiteX4" fmla="*/ 285011 w 355555"/>
                <a:gd name="connsiteY4" fmla="*/ 1983 h 280886"/>
                <a:gd name="connsiteX5" fmla="*/ 219963 w 355555"/>
                <a:gd name="connsiteY5" fmla="*/ 85 h 280886"/>
                <a:gd name="connsiteX6" fmla="*/ 219963 w 355555"/>
                <a:gd name="connsiteY6" fmla="*/ 29818 h 280886"/>
                <a:gd name="connsiteX7" fmla="*/ 243961 w 355555"/>
                <a:gd name="connsiteY7" fmla="*/ 35512 h 280886"/>
                <a:gd name="connsiteX8" fmla="*/ 238909 w 355555"/>
                <a:gd name="connsiteY8" fmla="*/ 43103 h 280886"/>
                <a:gd name="connsiteX9" fmla="*/ 185860 w 355555"/>
                <a:gd name="connsiteY9" fmla="*/ 102570 h 280886"/>
                <a:gd name="connsiteX10" fmla="*/ 123969 w 355555"/>
                <a:gd name="connsiteY10" fmla="*/ 29818 h 280886"/>
                <a:gd name="connsiteX11" fmla="*/ 149231 w 355555"/>
                <a:gd name="connsiteY11" fmla="*/ 29818 h 280886"/>
                <a:gd name="connsiteX12" fmla="*/ 149231 w 355555"/>
                <a:gd name="connsiteY12" fmla="*/ 85 h 280886"/>
                <a:gd name="connsiteX13" fmla="*/ 72815 w 355555"/>
                <a:gd name="connsiteY13" fmla="*/ 1983 h 280886"/>
                <a:gd name="connsiteX14" fmla="*/ 3346 w 355555"/>
                <a:gd name="connsiteY14" fmla="*/ 85 h 280886"/>
                <a:gd name="connsiteX15" fmla="*/ 3346 w 355555"/>
                <a:gd name="connsiteY15" fmla="*/ 29818 h 280886"/>
                <a:gd name="connsiteX16" fmla="*/ 48185 w 355555"/>
                <a:gd name="connsiteY16" fmla="*/ 29818 h 280886"/>
                <a:gd name="connsiteX17" fmla="*/ 146705 w 355555"/>
                <a:gd name="connsiteY17" fmla="*/ 146222 h 280886"/>
                <a:gd name="connsiteX18" fmla="*/ 63973 w 355555"/>
                <a:gd name="connsiteY18" fmla="*/ 239218 h 280886"/>
                <a:gd name="connsiteX19" fmla="*/ 188 w 355555"/>
                <a:gd name="connsiteY19" fmla="*/ 251238 h 280886"/>
                <a:gd name="connsiteX20" fmla="*/ 188 w 355555"/>
                <a:gd name="connsiteY20" fmla="*/ 280971 h 280886"/>
                <a:gd name="connsiteX21" fmla="*/ 58289 w 355555"/>
                <a:gd name="connsiteY21" fmla="*/ 279073 h 280886"/>
                <a:gd name="connsiteX22" fmla="*/ 123338 w 355555"/>
                <a:gd name="connsiteY22" fmla="*/ 280971 h 280886"/>
                <a:gd name="connsiteX23" fmla="*/ 123338 w 355555"/>
                <a:gd name="connsiteY23" fmla="*/ 251238 h 280886"/>
                <a:gd name="connsiteX24" fmla="*/ 99971 w 355555"/>
                <a:gd name="connsiteY24" fmla="*/ 244279 h 280886"/>
                <a:gd name="connsiteX25" fmla="*/ 104392 w 355555"/>
                <a:gd name="connsiteY25" fmla="*/ 237953 h 280886"/>
                <a:gd name="connsiteX26" fmla="*/ 165651 w 355555"/>
                <a:gd name="connsiteY26" fmla="*/ 168996 h 280886"/>
                <a:gd name="connsiteX27" fmla="*/ 235120 w 355555"/>
                <a:gd name="connsiteY27" fmla="*/ 251238 h 280886"/>
                <a:gd name="connsiteX28" fmla="*/ 210490 w 355555"/>
                <a:gd name="connsiteY28" fmla="*/ 251238 h 280886"/>
                <a:gd name="connsiteX29" fmla="*/ 210490 w 355555"/>
                <a:gd name="connsiteY29" fmla="*/ 280971 h 280886"/>
                <a:gd name="connsiteX30" fmla="*/ 286274 w 355555"/>
                <a:gd name="connsiteY30" fmla="*/ 279073 h 280886"/>
                <a:gd name="connsiteX31" fmla="*/ 355743 w 355555"/>
                <a:gd name="connsiteY31" fmla="*/ 280971 h 280886"/>
                <a:gd name="connsiteX32" fmla="*/ 355743 w 355555"/>
                <a:gd name="connsiteY32" fmla="*/ 251238 h 280886"/>
                <a:gd name="connsiteX33" fmla="*/ 310904 w 355555"/>
                <a:gd name="connsiteY33" fmla="*/ 251238 h 280886"/>
                <a:gd name="connsiteX34" fmla="*/ 204806 w 355555"/>
                <a:gd name="connsiteY34" fmla="*/ 125345 h 28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55555" h="280886">
                  <a:moveTo>
                    <a:pt x="204806" y="125345"/>
                  </a:moveTo>
                  <a:lnTo>
                    <a:pt x="278696" y="43103"/>
                  </a:lnTo>
                  <a:cubicBezTo>
                    <a:pt x="286906" y="34247"/>
                    <a:pt x="290695" y="29818"/>
                    <a:pt x="343113" y="29818"/>
                  </a:cubicBezTo>
                  <a:lnTo>
                    <a:pt x="343113" y="85"/>
                  </a:lnTo>
                  <a:cubicBezTo>
                    <a:pt x="321009" y="1350"/>
                    <a:pt x="288169" y="1983"/>
                    <a:pt x="285011" y="1983"/>
                  </a:cubicBezTo>
                  <a:cubicBezTo>
                    <a:pt x="269223" y="1983"/>
                    <a:pt x="237646" y="717"/>
                    <a:pt x="219963" y="85"/>
                  </a:cubicBezTo>
                  <a:lnTo>
                    <a:pt x="219963" y="29818"/>
                  </a:lnTo>
                  <a:cubicBezTo>
                    <a:pt x="228804" y="29818"/>
                    <a:pt x="236383" y="31083"/>
                    <a:pt x="243961" y="35512"/>
                  </a:cubicBezTo>
                  <a:cubicBezTo>
                    <a:pt x="241435" y="39308"/>
                    <a:pt x="241435" y="40573"/>
                    <a:pt x="238909" y="43103"/>
                  </a:cubicBezTo>
                  <a:lnTo>
                    <a:pt x="185860" y="102570"/>
                  </a:lnTo>
                  <a:lnTo>
                    <a:pt x="123969" y="29818"/>
                  </a:lnTo>
                  <a:lnTo>
                    <a:pt x="149231" y="29818"/>
                  </a:lnTo>
                  <a:lnTo>
                    <a:pt x="149231" y="85"/>
                  </a:lnTo>
                  <a:cubicBezTo>
                    <a:pt x="132811" y="717"/>
                    <a:pt x="93024" y="1983"/>
                    <a:pt x="72815" y="1983"/>
                  </a:cubicBezTo>
                  <a:cubicBezTo>
                    <a:pt x="52606" y="1983"/>
                    <a:pt x="24186" y="717"/>
                    <a:pt x="3346" y="85"/>
                  </a:cubicBezTo>
                  <a:lnTo>
                    <a:pt x="3346" y="29818"/>
                  </a:lnTo>
                  <a:lnTo>
                    <a:pt x="48185" y="29818"/>
                  </a:lnTo>
                  <a:lnTo>
                    <a:pt x="146705" y="146222"/>
                  </a:lnTo>
                  <a:lnTo>
                    <a:pt x="63973" y="239218"/>
                  </a:lnTo>
                  <a:cubicBezTo>
                    <a:pt x="53237" y="251238"/>
                    <a:pt x="30502" y="251238"/>
                    <a:pt x="188" y="251238"/>
                  </a:cubicBezTo>
                  <a:lnTo>
                    <a:pt x="188" y="280971"/>
                  </a:lnTo>
                  <a:cubicBezTo>
                    <a:pt x="22292" y="279706"/>
                    <a:pt x="55132" y="279073"/>
                    <a:pt x="58289" y="279073"/>
                  </a:cubicBezTo>
                  <a:cubicBezTo>
                    <a:pt x="74078" y="279073"/>
                    <a:pt x="110707" y="280339"/>
                    <a:pt x="123338" y="280971"/>
                  </a:cubicBezTo>
                  <a:lnTo>
                    <a:pt x="123338" y="251238"/>
                  </a:lnTo>
                  <a:cubicBezTo>
                    <a:pt x="111970" y="251238"/>
                    <a:pt x="99971" y="248075"/>
                    <a:pt x="99971" y="244279"/>
                  </a:cubicBezTo>
                  <a:cubicBezTo>
                    <a:pt x="99971" y="243646"/>
                    <a:pt x="99971" y="243014"/>
                    <a:pt x="104392" y="237953"/>
                  </a:cubicBezTo>
                  <a:lnTo>
                    <a:pt x="165651" y="168996"/>
                  </a:lnTo>
                  <a:lnTo>
                    <a:pt x="235120" y="251238"/>
                  </a:lnTo>
                  <a:lnTo>
                    <a:pt x="210490" y="251238"/>
                  </a:lnTo>
                  <a:lnTo>
                    <a:pt x="210490" y="280971"/>
                  </a:lnTo>
                  <a:cubicBezTo>
                    <a:pt x="226910" y="280339"/>
                    <a:pt x="265434" y="279073"/>
                    <a:pt x="286274" y="279073"/>
                  </a:cubicBezTo>
                  <a:cubicBezTo>
                    <a:pt x="306483" y="279073"/>
                    <a:pt x="334903" y="280339"/>
                    <a:pt x="355743" y="280971"/>
                  </a:cubicBezTo>
                  <a:lnTo>
                    <a:pt x="355743" y="251238"/>
                  </a:lnTo>
                  <a:lnTo>
                    <a:pt x="310904" y="251238"/>
                  </a:lnTo>
                  <a:lnTo>
                    <a:pt x="204806" y="125345"/>
                  </a:ln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DD2741-98EB-886A-40B2-50EFDBBE4320}"/>
                </a:ext>
              </a:extLst>
            </p:cNvPr>
            <p:cNvSpPr/>
            <p:nvPr/>
          </p:nvSpPr>
          <p:spPr>
            <a:xfrm>
              <a:off x="14023901" y="8114147"/>
              <a:ext cx="146516" cy="632627"/>
            </a:xfrm>
            <a:custGeom>
              <a:avLst/>
              <a:gdLst>
                <a:gd name="connsiteX0" fmla="*/ 146711 w 146516"/>
                <a:gd name="connsiteY0" fmla="*/ 316399 h 632627"/>
                <a:gd name="connsiteX1" fmla="*/ 105029 w 146516"/>
                <a:gd name="connsiteY1" fmla="*/ 119019 h 632627"/>
                <a:gd name="connsiteX2" fmla="*/ 6509 w 146516"/>
                <a:gd name="connsiteY2" fmla="*/ 85 h 632627"/>
                <a:gd name="connsiteX3" fmla="*/ 194 w 146516"/>
                <a:gd name="connsiteY3" fmla="*/ 6411 h 632627"/>
                <a:gd name="connsiteX4" fmla="*/ 12193 w 146516"/>
                <a:gd name="connsiteY4" fmla="*/ 20961 h 632627"/>
                <a:gd name="connsiteX5" fmla="*/ 110081 w 146516"/>
                <a:gd name="connsiteY5" fmla="*/ 316399 h 632627"/>
                <a:gd name="connsiteX6" fmla="*/ 8404 w 146516"/>
                <a:gd name="connsiteY6" fmla="*/ 615631 h 632627"/>
                <a:gd name="connsiteX7" fmla="*/ 194 w 146516"/>
                <a:gd name="connsiteY7" fmla="*/ 626386 h 632627"/>
                <a:gd name="connsiteX8" fmla="*/ 6509 w 146516"/>
                <a:gd name="connsiteY8" fmla="*/ 632712 h 632627"/>
                <a:gd name="connsiteX9" fmla="*/ 106924 w 146516"/>
                <a:gd name="connsiteY9" fmla="*/ 509350 h 632627"/>
                <a:gd name="connsiteX10" fmla="*/ 146711 w 146516"/>
                <a:gd name="connsiteY10" fmla="*/ 316399 h 632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516" h="632627">
                  <a:moveTo>
                    <a:pt x="146711" y="316399"/>
                  </a:moveTo>
                  <a:cubicBezTo>
                    <a:pt x="146711" y="267054"/>
                    <a:pt x="139764" y="190506"/>
                    <a:pt x="105029" y="119019"/>
                  </a:cubicBezTo>
                  <a:cubicBezTo>
                    <a:pt x="67137" y="41206"/>
                    <a:pt x="12825" y="85"/>
                    <a:pt x="6509" y="85"/>
                  </a:cubicBezTo>
                  <a:cubicBezTo>
                    <a:pt x="2720" y="85"/>
                    <a:pt x="194" y="2615"/>
                    <a:pt x="194" y="6411"/>
                  </a:cubicBezTo>
                  <a:cubicBezTo>
                    <a:pt x="194" y="8309"/>
                    <a:pt x="194" y="9574"/>
                    <a:pt x="12193" y="20961"/>
                  </a:cubicBezTo>
                  <a:cubicBezTo>
                    <a:pt x="74084" y="83592"/>
                    <a:pt x="110081" y="184179"/>
                    <a:pt x="110081" y="316399"/>
                  </a:cubicBezTo>
                  <a:cubicBezTo>
                    <a:pt x="110081" y="424578"/>
                    <a:pt x="86715" y="535920"/>
                    <a:pt x="8404" y="615631"/>
                  </a:cubicBezTo>
                  <a:cubicBezTo>
                    <a:pt x="194" y="623223"/>
                    <a:pt x="194" y="624488"/>
                    <a:pt x="194" y="626386"/>
                  </a:cubicBezTo>
                  <a:cubicBezTo>
                    <a:pt x="194" y="630182"/>
                    <a:pt x="2720" y="632712"/>
                    <a:pt x="6509" y="632712"/>
                  </a:cubicBezTo>
                  <a:cubicBezTo>
                    <a:pt x="12825" y="632712"/>
                    <a:pt x="69663" y="589694"/>
                    <a:pt x="106924" y="509350"/>
                  </a:cubicBezTo>
                  <a:cubicBezTo>
                    <a:pt x="139132" y="439761"/>
                    <a:pt x="146711" y="369539"/>
                    <a:pt x="146711" y="316399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F625C07-7E4A-8950-0528-0659B21129F7}"/>
                </a:ext>
              </a:extLst>
            </p:cNvPr>
            <p:cNvSpPr/>
            <p:nvPr/>
          </p:nvSpPr>
          <p:spPr>
            <a:xfrm>
              <a:off x="14444291" y="8356443"/>
              <a:ext cx="419972" cy="148034"/>
            </a:xfrm>
            <a:custGeom>
              <a:avLst/>
              <a:gdLst>
                <a:gd name="connsiteX0" fmla="*/ 398701 w 419972"/>
                <a:gd name="connsiteY0" fmla="*/ 25390 h 148034"/>
                <a:gd name="connsiteX1" fmla="*/ 420173 w 419972"/>
                <a:gd name="connsiteY1" fmla="*/ 12737 h 148034"/>
                <a:gd name="connsiteX2" fmla="*/ 399332 w 419972"/>
                <a:gd name="connsiteY2" fmla="*/ 85 h 148034"/>
                <a:gd name="connsiteX3" fmla="*/ 21041 w 419972"/>
                <a:gd name="connsiteY3" fmla="*/ 85 h 148034"/>
                <a:gd name="connsiteX4" fmla="*/ 201 w 419972"/>
                <a:gd name="connsiteY4" fmla="*/ 12737 h 148034"/>
                <a:gd name="connsiteX5" fmla="*/ 21673 w 419972"/>
                <a:gd name="connsiteY5" fmla="*/ 25390 h 148034"/>
                <a:gd name="connsiteX6" fmla="*/ 398701 w 419972"/>
                <a:gd name="connsiteY6" fmla="*/ 25390 h 148034"/>
                <a:gd name="connsiteX7" fmla="*/ 399332 w 419972"/>
                <a:gd name="connsiteY7" fmla="*/ 148120 h 148034"/>
                <a:gd name="connsiteX8" fmla="*/ 420173 w 419972"/>
                <a:gd name="connsiteY8" fmla="*/ 135467 h 148034"/>
                <a:gd name="connsiteX9" fmla="*/ 398701 w 419972"/>
                <a:gd name="connsiteY9" fmla="*/ 122814 h 148034"/>
                <a:gd name="connsiteX10" fmla="*/ 21673 w 419972"/>
                <a:gd name="connsiteY10" fmla="*/ 122814 h 148034"/>
                <a:gd name="connsiteX11" fmla="*/ 201 w 419972"/>
                <a:gd name="connsiteY11" fmla="*/ 135467 h 148034"/>
                <a:gd name="connsiteX12" fmla="*/ 21041 w 419972"/>
                <a:gd name="connsiteY12" fmla="*/ 148120 h 148034"/>
                <a:gd name="connsiteX13" fmla="*/ 399332 w 419972"/>
                <a:gd name="connsiteY13" fmla="*/ 148120 h 148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9972" h="148034">
                  <a:moveTo>
                    <a:pt x="398701" y="25390"/>
                  </a:moveTo>
                  <a:cubicBezTo>
                    <a:pt x="408174" y="25390"/>
                    <a:pt x="420173" y="25390"/>
                    <a:pt x="420173" y="12737"/>
                  </a:cubicBezTo>
                  <a:cubicBezTo>
                    <a:pt x="420173" y="85"/>
                    <a:pt x="408174" y="85"/>
                    <a:pt x="399332" y="85"/>
                  </a:cubicBezTo>
                  <a:lnTo>
                    <a:pt x="21041" y="85"/>
                  </a:lnTo>
                  <a:cubicBezTo>
                    <a:pt x="12200" y="85"/>
                    <a:pt x="201" y="85"/>
                    <a:pt x="201" y="12737"/>
                  </a:cubicBezTo>
                  <a:cubicBezTo>
                    <a:pt x="201" y="25390"/>
                    <a:pt x="12200" y="25390"/>
                    <a:pt x="21673" y="25390"/>
                  </a:cubicBezTo>
                  <a:lnTo>
                    <a:pt x="398701" y="25390"/>
                  </a:lnTo>
                  <a:close/>
                  <a:moveTo>
                    <a:pt x="399332" y="148120"/>
                  </a:moveTo>
                  <a:cubicBezTo>
                    <a:pt x="408174" y="148120"/>
                    <a:pt x="420173" y="148120"/>
                    <a:pt x="420173" y="135467"/>
                  </a:cubicBezTo>
                  <a:cubicBezTo>
                    <a:pt x="420173" y="122814"/>
                    <a:pt x="408174" y="122814"/>
                    <a:pt x="398701" y="122814"/>
                  </a:cubicBezTo>
                  <a:lnTo>
                    <a:pt x="21673" y="122814"/>
                  </a:lnTo>
                  <a:cubicBezTo>
                    <a:pt x="12200" y="122814"/>
                    <a:pt x="201" y="122814"/>
                    <a:pt x="201" y="135467"/>
                  </a:cubicBezTo>
                  <a:cubicBezTo>
                    <a:pt x="201" y="148120"/>
                    <a:pt x="12200" y="148120"/>
                    <a:pt x="21041" y="148120"/>
                  </a:cubicBezTo>
                  <a:lnTo>
                    <a:pt x="399332" y="148120"/>
                  </a:ln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219DC5A-6826-F6AF-FE1D-03934678FCC1}"/>
                </a:ext>
              </a:extLst>
            </p:cNvPr>
            <p:cNvSpPr/>
            <p:nvPr/>
          </p:nvSpPr>
          <p:spPr>
            <a:xfrm>
              <a:off x="15102070" y="8305200"/>
              <a:ext cx="284823" cy="290376"/>
            </a:xfrm>
            <a:custGeom>
              <a:avLst/>
              <a:gdLst>
                <a:gd name="connsiteX0" fmla="*/ 183988 w 284823"/>
                <a:gd name="connsiteY0" fmla="*/ 235422 h 290376"/>
                <a:gd name="connsiteX1" fmla="*/ 233248 w 284823"/>
                <a:gd name="connsiteY1" fmla="*/ 287298 h 290376"/>
                <a:gd name="connsiteX2" fmla="*/ 285034 w 284823"/>
                <a:gd name="connsiteY2" fmla="*/ 227198 h 290376"/>
                <a:gd name="connsiteX3" fmla="*/ 285034 w 284823"/>
                <a:gd name="connsiteY3" fmla="*/ 191771 h 290376"/>
                <a:gd name="connsiteX4" fmla="*/ 269246 w 284823"/>
                <a:gd name="connsiteY4" fmla="*/ 191771 h 290376"/>
                <a:gd name="connsiteX5" fmla="*/ 269246 w 284823"/>
                <a:gd name="connsiteY5" fmla="*/ 227198 h 290376"/>
                <a:gd name="connsiteX6" fmla="*/ 246511 w 284823"/>
                <a:gd name="connsiteY6" fmla="*/ 267686 h 290376"/>
                <a:gd name="connsiteX7" fmla="*/ 223144 w 284823"/>
                <a:gd name="connsiteY7" fmla="*/ 236055 h 290376"/>
                <a:gd name="connsiteX8" fmla="*/ 223144 w 284823"/>
                <a:gd name="connsiteY8" fmla="*/ 109529 h 290376"/>
                <a:gd name="connsiteX9" fmla="*/ 200408 w 284823"/>
                <a:gd name="connsiteY9" fmla="*/ 34879 h 290376"/>
                <a:gd name="connsiteX10" fmla="*/ 113888 w 284823"/>
                <a:gd name="connsiteY10" fmla="*/ 85 h 290376"/>
                <a:gd name="connsiteX11" fmla="*/ 18526 w 284823"/>
                <a:gd name="connsiteY11" fmla="*/ 71572 h 290376"/>
                <a:gd name="connsiteX12" fmla="*/ 47576 w 284823"/>
                <a:gd name="connsiteY12" fmla="*/ 101305 h 290376"/>
                <a:gd name="connsiteX13" fmla="*/ 76627 w 284823"/>
                <a:gd name="connsiteY13" fmla="*/ 72204 h 290376"/>
                <a:gd name="connsiteX14" fmla="*/ 44419 w 284823"/>
                <a:gd name="connsiteY14" fmla="*/ 43103 h 290376"/>
                <a:gd name="connsiteX15" fmla="*/ 112625 w 284823"/>
                <a:gd name="connsiteY15" fmla="*/ 14002 h 290376"/>
                <a:gd name="connsiteX16" fmla="*/ 179568 w 284823"/>
                <a:gd name="connsiteY16" fmla="*/ 94979 h 290376"/>
                <a:gd name="connsiteX17" fmla="*/ 179568 w 284823"/>
                <a:gd name="connsiteY17" fmla="*/ 118386 h 290376"/>
                <a:gd name="connsiteX18" fmla="*/ 63365 w 284823"/>
                <a:gd name="connsiteY18" fmla="*/ 141161 h 290376"/>
                <a:gd name="connsiteX19" fmla="*/ 211 w 284823"/>
                <a:gd name="connsiteY19" fmla="*/ 223402 h 290376"/>
                <a:gd name="connsiteX20" fmla="*/ 101257 w 284823"/>
                <a:gd name="connsiteY20" fmla="*/ 290461 h 290376"/>
                <a:gd name="connsiteX21" fmla="*/ 183988 w 284823"/>
                <a:gd name="connsiteY21" fmla="*/ 235422 h 290376"/>
                <a:gd name="connsiteX22" fmla="*/ 179568 w 284823"/>
                <a:gd name="connsiteY22" fmla="*/ 131671 h 290376"/>
                <a:gd name="connsiteX23" fmla="*/ 179568 w 284823"/>
                <a:gd name="connsiteY23" fmla="*/ 194934 h 290376"/>
                <a:gd name="connsiteX24" fmla="*/ 105678 w 284823"/>
                <a:gd name="connsiteY24" fmla="*/ 276543 h 290376"/>
                <a:gd name="connsiteX25" fmla="*/ 48839 w 284823"/>
                <a:gd name="connsiteY25" fmla="*/ 222770 h 290376"/>
                <a:gd name="connsiteX26" fmla="*/ 179568 w 284823"/>
                <a:gd name="connsiteY26" fmla="*/ 131671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84823" h="290376">
                  <a:moveTo>
                    <a:pt x="183988" y="235422"/>
                  </a:moveTo>
                  <a:cubicBezTo>
                    <a:pt x="186515" y="260727"/>
                    <a:pt x="203566" y="287298"/>
                    <a:pt x="233248" y="287298"/>
                  </a:cubicBezTo>
                  <a:cubicBezTo>
                    <a:pt x="246511" y="287298"/>
                    <a:pt x="285034" y="278441"/>
                    <a:pt x="285034" y="227198"/>
                  </a:cubicBezTo>
                  <a:lnTo>
                    <a:pt x="285034" y="191771"/>
                  </a:lnTo>
                  <a:lnTo>
                    <a:pt x="269246" y="191771"/>
                  </a:lnTo>
                  <a:lnTo>
                    <a:pt x="269246" y="227198"/>
                  </a:lnTo>
                  <a:cubicBezTo>
                    <a:pt x="269246" y="263890"/>
                    <a:pt x="253458" y="267686"/>
                    <a:pt x="246511" y="267686"/>
                  </a:cubicBezTo>
                  <a:cubicBezTo>
                    <a:pt x="225670" y="267686"/>
                    <a:pt x="223144" y="239218"/>
                    <a:pt x="223144" y="236055"/>
                  </a:cubicBezTo>
                  <a:lnTo>
                    <a:pt x="223144" y="109529"/>
                  </a:lnTo>
                  <a:cubicBezTo>
                    <a:pt x="223144" y="82959"/>
                    <a:pt x="223144" y="58286"/>
                    <a:pt x="200408" y="34879"/>
                  </a:cubicBezTo>
                  <a:cubicBezTo>
                    <a:pt x="175778" y="10207"/>
                    <a:pt x="144202" y="85"/>
                    <a:pt x="113888" y="85"/>
                  </a:cubicBezTo>
                  <a:cubicBezTo>
                    <a:pt x="62102" y="85"/>
                    <a:pt x="18526" y="29818"/>
                    <a:pt x="18526" y="71572"/>
                  </a:cubicBezTo>
                  <a:cubicBezTo>
                    <a:pt x="18526" y="90550"/>
                    <a:pt x="31156" y="101305"/>
                    <a:pt x="47576" y="101305"/>
                  </a:cubicBezTo>
                  <a:cubicBezTo>
                    <a:pt x="65259" y="101305"/>
                    <a:pt x="76627" y="88653"/>
                    <a:pt x="76627" y="72204"/>
                  </a:cubicBezTo>
                  <a:cubicBezTo>
                    <a:pt x="76627" y="64613"/>
                    <a:pt x="73469" y="43736"/>
                    <a:pt x="44419" y="43103"/>
                  </a:cubicBezTo>
                  <a:cubicBezTo>
                    <a:pt x="61470" y="20961"/>
                    <a:pt x="92416" y="14002"/>
                    <a:pt x="112625" y="14002"/>
                  </a:cubicBezTo>
                  <a:cubicBezTo>
                    <a:pt x="143570" y="14002"/>
                    <a:pt x="179568" y="38675"/>
                    <a:pt x="179568" y="94979"/>
                  </a:cubicBezTo>
                  <a:lnTo>
                    <a:pt x="179568" y="118386"/>
                  </a:lnTo>
                  <a:cubicBezTo>
                    <a:pt x="147359" y="120284"/>
                    <a:pt x="103152" y="122182"/>
                    <a:pt x="63365" y="141161"/>
                  </a:cubicBezTo>
                  <a:cubicBezTo>
                    <a:pt x="16000" y="162670"/>
                    <a:pt x="211" y="195567"/>
                    <a:pt x="211" y="223402"/>
                  </a:cubicBezTo>
                  <a:cubicBezTo>
                    <a:pt x="211" y="274645"/>
                    <a:pt x="61470" y="290461"/>
                    <a:pt x="101257" y="290461"/>
                  </a:cubicBezTo>
                  <a:cubicBezTo>
                    <a:pt x="142939" y="290461"/>
                    <a:pt x="171989" y="265156"/>
                    <a:pt x="183988" y="235422"/>
                  </a:cubicBezTo>
                  <a:close/>
                  <a:moveTo>
                    <a:pt x="179568" y="131671"/>
                  </a:moveTo>
                  <a:lnTo>
                    <a:pt x="179568" y="194934"/>
                  </a:lnTo>
                  <a:cubicBezTo>
                    <a:pt x="179568" y="255034"/>
                    <a:pt x="134097" y="276543"/>
                    <a:pt x="105678" y="276543"/>
                  </a:cubicBezTo>
                  <a:cubicBezTo>
                    <a:pt x="74732" y="276543"/>
                    <a:pt x="48839" y="254401"/>
                    <a:pt x="48839" y="222770"/>
                  </a:cubicBezTo>
                  <a:cubicBezTo>
                    <a:pt x="48839" y="187975"/>
                    <a:pt x="75364" y="135467"/>
                    <a:pt x="179568" y="131671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58A8CC3-8312-282F-A670-84E965A0491F}"/>
                </a:ext>
              </a:extLst>
            </p:cNvPr>
            <p:cNvSpPr/>
            <p:nvPr/>
          </p:nvSpPr>
          <p:spPr>
            <a:xfrm>
              <a:off x="15408998" y="8308996"/>
              <a:ext cx="212196" cy="279621"/>
            </a:xfrm>
            <a:custGeom>
              <a:avLst/>
              <a:gdLst>
                <a:gd name="connsiteX0" fmla="*/ 88000 w 212196"/>
                <a:gd name="connsiteY0" fmla="*/ 69674 h 279621"/>
                <a:gd name="connsiteX1" fmla="*/ 88000 w 212196"/>
                <a:gd name="connsiteY1" fmla="*/ 85 h 279621"/>
                <a:gd name="connsiteX2" fmla="*/ 216 w 212196"/>
                <a:gd name="connsiteY2" fmla="*/ 7044 h 279621"/>
                <a:gd name="connsiteX3" fmla="*/ 216 w 212196"/>
                <a:gd name="connsiteY3" fmla="*/ 26655 h 279621"/>
                <a:gd name="connsiteX4" fmla="*/ 49476 w 212196"/>
                <a:gd name="connsiteY4" fmla="*/ 62082 h 279621"/>
                <a:gd name="connsiteX5" fmla="*/ 49476 w 212196"/>
                <a:gd name="connsiteY5" fmla="*/ 231626 h 279621"/>
                <a:gd name="connsiteX6" fmla="*/ 216 w 212196"/>
                <a:gd name="connsiteY6" fmla="*/ 260095 h 279621"/>
                <a:gd name="connsiteX7" fmla="*/ 216 w 212196"/>
                <a:gd name="connsiteY7" fmla="*/ 279706 h 279621"/>
                <a:gd name="connsiteX8" fmla="*/ 72211 w 212196"/>
                <a:gd name="connsiteY8" fmla="*/ 277808 h 279621"/>
                <a:gd name="connsiteX9" fmla="*/ 152417 w 212196"/>
                <a:gd name="connsiteY9" fmla="*/ 279706 h 279621"/>
                <a:gd name="connsiteX10" fmla="*/ 152417 w 212196"/>
                <a:gd name="connsiteY10" fmla="*/ 260095 h 279621"/>
                <a:gd name="connsiteX11" fmla="*/ 139154 w 212196"/>
                <a:gd name="connsiteY11" fmla="*/ 260095 h 279621"/>
                <a:gd name="connsiteX12" fmla="*/ 91157 w 212196"/>
                <a:gd name="connsiteY12" fmla="*/ 230361 h 279621"/>
                <a:gd name="connsiteX13" fmla="*/ 91157 w 212196"/>
                <a:gd name="connsiteY13" fmla="*/ 132936 h 279621"/>
                <a:gd name="connsiteX14" fmla="*/ 165679 w 212196"/>
                <a:gd name="connsiteY14" fmla="*/ 14002 h 279621"/>
                <a:gd name="connsiteX15" fmla="*/ 172626 w 212196"/>
                <a:gd name="connsiteY15" fmla="*/ 14635 h 279621"/>
                <a:gd name="connsiteX16" fmla="*/ 158100 w 212196"/>
                <a:gd name="connsiteY16" fmla="*/ 39308 h 279621"/>
                <a:gd name="connsiteX17" fmla="*/ 185256 w 212196"/>
                <a:gd name="connsiteY17" fmla="*/ 66511 h 279621"/>
                <a:gd name="connsiteX18" fmla="*/ 212413 w 212196"/>
                <a:gd name="connsiteY18" fmla="*/ 38675 h 279621"/>
                <a:gd name="connsiteX19" fmla="*/ 165679 w 212196"/>
                <a:gd name="connsiteY19" fmla="*/ 85 h 279621"/>
                <a:gd name="connsiteX20" fmla="*/ 88000 w 212196"/>
                <a:gd name="connsiteY20" fmla="*/ 69674 h 27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12196" h="279621">
                  <a:moveTo>
                    <a:pt x="88000" y="69674"/>
                  </a:moveTo>
                  <a:lnTo>
                    <a:pt x="88000" y="85"/>
                  </a:lnTo>
                  <a:lnTo>
                    <a:pt x="216" y="7044"/>
                  </a:lnTo>
                  <a:lnTo>
                    <a:pt x="216" y="26655"/>
                  </a:lnTo>
                  <a:cubicBezTo>
                    <a:pt x="44424" y="26655"/>
                    <a:pt x="49476" y="31083"/>
                    <a:pt x="49476" y="62082"/>
                  </a:cubicBezTo>
                  <a:lnTo>
                    <a:pt x="49476" y="231626"/>
                  </a:lnTo>
                  <a:cubicBezTo>
                    <a:pt x="49476" y="260095"/>
                    <a:pt x="42529" y="260095"/>
                    <a:pt x="216" y="260095"/>
                  </a:cubicBezTo>
                  <a:lnTo>
                    <a:pt x="216" y="279706"/>
                  </a:lnTo>
                  <a:cubicBezTo>
                    <a:pt x="24846" y="279073"/>
                    <a:pt x="54528" y="277808"/>
                    <a:pt x="72211" y="277808"/>
                  </a:cubicBezTo>
                  <a:cubicBezTo>
                    <a:pt x="97473" y="277808"/>
                    <a:pt x="127155" y="277808"/>
                    <a:pt x="152417" y="279706"/>
                  </a:cubicBezTo>
                  <a:lnTo>
                    <a:pt x="152417" y="260095"/>
                  </a:lnTo>
                  <a:lnTo>
                    <a:pt x="139154" y="260095"/>
                  </a:lnTo>
                  <a:cubicBezTo>
                    <a:pt x="92421" y="260095"/>
                    <a:pt x="91157" y="253136"/>
                    <a:pt x="91157" y="230361"/>
                  </a:cubicBezTo>
                  <a:lnTo>
                    <a:pt x="91157" y="132936"/>
                  </a:lnTo>
                  <a:cubicBezTo>
                    <a:pt x="91157" y="70306"/>
                    <a:pt x="117682" y="14002"/>
                    <a:pt x="165679" y="14002"/>
                  </a:cubicBezTo>
                  <a:cubicBezTo>
                    <a:pt x="170100" y="14002"/>
                    <a:pt x="171363" y="14002"/>
                    <a:pt x="172626" y="14635"/>
                  </a:cubicBezTo>
                  <a:cubicBezTo>
                    <a:pt x="170731" y="15268"/>
                    <a:pt x="158100" y="22859"/>
                    <a:pt x="158100" y="39308"/>
                  </a:cubicBezTo>
                  <a:cubicBezTo>
                    <a:pt x="158100" y="57021"/>
                    <a:pt x="171363" y="66511"/>
                    <a:pt x="185256" y="66511"/>
                  </a:cubicBezTo>
                  <a:cubicBezTo>
                    <a:pt x="196624" y="66511"/>
                    <a:pt x="212413" y="58919"/>
                    <a:pt x="212413" y="38675"/>
                  </a:cubicBezTo>
                  <a:cubicBezTo>
                    <a:pt x="212413" y="18431"/>
                    <a:pt x="192835" y="85"/>
                    <a:pt x="165679" y="85"/>
                  </a:cubicBezTo>
                  <a:cubicBezTo>
                    <a:pt x="119577" y="85"/>
                    <a:pt x="96841" y="42471"/>
                    <a:pt x="88000" y="69674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7ACE6BE-6A98-29B7-1006-862F5503AE60}"/>
                </a:ext>
              </a:extLst>
            </p:cNvPr>
            <p:cNvSpPr/>
            <p:nvPr/>
          </p:nvSpPr>
          <p:spPr>
            <a:xfrm>
              <a:off x="15656351" y="8302037"/>
              <a:ext cx="288612" cy="416901"/>
            </a:xfrm>
            <a:custGeom>
              <a:avLst/>
              <a:gdLst>
                <a:gd name="connsiteX0" fmla="*/ 122738 w 288612"/>
                <a:gd name="connsiteY0" fmla="*/ 177853 h 416901"/>
                <a:gd name="connsiteX1" fmla="*/ 67794 w 288612"/>
                <a:gd name="connsiteY1" fmla="*/ 100040 h 416901"/>
                <a:gd name="connsiteX2" fmla="*/ 77899 w 288612"/>
                <a:gd name="connsiteY2" fmla="*/ 46899 h 416901"/>
                <a:gd name="connsiteX3" fmla="*/ 122738 w 288612"/>
                <a:gd name="connsiteY3" fmla="*/ 21594 h 416901"/>
                <a:gd name="connsiteX4" fmla="*/ 177682 w 288612"/>
                <a:gd name="connsiteY4" fmla="*/ 99407 h 416901"/>
                <a:gd name="connsiteX5" fmla="*/ 167577 w 288612"/>
                <a:gd name="connsiteY5" fmla="*/ 152548 h 416901"/>
                <a:gd name="connsiteX6" fmla="*/ 122738 w 288612"/>
                <a:gd name="connsiteY6" fmla="*/ 177853 h 416901"/>
                <a:gd name="connsiteX7" fmla="*/ 49480 w 288612"/>
                <a:gd name="connsiteY7" fmla="*/ 202526 h 416901"/>
                <a:gd name="connsiteX8" fmla="*/ 60216 w 288612"/>
                <a:gd name="connsiteY8" fmla="*/ 172792 h 416901"/>
                <a:gd name="connsiteX9" fmla="*/ 122738 w 288612"/>
                <a:gd name="connsiteY9" fmla="*/ 192404 h 416901"/>
                <a:gd name="connsiteX10" fmla="*/ 225047 w 288612"/>
                <a:gd name="connsiteY10" fmla="*/ 100040 h 416901"/>
                <a:gd name="connsiteX11" fmla="*/ 199154 w 288612"/>
                <a:gd name="connsiteY11" fmla="*/ 38675 h 416901"/>
                <a:gd name="connsiteX12" fmla="*/ 255993 w 288612"/>
                <a:gd name="connsiteY12" fmla="*/ 14002 h 416901"/>
                <a:gd name="connsiteX13" fmla="*/ 262308 w 288612"/>
                <a:gd name="connsiteY13" fmla="*/ 14635 h 416901"/>
                <a:gd name="connsiteX14" fmla="*/ 252203 w 288612"/>
                <a:gd name="connsiteY14" fmla="*/ 31716 h 416901"/>
                <a:gd name="connsiteX15" fmla="*/ 270518 w 288612"/>
                <a:gd name="connsiteY15" fmla="*/ 50062 h 416901"/>
                <a:gd name="connsiteX16" fmla="*/ 288832 w 288612"/>
                <a:gd name="connsiteY16" fmla="*/ 31083 h 416901"/>
                <a:gd name="connsiteX17" fmla="*/ 256624 w 288612"/>
                <a:gd name="connsiteY17" fmla="*/ 85 h 416901"/>
                <a:gd name="connsiteX18" fmla="*/ 189681 w 288612"/>
                <a:gd name="connsiteY18" fmla="*/ 29818 h 416901"/>
                <a:gd name="connsiteX19" fmla="*/ 122738 w 288612"/>
                <a:gd name="connsiteY19" fmla="*/ 7044 h 416901"/>
                <a:gd name="connsiteX20" fmla="*/ 20429 w 288612"/>
                <a:gd name="connsiteY20" fmla="*/ 99407 h 416901"/>
                <a:gd name="connsiteX21" fmla="*/ 50111 w 288612"/>
                <a:gd name="connsiteY21" fmla="*/ 164568 h 416901"/>
                <a:gd name="connsiteX22" fmla="*/ 30534 w 288612"/>
                <a:gd name="connsiteY22" fmla="*/ 217076 h 416901"/>
                <a:gd name="connsiteX23" fmla="*/ 58321 w 288612"/>
                <a:gd name="connsiteY23" fmla="*/ 273380 h 416901"/>
                <a:gd name="connsiteX24" fmla="*/ 220 w 288612"/>
                <a:gd name="connsiteY24" fmla="*/ 336643 h 416901"/>
                <a:gd name="connsiteX25" fmla="*/ 139790 w 288612"/>
                <a:gd name="connsiteY25" fmla="*/ 416986 h 416901"/>
                <a:gd name="connsiteX26" fmla="*/ 279991 w 288612"/>
                <a:gd name="connsiteY26" fmla="*/ 335377 h 416901"/>
                <a:gd name="connsiteX27" fmla="*/ 238941 w 288612"/>
                <a:gd name="connsiteY27" fmla="*/ 263258 h 416901"/>
                <a:gd name="connsiteX28" fmla="*/ 130317 w 288612"/>
                <a:gd name="connsiteY28" fmla="*/ 245544 h 416901"/>
                <a:gd name="connsiteX29" fmla="*/ 82951 w 288612"/>
                <a:gd name="connsiteY29" fmla="*/ 244912 h 416901"/>
                <a:gd name="connsiteX30" fmla="*/ 49480 w 288612"/>
                <a:gd name="connsiteY30" fmla="*/ 202526 h 416901"/>
                <a:gd name="connsiteX31" fmla="*/ 140421 w 288612"/>
                <a:gd name="connsiteY31" fmla="*/ 402436 h 416901"/>
                <a:gd name="connsiteX32" fmla="*/ 33060 w 288612"/>
                <a:gd name="connsiteY32" fmla="*/ 336643 h 416901"/>
                <a:gd name="connsiteX33" fmla="*/ 84846 w 288612"/>
                <a:gd name="connsiteY33" fmla="*/ 282237 h 416901"/>
                <a:gd name="connsiteX34" fmla="*/ 122107 w 288612"/>
                <a:gd name="connsiteY34" fmla="*/ 282237 h 416901"/>
                <a:gd name="connsiteX35" fmla="*/ 247151 w 288612"/>
                <a:gd name="connsiteY35" fmla="*/ 336643 h 416901"/>
                <a:gd name="connsiteX36" fmla="*/ 140421 w 288612"/>
                <a:gd name="connsiteY36" fmla="*/ 402436 h 416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8612" h="416901">
                  <a:moveTo>
                    <a:pt x="122738" y="177853"/>
                  </a:moveTo>
                  <a:cubicBezTo>
                    <a:pt x="67794" y="177853"/>
                    <a:pt x="67794" y="114590"/>
                    <a:pt x="67794" y="100040"/>
                  </a:cubicBezTo>
                  <a:cubicBezTo>
                    <a:pt x="67794" y="82959"/>
                    <a:pt x="68426" y="62715"/>
                    <a:pt x="77899" y="46899"/>
                  </a:cubicBezTo>
                  <a:cubicBezTo>
                    <a:pt x="82951" y="39308"/>
                    <a:pt x="97477" y="21594"/>
                    <a:pt x="122738" y="21594"/>
                  </a:cubicBezTo>
                  <a:cubicBezTo>
                    <a:pt x="177682" y="21594"/>
                    <a:pt x="177682" y="84857"/>
                    <a:pt x="177682" y="99407"/>
                  </a:cubicBezTo>
                  <a:cubicBezTo>
                    <a:pt x="177682" y="116488"/>
                    <a:pt x="177050" y="136732"/>
                    <a:pt x="167577" y="152548"/>
                  </a:cubicBezTo>
                  <a:cubicBezTo>
                    <a:pt x="162525" y="160139"/>
                    <a:pt x="148000" y="177853"/>
                    <a:pt x="122738" y="177853"/>
                  </a:cubicBezTo>
                  <a:close/>
                  <a:moveTo>
                    <a:pt x="49480" y="202526"/>
                  </a:moveTo>
                  <a:cubicBezTo>
                    <a:pt x="49480" y="199995"/>
                    <a:pt x="49480" y="185445"/>
                    <a:pt x="60216" y="172792"/>
                  </a:cubicBezTo>
                  <a:cubicBezTo>
                    <a:pt x="84846" y="190506"/>
                    <a:pt x="110739" y="192404"/>
                    <a:pt x="122738" y="192404"/>
                  </a:cubicBezTo>
                  <a:cubicBezTo>
                    <a:pt x="181471" y="192404"/>
                    <a:pt x="225047" y="148752"/>
                    <a:pt x="225047" y="100040"/>
                  </a:cubicBezTo>
                  <a:cubicBezTo>
                    <a:pt x="225047" y="76633"/>
                    <a:pt x="214943" y="53225"/>
                    <a:pt x="199154" y="38675"/>
                  </a:cubicBezTo>
                  <a:cubicBezTo>
                    <a:pt x="221890" y="17166"/>
                    <a:pt x="244625" y="14002"/>
                    <a:pt x="255993" y="14002"/>
                  </a:cubicBezTo>
                  <a:cubicBezTo>
                    <a:pt x="257256" y="14002"/>
                    <a:pt x="260413" y="14002"/>
                    <a:pt x="262308" y="14635"/>
                  </a:cubicBezTo>
                  <a:cubicBezTo>
                    <a:pt x="255361" y="17166"/>
                    <a:pt x="252203" y="24124"/>
                    <a:pt x="252203" y="31716"/>
                  </a:cubicBezTo>
                  <a:cubicBezTo>
                    <a:pt x="252203" y="42471"/>
                    <a:pt x="260413" y="50062"/>
                    <a:pt x="270518" y="50062"/>
                  </a:cubicBezTo>
                  <a:cubicBezTo>
                    <a:pt x="276833" y="50062"/>
                    <a:pt x="288832" y="45634"/>
                    <a:pt x="288832" y="31083"/>
                  </a:cubicBezTo>
                  <a:cubicBezTo>
                    <a:pt x="288832" y="20329"/>
                    <a:pt x="281254" y="85"/>
                    <a:pt x="256624" y="85"/>
                  </a:cubicBezTo>
                  <a:cubicBezTo>
                    <a:pt x="243993" y="85"/>
                    <a:pt x="216206" y="3880"/>
                    <a:pt x="189681" y="29818"/>
                  </a:cubicBezTo>
                  <a:cubicBezTo>
                    <a:pt x="163157" y="8941"/>
                    <a:pt x="136632" y="7044"/>
                    <a:pt x="122738" y="7044"/>
                  </a:cubicBezTo>
                  <a:cubicBezTo>
                    <a:pt x="64005" y="7044"/>
                    <a:pt x="20429" y="50695"/>
                    <a:pt x="20429" y="99407"/>
                  </a:cubicBezTo>
                  <a:cubicBezTo>
                    <a:pt x="20429" y="127243"/>
                    <a:pt x="34323" y="151283"/>
                    <a:pt x="50111" y="164568"/>
                  </a:cubicBezTo>
                  <a:cubicBezTo>
                    <a:pt x="41901" y="174057"/>
                    <a:pt x="30534" y="194934"/>
                    <a:pt x="30534" y="217076"/>
                  </a:cubicBezTo>
                  <a:cubicBezTo>
                    <a:pt x="30534" y="236687"/>
                    <a:pt x="38744" y="260727"/>
                    <a:pt x="58321" y="273380"/>
                  </a:cubicBezTo>
                  <a:cubicBezTo>
                    <a:pt x="20429" y="284134"/>
                    <a:pt x="220" y="311337"/>
                    <a:pt x="220" y="336643"/>
                  </a:cubicBezTo>
                  <a:cubicBezTo>
                    <a:pt x="220" y="382192"/>
                    <a:pt x="62742" y="416986"/>
                    <a:pt x="139790" y="416986"/>
                  </a:cubicBezTo>
                  <a:cubicBezTo>
                    <a:pt x="214311" y="416986"/>
                    <a:pt x="279991" y="384722"/>
                    <a:pt x="279991" y="335377"/>
                  </a:cubicBezTo>
                  <a:cubicBezTo>
                    <a:pt x="279991" y="313235"/>
                    <a:pt x="271149" y="280971"/>
                    <a:pt x="238941" y="263258"/>
                  </a:cubicBezTo>
                  <a:cubicBezTo>
                    <a:pt x="205470" y="245544"/>
                    <a:pt x="168840" y="245544"/>
                    <a:pt x="130317" y="245544"/>
                  </a:cubicBezTo>
                  <a:cubicBezTo>
                    <a:pt x="114528" y="245544"/>
                    <a:pt x="87372" y="245544"/>
                    <a:pt x="82951" y="244912"/>
                  </a:cubicBezTo>
                  <a:cubicBezTo>
                    <a:pt x="62742" y="242381"/>
                    <a:pt x="49480" y="222770"/>
                    <a:pt x="49480" y="202526"/>
                  </a:cubicBezTo>
                  <a:close/>
                  <a:moveTo>
                    <a:pt x="140421" y="402436"/>
                  </a:moveTo>
                  <a:cubicBezTo>
                    <a:pt x="76636" y="402436"/>
                    <a:pt x="33060" y="370172"/>
                    <a:pt x="33060" y="336643"/>
                  </a:cubicBezTo>
                  <a:cubicBezTo>
                    <a:pt x="33060" y="307542"/>
                    <a:pt x="57058" y="284134"/>
                    <a:pt x="84846" y="282237"/>
                  </a:cubicBezTo>
                  <a:lnTo>
                    <a:pt x="122107" y="282237"/>
                  </a:lnTo>
                  <a:cubicBezTo>
                    <a:pt x="176419" y="282237"/>
                    <a:pt x="247151" y="282237"/>
                    <a:pt x="247151" y="336643"/>
                  </a:cubicBezTo>
                  <a:cubicBezTo>
                    <a:pt x="247151" y="370804"/>
                    <a:pt x="202312" y="402436"/>
                    <a:pt x="140421" y="402436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7AFE4FF-DECA-C89E-487E-FC27BB0977EC}"/>
                </a:ext>
              </a:extLst>
            </p:cNvPr>
            <p:cNvSpPr/>
            <p:nvPr/>
          </p:nvSpPr>
          <p:spPr>
            <a:xfrm>
              <a:off x="16088670" y="8308996"/>
              <a:ext cx="493230" cy="279621"/>
            </a:xfrm>
            <a:custGeom>
              <a:avLst/>
              <a:gdLst>
                <a:gd name="connsiteX0" fmla="*/ 49487 w 493230"/>
                <a:gd name="connsiteY0" fmla="*/ 62082 h 279621"/>
                <a:gd name="connsiteX1" fmla="*/ 49487 w 493230"/>
                <a:gd name="connsiteY1" fmla="*/ 231626 h 279621"/>
                <a:gd name="connsiteX2" fmla="*/ 227 w 493230"/>
                <a:gd name="connsiteY2" fmla="*/ 260095 h 279621"/>
                <a:gd name="connsiteX3" fmla="*/ 227 w 493230"/>
                <a:gd name="connsiteY3" fmla="*/ 279706 h 279621"/>
                <a:gd name="connsiteX4" fmla="*/ 71591 w 493230"/>
                <a:gd name="connsiteY4" fmla="*/ 277808 h 279621"/>
                <a:gd name="connsiteX5" fmla="*/ 142323 w 493230"/>
                <a:gd name="connsiteY5" fmla="*/ 279706 h 279621"/>
                <a:gd name="connsiteX6" fmla="*/ 142323 w 493230"/>
                <a:gd name="connsiteY6" fmla="*/ 260095 h 279621"/>
                <a:gd name="connsiteX7" fmla="*/ 93063 w 493230"/>
                <a:gd name="connsiteY7" fmla="*/ 231626 h 279621"/>
                <a:gd name="connsiteX8" fmla="*/ 93063 w 493230"/>
                <a:gd name="connsiteY8" fmla="*/ 115223 h 279621"/>
                <a:gd name="connsiteX9" fmla="*/ 178320 w 493230"/>
                <a:gd name="connsiteY9" fmla="*/ 14002 h 279621"/>
                <a:gd name="connsiteX10" fmla="*/ 225054 w 493230"/>
                <a:gd name="connsiteY10" fmla="*/ 84224 h 279621"/>
                <a:gd name="connsiteX11" fmla="*/ 225054 w 493230"/>
                <a:gd name="connsiteY11" fmla="*/ 231626 h 279621"/>
                <a:gd name="connsiteX12" fmla="*/ 175794 w 493230"/>
                <a:gd name="connsiteY12" fmla="*/ 260095 h 279621"/>
                <a:gd name="connsiteX13" fmla="*/ 175794 w 493230"/>
                <a:gd name="connsiteY13" fmla="*/ 279706 h 279621"/>
                <a:gd name="connsiteX14" fmla="*/ 247158 w 493230"/>
                <a:gd name="connsiteY14" fmla="*/ 277808 h 279621"/>
                <a:gd name="connsiteX15" fmla="*/ 317890 w 493230"/>
                <a:gd name="connsiteY15" fmla="*/ 279706 h 279621"/>
                <a:gd name="connsiteX16" fmla="*/ 317890 w 493230"/>
                <a:gd name="connsiteY16" fmla="*/ 260095 h 279621"/>
                <a:gd name="connsiteX17" fmla="*/ 268630 w 493230"/>
                <a:gd name="connsiteY17" fmla="*/ 231626 h 279621"/>
                <a:gd name="connsiteX18" fmla="*/ 268630 w 493230"/>
                <a:gd name="connsiteY18" fmla="*/ 115223 h 279621"/>
                <a:gd name="connsiteX19" fmla="*/ 353888 w 493230"/>
                <a:gd name="connsiteY19" fmla="*/ 14002 h 279621"/>
                <a:gd name="connsiteX20" fmla="*/ 400621 w 493230"/>
                <a:gd name="connsiteY20" fmla="*/ 84224 h 279621"/>
                <a:gd name="connsiteX21" fmla="*/ 400621 w 493230"/>
                <a:gd name="connsiteY21" fmla="*/ 231626 h 279621"/>
                <a:gd name="connsiteX22" fmla="*/ 351361 w 493230"/>
                <a:gd name="connsiteY22" fmla="*/ 260095 h 279621"/>
                <a:gd name="connsiteX23" fmla="*/ 351361 w 493230"/>
                <a:gd name="connsiteY23" fmla="*/ 279706 h 279621"/>
                <a:gd name="connsiteX24" fmla="*/ 422725 w 493230"/>
                <a:gd name="connsiteY24" fmla="*/ 277808 h 279621"/>
                <a:gd name="connsiteX25" fmla="*/ 493457 w 493230"/>
                <a:gd name="connsiteY25" fmla="*/ 279706 h 279621"/>
                <a:gd name="connsiteX26" fmla="*/ 493457 w 493230"/>
                <a:gd name="connsiteY26" fmla="*/ 260095 h 279621"/>
                <a:gd name="connsiteX27" fmla="*/ 444197 w 493230"/>
                <a:gd name="connsiteY27" fmla="*/ 241116 h 279621"/>
                <a:gd name="connsiteX28" fmla="*/ 444197 w 493230"/>
                <a:gd name="connsiteY28" fmla="*/ 120284 h 279621"/>
                <a:gd name="connsiteX29" fmla="*/ 424620 w 493230"/>
                <a:gd name="connsiteY29" fmla="*/ 23492 h 279621"/>
                <a:gd name="connsiteX30" fmla="*/ 358308 w 493230"/>
                <a:gd name="connsiteY30" fmla="*/ 85 h 279621"/>
                <a:gd name="connsiteX31" fmla="*/ 266736 w 493230"/>
                <a:gd name="connsiteY31" fmla="*/ 62082 h 279621"/>
                <a:gd name="connsiteX32" fmla="*/ 182741 w 493230"/>
                <a:gd name="connsiteY32" fmla="*/ 85 h 279621"/>
                <a:gd name="connsiteX33" fmla="*/ 89274 w 493230"/>
                <a:gd name="connsiteY33" fmla="*/ 66511 h 279621"/>
                <a:gd name="connsiteX34" fmla="*/ 89274 w 493230"/>
                <a:gd name="connsiteY34" fmla="*/ 85 h 279621"/>
                <a:gd name="connsiteX35" fmla="*/ 227 w 493230"/>
                <a:gd name="connsiteY35" fmla="*/ 7044 h 279621"/>
                <a:gd name="connsiteX36" fmla="*/ 227 w 493230"/>
                <a:gd name="connsiteY36" fmla="*/ 26655 h 279621"/>
                <a:gd name="connsiteX37" fmla="*/ 49487 w 493230"/>
                <a:gd name="connsiteY37" fmla="*/ 62082 h 27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93230" h="279621">
                  <a:moveTo>
                    <a:pt x="49487" y="62082"/>
                  </a:moveTo>
                  <a:lnTo>
                    <a:pt x="49487" y="231626"/>
                  </a:lnTo>
                  <a:cubicBezTo>
                    <a:pt x="49487" y="260095"/>
                    <a:pt x="42540" y="260095"/>
                    <a:pt x="227" y="260095"/>
                  </a:cubicBezTo>
                  <a:lnTo>
                    <a:pt x="227" y="279706"/>
                  </a:lnTo>
                  <a:cubicBezTo>
                    <a:pt x="22331" y="279073"/>
                    <a:pt x="54539" y="277808"/>
                    <a:pt x="71591" y="277808"/>
                  </a:cubicBezTo>
                  <a:cubicBezTo>
                    <a:pt x="88010" y="277808"/>
                    <a:pt x="120850" y="279073"/>
                    <a:pt x="142323" y="279706"/>
                  </a:cubicBezTo>
                  <a:lnTo>
                    <a:pt x="142323" y="260095"/>
                  </a:lnTo>
                  <a:cubicBezTo>
                    <a:pt x="100010" y="260095"/>
                    <a:pt x="93063" y="260095"/>
                    <a:pt x="93063" y="231626"/>
                  </a:cubicBezTo>
                  <a:lnTo>
                    <a:pt x="93063" y="115223"/>
                  </a:lnTo>
                  <a:cubicBezTo>
                    <a:pt x="93063" y="49430"/>
                    <a:pt x="137902" y="14002"/>
                    <a:pt x="178320" y="14002"/>
                  </a:cubicBezTo>
                  <a:cubicBezTo>
                    <a:pt x="218107" y="14002"/>
                    <a:pt x="225054" y="48164"/>
                    <a:pt x="225054" y="84224"/>
                  </a:cubicBezTo>
                  <a:lnTo>
                    <a:pt x="225054" y="231626"/>
                  </a:lnTo>
                  <a:cubicBezTo>
                    <a:pt x="225054" y="260095"/>
                    <a:pt x="218107" y="260095"/>
                    <a:pt x="175794" y="260095"/>
                  </a:cubicBezTo>
                  <a:lnTo>
                    <a:pt x="175794" y="279706"/>
                  </a:lnTo>
                  <a:cubicBezTo>
                    <a:pt x="197898" y="279073"/>
                    <a:pt x="230106" y="277808"/>
                    <a:pt x="247158" y="277808"/>
                  </a:cubicBezTo>
                  <a:cubicBezTo>
                    <a:pt x="263578" y="277808"/>
                    <a:pt x="296418" y="279073"/>
                    <a:pt x="317890" y="279706"/>
                  </a:cubicBezTo>
                  <a:lnTo>
                    <a:pt x="317890" y="260095"/>
                  </a:lnTo>
                  <a:cubicBezTo>
                    <a:pt x="275577" y="260095"/>
                    <a:pt x="268630" y="260095"/>
                    <a:pt x="268630" y="231626"/>
                  </a:cubicBezTo>
                  <a:lnTo>
                    <a:pt x="268630" y="115223"/>
                  </a:lnTo>
                  <a:cubicBezTo>
                    <a:pt x="268630" y="49430"/>
                    <a:pt x="313469" y="14002"/>
                    <a:pt x="353888" y="14002"/>
                  </a:cubicBezTo>
                  <a:cubicBezTo>
                    <a:pt x="393674" y="14002"/>
                    <a:pt x="400621" y="48164"/>
                    <a:pt x="400621" y="84224"/>
                  </a:cubicBezTo>
                  <a:lnTo>
                    <a:pt x="400621" y="231626"/>
                  </a:lnTo>
                  <a:cubicBezTo>
                    <a:pt x="400621" y="260095"/>
                    <a:pt x="393674" y="260095"/>
                    <a:pt x="351361" y="260095"/>
                  </a:cubicBezTo>
                  <a:lnTo>
                    <a:pt x="351361" y="279706"/>
                  </a:lnTo>
                  <a:cubicBezTo>
                    <a:pt x="373465" y="279073"/>
                    <a:pt x="405674" y="277808"/>
                    <a:pt x="422725" y="277808"/>
                  </a:cubicBezTo>
                  <a:cubicBezTo>
                    <a:pt x="439145" y="277808"/>
                    <a:pt x="471985" y="279073"/>
                    <a:pt x="493457" y="279706"/>
                  </a:cubicBezTo>
                  <a:lnTo>
                    <a:pt x="493457" y="260095"/>
                  </a:lnTo>
                  <a:cubicBezTo>
                    <a:pt x="460617" y="260095"/>
                    <a:pt x="444829" y="260095"/>
                    <a:pt x="444197" y="241116"/>
                  </a:cubicBezTo>
                  <a:lnTo>
                    <a:pt x="444197" y="120284"/>
                  </a:lnTo>
                  <a:cubicBezTo>
                    <a:pt x="444197" y="65878"/>
                    <a:pt x="444197" y="46267"/>
                    <a:pt x="424620" y="23492"/>
                  </a:cubicBezTo>
                  <a:cubicBezTo>
                    <a:pt x="415778" y="12737"/>
                    <a:pt x="394938" y="85"/>
                    <a:pt x="358308" y="85"/>
                  </a:cubicBezTo>
                  <a:cubicBezTo>
                    <a:pt x="305259" y="85"/>
                    <a:pt x="277472" y="38042"/>
                    <a:pt x="266736" y="62082"/>
                  </a:cubicBezTo>
                  <a:cubicBezTo>
                    <a:pt x="257894" y="7044"/>
                    <a:pt x="211160" y="85"/>
                    <a:pt x="182741" y="85"/>
                  </a:cubicBezTo>
                  <a:cubicBezTo>
                    <a:pt x="136639" y="85"/>
                    <a:pt x="106957" y="27288"/>
                    <a:pt x="89274" y="66511"/>
                  </a:cubicBezTo>
                  <a:lnTo>
                    <a:pt x="89274" y="85"/>
                  </a:lnTo>
                  <a:lnTo>
                    <a:pt x="227" y="7044"/>
                  </a:lnTo>
                  <a:lnTo>
                    <a:pt x="227" y="26655"/>
                  </a:lnTo>
                  <a:cubicBezTo>
                    <a:pt x="44434" y="26655"/>
                    <a:pt x="49487" y="31083"/>
                    <a:pt x="49487" y="62082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CE62314-9C32-D002-2EC7-79B53A8F2C19}"/>
                </a:ext>
              </a:extLst>
            </p:cNvPr>
            <p:cNvSpPr/>
            <p:nvPr/>
          </p:nvSpPr>
          <p:spPr>
            <a:xfrm>
              <a:off x="16621268" y="8305200"/>
              <a:ext cx="284823" cy="290376"/>
            </a:xfrm>
            <a:custGeom>
              <a:avLst/>
              <a:gdLst>
                <a:gd name="connsiteX0" fmla="*/ 184012 w 284823"/>
                <a:gd name="connsiteY0" fmla="*/ 235422 h 290376"/>
                <a:gd name="connsiteX1" fmla="*/ 233272 w 284823"/>
                <a:gd name="connsiteY1" fmla="*/ 287298 h 290376"/>
                <a:gd name="connsiteX2" fmla="*/ 285058 w 284823"/>
                <a:gd name="connsiteY2" fmla="*/ 227198 h 290376"/>
                <a:gd name="connsiteX3" fmla="*/ 285058 w 284823"/>
                <a:gd name="connsiteY3" fmla="*/ 191771 h 290376"/>
                <a:gd name="connsiteX4" fmla="*/ 269270 w 284823"/>
                <a:gd name="connsiteY4" fmla="*/ 191771 h 290376"/>
                <a:gd name="connsiteX5" fmla="*/ 269270 w 284823"/>
                <a:gd name="connsiteY5" fmla="*/ 227198 h 290376"/>
                <a:gd name="connsiteX6" fmla="*/ 246535 w 284823"/>
                <a:gd name="connsiteY6" fmla="*/ 267686 h 290376"/>
                <a:gd name="connsiteX7" fmla="*/ 223168 w 284823"/>
                <a:gd name="connsiteY7" fmla="*/ 236055 h 290376"/>
                <a:gd name="connsiteX8" fmla="*/ 223168 w 284823"/>
                <a:gd name="connsiteY8" fmla="*/ 109529 h 290376"/>
                <a:gd name="connsiteX9" fmla="*/ 200432 w 284823"/>
                <a:gd name="connsiteY9" fmla="*/ 34879 h 290376"/>
                <a:gd name="connsiteX10" fmla="*/ 113912 w 284823"/>
                <a:gd name="connsiteY10" fmla="*/ 85 h 290376"/>
                <a:gd name="connsiteX11" fmla="*/ 18550 w 284823"/>
                <a:gd name="connsiteY11" fmla="*/ 71572 h 290376"/>
                <a:gd name="connsiteX12" fmla="*/ 47600 w 284823"/>
                <a:gd name="connsiteY12" fmla="*/ 101305 h 290376"/>
                <a:gd name="connsiteX13" fmla="*/ 76651 w 284823"/>
                <a:gd name="connsiteY13" fmla="*/ 72204 h 290376"/>
                <a:gd name="connsiteX14" fmla="*/ 44443 w 284823"/>
                <a:gd name="connsiteY14" fmla="*/ 43103 h 290376"/>
                <a:gd name="connsiteX15" fmla="*/ 112649 w 284823"/>
                <a:gd name="connsiteY15" fmla="*/ 14002 h 290376"/>
                <a:gd name="connsiteX16" fmla="*/ 179592 w 284823"/>
                <a:gd name="connsiteY16" fmla="*/ 94979 h 290376"/>
                <a:gd name="connsiteX17" fmla="*/ 179592 w 284823"/>
                <a:gd name="connsiteY17" fmla="*/ 118386 h 290376"/>
                <a:gd name="connsiteX18" fmla="*/ 63389 w 284823"/>
                <a:gd name="connsiteY18" fmla="*/ 141161 h 290376"/>
                <a:gd name="connsiteX19" fmla="*/ 235 w 284823"/>
                <a:gd name="connsiteY19" fmla="*/ 223402 h 290376"/>
                <a:gd name="connsiteX20" fmla="*/ 101281 w 284823"/>
                <a:gd name="connsiteY20" fmla="*/ 290461 h 290376"/>
                <a:gd name="connsiteX21" fmla="*/ 184012 w 284823"/>
                <a:gd name="connsiteY21" fmla="*/ 235422 h 290376"/>
                <a:gd name="connsiteX22" fmla="*/ 179592 w 284823"/>
                <a:gd name="connsiteY22" fmla="*/ 131671 h 290376"/>
                <a:gd name="connsiteX23" fmla="*/ 179592 w 284823"/>
                <a:gd name="connsiteY23" fmla="*/ 194934 h 290376"/>
                <a:gd name="connsiteX24" fmla="*/ 105702 w 284823"/>
                <a:gd name="connsiteY24" fmla="*/ 276543 h 290376"/>
                <a:gd name="connsiteX25" fmla="*/ 48863 w 284823"/>
                <a:gd name="connsiteY25" fmla="*/ 222770 h 290376"/>
                <a:gd name="connsiteX26" fmla="*/ 179592 w 284823"/>
                <a:gd name="connsiteY26" fmla="*/ 131671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84823" h="290376">
                  <a:moveTo>
                    <a:pt x="184012" y="235422"/>
                  </a:moveTo>
                  <a:cubicBezTo>
                    <a:pt x="186539" y="260727"/>
                    <a:pt x="203590" y="287298"/>
                    <a:pt x="233272" y="287298"/>
                  </a:cubicBezTo>
                  <a:cubicBezTo>
                    <a:pt x="246535" y="287298"/>
                    <a:pt x="285058" y="278441"/>
                    <a:pt x="285058" y="227198"/>
                  </a:cubicBezTo>
                  <a:lnTo>
                    <a:pt x="285058" y="191771"/>
                  </a:lnTo>
                  <a:lnTo>
                    <a:pt x="269270" y="191771"/>
                  </a:lnTo>
                  <a:lnTo>
                    <a:pt x="269270" y="227198"/>
                  </a:lnTo>
                  <a:cubicBezTo>
                    <a:pt x="269270" y="263890"/>
                    <a:pt x="253482" y="267686"/>
                    <a:pt x="246535" y="267686"/>
                  </a:cubicBezTo>
                  <a:cubicBezTo>
                    <a:pt x="225694" y="267686"/>
                    <a:pt x="223168" y="239218"/>
                    <a:pt x="223168" y="236055"/>
                  </a:cubicBezTo>
                  <a:lnTo>
                    <a:pt x="223168" y="109529"/>
                  </a:lnTo>
                  <a:cubicBezTo>
                    <a:pt x="223168" y="82959"/>
                    <a:pt x="223168" y="58286"/>
                    <a:pt x="200432" y="34879"/>
                  </a:cubicBezTo>
                  <a:cubicBezTo>
                    <a:pt x="175802" y="10207"/>
                    <a:pt x="144226" y="85"/>
                    <a:pt x="113912" y="85"/>
                  </a:cubicBezTo>
                  <a:cubicBezTo>
                    <a:pt x="62126" y="85"/>
                    <a:pt x="18550" y="29818"/>
                    <a:pt x="18550" y="71572"/>
                  </a:cubicBezTo>
                  <a:cubicBezTo>
                    <a:pt x="18550" y="90550"/>
                    <a:pt x="31180" y="101305"/>
                    <a:pt x="47600" y="101305"/>
                  </a:cubicBezTo>
                  <a:cubicBezTo>
                    <a:pt x="65283" y="101305"/>
                    <a:pt x="76651" y="88653"/>
                    <a:pt x="76651" y="72204"/>
                  </a:cubicBezTo>
                  <a:cubicBezTo>
                    <a:pt x="76651" y="64613"/>
                    <a:pt x="73493" y="43736"/>
                    <a:pt x="44443" y="43103"/>
                  </a:cubicBezTo>
                  <a:cubicBezTo>
                    <a:pt x="61494" y="20961"/>
                    <a:pt x="92439" y="14002"/>
                    <a:pt x="112649" y="14002"/>
                  </a:cubicBezTo>
                  <a:cubicBezTo>
                    <a:pt x="143594" y="14002"/>
                    <a:pt x="179592" y="38675"/>
                    <a:pt x="179592" y="94979"/>
                  </a:cubicBezTo>
                  <a:lnTo>
                    <a:pt x="179592" y="118386"/>
                  </a:lnTo>
                  <a:cubicBezTo>
                    <a:pt x="147383" y="120284"/>
                    <a:pt x="103176" y="122182"/>
                    <a:pt x="63389" y="141161"/>
                  </a:cubicBezTo>
                  <a:cubicBezTo>
                    <a:pt x="16024" y="162670"/>
                    <a:pt x="235" y="195567"/>
                    <a:pt x="235" y="223402"/>
                  </a:cubicBezTo>
                  <a:cubicBezTo>
                    <a:pt x="235" y="274645"/>
                    <a:pt x="61494" y="290461"/>
                    <a:pt x="101281" y="290461"/>
                  </a:cubicBezTo>
                  <a:cubicBezTo>
                    <a:pt x="142963" y="290461"/>
                    <a:pt x="172013" y="265156"/>
                    <a:pt x="184012" y="235422"/>
                  </a:cubicBezTo>
                  <a:close/>
                  <a:moveTo>
                    <a:pt x="179592" y="131671"/>
                  </a:moveTo>
                  <a:lnTo>
                    <a:pt x="179592" y="194934"/>
                  </a:lnTo>
                  <a:cubicBezTo>
                    <a:pt x="179592" y="255034"/>
                    <a:pt x="134121" y="276543"/>
                    <a:pt x="105702" y="276543"/>
                  </a:cubicBezTo>
                  <a:cubicBezTo>
                    <a:pt x="74756" y="276543"/>
                    <a:pt x="48863" y="254401"/>
                    <a:pt x="48863" y="222770"/>
                  </a:cubicBezTo>
                  <a:cubicBezTo>
                    <a:pt x="48863" y="187975"/>
                    <a:pt x="75388" y="135467"/>
                    <a:pt x="179592" y="131671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5593F1C-9165-2470-53B6-6A9BFDB6F493}"/>
                </a:ext>
              </a:extLst>
            </p:cNvPr>
            <p:cNvSpPr/>
            <p:nvPr/>
          </p:nvSpPr>
          <p:spPr>
            <a:xfrm>
              <a:off x="16918091" y="8315955"/>
              <a:ext cx="318294" cy="272662"/>
            </a:xfrm>
            <a:custGeom>
              <a:avLst/>
              <a:gdLst>
                <a:gd name="connsiteX0" fmla="*/ 173913 w 318294"/>
                <a:gd name="connsiteY0" fmla="*/ 124080 h 272662"/>
                <a:gd name="connsiteX1" fmla="*/ 232014 w 318294"/>
                <a:gd name="connsiteY1" fmla="*/ 52593 h 272662"/>
                <a:gd name="connsiteX2" fmla="*/ 307167 w 318294"/>
                <a:gd name="connsiteY2" fmla="*/ 19696 h 272662"/>
                <a:gd name="connsiteX3" fmla="*/ 307167 w 318294"/>
                <a:gd name="connsiteY3" fmla="*/ 85 h 272662"/>
                <a:gd name="connsiteX4" fmla="*/ 255381 w 318294"/>
                <a:gd name="connsiteY4" fmla="*/ 1983 h 272662"/>
                <a:gd name="connsiteX5" fmla="*/ 194754 w 318294"/>
                <a:gd name="connsiteY5" fmla="*/ 85 h 272662"/>
                <a:gd name="connsiteX6" fmla="*/ 194754 w 318294"/>
                <a:gd name="connsiteY6" fmla="*/ 19696 h 272662"/>
                <a:gd name="connsiteX7" fmla="*/ 213068 w 318294"/>
                <a:gd name="connsiteY7" fmla="*/ 39308 h 272662"/>
                <a:gd name="connsiteX8" fmla="*/ 203595 w 318294"/>
                <a:gd name="connsiteY8" fmla="*/ 61450 h 272662"/>
                <a:gd name="connsiteX9" fmla="*/ 164440 w 318294"/>
                <a:gd name="connsiteY9" fmla="*/ 110795 h 272662"/>
                <a:gd name="connsiteX10" fmla="*/ 115180 w 318294"/>
                <a:gd name="connsiteY10" fmla="*/ 46899 h 272662"/>
                <a:gd name="connsiteX11" fmla="*/ 109496 w 318294"/>
                <a:gd name="connsiteY11" fmla="*/ 35512 h 272662"/>
                <a:gd name="connsiteX12" fmla="*/ 131600 w 318294"/>
                <a:gd name="connsiteY12" fmla="*/ 19696 h 272662"/>
                <a:gd name="connsiteX13" fmla="*/ 131600 w 318294"/>
                <a:gd name="connsiteY13" fmla="*/ 85 h 272662"/>
                <a:gd name="connsiteX14" fmla="*/ 63394 w 318294"/>
                <a:gd name="connsiteY14" fmla="*/ 1983 h 272662"/>
                <a:gd name="connsiteX15" fmla="*/ 3398 w 318294"/>
                <a:gd name="connsiteY15" fmla="*/ 85 h 272662"/>
                <a:gd name="connsiteX16" fmla="*/ 3398 w 318294"/>
                <a:gd name="connsiteY16" fmla="*/ 19696 h 272662"/>
                <a:gd name="connsiteX17" fmla="*/ 77919 w 318294"/>
                <a:gd name="connsiteY17" fmla="*/ 58286 h 272662"/>
                <a:gd name="connsiteX18" fmla="*/ 140441 w 318294"/>
                <a:gd name="connsiteY18" fmla="*/ 139895 h 272662"/>
                <a:gd name="connsiteX19" fmla="*/ 81077 w 318294"/>
                <a:gd name="connsiteY19" fmla="*/ 215178 h 272662"/>
                <a:gd name="connsiteX20" fmla="*/ 240 w 318294"/>
                <a:gd name="connsiteY20" fmla="*/ 253136 h 272662"/>
                <a:gd name="connsiteX21" fmla="*/ 240 w 318294"/>
                <a:gd name="connsiteY21" fmla="*/ 272747 h 272662"/>
                <a:gd name="connsiteX22" fmla="*/ 52658 w 318294"/>
                <a:gd name="connsiteY22" fmla="*/ 270849 h 272662"/>
                <a:gd name="connsiteX23" fmla="*/ 112654 w 318294"/>
                <a:gd name="connsiteY23" fmla="*/ 272747 h 272662"/>
                <a:gd name="connsiteX24" fmla="*/ 112654 w 318294"/>
                <a:gd name="connsiteY24" fmla="*/ 253136 h 272662"/>
                <a:gd name="connsiteX25" fmla="*/ 94339 w 318294"/>
                <a:gd name="connsiteY25" fmla="*/ 233524 h 272662"/>
                <a:gd name="connsiteX26" fmla="*/ 151177 w 318294"/>
                <a:gd name="connsiteY26" fmla="*/ 153181 h 272662"/>
                <a:gd name="connsiteX27" fmla="*/ 199174 w 318294"/>
                <a:gd name="connsiteY27" fmla="*/ 216443 h 272662"/>
                <a:gd name="connsiteX28" fmla="*/ 212437 w 318294"/>
                <a:gd name="connsiteY28" fmla="*/ 237320 h 272662"/>
                <a:gd name="connsiteX29" fmla="*/ 189701 w 318294"/>
                <a:gd name="connsiteY29" fmla="*/ 253136 h 272662"/>
                <a:gd name="connsiteX30" fmla="*/ 189701 w 318294"/>
                <a:gd name="connsiteY30" fmla="*/ 272747 h 272662"/>
                <a:gd name="connsiteX31" fmla="*/ 257907 w 318294"/>
                <a:gd name="connsiteY31" fmla="*/ 270849 h 272662"/>
                <a:gd name="connsiteX32" fmla="*/ 318535 w 318294"/>
                <a:gd name="connsiteY32" fmla="*/ 272747 h 272662"/>
                <a:gd name="connsiteX33" fmla="*/ 318535 w 318294"/>
                <a:gd name="connsiteY33" fmla="*/ 253136 h 272662"/>
                <a:gd name="connsiteX34" fmla="*/ 258539 w 318294"/>
                <a:gd name="connsiteY34" fmla="*/ 233524 h 272662"/>
                <a:gd name="connsiteX35" fmla="*/ 173913 w 318294"/>
                <a:gd name="connsiteY35" fmla="*/ 124080 h 272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318294" h="272662">
                  <a:moveTo>
                    <a:pt x="173913" y="124080"/>
                  </a:moveTo>
                  <a:cubicBezTo>
                    <a:pt x="192859" y="100040"/>
                    <a:pt x="216857" y="69041"/>
                    <a:pt x="232014" y="52593"/>
                  </a:cubicBezTo>
                  <a:cubicBezTo>
                    <a:pt x="251592" y="29818"/>
                    <a:pt x="277485" y="20329"/>
                    <a:pt x="307167" y="19696"/>
                  </a:cubicBezTo>
                  <a:lnTo>
                    <a:pt x="307167" y="85"/>
                  </a:lnTo>
                  <a:cubicBezTo>
                    <a:pt x="290747" y="1350"/>
                    <a:pt x="271801" y="1983"/>
                    <a:pt x="255381" y="1983"/>
                  </a:cubicBezTo>
                  <a:cubicBezTo>
                    <a:pt x="236435" y="1983"/>
                    <a:pt x="202963" y="717"/>
                    <a:pt x="194754" y="85"/>
                  </a:cubicBezTo>
                  <a:lnTo>
                    <a:pt x="194754" y="19696"/>
                  </a:lnTo>
                  <a:cubicBezTo>
                    <a:pt x="208016" y="20961"/>
                    <a:pt x="213068" y="29186"/>
                    <a:pt x="213068" y="39308"/>
                  </a:cubicBezTo>
                  <a:cubicBezTo>
                    <a:pt x="213068" y="49430"/>
                    <a:pt x="206753" y="57654"/>
                    <a:pt x="203595" y="61450"/>
                  </a:cubicBezTo>
                  <a:lnTo>
                    <a:pt x="164440" y="110795"/>
                  </a:lnTo>
                  <a:lnTo>
                    <a:pt x="115180" y="46899"/>
                  </a:lnTo>
                  <a:cubicBezTo>
                    <a:pt x="109496" y="40573"/>
                    <a:pt x="109496" y="39308"/>
                    <a:pt x="109496" y="35512"/>
                  </a:cubicBezTo>
                  <a:cubicBezTo>
                    <a:pt x="109496" y="26022"/>
                    <a:pt x="118969" y="20329"/>
                    <a:pt x="131600" y="19696"/>
                  </a:cubicBezTo>
                  <a:lnTo>
                    <a:pt x="131600" y="85"/>
                  </a:lnTo>
                  <a:cubicBezTo>
                    <a:pt x="115180" y="717"/>
                    <a:pt x="73498" y="1983"/>
                    <a:pt x="63394" y="1983"/>
                  </a:cubicBezTo>
                  <a:cubicBezTo>
                    <a:pt x="50131" y="1983"/>
                    <a:pt x="20449" y="1350"/>
                    <a:pt x="3398" y="85"/>
                  </a:cubicBezTo>
                  <a:lnTo>
                    <a:pt x="3398" y="19696"/>
                  </a:lnTo>
                  <a:cubicBezTo>
                    <a:pt x="47605" y="19696"/>
                    <a:pt x="48237" y="20329"/>
                    <a:pt x="77919" y="58286"/>
                  </a:cubicBezTo>
                  <a:lnTo>
                    <a:pt x="140441" y="139895"/>
                  </a:lnTo>
                  <a:lnTo>
                    <a:pt x="81077" y="215178"/>
                  </a:lnTo>
                  <a:cubicBezTo>
                    <a:pt x="50763" y="251871"/>
                    <a:pt x="13502" y="253136"/>
                    <a:pt x="240" y="253136"/>
                  </a:cubicBezTo>
                  <a:lnTo>
                    <a:pt x="240" y="272747"/>
                  </a:lnTo>
                  <a:cubicBezTo>
                    <a:pt x="16660" y="271482"/>
                    <a:pt x="36238" y="270849"/>
                    <a:pt x="52658" y="270849"/>
                  </a:cubicBezTo>
                  <a:cubicBezTo>
                    <a:pt x="70972" y="270849"/>
                    <a:pt x="97497" y="272115"/>
                    <a:pt x="112654" y="272747"/>
                  </a:cubicBezTo>
                  <a:lnTo>
                    <a:pt x="112654" y="253136"/>
                  </a:lnTo>
                  <a:cubicBezTo>
                    <a:pt x="98760" y="251238"/>
                    <a:pt x="94339" y="243014"/>
                    <a:pt x="94339" y="233524"/>
                  </a:cubicBezTo>
                  <a:cubicBezTo>
                    <a:pt x="94339" y="219606"/>
                    <a:pt x="112654" y="198730"/>
                    <a:pt x="151177" y="153181"/>
                  </a:cubicBezTo>
                  <a:lnTo>
                    <a:pt x="199174" y="216443"/>
                  </a:lnTo>
                  <a:cubicBezTo>
                    <a:pt x="204227" y="223402"/>
                    <a:pt x="212437" y="233524"/>
                    <a:pt x="212437" y="237320"/>
                  </a:cubicBezTo>
                  <a:cubicBezTo>
                    <a:pt x="212437" y="243014"/>
                    <a:pt x="206753" y="252503"/>
                    <a:pt x="189701" y="253136"/>
                  </a:cubicBezTo>
                  <a:lnTo>
                    <a:pt x="189701" y="272747"/>
                  </a:lnTo>
                  <a:cubicBezTo>
                    <a:pt x="208647" y="272115"/>
                    <a:pt x="244013" y="270849"/>
                    <a:pt x="257907" y="270849"/>
                  </a:cubicBezTo>
                  <a:cubicBezTo>
                    <a:pt x="274959" y="270849"/>
                    <a:pt x="299589" y="271482"/>
                    <a:pt x="318535" y="272747"/>
                  </a:cubicBezTo>
                  <a:lnTo>
                    <a:pt x="318535" y="253136"/>
                  </a:lnTo>
                  <a:cubicBezTo>
                    <a:pt x="284432" y="253136"/>
                    <a:pt x="273064" y="251871"/>
                    <a:pt x="258539" y="233524"/>
                  </a:cubicBezTo>
                  <a:lnTo>
                    <a:pt x="173913" y="124080"/>
                  </a:ln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330B44E-D5F9-626D-71A5-8E9AC6384D40}"/>
                </a:ext>
              </a:extLst>
            </p:cNvPr>
            <p:cNvSpPr/>
            <p:nvPr/>
          </p:nvSpPr>
          <p:spPr>
            <a:xfrm>
              <a:off x="16517768" y="8768031"/>
              <a:ext cx="270550" cy="289616"/>
            </a:xfrm>
            <a:custGeom>
              <a:avLst/>
              <a:gdLst>
                <a:gd name="connsiteX0" fmla="*/ 227903 w 270550"/>
                <a:gd name="connsiteY0" fmla="*/ 201140 h 289616"/>
                <a:gd name="connsiteX1" fmla="*/ 269016 w 270550"/>
                <a:gd name="connsiteY1" fmla="*/ 36846 h 289616"/>
                <a:gd name="connsiteX2" fmla="*/ 270784 w 270550"/>
                <a:gd name="connsiteY2" fmla="*/ 25775 h 289616"/>
                <a:gd name="connsiteX3" fmla="*/ 247796 w 270550"/>
                <a:gd name="connsiteY3" fmla="*/ 3633 h 289616"/>
                <a:gd name="connsiteX4" fmla="*/ 213756 w 270550"/>
                <a:gd name="connsiteY4" fmla="*/ 38175 h 289616"/>
                <a:gd name="connsiteX5" fmla="*/ 202262 w 270550"/>
                <a:gd name="connsiteY5" fmla="*/ 84230 h 289616"/>
                <a:gd name="connsiteX6" fmla="*/ 188558 w 270550"/>
                <a:gd name="connsiteY6" fmla="*/ 139585 h 289616"/>
                <a:gd name="connsiteX7" fmla="*/ 179274 w 270550"/>
                <a:gd name="connsiteY7" fmla="*/ 159070 h 289616"/>
                <a:gd name="connsiteX8" fmla="*/ 132414 w 270550"/>
                <a:gd name="connsiteY8" fmla="*/ 183426 h 289616"/>
                <a:gd name="connsiteX9" fmla="*/ 102353 w 270550"/>
                <a:gd name="connsiteY9" fmla="*/ 151099 h 289616"/>
                <a:gd name="connsiteX10" fmla="*/ 127552 w 270550"/>
                <a:gd name="connsiteY10" fmla="*/ 64745 h 289616"/>
                <a:gd name="connsiteX11" fmla="*/ 134183 w 270550"/>
                <a:gd name="connsiteY11" fmla="*/ 40832 h 289616"/>
                <a:gd name="connsiteX12" fmla="*/ 77155 w 270550"/>
                <a:gd name="connsiteY12" fmla="*/ 91 h 289616"/>
                <a:gd name="connsiteX13" fmla="*/ 234 w 270550"/>
                <a:gd name="connsiteY13" fmla="*/ 69174 h 289616"/>
                <a:gd name="connsiteX14" fmla="*/ 14380 w 270550"/>
                <a:gd name="connsiteY14" fmla="*/ 77145 h 289616"/>
                <a:gd name="connsiteX15" fmla="*/ 28968 w 270550"/>
                <a:gd name="connsiteY15" fmla="*/ 67402 h 289616"/>
                <a:gd name="connsiteX16" fmla="*/ 74502 w 270550"/>
                <a:gd name="connsiteY16" fmla="*/ 20461 h 289616"/>
                <a:gd name="connsiteX17" fmla="*/ 82018 w 270550"/>
                <a:gd name="connsiteY17" fmla="*/ 31089 h 289616"/>
                <a:gd name="connsiteX18" fmla="*/ 74944 w 270550"/>
                <a:gd name="connsiteY18" fmla="*/ 56331 h 289616"/>
                <a:gd name="connsiteX19" fmla="*/ 49304 w 270550"/>
                <a:gd name="connsiteY19" fmla="*/ 142685 h 289616"/>
                <a:gd name="connsiteX20" fmla="*/ 128878 w 270550"/>
                <a:gd name="connsiteY20" fmla="*/ 203797 h 289616"/>
                <a:gd name="connsiteX21" fmla="*/ 175738 w 270550"/>
                <a:gd name="connsiteY21" fmla="*/ 190512 h 289616"/>
                <a:gd name="connsiteX22" fmla="*/ 94396 w 270550"/>
                <a:gd name="connsiteY22" fmla="*/ 269337 h 289616"/>
                <a:gd name="connsiteX23" fmla="*/ 71408 w 270550"/>
                <a:gd name="connsiteY23" fmla="*/ 265794 h 289616"/>
                <a:gd name="connsiteX24" fmla="*/ 86881 w 270550"/>
                <a:gd name="connsiteY24" fmla="*/ 237453 h 289616"/>
                <a:gd name="connsiteX25" fmla="*/ 62124 w 270550"/>
                <a:gd name="connsiteY25" fmla="*/ 213982 h 289616"/>
                <a:gd name="connsiteX26" fmla="*/ 26758 w 270550"/>
                <a:gd name="connsiteY26" fmla="*/ 250738 h 289616"/>
                <a:gd name="connsiteX27" fmla="*/ 93954 w 270550"/>
                <a:gd name="connsiteY27" fmla="*/ 289708 h 289616"/>
                <a:gd name="connsiteX28" fmla="*/ 227903 w 270550"/>
                <a:gd name="connsiteY28" fmla="*/ 201140 h 289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70550" h="289616">
                  <a:moveTo>
                    <a:pt x="227903" y="201140"/>
                  </a:moveTo>
                  <a:lnTo>
                    <a:pt x="269016" y="36846"/>
                  </a:lnTo>
                  <a:cubicBezTo>
                    <a:pt x="270784" y="29761"/>
                    <a:pt x="270784" y="27547"/>
                    <a:pt x="270784" y="25775"/>
                  </a:cubicBezTo>
                  <a:cubicBezTo>
                    <a:pt x="270784" y="10276"/>
                    <a:pt x="258848" y="3633"/>
                    <a:pt x="247796" y="3633"/>
                  </a:cubicBezTo>
                  <a:cubicBezTo>
                    <a:pt x="222598" y="3633"/>
                    <a:pt x="216851" y="25775"/>
                    <a:pt x="213756" y="38175"/>
                  </a:cubicBezTo>
                  <a:lnTo>
                    <a:pt x="202262" y="84230"/>
                  </a:lnTo>
                  <a:lnTo>
                    <a:pt x="188558" y="139585"/>
                  </a:lnTo>
                  <a:cubicBezTo>
                    <a:pt x="185463" y="151542"/>
                    <a:pt x="185463" y="152427"/>
                    <a:pt x="179274" y="159070"/>
                  </a:cubicBezTo>
                  <a:cubicBezTo>
                    <a:pt x="167780" y="171912"/>
                    <a:pt x="152308" y="183426"/>
                    <a:pt x="132414" y="183426"/>
                  </a:cubicBezTo>
                  <a:cubicBezTo>
                    <a:pt x="102353" y="183426"/>
                    <a:pt x="102353" y="159956"/>
                    <a:pt x="102353" y="151099"/>
                  </a:cubicBezTo>
                  <a:cubicBezTo>
                    <a:pt x="102353" y="126743"/>
                    <a:pt x="114289" y="96630"/>
                    <a:pt x="127552" y="64745"/>
                  </a:cubicBezTo>
                  <a:cubicBezTo>
                    <a:pt x="132414" y="52346"/>
                    <a:pt x="134183" y="47474"/>
                    <a:pt x="134183" y="40832"/>
                  </a:cubicBezTo>
                  <a:cubicBezTo>
                    <a:pt x="134183" y="14262"/>
                    <a:pt x="105448" y="91"/>
                    <a:pt x="77155" y="91"/>
                  </a:cubicBezTo>
                  <a:cubicBezTo>
                    <a:pt x="26758" y="91"/>
                    <a:pt x="234" y="56331"/>
                    <a:pt x="234" y="69174"/>
                  </a:cubicBezTo>
                  <a:cubicBezTo>
                    <a:pt x="234" y="77145"/>
                    <a:pt x="7749" y="77145"/>
                    <a:pt x="14380" y="77145"/>
                  </a:cubicBezTo>
                  <a:cubicBezTo>
                    <a:pt x="25432" y="77145"/>
                    <a:pt x="26316" y="76259"/>
                    <a:pt x="28968" y="67402"/>
                  </a:cubicBezTo>
                  <a:cubicBezTo>
                    <a:pt x="36484" y="42160"/>
                    <a:pt x="55493" y="20461"/>
                    <a:pt x="74502" y="20461"/>
                  </a:cubicBezTo>
                  <a:cubicBezTo>
                    <a:pt x="77155" y="20461"/>
                    <a:pt x="82018" y="20461"/>
                    <a:pt x="82018" y="31089"/>
                  </a:cubicBezTo>
                  <a:cubicBezTo>
                    <a:pt x="82018" y="39503"/>
                    <a:pt x="78923" y="47474"/>
                    <a:pt x="74944" y="56331"/>
                  </a:cubicBezTo>
                  <a:cubicBezTo>
                    <a:pt x="58588" y="96187"/>
                    <a:pt x="49304" y="121871"/>
                    <a:pt x="49304" y="142685"/>
                  </a:cubicBezTo>
                  <a:cubicBezTo>
                    <a:pt x="49304" y="191840"/>
                    <a:pt x="91743" y="203797"/>
                    <a:pt x="128878" y="203797"/>
                  </a:cubicBezTo>
                  <a:cubicBezTo>
                    <a:pt x="142140" y="203797"/>
                    <a:pt x="154960" y="202468"/>
                    <a:pt x="175738" y="190512"/>
                  </a:cubicBezTo>
                  <a:cubicBezTo>
                    <a:pt x="164244" y="241881"/>
                    <a:pt x="126667" y="269337"/>
                    <a:pt x="94396" y="269337"/>
                  </a:cubicBezTo>
                  <a:cubicBezTo>
                    <a:pt x="90859" y="269337"/>
                    <a:pt x="81576" y="269337"/>
                    <a:pt x="71408" y="265794"/>
                  </a:cubicBezTo>
                  <a:cubicBezTo>
                    <a:pt x="83344" y="258266"/>
                    <a:pt x="86881" y="243209"/>
                    <a:pt x="86881" y="237453"/>
                  </a:cubicBezTo>
                  <a:cubicBezTo>
                    <a:pt x="86881" y="224610"/>
                    <a:pt x="77155" y="213982"/>
                    <a:pt x="62124" y="213982"/>
                  </a:cubicBezTo>
                  <a:cubicBezTo>
                    <a:pt x="42673" y="213982"/>
                    <a:pt x="26758" y="230810"/>
                    <a:pt x="26758" y="250738"/>
                  </a:cubicBezTo>
                  <a:cubicBezTo>
                    <a:pt x="26758" y="273323"/>
                    <a:pt x="49746" y="289708"/>
                    <a:pt x="93954" y="289708"/>
                  </a:cubicBezTo>
                  <a:cubicBezTo>
                    <a:pt x="147445" y="289708"/>
                    <a:pt x="213314" y="259595"/>
                    <a:pt x="227903" y="201140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8B4E855-7980-DF26-28D5-FEF77B811B0C}"/>
                </a:ext>
              </a:extLst>
            </p:cNvPr>
            <p:cNvSpPr/>
            <p:nvPr/>
          </p:nvSpPr>
          <p:spPr>
            <a:xfrm>
              <a:off x="17369920" y="8305200"/>
              <a:ext cx="206512" cy="290376"/>
            </a:xfrm>
            <a:custGeom>
              <a:avLst/>
              <a:gdLst>
                <a:gd name="connsiteX0" fmla="*/ 110766 w 206512"/>
                <a:gd name="connsiteY0" fmla="*/ 160772 h 290376"/>
                <a:gd name="connsiteX1" fmla="*/ 176446 w 206512"/>
                <a:gd name="connsiteY1" fmla="*/ 218974 h 290376"/>
                <a:gd name="connsiteX2" fmla="*/ 105082 w 206512"/>
                <a:gd name="connsiteY2" fmla="*/ 276543 h 290376"/>
                <a:gd name="connsiteX3" fmla="*/ 17298 w 206512"/>
                <a:gd name="connsiteY3" fmla="*/ 186710 h 290376"/>
                <a:gd name="connsiteX4" fmla="*/ 8457 w 206512"/>
                <a:gd name="connsiteY4" fmla="*/ 175955 h 290376"/>
                <a:gd name="connsiteX5" fmla="*/ 247 w 206512"/>
                <a:gd name="connsiteY5" fmla="*/ 191771 h 290376"/>
                <a:gd name="connsiteX6" fmla="*/ 247 w 206512"/>
                <a:gd name="connsiteY6" fmla="*/ 275278 h 290376"/>
                <a:gd name="connsiteX7" fmla="*/ 7194 w 206512"/>
                <a:gd name="connsiteY7" fmla="*/ 290461 h 290376"/>
                <a:gd name="connsiteX8" fmla="*/ 22982 w 206512"/>
                <a:gd name="connsiteY8" fmla="*/ 277808 h 290376"/>
                <a:gd name="connsiteX9" fmla="*/ 35613 w 206512"/>
                <a:gd name="connsiteY9" fmla="*/ 263258 h 290376"/>
                <a:gd name="connsiteX10" fmla="*/ 105082 w 206512"/>
                <a:gd name="connsiteY10" fmla="*/ 290461 h 290376"/>
                <a:gd name="connsiteX11" fmla="*/ 206760 w 206512"/>
                <a:gd name="connsiteY11" fmla="*/ 202526 h 290376"/>
                <a:gd name="connsiteX12" fmla="*/ 180235 w 206512"/>
                <a:gd name="connsiteY12" fmla="*/ 142426 h 290376"/>
                <a:gd name="connsiteX13" fmla="*/ 108240 w 206512"/>
                <a:gd name="connsiteY13" fmla="*/ 112060 h 290376"/>
                <a:gd name="connsiteX14" fmla="*/ 30561 w 206512"/>
                <a:gd name="connsiteY14" fmla="*/ 60184 h 290376"/>
                <a:gd name="connsiteX15" fmla="*/ 101293 w 206512"/>
                <a:gd name="connsiteY15" fmla="*/ 12105 h 290376"/>
                <a:gd name="connsiteX16" fmla="*/ 175183 w 206512"/>
                <a:gd name="connsiteY16" fmla="*/ 88653 h 290376"/>
                <a:gd name="connsiteX17" fmla="*/ 182761 w 206512"/>
                <a:gd name="connsiteY17" fmla="*/ 94346 h 290376"/>
                <a:gd name="connsiteX18" fmla="*/ 190971 w 206512"/>
                <a:gd name="connsiteY18" fmla="*/ 79163 h 290376"/>
                <a:gd name="connsiteX19" fmla="*/ 190971 w 206512"/>
                <a:gd name="connsiteY19" fmla="*/ 15268 h 290376"/>
                <a:gd name="connsiteX20" fmla="*/ 184024 w 206512"/>
                <a:gd name="connsiteY20" fmla="*/ 85 h 290376"/>
                <a:gd name="connsiteX21" fmla="*/ 171394 w 206512"/>
                <a:gd name="connsiteY21" fmla="*/ 7676 h 290376"/>
                <a:gd name="connsiteX22" fmla="*/ 160657 w 206512"/>
                <a:gd name="connsiteY22" fmla="*/ 17798 h 290376"/>
                <a:gd name="connsiteX23" fmla="*/ 101293 w 206512"/>
                <a:gd name="connsiteY23" fmla="*/ 85 h 290376"/>
                <a:gd name="connsiteX24" fmla="*/ 247 w 206512"/>
                <a:gd name="connsiteY24" fmla="*/ 77898 h 290376"/>
                <a:gd name="connsiteX25" fmla="*/ 27403 w 206512"/>
                <a:gd name="connsiteY25" fmla="*/ 131671 h 290376"/>
                <a:gd name="connsiteX26" fmla="*/ 110766 w 206512"/>
                <a:gd name="connsiteY26" fmla="*/ 160772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512" h="290376">
                  <a:moveTo>
                    <a:pt x="110766" y="160772"/>
                  </a:moveTo>
                  <a:cubicBezTo>
                    <a:pt x="124660" y="163303"/>
                    <a:pt x="176446" y="173425"/>
                    <a:pt x="176446" y="218974"/>
                  </a:cubicBezTo>
                  <a:cubicBezTo>
                    <a:pt x="176446" y="251238"/>
                    <a:pt x="154342" y="276543"/>
                    <a:pt x="105082" y="276543"/>
                  </a:cubicBezTo>
                  <a:cubicBezTo>
                    <a:pt x="52033" y="276543"/>
                    <a:pt x="29298" y="240483"/>
                    <a:pt x="17298" y="186710"/>
                  </a:cubicBezTo>
                  <a:cubicBezTo>
                    <a:pt x="15404" y="178486"/>
                    <a:pt x="14772" y="175955"/>
                    <a:pt x="8457" y="175955"/>
                  </a:cubicBezTo>
                  <a:cubicBezTo>
                    <a:pt x="247" y="175955"/>
                    <a:pt x="247" y="180384"/>
                    <a:pt x="247" y="191771"/>
                  </a:cubicBezTo>
                  <a:lnTo>
                    <a:pt x="247" y="275278"/>
                  </a:lnTo>
                  <a:cubicBezTo>
                    <a:pt x="247" y="286032"/>
                    <a:pt x="247" y="290461"/>
                    <a:pt x="7194" y="290461"/>
                  </a:cubicBezTo>
                  <a:cubicBezTo>
                    <a:pt x="10352" y="290461"/>
                    <a:pt x="10983" y="289828"/>
                    <a:pt x="22982" y="277808"/>
                  </a:cubicBezTo>
                  <a:cubicBezTo>
                    <a:pt x="24245" y="276543"/>
                    <a:pt x="24245" y="275278"/>
                    <a:pt x="35613" y="263258"/>
                  </a:cubicBezTo>
                  <a:cubicBezTo>
                    <a:pt x="63401" y="289828"/>
                    <a:pt x="91820" y="290461"/>
                    <a:pt x="105082" y="290461"/>
                  </a:cubicBezTo>
                  <a:cubicBezTo>
                    <a:pt x="177709" y="290461"/>
                    <a:pt x="206760" y="248075"/>
                    <a:pt x="206760" y="202526"/>
                  </a:cubicBezTo>
                  <a:cubicBezTo>
                    <a:pt x="206760" y="168996"/>
                    <a:pt x="187814" y="150017"/>
                    <a:pt x="180235" y="142426"/>
                  </a:cubicBezTo>
                  <a:cubicBezTo>
                    <a:pt x="159394" y="122182"/>
                    <a:pt x="134764" y="117121"/>
                    <a:pt x="108240" y="112060"/>
                  </a:cubicBezTo>
                  <a:cubicBezTo>
                    <a:pt x="72874" y="105101"/>
                    <a:pt x="30561" y="96877"/>
                    <a:pt x="30561" y="60184"/>
                  </a:cubicBezTo>
                  <a:cubicBezTo>
                    <a:pt x="30561" y="38042"/>
                    <a:pt x="46981" y="12105"/>
                    <a:pt x="101293" y="12105"/>
                  </a:cubicBezTo>
                  <a:cubicBezTo>
                    <a:pt x="170762" y="12105"/>
                    <a:pt x="173920" y="69041"/>
                    <a:pt x="175183" y="88653"/>
                  </a:cubicBezTo>
                  <a:cubicBezTo>
                    <a:pt x="175814" y="94346"/>
                    <a:pt x="181498" y="94346"/>
                    <a:pt x="182761" y="94346"/>
                  </a:cubicBezTo>
                  <a:cubicBezTo>
                    <a:pt x="190971" y="94346"/>
                    <a:pt x="190971" y="91183"/>
                    <a:pt x="190971" y="79163"/>
                  </a:cubicBezTo>
                  <a:lnTo>
                    <a:pt x="190971" y="15268"/>
                  </a:lnTo>
                  <a:cubicBezTo>
                    <a:pt x="190971" y="4513"/>
                    <a:pt x="190971" y="85"/>
                    <a:pt x="184024" y="85"/>
                  </a:cubicBezTo>
                  <a:cubicBezTo>
                    <a:pt x="180867" y="85"/>
                    <a:pt x="179604" y="85"/>
                    <a:pt x="171394" y="7676"/>
                  </a:cubicBezTo>
                  <a:cubicBezTo>
                    <a:pt x="169499" y="10207"/>
                    <a:pt x="163184" y="15900"/>
                    <a:pt x="160657" y="17798"/>
                  </a:cubicBezTo>
                  <a:cubicBezTo>
                    <a:pt x="136659" y="85"/>
                    <a:pt x="110766" y="85"/>
                    <a:pt x="101293" y="85"/>
                  </a:cubicBezTo>
                  <a:cubicBezTo>
                    <a:pt x="24245" y="85"/>
                    <a:pt x="247" y="42471"/>
                    <a:pt x="247" y="77898"/>
                  </a:cubicBezTo>
                  <a:cubicBezTo>
                    <a:pt x="247" y="100040"/>
                    <a:pt x="10352" y="117753"/>
                    <a:pt x="27403" y="131671"/>
                  </a:cubicBezTo>
                  <a:cubicBezTo>
                    <a:pt x="47612" y="148120"/>
                    <a:pt x="65295" y="151915"/>
                    <a:pt x="110766" y="160772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3962A80-456F-FF8D-D22A-17FE9ACFA4E5}"/>
                </a:ext>
              </a:extLst>
            </p:cNvPr>
            <p:cNvSpPr/>
            <p:nvPr/>
          </p:nvSpPr>
          <p:spPr>
            <a:xfrm>
              <a:off x="17619658" y="8305200"/>
              <a:ext cx="240615" cy="290376"/>
            </a:xfrm>
            <a:custGeom>
              <a:avLst/>
              <a:gdLst>
                <a:gd name="connsiteX0" fmla="*/ 52668 w 240615"/>
                <a:gd name="connsiteY0" fmla="*/ 145589 h 290376"/>
                <a:gd name="connsiteX1" fmla="*/ 137926 w 240615"/>
                <a:gd name="connsiteY1" fmla="*/ 15900 h 290376"/>
                <a:gd name="connsiteX2" fmla="*/ 205500 w 240615"/>
                <a:gd name="connsiteY2" fmla="*/ 39308 h 290376"/>
                <a:gd name="connsiteX3" fmla="*/ 175818 w 240615"/>
                <a:gd name="connsiteY3" fmla="*/ 68408 h 290376"/>
                <a:gd name="connsiteX4" fmla="*/ 204869 w 240615"/>
                <a:gd name="connsiteY4" fmla="*/ 97509 h 290376"/>
                <a:gd name="connsiteX5" fmla="*/ 233920 w 240615"/>
                <a:gd name="connsiteY5" fmla="*/ 67776 h 290376"/>
                <a:gd name="connsiteX6" fmla="*/ 137294 w 240615"/>
                <a:gd name="connsiteY6" fmla="*/ 85 h 290376"/>
                <a:gd name="connsiteX7" fmla="*/ 251 w 240615"/>
                <a:gd name="connsiteY7" fmla="*/ 146854 h 290376"/>
                <a:gd name="connsiteX8" fmla="*/ 136031 w 240615"/>
                <a:gd name="connsiteY8" fmla="*/ 290461 h 290376"/>
                <a:gd name="connsiteX9" fmla="*/ 240867 w 240615"/>
                <a:gd name="connsiteY9" fmla="*/ 208219 h 290376"/>
                <a:gd name="connsiteX10" fmla="*/ 232657 w 240615"/>
                <a:gd name="connsiteY10" fmla="*/ 201893 h 290376"/>
                <a:gd name="connsiteX11" fmla="*/ 224447 w 240615"/>
                <a:gd name="connsiteY11" fmla="*/ 208219 h 290376"/>
                <a:gd name="connsiteX12" fmla="*/ 141715 w 240615"/>
                <a:gd name="connsiteY12" fmla="*/ 274645 h 290376"/>
                <a:gd name="connsiteX13" fmla="*/ 52668 w 240615"/>
                <a:gd name="connsiteY13" fmla="*/ 145589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0615" h="290376">
                  <a:moveTo>
                    <a:pt x="52668" y="145589"/>
                  </a:moveTo>
                  <a:cubicBezTo>
                    <a:pt x="52668" y="42471"/>
                    <a:pt x="104455" y="15900"/>
                    <a:pt x="137926" y="15900"/>
                  </a:cubicBezTo>
                  <a:cubicBezTo>
                    <a:pt x="143610" y="15900"/>
                    <a:pt x="183397" y="16533"/>
                    <a:pt x="205500" y="39308"/>
                  </a:cubicBezTo>
                  <a:cubicBezTo>
                    <a:pt x="179607" y="41206"/>
                    <a:pt x="175818" y="60184"/>
                    <a:pt x="175818" y="68408"/>
                  </a:cubicBezTo>
                  <a:cubicBezTo>
                    <a:pt x="175818" y="84857"/>
                    <a:pt x="187186" y="97509"/>
                    <a:pt x="204869" y="97509"/>
                  </a:cubicBezTo>
                  <a:cubicBezTo>
                    <a:pt x="221289" y="97509"/>
                    <a:pt x="233920" y="86755"/>
                    <a:pt x="233920" y="67776"/>
                  </a:cubicBezTo>
                  <a:cubicBezTo>
                    <a:pt x="233920" y="24757"/>
                    <a:pt x="185923" y="85"/>
                    <a:pt x="137294" y="85"/>
                  </a:cubicBezTo>
                  <a:cubicBezTo>
                    <a:pt x="58352" y="85"/>
                    <a:pt x="251" y="68408"/>
                    <a:pt x="251" y="146854"/>
                  </a:cubicBezTo>
                  <a:cubicBezTo>
                    <a:pt x="251" y="227831"/>
                    <a:pt x="62773" y="290461"/>
                    <a:pt x="136031" y="290461"/>
                  </a:cubicBezTo>
                  <a:cubicBezTo>
                    <a:pt x="220657" y="290461"/>
                    <a:pt x="240867" y="214545"/>
                    <a:pt x="240867" y="208219"/>
                  </a:cubicBezTo>
                  <a:cubicBezTo>
                    <a:pt x="240867" y="201893"/>
                    <a:pt x="234551" y="201893"/>
                    <a:pt x="232657" y="201893"/>
                  </a:cubicBezTo>
                  <a:cubicBezTo>
                    <a:pt x="226973" y="201893"/>
                    <a:pt x="225710" y="204423"/>
                    <a:pt x="224447" y="208219"/>
                  </a:cubicBezTo>
                  <a:cubicBezTo>
                    <a:pt x="206132" y="267054"/>
                    <a:pt x="165082" y="274645"/>
                    <a:pt x="141715" y="274645"/>
                  </a:cubicBezTo>
                  <a:cubicBezTo>
                    <a:pt x="108244" y="274645"/>
                    <a:pt x="52668" y="247442"/>
                    <a:pt x="52668" y="145589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8DE7DBB-62C3-14AC-44FA-9F20AB01BA76}"/>
                </a:ext>
              </a:extLst>
            </p:cNvPr>
            <p:cNvSpPr/>
            <p:nvPr/>
          </p:nvSpPr>
          <p:spPr>
            <a:xfrm>
              <a:off x="17896553" y="8305200"/>
              <a:ext cx="279770" cy="290376"/>
            </a:xfrm>
            <a:custGeom>
              <a:avLst/>
              <a:gdLst>
                <a:gd name="connsiteX0" fmla="*/ 280026 w 279770"/>
                <a:gd name="connsiteY0" fmla="*/ 148120 h 290376"/>
                <a:gd name="connsiteX1" fmla="*/ 140457 w 279770"/>
                <a:gd name="connsiteY1" fmla="*/ 85 h 290376"/>
                <a:gd name="connsiteX2" fmla="*/ 255 w 279770"/>
                <a:gd name="connsiteY2" fmla="*/ 148120 h 290376"/>
                <a:gd name="connsiteX3" fmla="*/ 139825 w 279770"/>
                <a:gd name="connsiteY3" fmla="*/ 290461 h 290376"/>
                <a:gd name="connsiteX4" fmla="*/ 280026 w 279770"/>
                <a:gd name="connsiteY4" fmla="*/ 148120 h 290376"/>
                <a:gd name="connsiteX5" fmla="*/ 140457 w 279770"/>
                <a:gd name="connsiteY5" fmla="*/ 274645 h 290376"/>
                <a:gd name="connsiteX6" fmla="*/ 68461 w 279770"/>
                <a:gd name="connsiteY6" fmla="*/ 232259 h 290376"/>
                <a:gd name="connsiteX7" fmla="*/ 52673 w 279770"/>
                <a:gd name="connsiteY7" fmla="*/ 143059 h 290376"/>
                <a:gd name="connsiteX8" fmla="*/ 67830 w 279770"/>
                <a:gd name="connsiteY8" fmla="*/ 56389 h 290376"/>
                <a:gd name="connsiteX9" fmla="*/ 139825 w 279770"/>
                <a:gd name="connsiteY9" fmla="*/ 14002 h 290376"/>
                <a:gd name="connsiteX10" fmla="*/ 211189 w 279770"/>
                <a:gd name="connsiteY10" fmla="*/ 55123 h 290376"/>
                <a:gd name="connsiteX11" fmla="*/ 227609 w 279770"/>
                <a:gd name="connsiteY11" fmla="*/ 143059 h 290376"/>
                <a:gd name="connsiteX12" fmla="*/ 213715 w 279770"/>
                <a:gd name="connsiteY12" fmla="*/ 227831 h 290376"/>
                <a:gd name="connsiteX13" fmla="*/ 140457 w 279770"/>
                <a:gd name="connsiteY13" fmla="*/ 274645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9770" h="290376">
                  <a:moveTo>
                    <a:pt x="280026" y="148120"/>
                  </a:moveTo>
                  <a:cubicBezTo>
                    <a:pt x="280026" y="67143"/>
                    <a:pt x="216873" y="85"/>
                    <a:pt x="140457" y="85"/>
                  </a:cubicBezTo>
                  <a:cubicBezTo>
                    <a:pt x="61514" y="85"/>
                    <a:pt x="255" y="69041"/>
                    <a:pt x="255" y="148120"/>
                  </a:cubicBezTo>
                  <a:cubicBezTo>
                    <a:pt x="255" y="229729"/>
                    <a:pt x="65935" y="290461"/>
                    <a:pt x="139825" y="290461"/>
                  </a:cubicBezTo>
                  <a:cubicBezTo>
                    <a:pt x="216241" y="290461"/>
                    <a:pt x="280026" y="228463"/>
                    <a:pt x="280026" y="148120"/>
                  </a:cubicBezTo>
                  <a:close/>
                  <a:moveTo>
                    <a:pt x="140457" y="274645"/>
                  </a:moveTo>
                  <a:cubicBezTo>
                    <a:pt x="113301" y="274645"/>
                    <a:pt x="85513" y="261360"/>
                    <a:pt x="68461" y="232259"/>
                  </a:cubicBezTo>
                  <a:cubicBezTo>
                    <a:pt x="52673" y="204423"/>
                    <a:pt x="52673" y="165833"/>
                    <a:pt x="52673" y="143059"/>
                  </a:cubicBezTo>
                  <a:cubicBezTo>
                    <a:pt x="52673" y="118386"/>
                    <a:pt x="52673" y="84224"/>
                    <a:pt x="67830" y="56389"/>
                  </a:cubicBezTo>
                  <a:cubicBezTo>
                    <a:pt x="84881" y="27288"/>
                    <a:pt x="114564" y="14002"/>
                    <a:pt x="139825" y="14002"/>
                  </a:cubicBezTo>
                  <a:cubicBezTo>
                    <a:pt x="167613" y="14002"/>
                    <a:pt x="194769" y="27920"/>
                    <a:pt x="211189" y="55123"/>
                  </a:cubicBezTo>
                  <a:cubicBezTo>
                    <a:pt x="227609" y="82326"/>
                    <a:pt x="227609" y="119019"/>
                    <a:pt x="227609" y="143059"/>
                  </a:cubicBezTo>
                  <a:cubicBezTo>
                    <a:pt x="227609" y="165833"/>
                    <a:pt x="227609" y="199995"/>
                    <a:pt x="213715" y="227831"/>
                  </a:cubicBezTo>
                  <a:cubicBezTo>
                    <a:pt x="199821" y="256299"/>
                    <a:pt x="172033" y="274645"/>
                    <a:pt x="140457" y="274645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B976725-2E2E-D39E-00FB-18AEA79CEF2D}"/>
                </a:ext>
              </a:extLst>
            </p:cNvPr>
            <p:cNvSpPr/>
            <p:nvPr/>
          </p:nvSpPr>
          <p:spPr>
            <a:xfrm>
              <a:off x="18212323" y="8308996"/>
              <a:ext cx="212196" cy="279621"/>
            </a:xfrm>
            <a:custGeom>
              <a:avLst/>
              <a:gdLst>
                <a:gd name="connsiteX0" fmla="*/ 88044 w 212196"/>
                <a:gd name="connsiteY0" fmla="*/ 69674 h 279621"/>
                <a:gd name="connsiteX1" fmla="*/ 88044 w 212196"/>
                <a:gd name="connsiteY1" fmla="*/ 85 h 279621"/>
                <a:gd name="connsiteX2" fmla="*/ 260 w 212196"/>
                <a:gd name="connsiteY2" fmla="*/ 7044 h 279621"/>
                <a:gd name="connsiteX3" fmla="*/ 260 w 212196"/>
                <a:gd name="connsiteY3" fmla="*/ 26655 h 279621"/>
                <a:gd name="connsiteX4" fmla="*/ 49520 w 212196"/>
                <a:gd name="connsiteY4" fmla="*/ 62082 h 279621"/>
                <a:gd name="connsiteX5" fmla="*/ 49520 w 212196"/>
                <a:gd name="connsiteY5" fmla="*/ 231626 h 279621"/>
                <a:gd name="connsiteX6" fmla="*/ 260 w 212196"/>
                <a:gd name="connsiteY6" fmla="*/ 260095 h 279621"/>
                <a:gd name="connsiteX7" fmla="*/ 260 w 212196"/>
                <a:gd name="connsiteY7" fmla="*/ 279706 h 279621"/>
                <a:gd name="connsiteX8" fmla="*/ 72256 w 212196"/>
                <a:gd name="connsiteY8" fmla="*/ 277808 h 279621"/>
                <a:gd name="connsiteX9" fmla="*/ 152461 w 212196"/>
                <a:gd name="connsiteY9" fmla="*/ 279706 h 279621"/>
                <a:gd name="connsiteX10" fmla="*/ 152461 w 212196"/>
                <a:gd name="connsiteY10" fmla="*/ 260095 h 279621"/>
                <a:gd name="connsiteX11" fmla="*/ 139199 w 212196"/>
                <a:gd name="connsiteY11" fmla="*/ 260095 h 279621"/>
                <a:gd name="connsiteX12" fmla="*/ 91202 w 212196"/>
                <a:gd name="connsiteY12" fmla="*/ 230361 h 279621"/>
                <a:gd name="connsiteX13" fmla="*/ 91202 w 212196"/>
                <a:gd name="connsiteY13" fmla="*/ 132936 h 279621"/>
                <a:gd name="connsiteX14" fmla="*/ 165723 w 212196"/>
                <a:gd name="connsiteY14" fmla="*/ 14002 h 279621"/>
                <a:gd name="connsiteX15" fmla="*/ 172670 w 212196"/>
                <a:gd name="connsiteY15" fmla="*/ 14635 h 279621"/>
                <a:gd name="connsiteX16" fmla="*/ 158145 w 212196"/>
                <a:gd name="connsiteY16" fmla="*/ 39308 h 279621"/>
                <a:gd name="connsiteX17" fmla="*/ 185301 w 212196"/>
                <a:gd name="connsiteY17" fmla="*/ 66511 h 279621"/>
                <a:gd name="connsiteX18" fmla="*/ 212457 w 212196"/>
                <a:gd name="connsiteY18" fmla="*/ 38675 h 279621"/>
                <a:gd name="connsiteX19" fmla="*/ 165723 w 212196"/>
                <a:gd name="connsiteY19" fmla="*/ 85 h 279621"/>
                <a:gd name="connsiteX20" fmla="*/ 88044 w 212196"/>
                <a:gd name="connsiteY20" fmla="*/ 69674 h 27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12196" h="279621">
                  <a:moveTo>
                    <a:pt x="88044" y="69674"/>
                  </a:moveTo>
                  <a:lnTo>
                    <a:pt x="88044" y="85"/>
                  </a:lnTo>
                  <a:lnTo>
                    <a:pt x="260" y="7044"/>
                  </a:lnTo>
                  <a:lnTo>
                    <a:pt x="260" y="26655"/>
                  </a:lnTo>
                  <a:cubicBezTo>
                    <a:pt x="44468" y="26655"/>
                    <a:pt x="49520" y="31083"/>
                    <a:pt x="49520" y="62082"/>
                  </a:cubicBezTo>
                  <a:lnTo>
                    <a:pt x="49520" y="231626"/>
                  </a:lnTo>
                  <a:cubicBezTo>
                    <a:pt x="49520" y="260095"/>
                    <a:pt x="42573" y="260095"/>
                    <a:pt x="260" y="260095"/>
                  </a:cubicBezTo>
                  <a:lnTo>
                    <a:pt x="260" y="279706"/>
                  </a:lnTo>
                  <a:cubicBezTo>
                    <a:pt x="24890" y="279073"/>
                    <a:pt x="54573" y="277808"/>
                    <a:pt x="72256" y="277808"/>
                  </a:cubicBezTo>
                  <a:cubicBezTo>
                    <a:pt x="97517" y="277808"/>
                    <a:pt x="127199" y="277808"/>
                    <a:pt x="152461" y="279706"/>
                  </a:cubicBezTo>
                  <a:lnTo>
                    <a:pt x="152461" y="260095"/>
                  </a:lnTo>
                  <a:lnTo>
                    <a:pt x="139199" y="260095"/>
                  </a:lnTo>
                  <a:cubicBezTo>
                    <a:pt x="92465" y="260095"/>
                    <a:pt x="91202" y="253136"/>
                    <a:pt x="91202" y="230361"/>
                  </a:cubicBezTo>
                  <a:lnTo>
                    <a:pt x="91202" y="132936"/>
                  </a:lnTo>
                  <a:cubicBezTo>
                    <a:pt x="91202" y="70306"/>
                    <a:pt x="117726" y="14002"/>
                    <a:pt x="165723" y="14002"/>
                  </a:cubicBezTo>
                  <a:cubicBezTo>
                    <a:pt x="170144" y="14002"/>
                    <a:pt x="171407" y="14002"/>
                    <a:pt x="172670" y="14635"/>
                  </a:cubicBezTo>
                  <a:cubicBezTo>
                    <a:pt x="170775" y="15268"/>
                    <a:pt x="158145" y="22859"/>
                    <a:pt x="158145" y="39308"/>
                  </a:cubicBezTo>
                  <a:cubicBezTo>
                    <a:pt x="158145" y="57021"/>
                    <a:pt x="171407" y="66511"/>
                    <a:pt x="185301" y="66511"/>
                  </a:cubicBezTo>
                  <a:cubicBezTo>
                    <a:pt x="196668" y="66511"/>
                    <a:pt x="212457" y="58919"/>
                    <a:pt x="212457" y="38675"/>
                  </a:cubicBezTo>
                  <a:cubicBezTo>
                    <a:pt x="212457" y="18431"/>
                    <a:pt x="192879" y="85"/>
                    <a:pt x="165723" y="85"/>
                  </a:cubicBezTo>
                  <a:cubicBezTo>
                    <a:pt x="119621" y="85"/>
                    <a:pt x="96886" y="42471"/>
                    <a:pt x="88044" y="69674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A2369FA-EB38-3C82-CEC2-790917946690}"/>
                </a:ext>
              </a:extLst>
            </p:cNvPr>
            <p:cNvSpPr/>
            <p:nvPr/>
          </p:nvSpPr>
          <p:spPr>
            <a:xfrm>
              <a:off x="18459676" y="8305200"/>
              <a:ext cx="244404" cy="290376"/>
            </a:xfrm>
            <a:custGeom>
              <a:avLst/>
              <a:gdLst>
                <a:gd name="connsiteX0" fmla="*/ 53313 w 244404"/>
                <a:gd name="connsiteY0" fmla="*/ 124080 h 290376"/>
                <a:gd name="connsiteX1" fmla="*/ 131624 w 244404"/>
                <a:gd name="connsiteY1" fmla="*/ 14002 h 290376"/>
                <a:gd name="connsiteX2" fmla="*/ 202988 w 244404"/>
                <a:gd name="connsiteY2" fmla="*/ 124080 h 290376"/>
                <a:gd name="connsiteX3" fmla="*/ 53313 w 244404"/>
                <a:gd name="connsiteY3" fmla="*/ 124080 h 290376"/>
                <a:gd name="connsiteX4" fmla="*/ 52682 w 244404"/>
                <a:gd name="connsiteY4" fmla="*/ 137365 h 290376"/>
                <a:gd name="connsiteX5" fmla="*/ 228881 w 244404"/>
                <a:gd name="connsiteY5" fmla="*/ 137365 h 290376"/>
                <a:gd name="connsiteX6" fmla="*/ 244669 w 244404"/>
                <a:gd name="connsiteY6" fmla="*/ 124080 h 290376"/>
                <a:gd name="connsiteX7" fmla="*/ 131624 w 244404"/>
                <a:gd name="connsiteY7" fmla="*/ 85 h 290376"/>
                <a:gd name="connsiteX8" fmla="*/ 264 w 244404"/>
                <a:gd name="connsiteY8" fmla="*/ 144324 h 290376"/>
                <a:gd name="connsiteX9" fmla="*/ 139202 w 244404"/>
                <a:gd name="connsiteY9" fmla="*/ 290461 h 290376"/>
                <a:gd name="connsiteX10" fmla="*/ 244669 w 244404"/>
                <a:gd name="connsiteY10" fmla="*/ 208219 h 290376"/>
                <a:gd name="connsiteX11" fmla="*/ 236459 w 244404"/>
                <a:gd name="connsiteY11" fmla="*/ 200628 h 290376"/>
                <a:gd name="connsiteX12" fmla="*/ 228249 w 244404"/>
                <a:gd name="connsiteY12" fmla="*/ 209484 h 290376"/>
                <a:gd name="connsiteX13" fmla="*/ 142992 w 244404"/>
                <a:gd name="connsiteY13" fmla="*/ 274645 h 290376"/>
                <a:gd name="connsiteX14" fmla="*/ 71628 w 244404"/>
                <a:gd name="connsiteY14" fmla="*/ 232259 h 290376"/>
                <a:gd name="connsiteX15" fmla="*/ 52682 w 244404"/>
                <a:gd name="connsiteY15" fmla="*/ 137365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04" h="290376">
                  <a:moveTo>
                    <a:pt x="53313" y="124080"/>
                  </a:moveTo>
                  <a:cubicBezTo>
                    <a:pt x="57103" y="29818"/>
                    <a:pt x="110152" y="14002"/>
                    <a:pt x="131624" y="14002"/>
                  </a:cubicBezTo>
                  <a:cubicBezTo>
                    <a:pt x="196672" y="14002"/>
                    <a:pt x="202988" y="99407"/>
                    <a:pt x="202988" y="124080"/>
                  </a:cubicBezTo>
                  <a:lnTo>
                    <a:pt x="53313" y="124080"/>
                  </a:lnTo>
                  <a:close/>
                  <a:moveTo>
                    <a:pt x="52682" y="137365"/>
                  </a:moveTo>
                  <a:lnTo>
                    <a:pt x="228881" y="137365"/>
                  </a:lnTo>
                  <a:cubicBezTo>
                    <a:pt x="242775" y="137365"/>
                    <a:pt x="244669" y="137365"/>
                    <a:pt x="244669" y="124080"/>
                  </a:cubicBezTo>
                  <a:cubicBezTo>
                    <a:pt x="244669" y="61450"/>
                    <a:pt x="210566" y="85"/>
                    <a:pt x="131624" y="85"/>
                  </a:cubicBezTo>
                  <a:cubicBezTo>
                    <a:pt x="58366" y="85"/>
                    <a:pt x="264" y="65245"/>
                    <a:pt x="264" y="144324"/>
                  </a:cubicBezTo>
                  <a:cubicBezTo>
                    <a:pt x="264" y="229096"/>
                    <a:pt x="66576" y="290461"/>
                    <a:pt x="139202" y="290461"/>
                  </a:cubicBezTo>
                  <a:cubicBezTo>
                    <a:pt x="216250" y="290461"/>
                    <a:pt x="244669" y="220239"/>
                    <a:pt x="244669" y="208219"/>
                  </a:cubicBezTo>
                  <a:cubicBezTo>
                    <a:pt x="244669" y="201893"/>
                    <a:pt x="239617" y="200628"/>
                    <a:pt x="236459" y="200628"/>
                  </a:cubicBezTo>
                  <a:cubicBezTo>
                    <a:pt x="230775" y="200628"/>
                    <a:pt x="229512" y="204423"/>
                    <a:pt x="228249" y="209484"/>
                  </a:cubicBezTo>
                  <a:cubicBezTo>
                    <a:pt x="206145" y="274645"/>
                    <a:pt x="149307" y="274645"/>
                    <a:pt x="142992" y="274645"/>
                  </a:cubicBezTo>
                  <a:cubicBezTo>
                    <a:pt x="111415" y="274645"/>
                    <a:pt x="86153" y="255666"/>
                    <a:pt x="71628" y="232259"/>
                  </a:cubicBezTo>
                  <a:cubicBezTo>
                    <a:pt x="52682" y="201893"/>
                    <a:pt x="52682" y="160139"/>
                    <a:pt x="52682" y="137365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23CFB22-0C6D-26F2-EEA7-66ED34D5F709}"/>
                </a:ext>
              </a:extLst>
            </p:cNvPr>
            <p:cNvSpPr/>
            <p:nvPr/>
          </p:nvSpPr>
          <p:spPr>
            <a:xfrm>
              <a:off x="18785195" y="8114147"/>
              <a:ext cx="146516" cy="632627"/>
            </a:xfrm>
            <a:custGeom>
              <a:avLst/>
              <a:gdLst>
                <a:gd name="connsiteX0" fmla="*/ 146785 w 146516"/>
                <a:gd name="connsiteY0" fmla="*/ 626386 h 632627"/>
                <a:gd name="connsiteX1" fmla="*/ 136049 w 146516"/>
                <a:gd name="connsiteY1" fmla="*/ 612468 h 632627"/>
                <a:gd name="connsiteX2" fmla="*/ 36898 w 146516"/>
                <a:gd name="connsiteY2" fmla="*/ 316399 h 632627"/>
                <a:gd name="connsiteX3" fmla="*/ 138575 w 146516"/>
                <a:gd name="connsiteY3" fmla="*/ 17166 h 632627"/>
                <a:gd name="connsiteX4" fmla="*/ 146785 w 146516"/>
                <a:gd name="connsiteY4" fmla="*/ 6411 h 632627"/>
                <a:gd name="connsiteX5" fmla="*/ 140470 w 146516"/>
                <a:gd name="connsiteY5" fmla="*/ 85 h 632627"/>
                <a:gd name="connsiteX6" fmla="*/ 40056 w 146516"/>
                <a:gd name="connsiteY6" fmla="*/ 123447 h 632627"/>
                <a:gd name="connsiteX7" fmla="*/ 269 w 146516"/>
                <a:gd name="connsiteY7" fmla="*/ 316399 h 632627"/>
                <a:gd name="connsiteX8" fmla="*/ 41950 w 146516"/>
                <a:gd name="connsiteY8" fmla="*/ 513778 h 632627"/>
                <a:gd name="connsiteX9" fmla="*/ 140470 w 146516"/>
                <a:gd name="connsiteY9" fmla="*/ 632712 h 632627"/>
                <a:gd name="connsiteX10" fmla="*/ 146785 w 146516"/>
                <a:gd name="connsiteY10" fmla="*/ 626386 h 632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516" h="632627">
                  <a:moveTo>
                    <a:pt x="146785" y="626386"/>
                  </a:moveTo>
                  <a:cubicBezTo>
                    <a:pt x="146785" y="624488"/>
                    <a:pt x="146785" y="623223"/>
                    <a:pt x="136049" y="612468"/>
                  </a:cubicBezTo>
                  <a:cubicBezTo>
                    <a:pt x="57107" y="532757"/>
                    <a:pt x="36898" y="413191"/>
                    <a:pt x="36898" y="316399"/>
                  </a:cubicBezTo>
                  <a:cubicBezTo>
                    <a:pt x="36898" y="206321"/>
                    <a:pt x="60896" y="96244"/>
                    <a:pt x="138575" y="17166"/>
                  </a:cubicBezTo>
                  <a:cubicBezTo>
                    <a:pt x="146785" y="9574"/>
                    <a:pt x="146785" y="8309"/>
                    <a:pt x="146785" y="6411"/>
                  </a:cubicBezTo>
                  <a:cubicBezTo>
                    <a:pt x="146785" y="1983"/>
                    <a:pt x="144259" y="85"/>
                    <a:pt x="140470" y="85"/>
                  </a:cubicBezTo>
                  <a:cubicBezTo>
                    <a:pt x="134155" y="85"/>
                    <a:pt x="77316" y="43103"/>
                    <a:pt x="40056" y="123447"/>
                  </a:cubicBezTo>
                  <a:cubicBezTo>
                    <a:pt x="7847" y="193036"/>
                    <a:pt x="269" y="263258"/>
                    <a:pt x="269" y="316399"/>
                  </a:cubicBezTo>
                  <a:cubicBezTo>
                    <a:pt x="269" y="365743"/>
                    <a:pt x="7216" y="442291"/>
                    <a:pt x="41950" y="513778"/>
                  </a:cubicBezTo>
                  <a:cubicBezTo>
                    <a:pt x="79842" y="591592"/>
                    <a:pt x="134155" y="632712"/>
                    <a:pt x="140470" y="632712"/>
                  </a:cubicBezTo>
                  <a:cubicBezTo>
                    <a:pt x="144259" y="632712"/>
                    <a:pt x="146785" y="630814"/>
                    <a:pt x="146785" y="626386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0419785-82EB-52B0-583E-266316374B5A}"/>
                </a:ext>
              </a:extLst>
            </p:cNvPr>
            <p:cNvSpPr/>
            <p:nvPr/>
          </p:nvSpPr>
          <p:spPr>
            <a:xfrm>
              <a:off x="18982166" y="8307731"/>
              <a:ext cx="355555" cy="280886"/>
            </a:xfrm>
            <a:custGeom>
              <a:avLst/>
              <a:gdLst>
                <a:gd name="connsiteX0" fmla="*/ 204891 w 355555"/>
                <a:gd name="connsiteY0" fmla="*/ 125345 h 280886"/>
                <a:gd name="connsiteX1" fmla="*/ 278780 w 355555"/>
                <a:gd name="connsiteY1" fmla="*/ 43103 h 280886"/>
                <a:gd name="connsiteX2" fmla="*/ 343197 w 355555"/>
                <a:gd name="connsiteY2" fmla="*/ 29818 h 280886"/>
                <a:gd name="connsiteX3" fmla="*/ 343197 w 355555"/>
                <a:gd name="connsiteY3" fmla="*/ 85 h 280886"/>
                <a:gd name="connsiteX4" fmla="*/ 285096 w 355555"/>
                <a:gd name="connsiteY4" fmla="*/ 1983 h 280886"/>
                <a:gd name="connsiteX5" fmla="*/ 220047 w 355555"/>
                <a:gd name="connsiteY5" fmla="*/ 85 h 280886"/>
                <a:gd name="connsiteX6" fmla="*/ 220047 w 355555"/>
                <a:gd name="connsiteY6" fmla="*/ 29818 h 280886"/>
                <a:gd name="connsiteX7" fmla="*/ 244046 w 355555"/>
                <a:gd name="connsiteY7" fmla="*/ 35512 h 280886"/>
                <a:gd name="connsiteX8" fmla="*/ 238994 w 355555"/>
                <a:gd name="connsiteY8" fmla="*/ 43103 h 280886"/>
                <a:gd name="connsiteX9" fmla="*/ 185944 w 355555"/>
                <a:gd name="connsiteY9" fmla="*/ 102570 h 280886"/>
                <a:gd name="connsiteX10" fmla="*/ 124054 w 355555"/>
                <a:gd name="connsiteY10" fmla="*/ 29818 h 280886"/>
                <a:gd name="connsiteX11" fmla="*/ 149315 w 355555"/>
                <a:gd name="connsiteY11" fmla="*/ 29818 h 280886"/>
                <a:gd name="connsiteX12" fmla="*/ 149315 w 355555"/>
                <a:gd name="connsiteY12" fmla="*/ 85 h 280886"/>
                <a:gd name="connsiteX13" fmla="*/ 72899 w 355555"/>
                <a:gd name="connsiteY13" fmla="*/ 1983 h 280886"/>
                <a:gd name="connsiteX14" fmla="*/ 3430 w 355555"/>
                <a:gd name="connsiteY14" fmla="*/ 85 h 280886"/>
                <a:gd name="connsiteX15" fmla="*/ 3430 w 355555"/>
                <a:gd name="connsiteY15" fmla="*/ 29818 h 280886"/>
                <a:gd name="connsiteX16" fmla="*/ 48269 w 355555"/>
                <a:gd name="connsiteY16" fmla="*/ 29818 h 280886"/>
                <a:gd name="connsiteX17" fmla="*/ 146789 w 355555"/>
                <a:gd name="connsiteY17" fmla="*/ 146222 h 280886"/>
                <a:gd name="connsiteX18" fmla="*/ 64058 w 355555"/>
                <a:gd name="connsiteY18" fmla="*/ 239218 h 280886"/>
                <a:gd name="connsiteX19" fmla="*/ 273 w 355555"/>
                <a:gd name="connsiteY19" fmla="*/ 251238 h 280886"/>
                <a:gd name="connsiteX20" fmla="*/ 273 w 355555"/>
                <a:gd name="connsiteY20" fmla="*/ 280971 h 280886"/>
                <a:gd name="connsiteX21" fmla="*/ 58374 w 355555"/>
                <a:gd name="connsiteY21" fmla="*/ 279073 h 280886"/>
                <a:gd name="connsiteX22" fmla="*/ 123422 w 355555"/>
                <a:gd name="connsiteY22" fmla="*/ 280971 h 280886"/>
                <a:gd name="connsiteX23" fmla="*/ 123422 w 355555"/>
                <a:gd name="connsiteY23" fmla="*/ 251238 h 280886"/>
                <a:gd name="connsiteX24" fmla="*/ 100055 w 355555"/>
                <a:gd name="connsiteY24" fmla="*/ 244279 h 280886"/>
                <a:gd name="connsiteX25" fmla="*/ 104476 w 355555"/>
                <a:gd name="connsiteY25" fmla="*/ 237953 h 280886"/>
                <a:gd name="connsiteX26" fmla="*/ 165735 w 355555"/>
                <a:gd name="connsiteY26" fmla="*/ 168996 h 280886"/>
                <a:gd name="connsiteX27" fmla="*/ 235204 w 355555"/>
                <a:gd name="connsiteY27" fmla="*/ 251238 h 280886"/>
                <a:gd name="connsiteX28" fmla="*/ 210574 w 355555"/>
                <a:gd name="connsiteY28" fmla="*/ 251238 h 280886"/>
                <a:gd name="connsiteX29" fmla="*/ 210574 w 355555"/>
                <a:gd name="connsiteY29" fmla="*/ 280971 h 280886"/>
                <a:gd name="connsiteX30" fmla="*/ 286359 w 355555"/>
                <a:gd name="connsiteY30" fmla="*/ 279073 h 280886"/>
                <a:gd name="connsiteX31" fmla="*/ 355828 w 355555"/>
                <a:gd name="connsiteY31" fmla="*/ 280971 h 280886"/>
                <a:gd name="connsiteX32" fmla="*/ 355828 w 355555"/>
                <a:gd name="connsiteY32" fmla="*/ 251238 h 280886"/>
                <a:gd name="connsiteX33" fmla="*/ 310989 w 355555"/>
                <a:gd name="connsiteY33" fmla="*/ 251238 h 280886"/>
                <a:gd name="connsiteX34" fmla="*/ 204891 w 355555"/>
                <a:gd name="connsiteY34" fmla="*/ 125345 h 28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55555" h="280886">
                  <a:moveTo>
                    <a:pt x="204891" y="125345"/>
                  </a:moveTo>
                  <a:lnTo>
                    <a:pt x="278780" y="43103"/>
                  </a:lnTo>
                  <a:cubicBezTo>
                    <a:pt x="286990" y="34247"/>
                    <a:pt x="290780" y="29818"/>
                    <a:pt x="343197" y="29818"/>
                  </a:cubicBezTo>
                  <a:lnTo>
                    <a:pt x="343197" y="85"/>
                  </a:lnTo>
                  <a:cubicBezTo>
                    <a:pt x="321093" y="1350"/>
                    <a:pt x="288254" y="1983"/>
                    <a:pt x="285096" y="1983"/>
                  </a:cubicBezTo>
                  <a:cubicBezTo>
                    <a:pt x="269307" y="1983"/>
                    <a:pt x="237731" y="717"/>
                    <a:pt x="220047" y="85"/>
                  </a:cubicBezTo>
                  <a:lnTo>
                    <a:pt x="220047" y="29818"/>
                  </a:lnTo>
                  <a:cubicBezTo>
                    <a:pt x="228889" y="29818"/>
                    <a:pt x="236467" y="31083"/>
                    <a:pt x="244046" y="35512"/>
                  </a:cubicBezTo>
                  <a:cubicBezTo>
                    <a:pt x="241520" y="39308"/>
                    <a:pt x="241520" y="40573"/>
                    <a:pt x="238994" y="43103"/>
                  </a:cubicBezTo>
                  <a:lnTo>
                    <a:pt x="185944" y="102570"/>
                  </a:lnTo>
                  <a:lnTo>
                    <a:pt x="124054" y="29818"/>
                  </a:lnTo>
                  <a:lnTo>
                    <a:pt x="149315" y="29818"/>
                  </a:lnTo>
                  <a:lnTo>
                    <a:pt x="149315" y="85"/>
                  </a:lnTo>
                  <a:cubicBezTo>
                    <a:pt x="132895" y="717"/>
                    <a:pt x="93108" y="1983"/>
                    <a:pt x="72899" y="1983"/>
                  </a:cubicBezTo>
                  <a:cubicBezTo>
                    <a:pt x="52690" y="1983"/>
                    <a:pt x="24271" y="717"/>
                    <a:pt x="3430" y="85"/>
                  </a:cubicBezTo>
                  <a:lnTo>
                    <a:pt x="3430" y="29818"/>
                  </a:lnTo>
                  <a:lnTo>
                    <a:pt x="48269" y="29818"/>
                  </a:lnTo>
                  <a:lnTo>
                    <a:pt x="146789" y="146222"/>
                  </a:lnTo>
                  <a:lnTo>
                    <a:pt x="64058" y="239218"/>
                  </a:lnTo>
                  <a:cubicBezTo>
                    <a:pt x="53322" y="251238"/>
                    <a:pt x="30586" y="251238"/>
                    <a:pt x="273" y="251238"/>
                  </a:cubicBezTo>
                  <a:lnTo>
                    <a:pt x="273" y="280971"/>
                  </a:lnTo>
                  <a:cubicBezTo>
                    <a:pt x="22376" y="279706"/>
                    <a:pt x="55216" y="279073"/>
                    <a:pt x="58374" y="279073"/>
                  </a:cubicBezTo>
                  <a:cubicBezTo>
                    <a:pt x="74162" y="279073"/>
                    <a:pt x="110792" y="280339"/>
                    <a:pt x="123422" y="280971"/>
                  </a:cubicBezTo>
                  <a:lnTo>
                    <a:pt x="123422" y="251238"/>
                  </a:lnTo>
                  <a:cubicBezTo>
                    <a:pt x="112055" y="251238"/>
                    <a:pt x="100055" y="248075"/>
                    <a:pt x="100055" y="244279"/>
                  </a:cubicBezTo>
                  <a:cubicBezTo>
                    <a:pt x="100055" y="243646"/>
                    <a:pt x="100055" y="243014"/>
                    <a:pt x="104476" y="237953"/>
                  </a:cubicBezTo>
                  <a:lnTo>
                    <a:pt x="165735" y="168996"/>
                  </a:lnTo>
                  <a:lnTo>
                    <a:pt x="235204" y="251238"/>
                  </a:lnTo>
                  <a:lnTo>
                    <a:pt x="210574" y="251238"/>
                  </a:lnTo>
                  <a:lnTo>
                    <a:pt x="210574" y="280971"/>
                  </a:lnTo>
                  <a:cubicBezTo>
                    <a:pt x="226994" y="280339"/>
                    <a:pt x="265518" y="279073"/>
                    <a:pt x="286359" y="279073"/>
                  </a:cubicBezTo>
                  <a:cubicBezTo>
                    <a:pt x="306568" y="279073"/>
                    <a:pt x="334987" y="280339"/>
                    <a:pt x="355828" y="280971"/>
                  </a:cubicBezTo>
                  <a:lnTo>
                    <a:pt x="355828" y="251238"/>
                  </a:lnTo>
                  <a:lnTo>
                    <a:pt x="310989" y="251238"/>
                  </a:lnTo>
                  <a:lnTo>
                    <a:pt x="204891" y="125345"/>
                  </a:ln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FC0101F-972A-8111-ED6C-EEA555018135}"/>
                </a:ext>
              </a:extLst>
            </p:cNvPr>
            <p:cNvSpPr/>
            <p:nvPr/>
          </p:nvSpPr>
          <p:spPr>
            <a:xfrm>
              <a:off x="19405890" y="8521559"/>
              <a:ext cx="73889" cy="189155"/>
            </a:xfrm>
            <a:custGeom>
              <a:avLst/>
              <a:gdLst>
                <a:gd name="connsiteX0" fmla="*/ 74168 w 73889"/>
                <a:gd name="connsiteY0" fmla="*/ 66511 h 189155"/>
                <a:gd name="connsiteX1" fmla="*/ 33750 w 73889"/>
                <a:gd name="connsiteY1" fmla="*/ 85 h 189155"/>
                <a:gd name="connsiteX2" fmla="*/ 279 w 73889"/>
                <a:gd name="connsiteY2" fmla="*/ 33614 h 189155"/>
                <a:gd name="connsiteX3" fmla="*/ 33750 w 73889"/>
                <a:gd name="connsiteY3" fmla="*/ 67143 h 189155"/>
                <a:gd name="connsiteX4" fmla="*/ 55854 w 73889"/>
                <a:gd name="connsiteY4" fmla="*/ 58919 h 189155"/>
                <a:gd name="connsiteX5" fmla="*/ 59012 w 73889"/>
                <a:gd name="connsiteY5" fmla="*/ 57021 h 189155"/>
                <a:gd name="connsiteX6" fmla="*/ 60275 w 73889"/>
                <a:gd name="connsiteY6" fmla="*/ 66511 h 189155"/>
                <a:gd name="connsiteX7" fmla="*/ 17330 w 73889"/>
                <a:gd name="connsiteY7" fmla="*/ 172159 h 189155"/>
                <a:gd name="connsiteX8" fmla="*/ 10383 w 73889"/>
                <a:gd name="connsiteY8" fmla="*/ 182281 h 189155"/>
                <a:gd name="connsiteX9" fmla="*/ 16699 w 73889"/>
                <a:gd name="connsiteY9" fmla="*/ 189240 h 189155"/>
                <a:gd name="connsiteX10" fmla="*/ 74168 w 73889"/>
                <a:gd name="connsiteY10" fmla="*/ 66511 h 18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889" h="189155">
                  <a:moveTo>
                    <a:pt x="74168" y="66511"/>
                  </a:moveTo>
                  <a:cubicBezTo>
                    <a:pt x="74168" y="24757"/>
                    <a:pt x="58380" y="85"/>
                    <a:pt x="33750" y="85"/>
                  </a:cubicBezTo>
                  <a:cubicBezTo>
                    <a:pt x="12909" y="85"/>
                    <a:pt x="279" y="15900"/>
                    <a:pt x="279" y="33614"/>
                  </a:cubicBezTo>
                  <a:cubicBezTo>
                    <a:pt x="279" y="50695"/>
                    <a:pt x="12909" y="67143"/>
                    <a:pt x="33750" y="67143"/>
                  </a:cubicBezTo>
                  <a:cubicBezTo>
                    <a:pt x="41329" y="67143"/>
                    <a:pt x="49538" y="64613"/>
                    <a:pt x="55854" y="58919"/>
                  </a:cubicBezTo>
                  <a:cubicBezTo>
                    <a:pt x="57748" y="57654"/>
                    <a:pt x="58380" y="57021"/>
                    <a:pt x="59012" y="57021"/>
                  </a:cubicBezTo>
                  <a:cubicBezTo>
                    <a:pt x="59643" y="57021"/>
                    <a:pt x="60275" y="57654"/>
                    <a:pt x="60275" y="66511"/>
                  </a:cubicBezTo>
                  <a:cubicBezTo>
                    <a:pt x="60275" y="113325"/>
                    <a:pt x="38171" y="151283"/>
                    <a:pt x="17330" y="172159"/>
                  </a:cubicBezTo>
                  <a:cubicBezTo>
                    <a:pt x="10383" y="179118"/>
                    <a:pt x="10383" y="180384"/>
                    <a:pt x="10383" y="182281"/>
                  </a:cubicBezTo>
                  <a:cubicBezTo>
                    <a:pt x="10383" y="186710"/>
                    <a:pt x="13541" y="189240"/>
                    <a:pt x="16699" y="189240"/>
                  </a:cubicBezTo>
                  <a:cubicBezTo>
                    <a:pt x="23645" y="189240"/>
                    <a:pt x="74168" y="140528"/>
                    <a:pt x="74168" y="66511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4E493BC-6B10-4C36-A76D-69F05A536B71}"/>
                </a:ext>
              </a:extLst>
            </p:cNvPr>
            <p:cNvSpPr/>
            <p:nvPr/>
          </p:nvSpPr>
          <p:spPr>
            <a:xfrm>
              <a:off x="19652468" y="8302670"/>
              <a:ext cx="347345" cy="413738"/>
            </a:xfrm>
            <a:custGeom>
              <a:avLst/>
              <a:gdLst>
                <a:gd name="connsiteX0" fmla="*/ 344471 w 347345"/>
                <a:gd name="connsiteY0" fmla="*/ 47532 h 413738"/>
                <a:gd name="connsiteX1" fmla="*/ 347629 w 347345"/>
                <a:gd name="connsiteY1" fmla="*/ 32981 h 413738"/>
                <a:gd name="connsiteX2" fmla="*/ 317946 w 347345"/>
                <a:gd name="connsiteY2" fmla="*/ 5146 h 413738"/>
                <a:gd name="connsiteX3" fmla="*/ 273107 w 347345"/>
                <a:gd name="connsiteY3" fmla="*/ 51960 h 413738"/>
                <a:gd name="connsiteX4" fmla="*/ 256687 w 347345"/>
                <a:gd name="connsiteY4" fmla="*/ 117753 h 413738"/>
                <a:gd name="connsiteX5" fmla="*/ 230163 w 347345"/>
                <a:gd name="connsiteY5" fmla="*/ 222770 h 413738"/>
                <a:gd name="connsiteX6" fmla="*/ 205533 w 347345"/>
                <a:gd name="connsiteY6" fmla="*/ 253136 h 413738"/>
                <a:gd name="connsiteX7" fmla="*/ 162588 w 347345"/>
                <a:gd name="connsiteY7" fmla="*/ 268319 h 413738"/>
                <a:gd name="connsiteX8" fmla="*/ 124696 w 347345"/>
                <a:gd name="connsiteY8" fmla="*/ 222137 h 413738"/>
                <a:gd name="connsiteX9" fmla="*/ 161957 w 347345"/>
                <a:gd name="connsiteY9" fmla="*/ 88652 h 413738"/>
                <a:gd name="connsiteX10" fmla="*/ 170167 w 347345"/>
                <a:gd name="connsiteY10" fmla="*/ 57021 h 413738"/>
                <a:gd name="connsiteX11" fmla="*/ 98803 w 347345"/>
                <a:gd name="connsiteY11" fmla="*/ 85 h 413738"/>
                <a:gd name="connsiteX12" fmla="*/ 283 w 347345"/>
                <a:gd name="connsiteY12" fmla="*/ 98775 h 413738"/>
                <a:gd name="connsiteX13" fmla="*/ 15440 w 347345"/>
                <a:gd name="connsiteY13" fmla="*/ 107631 h 413738"/>
                <a:gd name="connsiteX14" fmla="*/ 29965 w 347345"/>
                <a:gd name="connsiteY14" fmla="*/ 99407 h 413738"/>
                <a:gd name="connsiteX15" fmla="*/ 95014 w 347345"/>
                <a:gd name="connsiteY15" fmla="*/ 22859 h 413738"/>
                <a:gd name="connsiteX16" fmla="*/ 105750 w 347345"/>
                <a:gd name="connsiteY16" fmla="*/ 36144 h 413738"/>
                <a:gd name="connsiteX17" fmla="*/ 95014 w 347345"/>
                <a:gd name="connsiteY17" fmla="*/ 77265 h 413738"/>
                <a:gd name="connsiteX18" fmla="*/ 57121 w 347345"/>
                <a:gd name="connsiteY18" fmla="*/ 208852 h 413738"/>
                <a:gd name="connsiteX19" fmla="*/ 157536 w 347345"/>
                <a:gd name="connsiteY19" fmla="*/ 291093 h 413738"/>
                <a:gd name="connsiteX20" fmla="*/ 218163 w 347345"/>
                <a:gd name="connsiteY20" fmla="*/ 272115 h 413738"/>
                <a:gd name="connsiteX21" fmla="*/ 109539 w 347345"/>
                <a:gd name="connsiteY21" fmla="*/ 391049 h 413738"/>
                <a:gd name="connsiteX22" fmla="*/ 71015 w 347345"/>
                <a:gd name="connsiteY22" fmla="*/ 382192 h 413738"/>
                <a:gd name="connsiteX23" fmla="*/ 101329 w 347345"/>
                <a:gd name="connsiteY23" fmla="*/ 339806 h 413738"/>
                <a:gd name="connsiteX24" fmla="*/ 70384 w 347345"/>
                <a:gd name="connsiteY24" fmla="*/ 310705 h 413738"/>
                <a:gd name="connsiteX25" fmla="*/ 24913 w 347345"/>
                <a:gd name="connsiteY25" fmla="*/ 358785 h 413738"/>
                <a:gd name="connsiteX26" fmla="*/ 109539 w 347345"/>
                <a:gd name="connsiteY26" fmla="*/ 413823 h 413738"/>
                <a:gd name="connsiteX27" fmla="*/ 285106 w 347345"/>
                <a:gd name="connsiteY27" fmla="*/ 286665 h 413738"/>
                <a:gd name="connsiteX28" fmla="*/ 344471 w 347345"/>
                <a:gd name="connsiteY28" fmla="*/ 47532 h 41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7345" h="413738">
                  <a:moveTo>
                    <a:pt x="344471" y="47532"/>
                  </a:moveTo>
                  <a:cubicBezTo>
                    <a:pt x="347629" y="36144"/>
                    <a:pt x="347629" y="34879"/>
                    <a:pt x="347629" y="32981"/>
                  </a:cubicBezTo>
                  <a:cubicBezTo>
                    <a:pt x="347629" y="19063"/>
                    <a:pt x="337524" y="5146"/>
                    <a:pt x="317946" y="5146"/>
                  </a:cubicBezTo>
                  <a:cubicBezTo>
                    <a:pt x="285106" y="5146"/>
                    <a:pt x="277528" y="34879"/>
                    <a:pt x="273107" y="51960"/>
                  </a:cubicBezTo>
                  <a:lnTo>
                    <a:pt x="256687" y="117753"/>
                  </a:lnTo>
                  <a:cubicBezTo>
                    <a:pt x="249109" y="148120"/>
                    <a:pt x="237109" y="196832"/>
                    <a:pt x="230163" y="222770"/>
                  </a:cubicBezTo>
                  <a:cubicBezTo>
                    <a:pt x="227005" y="236687"/>
                    <a:pt x="207427" y="251870"/>
                    <a:pt x="205533" y="253136"/>
                  </a:cubicBezTo>
                  <a:cubicBezTo>
                    <a:pt x="198586" y="257564"/>
                    <a:pt x="183429" y="268319"/>
                    <a:pt x="162588" y="268319"/>
                  </a:cubicBezTo>
                  <a:cubicBezTo>
                    <a:pt x="125327" y="268319"/>
                    <a:pt x="124696" y="236687"/>
                    <a:pt x="124696" y="222137"/>
                  </a:cubicBezTo>
                  <a:cubicBezTo>
                    <a:pt x="124696" y="183547"/>
                    <a:pt x="144273" y="134202"/>
                    <a:pt x="161957" y="88652"/>
                  </a:cubicBezTo>
                  <a:cubicBezTo>
                    <a:pt x="168272" y="72204"/>
                    <a:pt x="170167" y="67776"/>
                    <a:pt x="170167" y="57021"/>
                  </a:cubicBezTo>
                  <a:cubicBezTo>
                    <a:pt x="170167" y="20329"/>
                    <a:pt x="133537" y="85"/>
                    <a:pt x="98803" y="85"/>
                  </a:cubicBezTo>
                  <a:cubicBezTo>
                    <a:pt x="31860" y="85"/>
                    <a:pt x="283" y="86122"/>
                    <a:pt x="283" y="98775"/>
                  </a:cubicBezTo>
                  <a:cubicBezTo>
                    <a:pt x="283" y="107631"/>
                    <a:pt x="9756" y="107631"/>
                    <a:pt x="15440" y="107631"/>
                  </a:cubicBezTo>
                  <a:cubicBezTo>
                    <a:pt x="23018" y="107631"/>
                    <a:pt x="27439" y="107631"/>
                    <a:pt x="29965" y="99407"/>
                  </a:cubicBezTo>
                  <a:cubicBezTo>
                    <a:pt x="50806" y="29185"/>
                    <a:pt x="85541" y="22859"/>
                    <a:pt x="95014" y="22859"/>
                  </a:cubicBezTo>
                  <a:cubicBezTo>
                    <a:pt x="99434" y="22859"/>
                    <a:pt x="105750" y="22859"/>
                    <a:pt x="105750" y="36144"/>
                  </a:cubicBezTo>
                  <a:cubicBezTo>
                    <a:pt x="105750" y="50695"/>
                    <a:pt x="98803" y="67143"/>
                    <a:pt x="95014" y="77265"/>
                  </a:cubicBezTo>
                  <a:cubicBezTo>
                    <a:pt x="70384" y="140528"/>
                    <a:pt x="57121" y="176588"/>
                    <a:pt x="57121" y="208852"/>
                  </a:cubicBezTo>
                  <a:cubicBezTo>
                    <a:pt x="57121" y="280971"/>
                    <a:pt x="120275" y="291093"/>
                    <a:pt x="157536" y="291093"/>
                  </a:cubicBezTo>
                  <a:cubicBezTo>
                    <a:pt x="173324" y="291093"/>
                    <a:pt x="194797" y="288563"/>
                    <a:pt x="218163" y="272115"/>
                  </a:cubicBezTo>
                  <a:cubicBezTo>
                    <a:pt x="200480" y="349928"/>
                    <a:pt x="153115" y="391049"/>
                    <a:pt x="109539" y="391049"/>
                  </a:cubicBezTo>
                  <a:cubicBezTo>
                    <a:pt x="101329" y="391049"/>
                    <a:pt x="83646" y="389783"/>
                    <a:pt x="71015" y="382192"/>
                  </a:cubicBezTo>
                  <a:cubicBezTo>
                    <a:pt x="91224" y="373968"/>
                    <a:pt x="101329" y="356887"/>
                    <a:pt x="101329" y="339806"/>
                  </a:cubicBezTo>
                  <a:cubicBezTo>
                    <a:pt x="101329" y="317031"/>
                    <a:pt x="83014" y="310705"/>
                    <a:pt x="70384" y="310705"/>
                  </a:cubicBezTo>
                  <a:cubicBezTo>
                    <a:pt x="47017" y="310705"/>
                    <a:pt x="24913" y="330949"/>
                    <a:pt x="24913" y="358785"/>
                  </a:cubicBezTo>
                  <a:cubicBezTo>
                    <a:pt x="24913" y="391049"/>
                    <a:pt x="58384" y="413823"/>
                    <a:pt x="109539" y="413823"/>
                  </a:cubicBezTo>
                  <a:cubicBezTo>
                    <a:pt x="182166" y="413823"/>
                    <a:pt x="265529" y="365111"/>
                    <a:pt x="285106" y="286665"/>
                  </a:cubicBezTo>
                  <a:lnTo>
                    <a:pt x="344471" y="47532"/>
                  </a:ln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9200E56-0997-2223-6BC5-456FAEE70283}"/>
                </a:ext>
              </a:extLst>
            </p:cNvPr>
            <p:cNvSpPr/>
            <p:nvPr/>
          </p:nvSpPr>
          <p:spPr>
            <a:xfrm>
              <a:off x="20082743" y="8315955"/>
              <a:ext cx="68837" cy="394759"/>
            </a:xfrm>
            <a:custGeom>
              <a:avLst/>
              <a:gdLst>
                <a:gd name="connsiteX0" fmla="*/ 67232 w 68837"/>
                <a:gd name="connsiteY0" fmla="*/ 33614 h 394759"/>
                <a:gd name="connsiteX1" fmla="*/ 33761 w 68837"/>
                <a:gd name="connsiteY1" fmla="*/ 85 h 394759"/>
                <a:gd name="connsiteX2" fmla="*/ 289 w 68837"/>
                <a:gd name="connsiteY2" fmla="*/ 33614 h 394759"/>
                <a:gd name="connsiteX3" fmla="*/ 33761 w 68837"/>
                <a:gd name="connsiteY3" fmla="*/ 67143 h 394759"/>
                <a:gd name="connsiteX4" fmla="*/ 67232 w 68837"/>
                <a:gd name="connsiteY4" fmla="*/ 33614 h 394759"/>
                <a:gd name="connsiteX5" fmla="*/ 55233 w 68837"/>
                <a:gd name="connsiteY5" fmla="*/ 265788 h 394759"/>
                <a:gd name="connsiteX6" fmla="*/ 14815 w 68837"/>
                <a:gd name="connsiteY6" fmla="*/ 379661 h 394759"/>
                <a:gd name="connsiteX7" fmla="*/ 10394 w 68837"/>
                <a:gd name="connsiteY7" fmla="*/ 387885 h 394759"/>
                <a:gd name="connsiteX8" fmla="*/ 16709 w 68837"/>
                <a:gd name="connsiteY8" fmla="*/ 394844 h 394759"/>
                <a:gd name="connsiteX9" fmla="*/ 69127 w 68837"/>
                <a:gd name="connsiteY9" fmla="*/ 270849 h 394759"/>
                <a:gd name="connsiteX10" fmla="*/ 33761 w 68837"/>
                <a:gd name="connsiteY10" fmla="*/ 205689 h 394759"/>
                <a:gd name="connsiteX11" fmla="*/ 289 w 68837"/>
                <a:gd name="connsiteY11" fmla="*/ 239218 h 394759"/>
                <a:gd name="connsiteX12" fmla="*/ 33761 w 68837"/>
                <a:gd name="connsiteY12" fmla="*/ 272747 h 394759"/>
                <a:gd name="connsiteX13" fmla="*/ 38813 w 68837"/>
                <a:gd name="connsiteY13" fmla="*/ 272115 h 394759"/>
                <a:gd name="connsiteX14" fmla="*/ 55233 w 68837"/>
                <a:gd name="connsiteY14" fmla="*/ 265788 h 39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8837" h="394759">
                  <a:moveTo>
                    <a:pt x="67232" y="33614"/>
                  </a:moveTo>
                  <a:cubicBezTo>
                    <a:pt x="67232" y="15268"/>
                    <a:pt x="52075" y="85"/>
                    <a:pt x="33761" y="85"/>
                  </a:cubicBezTo>
                  <a:cubicBezTo>
                    <a:pt x="15446" y="85"/>
                    <a:pt x="289" y="15268"/>
                    <a:pt x="289" y="33614"/>
                  </a:cubicBezTo>
                  <a:cubicBezTo>
                    <a:pt x="289" y="51960"/>
                    <a:pt x="15446" y="67143"/>
                    <a:pt x="33761" y="67143"/>
                  </a:cubicBezTo>
                  <a:cubicBezTo>
                    <a:pt x="52075" y="67143"/>
                    <a:pt x="67232" y="51960"/>
                    <a:pt x="67232" y="33614"/>
                  </a:cubicBezTo>
                  <a:close/>
                  <a:moveTo>
                    <a:pt x="55233" y="265788"/>
                  </a:moveTo>
                  <a:cubicBezTo>
                    <a:pt x="55233" y="283502"/>
                    <a:pt x="55233" y="332847"/>
                    <a:pt x="14815" y="379661"/>
                  </a:cubicBezTo>
                  <a:cubicBezTo>
                    <a:pt x="10394" y="384722"/>
                    <a:pt x="10394" y="385988"/>
                    <a:pt x="10394" y="387885"/>
                  </a:cubicBezTo>
                  <a:cubicBezTo>
                    <a:pt x="10394" y="392314"/>
                    <a:pt x="13552" y="394844"/>
                    <a:pt x="16709" y="394844"/>
                  </a:cubicBezTo>
                  <a:cubicBezTo>
                    <a:pt x="23656" y="394844"/>
                    <a:pt x="69127" y="344234"/>
                    <a:pt x="69127" y="270849"/>
                  </a:cubicBezTo>
                  <a:cubicBezTo>
                    <a:pt x="69127" y="252503"/>
                    <a:pt x="67864" y="205689"/>
                    <a:pt x="33761" y="205689"/>
                  </a:cubicBezTo>
                  <a:cubicBezTo>
                    <a:pt x="11657" y="205689"/>
                    <a:pt x="289" y="222770"/>
                    <a:pt x="289" y="239218"/>
                  </a:cubicBezTo>
                  <a:cubicBezTo>
                    <a:pt x="289" y="255666"/>
                    <a:pt x="11025" y="272747"/>
                    <a:pt x="33761" y="272747"/>
                  </a:cubicBezTo>
                  <a:cubicBezTo>
                    <a:pt x="36918" y="272747"/>
                    <a:pt x="38181" y="272747"/>
                    <a:pt x="38813" y="272115"/>
                  </a:cubicBezTo>
                  <a:cubicBezTo>
                    <a:pt x="43234" y="271482"/>
                    <a:pt x="50181" y="270217"/>
                    <a:pt x="55233" y="265788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50BDB46-10E6-9196-8686-69B9D0AF41C9}"/>
                </a:ext>
              </a:extLst>
            </p:cNvPr>
            <p:cNvSpPr/>
            <p:nvPr/>
          </p:nvSpPr>
          <p:spPr>
            <a:xfrm>
              <a:off x="20324900" y="8307731"/>
              <a:ext cx="492598" cy="283417"/>
            </a:xfrm>
            <a:custGeom>
              <a:avLst/>
              <a:gdLst>
                <a:gd name="connsiteX0" fmla="*/ 449948 w 492598"/>
                <a:gd name="connsiteY0" fmla="*/ 43103 h 283417"/>
                <a:gd name="connsiteX1" fmla="*/ 492893 w 492598"/>
                <a:gd name="connsiteY1" fmla="*/ 29818 h 283417"/>
                <a:gd name="connsiteX2" fmla="*/ 492893 w 492598"/>
                <a:gd name="connsiteY2" fmla="*/ 85 h 283417"/>
                <a:gd name="connsiteX3" fmla="*/ 444264 w 492598"/>
                <a:gd name="connsiteY3" fmla="*/ 1983 h 283417"/>
                <a:gd name="connsiteX4" fmla="*/ 383637 w 492598"/>
                <a:gd name="connsiteY4" fmla="*/ 85 h 283417"/>
                <a:gd name="connsiteX5" fmla="*/ 383637 w 492598"/>
                <a:gd name="connsiteY5" fmla="*/ 29818 h 283417"/>
                <a:gd name="connsiteX6" fmla="*/ 420266 w 492598"/>
                <a:gd name="connsiteY6" fmla="*/ 37410 h 283417"/>
                <a:gd name="connsiteX7" fmla="*/ 417740 w 492598"/>
                <a:gd name="connsiteY7" fmla="*/ 45001 h 283417"/>
                <a:gd name="connsiteX8" fmla="*/ 351428 w 492598"/>
                <a:gd name="connsiteY8" fmla="*/ 206954 h 283417"/>
                <a:gd name="connsiteX9" fmla="*/ 279433 w 492598"/>
                <a:gd name="connsiteY9" fmla="*/ 29818 h 283417"/>
                <a:gd name="connsiteX10" fmla="*/ 314799 w 492598"/>
                <a:gd name="connsiteY10" fmla="*/ 29818 h 283417"/>
                <a:gd name="connsiteX11" fmla="*/ 314799 w 492598"/>
                <a:gd name="connsiteY11" fmla="*/ 85 h 283417"/>
                <a:gd name="connsiteX12" fmla="*/ 242804 w 492598"/>
                <a:gd name="connsiteY12" fmla="*/ 1983 h 283417"/>
                <a:gd name="connsiteX13" fmla="*/ 179650 w 492598"/>
                <a:gd name="connsiteY13" fmla="*/ 85 h 283417"/>
                <a:gd name="connsiteX14" fmla="*/ 179650 w 492598"/>
                <a:gd name="connsiteY14" fmla="*/ 29818 h 283417"/>
                <a:gd name="connsiteX15" fmla="*/ 216911 w 492598"/>
                <a:gd name="connsiteY15" fmla="*/ 29818 h 283417"/>
                <a:gd name="connsiteX16" fmla="*/ 230173 w 492598"/>
                <a:gd name="connsiteY16" fmla="*/ 63347 h 283417"/>
                <a:gd name="connsiteX17" fmla="*/ 227647 w 492598"/>
                <a:gd name="connsiteY17" fmla="*/ 71572 h 283417"/>
                <a:gd name="connsiteX18" fmla="*/ 177756 w 492598"/>
                <a:gd name="connsiteY18" fmla="*/ 193036 h 283417"/>
                <a:gd name="connsiteX19" fmla="*/ 111444 w 492598"/>
                <a:gd name="connsiteY19" fmla="*/ 29818 h 283417"/>
                <a:gd name="connsiteX20" fmla="*/ 146810 w 492598"/>
                <a:gd name="connsiteY20" fmla="*/ 29818 h 283417"/>
                <a:gd name="connsiteX21" fmla="*/ 146810 w 492598"/>
                <a:gd name="connsiteY21" fmla="*/ 85 h 283417"/>
                <a:gd name="connsiteX22" fmla="*/ 69131 w 492598"/>
                <a:gd name="connsiteY22" fmla="*/ 1983 h 283417"/>
                <a:gd name="connsiteX23" fmla="*/ 294 w 492598"/>
                <a:gd name="connsiteY23" fmla="*/ 85 h 283417"/>
                <a:gd name="connsiteX24" fmla="*/ 294 w 492598"/>
                <a:gd name="connsiteY24" fmla="*/ 29818 h 283417"/>
                <a:gd name="connsiteX25" fmla="*/ 37554 w 492598"/>
                <a:gd name="connsiteY25" fmla="*/ 29818 h 283417"/>
                <a:gd name="connsiteX26" fmla="*/ 134180 w 492598"/>
                <a:gd name="connsiteY26" fmla="*/ 266421 h 283417"/>
                <a:gd name="connsiteX27" fmla="*/ 156915 w 492598"/>
                <a:gd name="connsiteY27" fmla="*/ 283502 h 283417"/>
                <a:gd name="connsiteX28" fmla="*/ 179650 w 492598"/>
                <a:gd name="connsiteY28" fmla="*/ 266421 h 283417"/>
                <a:gd name="connsiteX29" fmla="*/ 246593 w 492598"/>
                <a:gd name="connsiteY29" fmla="*/ 102570 h 283417"/>
                <a:gd name="connsiteX30" fmla="*/ 313536 w 492598"/>
                <a:gd name="connsiteY30" fmla="*/ 266421 h 283417"/>
                <a:gd name="connsiteX31" fmla="*/ 336272 w 492598"/>
                <a:gd name="connsiteY31" fmla="*/ 283502 h 283417"/>
                <a:gd name="connsiteX32" fmla="*/ 359007 w 492598"/>
                <a:gd name="connsiteY32" fmla="*/ 266421 h 283417"/>
                <a:gd name="connsiteX33" fmla="*/ 449948 w 492598"/>
                <a:gd name="connsiteY33" fmla="*/ 43103 h 28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92598" h="283417">
                  <a:moveTo>
                    <a:pt x="449948" y="43103"/>
                  </a:moveTo>
                  <a:cubicBezTo>
                    <a:pt x="453106" y="34879"/>
                    <a:pt x="455632" y="29818"/>
                    <a:pt x="492893" y="29818"/>
                  </a:cubicBezTo>
                  <a:lnTo>
                    <a:pt x="492893" y="85"/>
                  </a:lnTo>
                  <a:cubicBezTo>
                    <a:pt x="478367" y="1350"/>
                    <a:pt x="459421" y="1983"/>
                    <a:pt x="444264" y="1983"/>
                  </a:cubicBezTo>
                  <a:cubicBezTo>
                    <a:pt x="427213" y="1983"/>
                    <a:pt x="397531" y="717"/>
                    <a:pt x="383637" y="85"/>
                  </a:cubicBezTo>
                  <a:lnTo>
                    <a:pt x="383637" y="29818"/>
                  </a:lnTo>
                  <a:cubicBezTo>
                    <a:pt x="389321" y="29818"/>
                    <a:pt x="420266" y="30451"/>
                    <a:pt x="420266" y="37410"/>
                  </a:cubicBezTo>
                  <a:cubicBezTo>
                    <a:pt x="420266" y="39308"/>
                    <a:pt x="418371" y="43103"/>
                    <a:pt x="417740" y="45001"/>
                  </a:cubicBezTo>
                  <a:lnTo>
                    <a:pt x="351428" y="206954"/>
                  </a:lnTo>
                  <a:lnTo>
                    <a:pt x="279433" y="29818"/>
                  </a:lnTo>
                  <a:lnTo>
                    <a:pt x="314799" y="29818"/>
                  </a:lnTo>
                  <a:lnTo>
                    <a:pt x="314799" y="85"/>
                  </a:lnTo>
                  <a:cubicBezTo>
                    <a:pt x="294590" y="717"/>
                    <a:pt x="261750" y="1983"/>
                    <a:pt x="242804" y="1983"/>
                  </a:cubicBezTo>
                  <a:cubicBezTo>
                    <a:pt x="216279" y="1983"/>
                    <a:pt x="189755" y="717"/>
                    <a:pt x="179650" y="85"/>
                  </a:cubicBezTo>
                  <a:lnTo>
                    <a:pt x="179650" y="29818"/>
                  </a:lnTo>
                  <a:lnTo>
                    <a:pt x="216911" y="29818"/>
                  </a:lnTo>
                  <a:cubicBezTo>
                    <a:pt x="230173" y="61450"/>
                    <a:pt x="230173" y="62715"/>
                    <a:pt x="230173" y="63347"/>
                  </a:cubicBezTo>
                  <a:cubicBezTo>
                    <a:pt x="230173" y="65878"/>
                    <a:pt x="228279" y="69674"/>
                    <a:pt x="227647" y="71572"/>
                  </a:cubicBezTo>
                  <a:lnTo>
                    <a:pt x="177756" y="193036"/>
                  </a:lnTo>
                  <a:lnTo>
                    <a:pt x="111444" y="29818"/>
                  </a:lnTo>
                  <a:lnTo>
                    <a:pt x="146810" y="29818"/>
                  </a:lnTo>
                  <a:lnTo>
                    <a:pt x="146810" y="85"/>
                  </a:lnTo>
                  <a:cubicBezTo>
                    <a:pt x="120917" y="1350"/>
                    <a:pt x="95024" y="1983"/>
                    <a:pt x="69131" y="1983"/>
                  </a:cubicBezTo>
                  <a:cubicBezTo>
                    <a:pt x="49554" y="1983"/>
                    <a:pt x="21766" y="717"/>
                    <a:pt x="294" y="85"/>
                  </a:cubicBezTo>
                  <a:lnTo>
                    <a:pt x="294" y="29818"/>
                  </a:lnTo>
                  <a:lnTo>
                    <a:pt x="37554" y="29818"/>
                  </a:lnTo>
                  <a:lnTo>
                    <a:pt x="134180" y="266421"/>
                  </a:lnTo>
                  <a:cubicBezTo>
                    <a:pt x="138600" y="277176"/>
                    <a:pt x="141126" y="283502"/>
                    <a:pt x="156915" y="283502"/>
                  </a:cubicBezTo>
                  <a:cubicBezTo>
                    <a:pt x="172703" y="283502"/>
                    <a:pt x="175229" y="277176"/>
                    <a:pt x="179650" y="266421"/>
                  </a:cubicBezTo>
                  <a:lnTo>
                    <a:pt x="246593" y="102570"/>
                  </a:lnTo>
                  <a:lnTo>
                    <a:pt x="313536" y="266421"/>
                  </a:lnTo>
                  <a:cubicBezTo>
                    <a:pt x="317957" y="277176"/>
                    <a:pt x="320483" y="283502"/>
                    <a:pt x="336272" y="283502"/>
                  </a:cubicBezTo>
                  <a:cubicBezTo>
                    <a:pt x="352060" y="283502"/>
                    <a:pt x="354586" y="277176"/>
                    <a:pt x="359007" y="266421"/>
                  </a:cubicBezTo>
                  <a:lnTo>
                    <a:pt x="449948" y="43103"/>
                  </a:ln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1135240-9B48-0509-30AC-F0482C3696EB}"/>
                </a:ext>
              </a:extLst>
            </p:cNvPr>
            <p:cNvSpPr/>
            <p:nvPr/>
          </p:nvSpPr>
          <p:spPr>
            <a:xfrm>
              <a:off x="20879721" y="8114147"/>
              <a:ext cx="146516" cy="632627"/>
            </a:xfrm>
            <a:custGeom>
              <a:avLst/>
              <a:gdLst>
                <a:gd name="connsiteX0" fmla="*/ 146819 w 146516"/>
                <a:gd name="connsiteY0" fmla="*/ 316399 h 632627"/>
                <a:gd name="connsiteX1" fmla="*/ 105137 w 146516"/>
                <a:gd name="connsiteY1" fmla="*/ 119019 h 632627"/>
                <a:gd name="connsiteX2" fmla="*/ 6618 w 146516"/>
                <a:gd name="connsiteY2" fmla="*/ 85 h 632627"/>
                <a:gd name="connsiteX3" fmla="*/ 302 w 146516"/>
                <a:gd name="connsiteY3" fmla="*/ 6411 h 632627"/>
                <a:gd name="connsiteX4" fmla="*/ 12301 w 146516"/>
                <a:gd name="connsiteY4" fmla="*/ 20961 h 632627"/>
                <a:gd name="connsiteX5" fmla="*/ 110190 w 146516"/>
                <a:gd name="connsiteY5" fmla="*/ 316399 h 632627"/>
                <a:gd name="connsiteX6" fmla="*/ 8512 w 146516"/>
                <a:gd name="connsiteY6" fmla="*/ 615631 h 632627"/>
                <a:gd name="connsiteX7" fmla="*/ 302 w 146516"/>
                <a:gd name="connsiteY7" fmla="*/ 626386 h 632627"/>
                <a:gd name="connsiteX8" fmla="*/ 6618 w 146516"/>
                <a:gd name="connsiteY8" fmla="*/ 632712 h 632627"/>
                <a:gd name="connsiteX9" fmla="*/ 107032 w 146516"/>
                <a:gd name="connsiteY9" fmla="*/ 509350 h 632627"/>
                <a:gd name="connsiteX10" fmla="*/ 146819 w 146516"/>
                <a:gd name="connsiteY10" fmla="*/ 316399 h 632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516" h="632627">
                  <a:moveTo>
                    <a:pt x="146819" y="316399"/>
                  </a:moveTo>
                  <a:cubicBezTo>
                    <a:pt x="146819" y="267054"/>
                    <a:pt x="139872" y="190506"/>
                    <a:pt x="105137" y="119019"/>
                  </a:cubicBezTo>
                  <a:cubicBezTo>
                    <a:pt x="67245" y="41206"/>
                    <a:pt x="12933" y="85"/>
                    <a:pt x="6618" y="85"/>
                  </a:cubicBezTo>
                  <a:cubicBezTo>
                    <a:pt x="2828" y="85"/>
                    <a:pt x="302" y="2615"/>
                    <a:pt x="302" y="6411"/>
                  </a:cubicBezTo>
                  <a:cubicBezTo>
                    <a:pt x="302" y="8309"/>
                    <a:pt x="302" y="9574"/>
                    <a:pt x="12301" y="20961"/>
                  </a:cubicBezTo>
                  <a:cubicBezTo>
                    <a:pt x="74192" y="83592"/>
                    <a:pt x="110190" y="184179"/>
                    <a:pt x="110190" y="316399"/>
                  </a:cubicBezTo>
                  <a:cubicBezTo>
                    <a:pt x="110190" y="424578"/>
                    <a:pt x="86823" y="535920"/>
                    <a:pt x="8512" y="615631"/>
                  </a:cubicBezTo>
                  <a:cubicBezTo>
                    <a:pt x="302" y="623223"/>
                    <a:pt x="302" y="624488"/>
                    <a:pt x="302" y="626386"/>
                  </a:cubicBezTo>
                  <a:cubicBezTo>
                    <a:pt x="302" y="630182"/>
                    <a:pt x="2828" y="632712"/>
                    <a:pt x="6618" y="632712"/>
                  </a:cubicBezTo>
                  <a:cubicBezTo>
                    <a:pt x="12933" y="632712"/>
                    <a:pt x="69771" y="589694"/>
                    <a:pt x="107032" y="509350"/>
                  </a:cubicBezTo>
                  <a:cubicBezTo>
                    <a:pt x="139240" y="439761"/>
                    <a:pt x="146819" y="369539"/>
                    <a:pt x="146819" y="316399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</p:grpSp>
      <p:sp>
        <p:nvSpPr>
          <p:cNvPr id="9" name="Graphic 104 1" descr="\documentclass{article}&#10;\usepackage{amsmath,bm,amssymb}&#10;\pagestyle{empty}&#10;\begin{document}&#10;&#10;\newcommand{\score}{\textrm{score}}&#10;\newcommand{\classify}{\textrm{classify}}&#10;\newcommand{\bx}{\mathbf{x}}&#10;&#10;\begin{align*}&#10;\mathbf{x}&#10;\end{align*}&#10;&#10;&#10;\end{document}" title="IguanaTex Vector Display">
            <a:extLst>
              <a:ext uri="{FF2B5EF4-FFF2-40B4-BE49-F238E27FC236}">
                <a16:creationId xmlns:a16="http://schemas.microsoft.com/office/drawing/2014/main" id="{9D3651DC-6593-F142-5824-A22CA7F403F5}"/>
              </a:ext>
            </a:extLst>
          </p:cNvPr>
          <p:cNvSpPr>
            <a:spLocks noChangeAspect="1"/>
          </p:cNvSpPr>
          <p:nvPr/>
        </p:nvSpPr>
        <p:spPr>
          <a:xfrm>
            <a:off x="1098559" y="5039823"/>
            <a:ext cx="199454" cy="176958"/>
          </a:xfrm>
          <a:custGeom>
            <a:avLst/>
            <a:gdLst>
              <a:gd name="connsiteX0" fmla="*/ 115015 w 199454"/>
              <a:gd name="connsiteY0" fmla="*/ 78999 h 176958"/>
              <a:gd name="connsiteX1" fmla="*/ 156464 w 199454"/>
              <a:gd name="connsiteY1" fmla="*/ 27186 h 176958"/>
              <a:gd name="connsiteX2" fmla="*/ 192600 w 199454"/>
              <a:gd name="connsiteY2" fmla="*/ 18817 h 176958"/>
              <a:gd name="connsiteX3" fmla="*/ 192600 w 199454"/>
              <a:gd name="connsiteY3" fmla="*/ 85 h 176958"/>
              <a:gd name="connsiteX4" fmla="*/ 160007 w 199454"/>
              <a:gd name="connsiteY4" fmla="*/ 1280 h 176958"/>
              <a:gd name="connsiteX5" fmla="*/ 123517 w 199454"/>
              <a:gd name="connsiteY5" fmla="*/ 85 h 176958"/>
              <a:gd name="connsiteX6" fmla="*/ 123517 w 199454"/>
              <a:gd name="connsiteY6" fmla="*/ 18817 h 176958"/>
              <a:gd name="connsiteX7" fmla="*/ 136979 w 199454"/>
              <a:gd name="connsiteY7" fmla="*/ 22404 h 176958"/>
              <a:gd name="connsiteX8" fmla="*/ 134145 w 199454"/>
              <a:gd name="connsiteY8" fmla="*/ 27186 h 176958"/>
              <a:gd name="connsiteX9" fmla="*/ 104386 w 199454"/>
              <a:gd name="connsiteY9" fmla="*/ 64651 h 176958"/>
              <a:gd name="connsiteX10" fmla="*/ 69668 w 199454"/>
              <a:gd name="connsiteY10" fmla="*/ 18817 h 176958"/>
              <a:gd name="connsiteX11" fmla="*/ 83839 w 199454"/>
              <a:gd name="connsiteY11" fmla="*/ 18817 h 176958"/>
              <a:gd name="connsiteX12" fmla="*/ 83839 w 199454"/>
              <a:gd name="connsiteY12" fmla="*/ 85 h 176958"/>
              <a:gd name="connsiteX13" fmla="*/ 40972 w 199454"/>
              <a:gd name="connsiteY13" fmla="*/ 1280 h 176958"/>
              <a:gd name="connsiteX14" fmla="*/ 2002 w 199454"/>
              <a:gd name="connsiteY14" fmla="*/ 85 h 176958"/>
              <a:gd name="connsiteX15" fmla="*/ 2002 w 199454"/>
              <a:gd name="connsiteY15" fmla="*/ 18817 h 176958"/>
              <a:gd name="connsiteX16" fmla="*/ 27155 w 199454"/>
              <a:gd name="connsiteY16" fmla="*/ 18817 h 176958"/>
              <a:gd name="connsiteX17" fmla="*/ 82422 w 199454"/>
              <a:gd name="connsiteY17" fmla="*/ 92151 h 176958"/>
              <a:gd name="connsiteX18" fmla="*/ 36012 w 199454"/>
              <a:gd name="connsiteY18" fmla="*/ 150739 h 176958"/>
              <a:gd name="connsiteX19" fmla="*/ 231 w 199454"/>
              <a:gd name="connsiteY19" fmla="*/ 158311 h 176958"/>
              <a:gd name="connsiteX20" fmla="*/ 231 w 199454"/>
              <a:gd name="connsiteY20" fmla="*/ 177043 h 176958"/>
              <a:gd name="connsiteX21" fmla="*/ 32824 w 199454"/>
              <a:gd name="connsiteY21" fmla="*/ 175848 h 176958"/>
              <a:gd name="connsiteX22" fmla="*/ 69314 w 199454"/>
              <a:gd name="connsiteY22" fmla="*/ 177043 h 176958"/>
              <a:gd name="connsiteX23" fmla="*/ 69314 w 199454"/>
              <a:gd name="connsiteY23" fmla="*/ 158311 h 176958"/>
              <a:gd name="connsiteX24" fmla="*/ 56205 w 199454"/>
              <a:gd name="connsiteY24" fmla="*/ 153927 h 176958"/>
              <a:gd name="connsiteX25" fmla="*/ 58685 w 199454"/>
              <a:gd name="connsiteY25" fmla="*/ 149941 h 176958"/>
              <a:gd name="connsiteX26" fmla="*/ 93050 w 199454"/>
              <a:gd name="connsiteY26" fmla="*/ 106499 h 176958"/>
              <a:gd name="connsiteX27" fmla="*/ 132020 w 199454"/>
              <a:gd name="connsiteY27" fmla="*/ 158311 h 176958"/>
              <a:gd name="connsiteX28" fmla="*/ 118203 w 199454"/>
              <a:gd name="connsiteY28" fmla="*/ 158311 h 176958"/>
              <a:gd name="connsiteX29" fmla="*/ 118203 w 199454"/>
              <a:gd name="connsiteY29" fmla="*/ 177043 h 176958"/>
              <a:gd name="connsiteX30" fmla="*/ 160716 w 199454"/>
              <a:gd name="connsiteY30" fmla="*/ 175848 h 176958"/>
              <a:gd name="connsiteX31" fmla="*/ 199685 w 199454"/>
              <a:gd name="connsiteY31" fmla="*/ 177043 h 176958"/>
              <a:gd name="connsiteX32" fmla="*/ 199685 w 199454"/>
              <a:gd name="connsiteY32" fmla="*/ 158311 h 176958"/>
              <a:gd name="connsiteX33" fmla="*/ 174532 w 199454"/>
              <a:gd name="connsiteY33" fmla="*/ 158311 h 176958"/>
              <a:gd name="connsiteX34" fmla="*/ 115015 w 199454"/>
              <a:gd name="connsiteY34" fmla="*/ 78999 h 176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99454" h="176958">
                <a:moveTo>
                  <a:pt x="115015" y="78999"/>
                </a:moveTo>
                <a:lnTo>
                  <a:pt x="156464" y="27186"/>
                </a:lnTo>
                <a:cubicBezTo>
                  <a:pt x="161070" y="21607"/>
                  <a:pt x="163196" y="18817"/>
                  <a:pt x="192600" y="18817"/>
                </a:cubicBezTo>
                <a:lnTo>
                  <a:pt x="192600" y="85"/>
                </a:lnTo>
                <a:cubicBezTo>
                  <a:pt x="180201" y="882"/>
                  <a:pt x="161778" y="1280"/>
                  <a:pt x="160007" y="1280"/>
                </a:cubicBezTo>
                <a:cubicBezTo>
                  <a:pt x="151150" y="1280"/>
                  <a:pt x="133437" y="483"/>
                  <a:pt x="123517" y="85"/>
                </a:cubicBezTo>
                <a:lnTo>
                  <a:pt x="123517" y="18817"/>
                </a:lnTo>
                <a:cubicBezTo>
                  <a:pt x="128477" y="18817"/>
                  <a:pt x="132728" y="19614"/>
                  <a:pt x="136979" y="22404"/>
                </a:cubicBezTo>
                <a:cubicBezTo>
                  <a:pt x="135562" y="24795"/>
                  <a:pt x="135562" y="25592"/>
                  <a:pt x="134145" y="27186"/>
                </a:cubicBezTo>
                <a:lnTo>
                  <a:pt x="104386" y="64651"/>
                </a:lnTo>
                <a:lnTo>
                  <a:pt x="69668" y="18817"/>
                </a:lnTo>
                <a:lnTo>
                  <a:pt x="83839" y="18817"/>
                </a:lnTo>
                <a:lnTo>
                  <a:pt x="83839" y="85"/>
                </a:lnTo>
                <a:cubicBezTo>
                  <a:pt x="74628" y="483"/>
                  <a:pt x="52309" y="1280"/>
                  <a:pt x="40972" y="1280"/>
                </a:cubicBezTo>
                <a:cubicBezTo>
                  <a:pt x="29635" y="1280"/>
                  <a:pt x="13693" y="483"/>
                  <a:pt x="2002" y="85"/>
                </a:cubicBezTo>
                <a:lnTo>
                  <a:pt x="2002" y="18817"/>
                </a:lnTo>
                <a:lnTo>
                  <a:pt x="27155" y="18817"/>
                </a:lnTo>
                <a:lnTo>
                  <a:pt x="82422" y="92151"/>
                </a:lnTo>
                <a:lnTo>
                  <a:pt x="36012" y="150739"/>
                </a:lnTo>
                <a:cubicBezTo>
                  <a:pt x="29989" y="158311"/>
                  <a:pt x="17236" y="158311"/>
                  <a:pt x="231" y="158311"/>
                </a:cubicBezTo>
                <a:lnTo>
                  <a:pt x="231" y="177043"/>
                </a:lnTo>
                <a:cubicBezTo>
                  <a:pt x="12630" y="176246"/>
                  <a:pt x="31052" y="175848"/>
                  <a:pt x="32824" y="175848"/>
                </a:cubicBezTo>
                <a:cubicBezTo>
                  <a:pt x="41680" y="175848"/>
                  <a:pt x="62228" y="176645"/>
                  <a:pt x="69314" y="177043"/>
                </a:cubicBezTo>
                <a:lnTo>
                  <a:pt x="69314" y="158311"/>
                </a:lnTo>
                <a:cubicBezTo>
                  <a:pt x="62937" y="158311"/>
                  <a:pt x="56205" y="156318"/>
                  <a:pt x="56205" y="153927"/>
                </a:cubicBezTo>
                <a:cubicBezTo>
                  <a:pt x="56205" y="153529"/>
                  <a:pt x="56205" y="153130"/>
                  <a:pt x="58685" y="149941"/>
                </a:cubicBezTo>
                <a:lnTo>
                  <a:pt x="93050" y="106499"/>
                </a:lnTo>
                <a:lnTo>
                  <a:pt x="132020" y="158311"/>
                </a:lnTo>
                <a:lnTo>
                  <a:pt x="118203" y="158311"/>
                </a:lnTo>
                <a:lnTo>
                  <a:pt x="118203" y="177043"/>
                </a:lnTo>
                <a:cubicBezTo>
                  <a:pt x="127414" y="176645"/>
                  <a:pt x="149025" y="175848"/>
                  <a:pt x="160716" y="175848"/>
                </a:cubicBezTo>
                <a:cubicBezTo>
                  <a:pt x="172052" y="175848"/>
                  <a:pt x="187994" y="176645"/>
                  <a:pt x="199685" y="177043"/>
                </a:cubicBezTo>
                <a:lnTo>
                  <a:pt x="199685" y="158311"/>
                </a:lnTo>
                <a:lnTo>
                  <a:pt x="174532" y="158311"/>
                </a:lnTo>
                <a:lnTo>
                  <a:pt x="115015" y="78999"/>
                </a:lnTo>
                <a:close/>
              </a:path>
            </a:pathLst>
          </a:custGeom>
          <a:solidFill>
            <a:srgbClr val="000000"/>
          </a:solidFill>
          <a:ln w="349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1600">
              <a:latin typeface="Nunito" pitchFamily="2" charset="0"/>
            </a:endParaRPr>
          </a:p>
        </p:txBody>
      </p:sp>
      <p:sp>
        <p:nvSpPr>
          <p:cNvPr id="10" name="Graphic 108" descr="\documentclass{article}&#10;\usepackage{amsmath,bm,amssymb}&#10;\pagestyle{empty}&#10;\begin{document}&#10;&#10;\newcommand{\score}{\textrm{score}}&#10;\newcommand{\classify}{\textrm{classify}}&#10;\newcommand{\bx}{\mathbf{x}}&#10;&#10;\begin{align*}&#10;\bm{y}&#10;\end{align*}&#10;&#10;&#10;\end{document}" title="IguanaTex Vector Display">
            <a:extLst>
              <a:ext uri="{FF2B5EF4-FFF2-40B4-BE49-F238E27FC236}">
                <a16:creationId xmlns:a16="http://schemas.microsoft.com/office/drawing/2014/main" id="{8D32BC68-C0C8-EC93-78E6-43BEE4E5D513}"/>
              </a:ext>
            </a:extLst>
          </p:cNvPr>
          <p:cNvSpPr>
            <a:spLocks noChangeAspect="1"/>
          </p:cNvSpPr>
          <p:nvPr/>
        </p:nvSpPr>
        <p:spPr>
          <a:xfrm>
            <a:off x="1098559" y="5542985"/>
            <a:ext cx="194849" cy="231693"/>
          </a:xfrm>
          <a:custGeom>
            <a:avLst/>
            <a:gdLst>
              <a:gd name="connsiteX0" fmla="*/ 193308 w 194849"/>
              <a:gd name="connsiteY0" fmla="*/ 26655 h 231693"/>
              <a:gd name="connsiteX1" fmla="*/ 195080 w 194849"/>
              <a:gd name="connsiteY1" fmla="*/ 18507 h 231693"/>
              <a:gd name="connsiteX2" fmla="*/ 178429 w 194849"/>
              <a:gd name="connsiteY2" fmla="*/ 2919 h 231693"/>
              <a:gd name="connsiteX3" fmla="*/ 153276 w 194849"/>
              <a:gd name="connsiteY3" fmla="*/ 29135 h 231693"/>
              <a:gd name="connsiteX4" fmla="*/ 144065 w 194849"/>
              <a:gd name="connsiteY4" fmla="*/ 65979 h 231693"/>
              <a:gd name="connsiteX5" fmla="*/ 129185 w 194849"/>
              <a:gd name="connsiteY5" fmla="*/ 124788 h 231693"/>
              <a:gd name="connsiteX6" fmla="*/ 115369 w 194849"/>
              <a:gd name="connsiteY6" fmla="*/ 141793 h 231693"/>
              <a:gd name="connsiteX7" fmla="*/ 91278 w 194849"/>
              <a:gd name="connsiteY7" fmla="*/ 150296 h 231693"/>
              <a:gd name="connsiteX8" fmla="*/ 70022 w 194849"/>
              <a:gd name="connsiteY8" fmla="*/ 124434 h 231693"/>
              <a:gd name="connsiteX9" fmla="*/ 90924 w 194849"/>
              <a:gd name="connsiteY9" fmla="*/ 49683 h 231693"/>
              <a:gd name="connsiteX10" fmla="*/ 95530 w 194849"/>
              <a:gd name="connsiteY10" fmla="*/ 31969 h 231693"/>
              <a:gd name="connsiteX11" fmla="*/ 55497 w 194849"/>
              <a:gd name="connsiteY11" fmla="*/ 85 h 231693"/>
              <a:gd name="connsiteX12" fmla="*/ 230 w 194849"/>
              <a:gd name="connsiteY12" fmla="*/ 55351 h 231693"/>
              <a:gd name="connsiteX13" fmla="*/ 8733 w 194849"/>
              <a:gd name="connsiteY13" fmla="*/ 60311 h 231693"/>
              <a:gd name="connsiteX14" fmla="*/ 16881 w 194849"/>
              <a:gd name="connsiteY14" fmla="*/ 55705 h 231693"/>
              <a:gd name="connsiteX15" fmla="*/ 53371 w 194849"/>
              <a:gd name="connsiteY15" fmla="*/ 12838 h 231693"/>
              <a:gd name="connsiteX16" fmla="*/ 59394 w 194849"/>
              <a:gd name="connsiteY16" fmla="*/ 20278 h 231693"/>
              <a:gd name="connsiteX17" fmla="*/ 53371 w 194849"/>
              <a:gd name="connsiteY17" fmla="*/ 43306 h 231693"/>
              <a:gd name="connsiteX18" fmla="*/ 32115 w 194849"/>
              <a:gd name="connsiteY18" fmla="*/ 116994 h 231693"/>
              <a:gd name="connsiteX19" fmla="*/ 88444 w 194849"/>
              <a:gd name="connsiteY19" fmla="*/ 163050 h 231693"/>
              <a:gd name="connsiteX20" fmla="*/ 122454 w 194849"/>
              <a:gd name="connsiteY20" fmla="*/ 152421 h 231693"/>
              <a:gd name="connsiteX21" fmla="*/ 61519 w 194849"/>
              <a:gd name="connsiteY21" fmla="*/ 219024 h 231693"/>
              <a:gd name="connsiteX22" fmla="*/ 39909 w 194849"/>
              <a:gd name="connsiteY22" fmla="*/ 214065 h 231693"/>
              <a:gd name="connsiteX23" fmla="*/ 56914 w 194849"/>
              <a:gd name="connsiteY23" fmla="*/ 190328 h 231693"/>
              <a:gd name="connsiteX24" fmla="*/ 39555 w 194849"/>
              <a:gd name="connsiteY24" fmla="*/ 174032 h 231693"/>
              <a:gd name="connsiteX25" fmla="*/ 14047 w 194849"/>
              <a:gd name="connsiteY25" fmla="*/ 200957 h 231693"/>
              <a:gd name="connsiteX26" fmla="*/ 61519 w 194849"/>
              <a:gd name="connsiteY26" fmla="*/ 231778 h 231693"/>
              <a:gd name="connsiteX27" fmla="*/ 160007 w 194849"/>
              <a:gd name="connsiteY27" fmla="*/ 160570 h 231693"/>
              <a:gd name="connsiteX28" fmla="*/ 193308 w 194849"/>
              <a:gd name="connsiteY28" fmla="*/ 26655 h 231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94849" h="231693">
                <a:moveTo>
                  <a:pt x="193308" y="26655"/>
                </a:moveTo>
                <a:cubicBezTo>
                  <a:pt x="195080" y="20278"/>
                  <a:pt x="195080" y="19570"/>
                  <a:pt x="195080" y="18507"/>
                </a:cubicBezTo>
                <a:cubicBezTo>
                  <a:pt x="195080" y="10713"/>
                  <a:pt x="189411" y="2919"/>
                  <a:pt x="178429" y="2919"/>
                </a:cubicBezTo>
                <a:cubicBezTo>
                  <a:pt x="160007" y="2919"/>
                  <a:pt x="155756" y="19570"/>
                  <a:pt x="153276" y="29135"/>
                </a:cubicBezTo>
                <a:lnTo>
                  <a:pt x="144065" y="65979"/>
                </a:lnTo>
                <a:cubicBezTo>
                  <a:pt x="139813" y="82984"/>
                  <a:pt x="133082" y="110263"/>
                  <a:pt x="129185" y="124788"/>
                </a:cubicBezTo>
                <a:cubicBezTo>
                  <a:pt x="127414" y="132582"/>
                  <a:pt x="116432" y="141085"/>
                  <a:pt x="115369" y="141793"/>
                </a:cubicBezTo>
                <a:cubicBezTo>
                  <a:pt x="111472" y="144273"/>
                  <a:pt x="102969" y="150296"/>
                  <a:pt x="91278" y="150296"/>
                </a:cubicBezTo>
                <a:cubicBezTo>
                  <a:pt x="70376" y="150296"/>
                  <a:pt x="70022" y="132582"/>
                  <a:pt x="70022" y="124434"/>
                </a:cubicBezTo>
                <a:cubicBezTo>
                  <a:pt x="70022" y="102823"/>
                  <a:pt x="81004" y="75190"/>
                  <a:pt x="90924" y="49683"/>
                </a:cubicBezTo>
                <a:cubicBezTo>
                  <a:pt x="94467" y="40472"/>
                  <a:pt x="95530" y="37992"/>
                  <a:pt x="95530" y="31969"/>
                </a:cubicBezTo>
                <a:cubicBezTo>
                  <a:pt x="95530" y="11421"/>
                  <a:pt x="74982" y="85"/>
                  <a:pt x="55497" y="85"/>
                </a:cubicBezTo>
                <a:cubicBezTo>
                  <a:pt x="17944" y="85"/>
                  <a:pt x="230" y="48266"/>
                  <a:pt x="230" y="55351"/>
                </a:cubicBezTo>
                <a:cubicBezTo>
                  <a:pt x="230" y="60311"/>
                  <a:pt x="5545" y="60311"/>
                  <a:pt x="8733" y="60311"/>
                </a:cubicBezTo>
                <a:cubicBezTo>
                  <a:pt x="12984" y="60311"/>
                  <a:pt x="15464" y="60311"/>
                  <a:pt x="16881" y="55705"/>
                </a:cubicBezTo>
                <a:cubicBezTo>
                  <a:pt x="28572" y="16381"/>
                  <a:pt x="48057" y="12838"/>
                  <a:pt x="53371" y="12838"/>
                </a:cubicBezTo>
                <a:cubicBezTo>
                  <a:pt x="55851" y="12838"/>
                  <a:pt x="59394" y="12838"/>
                  <a:pt x="59394" y="20278"/>
                </a:cubicBezTo>
                <a:cubicBezTo>
                  <a:pt x="59394" y="28426"/>
                  <a:pt x="55497" y="37637"/>
                  <a:pt x="53371" y="43306"/>
                </a:cubicBezTo>
                <a:cubicBezTo>
                  <a:pt x="39555" y="78733"/>
                  <a:pt x="32115" y="98926"/>
                  <a:pt x="32115" y="116994"/>
                </a:cubicBezTo>
                <a:cubicBezTo>
                  <a:pt x="32115" y="157381"/>
                  <a:pt x="67542" y="163050"/>
                  <a:pt x="88444" y="163050"/>
                </a:cubicBezTo>
                <a:cubicBezTo>
                  <a:pt x="97301" y="163050"/>
                  <a:pt x="109346" y="161632"/>
                  <a:pt x="122454" y="152421"/>
                </a:cubicBezTo>
                <a:cubicBezTo>
                  <a:pt x="112535" y="195997"/>
                  <a:pt x="85964" y="219024"/>
                  <a:pt x="61519" y="219024"/>
                </a:cubicBezTo>
                <a:cubicBezTo>
                  <a:pt x="56914" y="219024"/>
                  <a:pt x="46994" y="218316"/>
                  <a:pt x="39909" y="214065"/>
                </a:cubicBezTo>
                <a:cubicBezTo>
                  <a:pt x="51246" y="209459"/>
                  <a:pt x="56914" y="199894"/>
                  <a:pt x="56914" y="190328"/>
                </a:cubicBezTo>
                <a:cubicBezTo>
                  <a:pt x="56914" y="177575"/>
                  <a:pt x="46640" y="174032"/>
                  <a:pt x="39555" y="174032"/>
                </a:cubicBezTo>
                <a:cubicBezTo>
                  <a:pt x="26447" y="174032"/>
                  <a:pt x="14047" y="185369"/>
                  <a:pt x="14047" y="200957"/>
                </a:cubicBezTo>
                <a:cubicBezTo>
                  <a:pt x="14047" y="219024"/>
                  <a:pt x="32823" y="231778"/>
                  <a:pt x="61519" y="231778"/>
                </a:cubicBezTo>
                <a:cubicBezTo>
                  <a:pt x="102261" y="231778"/>
                  <a:pt x="149025" y="204499"/>
                  <a:pt x="160007" y="160570"/>
                </a:cubicBezTo>
                <a:lnTo>
                  <a:pt x="193308" y="26655"/>
                </a:lnTo>
                <a:close/>
              </a:path>
            </a:pathLst>
          </a:custGeom>
          <a:solidFill>
            <a:srgbClr val="000000"/>
          </a:solidFill>
          <a:ln w="3492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1600">
              <a:latin typeface="Nunito" pitchFamily="2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5157EAC1-BADE-7142-F2EE-783898BE570F}"/>
              </a:ext>
            </a:extLst>
          </p:cNvPr>
          <p:cNvSpPr>
            <a:spLocks noGrp="1"/>
          </p:cNvSpPr>
          <p:nvPr/>
        </p:nvSpPr>
        <p:spPr>
          <a:xfrm>
            <a:off x="838200" y="17552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Nunito" pitchFamily="2" charset="0"/>
            </a:endParaRPr>
          </a:p>
          <a:p>
            <a:endParaRPr lang="en-US" sz="2400" dirty="0">
              <a:latin typeface="Nunito" pitchFamily="2" charset="0"/>
            </a:endParaRPr>
          </a:p>
          <a:p>
            <a:endParaRPr lang="en-US" sz="2400" dirty="0">
              <a:latin typeface="Nunito" pitchFamily="2" charset="0"/>
            </a:endParaRPr>
          </a:p>
          <a:p>
            <a:endParaRPr lang="en-US" sz="2400" dirty="0">
              <a:latin typeface="Nunito" pitchFamily="2" charset="0"/>
            </a:endParaRPr>
          </a:p>
          <a:p>
            <a:endParaRPr lang="en-US" sz="2400" dirty="0">
              <a:latin typeface="Nunito" pitchFamily="2" charset="0"/>
            </a:endParaRPr>
          </a:p>
          <a:p>
            <a:endParaRPr lang="en-US" sz="2400" dirty="0">
              <a:latin typeface="Nunito" pitchFamily="2" charset="0"/>
            </a:endParaRPr>
          </a:p>
          <a:p>
            <a:endParaRPr lang="en-US" sz="2400" dirty="0">
              <a:latin typeface="Nunito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Nunito" pitchFamily="2" charset="0"/>
              </a:rPr>
              <a:t>      : sentence</a:t>
            </a:r>
          </a:p>
          <a:p>
            <a:pPr marL="0" indent="0">
              <a:buNone/>
            </a:pPr>
            <a:r>
              <a:rPr lang="en-US" sz="2400" dirty="0">
                <a:latin typeface="Nunito" pitchFamily="2" charset="0"/>
              </a:rPr>
              <a:t>      : constituent parse tree</a:t>
            </a:r>
          </a:p>
        </p:txBody>
      </p:sp>
    </p:spTree>
    <p:extLst>
      <p:ext uri="{BB962C8B-B14F-4D97-AF65-F5344CB8AC3E}">
        <p14:creationId xmlns:p14="http://schemas.microsoft.com/office/powerpoint/2010/main" val="4206860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61425-8D49-8AC8-8C60-01E4F433A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Constituency Parsing: Modeling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BF2BA-92A6-154C-8721-DD9E9D19A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18</a:t>
            </a:fld>
            <a:endParaRPr lang="en-CA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Speech Bubble: Rectangle with Corners Rounded 4">
                <a:extLst>
                  <a:ext uri="{FF2B5EF4-FFF2-40B4-BE49-F238E27FC236}">
                    <a16:creationId xmlns:a16="http://schemas.microsoft.com/office/drawing/2014/main" id="{83989A2A-A60F-D873-3016-E1281F8CFC6B}"/>
                  </a:ext>
                </a:extLst>
              </p:cNvPr>
              <p:cNvSpPr/>
              <p:nvPr/>
            </p:nvSpPr>
            <p:spPr>
              <a:xfrm>
                <a:off x="6017578" y="1576949"/>
                <a:ext cx="4976136" cy="652462"/>
              </a:xfrm>
              <a:prstGeom prst="wedgeRoundRectCallout">
                <a:avLst>
                  <a:gd name="adj1" fmla="val -13447"/>
                  <a:gd name="adj2" fmla="val 132015"/>
                  <a:gd name="adj3" fmla="val 16667"/>
                </a:avLst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CA" sz="2400" dirty="0">
                    <a:latin typeface="Nunito" pitchFamily="2" charset="0"/>
                  </a:rPr>
                  <a:t>Modeling: define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sz="2400" b="0" i="0" smtClean="0">
                        <a:latin typeface="Cambria Math" panose="02040503050406030204" pitchFamily="18" charset="0"/>
                      </a:rPr>
                      <m:t>score</m:t>
                    </m:r>
                  </m:oMath>
                </a14:m>
                <a:r>
                  <a:rPr lang="en-CA" sz="2400" dirty="0">
                    <a:latin typeface="Nunito" pitchFamily="2" charset="0"/>
                  </a:rPr>
                  <a:t> function</a:t>
                </a:r>
              </a:p>
            </p:txBody>
          </p:sp>
        </mc:Choice>
        <mc:Fallback>
          <p:sp>
            <p:nvSpPr>
              <p:cNvPr id="5" name="Speech Bubble: Rectangle with Corners Rounded 4">
                <a:extLst>
                  <a:ext uri="{FF2B5EF4-FFF2-40B4-BE49-F238E27FC236}">
                    <a16:creationId xmlns:a16="http://schemas.microsoft.com/office/drawing/2014/main" id="{83989A2A-A60F-D873-3016-E1281F8CFC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578" y="1576949"/>
                <a:ext cx="4976136" cy="652462"/>
              </a:xfrm>
              <a:prstGeom prst="wedgeRoundRectCallout">
                <a:avLst>
                  <a:gd name="adj1" fmla="val -13447"/>
                  <a:gd name="adj2" fmla="val 132015"/>
                  <a:gd name="adj3" fmla="val 16667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 descr="\documentclass{article}&#10;\usepackage{amsmath,bm,amssymb}&#10;\pagestyle{empty}&#10;\begin{document}&#10;&#10;\newcommand{\score}{\textrm{score}}&#10;\newcommand{\classify}{\textrm{classify}}&#10;\newcommand{\bx}{\mathbf{x}}&#10;&#10;\begin{align*}&#10;\text{score}(\mathbf{x}, \bm{y}; \mathbf{w}) = \sum_{s \in \bm{y}} \text{span-score}(s;\mathbf{x}, \mathbf{w})&#10;\end{align*}&#10;&#10;&#10;\end{document}" title="IguanaTex Vector Display">
            <a:extLst>
              <a:ext uri="{FF2B5EF4-FFF2-40B4-BE49-F238E27FC236}">
                <a16:creationId xmlns:a16="http://schemas.microsoft.com/office/drawing/2014/main" id="{7D696654-B995-BB97-1803-D8C78F60C9A2}"/>
              </a:ext>
            </a:extLst>
          </p:cNvPr>
          <p:cNvGrpSpPr>
            <a:grpSpLocks noChangeAspect="1"/>
          </p:cNvGrpSpPr>
          <p:nvPr/>
        </p:nvGrpSpPr>
        <p:grpSpPr>
          <a:xfrm>
            <a:off x="3118021" y="4822713"/>
            <a:ext cx="5955958" cy="802700"/>
            <a:chOff x="6185654" y="7404634"/>
            <a:chExt cx="5955958" cy="802700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29E41C8-1C18-65BA-2DE3-AC3D6B32B810}"/>
                </a:ext>
              </a:extLst>
            </p:cNvPr>
            <p:cNvSpPr/>
            <p:nvPr/>
          </p:nvSpPr>
          <p:spPr>
            <a:xfrm>
              <a:off x="6185654" y="7584414"/>
              <a:ext cx="115675" cy="164378"/>
            </a:xfrm>
            <a:custGeom>
              <a:avLst/>
              <a:gdLst>
                <a:gd name="connsiteX0" fmla="*/ 62055 w 115675"/>
                <a:gd name="connsiteY0" fmla="*/ 91048 h 164378"/>
                <a:gd name="connsiteX1" fmla="*/ 98845 w 115675"/>
                <a:gd name="connsiteY1" fmla="*/ 123995 h 164378"/>
                <a:gd name="connsiteX2" fmla="*/ 58871 w 115675"/>
                <a:gd name="connsiteY2" fmla="*/ 156584 h 164378"/>
                <a:gd name="connsiteX3" fmla="*/ 9700 w 115675"/>
                <a:gd name="connsiteY3" fmla="*/ 105731 h 164378"/>
                <a:gd name="connsiteX4" fmla="*/ 4748 w 115675"/>
                <a:gd name="connsiteY4" fmla="*/ 99643 h 164378"/>
                <a:gd name="connsiteX5" fmla="*/ 149 w 115675"/>
                <a:gd name="connsiteY5" fmla="*/ 108596 h 164378"/>
                <a:gd name="connsiteX6" fmla="*/ 149 w 115675"/>
                <a:gd name="connsiteY6" fmla="*/ 155868 h 164378"/>
                <a:gd name="connsiteX7" fmla="*/ 4040 w 115675"/>
                <a:gd name="connsiteY7" fmla="*/ 164463 h 164378"/>
                <a:gd name="connsiteX8" fmla="*/ 12884 w 115675"/>
                <a:gd name="connsiteY8" fmla="*/ 157300 h 164378"/>
                <a:gd name="connsiteX9" fmla="*/ 19959 w 115675"/>
                <a:gd name="connsiteY9" fmla="*/ 149064 h 164378"/>
                <a:gd name="connsiteX10" fmla="*/ 58871 w 115675"/>
                <a:gd name="connsiteY10" fmla="*/ 164463 h 164378"/>
                <a:gd name="connsiteX11" fmla="*/ 115824 w 115675"/>
                <a:gd name="connsiteY11" fmla="*/ 114684 h 164378"/>
                <a:gd name="connsiteX12" fmla="*/ 100967 w 115675"/>
                <a:gd name="connsiteY12" fmla="*/ 80662 h 164378"/>
                <a:gd name="connsiteX13" fmla="*/ 60640 w 115675"/>
                <a:gd name="connsiteY13" fmla="*/ 63472 h 164378"/>
                <a:gd name="connsiteX14" fmla="*/ 17129 w 115675"/>
                <a:gd name="connsiteY14" fmla="*/ 34106 h 164378"/>
                <a:gd name="connsiteX15" fmla="*/ 56749 w 115675"/>
                <a:gd name="connsiteY15" fmla="*/ 6889 h 164378"/>
                <a:gd name="connsiteX16" fmla="*/ 98137 w 115675"/>
                <a:gd name="connsiteY16" fmla="*/ 50222 h 164378"/>
                <a:gd name="connsiteX17" fmla="*/ 102382 w 115675"/>
                <a:gd name="connsiteY17" fmla="*/ 53445 h 164378"/>
                <a:gd name="connsiteX18" fmla="*/ 106981 w 115675"/>
                <a:gd name="connsiteY18" fmla="*/ 44850 h 164378"/>
                <a:gd name="connsiteX19" fmla="*/ 106981 w 115675"/>
                <a:gd name="connsiteY19" fmla="*/ 8680 h 164378"/>
                <a:gd name="connsiteX20" fmla="*/ 103090 w 115675"/>
                <a:gd name="connsiteY20" fmla="*/ 85 h 164378"/>
                <a:gd name="connsiteX21" fmla="*/ 96015 w 115675"/>
                <a:gd name="connsiteY21" fmla="*/ 4382 h 164378"/>
                <a:gd name="connsiteX22" fmla="*/ 90001 w 115675"/>
                <a:gd name="connsiteY22" fmla="*/ 10112 h 164378"/>
                <a:gd name="connsiteX23" fmla="*/ 56749 w 115675"/>
                <a:gd name="connsiteY23" fmla="*/ 85 h 164378"/>
                <a:gd name="connsiteX24" fmla="*/ 149 w 115675"/>
                <a:gd name="connsiteY24" fmla="*/ 44134 h 164378"/>
                <a:gd name="connsiteX25" fmla="*/ 15360 w 115675"/>
                <a:gd name="connsiteY25" fmla="*/ 74574 h 164378"/>
                <a:gd name="connsiteX26" fmla="*/ 62055 w 115675"/>
                <a:gd name="connsiteY26" fmla="*/ 91048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675" h="164378">
                  <a:moveTo>
                    <a:pt x="62055" y="91048"/>
                  </a:moveTo>
                  <a:cubicBezTo>
                    <a:pt x="69837" y="92480"/>
                    <a:pt x="98845" y="98210"/>
                    <a:pt x="98845" y="123995"/>
                  </a:cubicBezTo>
                  <a:cubicBezTo>
                    <a:pt x="98845" y="142259"/>
                    <a:pt x="86463" y="156584"/>
                    <a:pt x="58871" y="156584"/>
                  </a:cubicBezTo>
                  <a:cubicBezTo>
                    <a:pt x="29156" y="156584"/>
                    <a:pt x="16421" y="136171"/>
                    <a:pt x="9700" y="105731"/>
                  </a:cubicBezTo>
                  <a:cubicBezTo>
                    <a:pt x="8639" y="101075"/>
                    <a:pt x="8285" y="99643"/>
                    <a:pt x="4748" y="99643"/>
                  </a:cubicBezTo>
                  <a:cubicBezTo>
                    <a:pt x="149" y="99643"/>
                    <a:pt x="149" y="102150"/>
                    <a:pt x="149" y="108596"/>
                  </a:cubicBezTo>
                  <a:lnTo>
                    <a:pt x="149" y="155868"/>
                  </a:lnTo>
                  <a:cubicBezTo>
                    <a:pt x="149" y="161956"/>
                    <a:pt x="149" y="164463"/>
                    <a:pt x="4040" y="164463"/>
                  </a:cubicBezTo>
                  <a:cubicBezTo>
                    <a:pt x="5809" y="164463"/>
                    <a:pt x="6163" y="164105"/>
                    <a:pt x="12884" y="157300"/>
                  </a:cubicBezTo>
                  <a:cubicBezTo>
                    <a:pt x="13591" y="156584"/>
                    <a:pt x="13591" y="155868"/>
                    <a:pt x="19959" y="149064"/>
                  </a:cubicBezTo>
                  <a:cubicBezTo>
                    <a:pt x="35524" y="164105"/>
                    <a:pt x="51442" y="164463"/>
                    <a:pt x="58871" y="164463"/>
                  </a:cubicBezTo>
                  <a:cubicBezTo>
                    <a:pt x="99552" y="164463"/>
                    <a:pt x="115824" y="140469"/>
                    <a:pt x="115824" y="114684"/>
                  </a:cubicBezTo>
                  <a:cubicBezTo>
                    <a:pt x="115824" y="95703"/>
                    <a:pt x="105212" y="84960"/>
                    <a:pt x="100967" y="80662"/>
                  </a:cubicBezTo>
                  <a:cubicBezTo>
                    <a:pt x="89293" y="69202"/>
                    <a:pt x="75497" y="66337"/>
                    <a:pt x="60640" y="63472"/>
                  </a:cubicBezTo>
                  <a:cubicBezTo>
                    <a:pt x="40830" y="59533"/>
                    <a:pt x="17129" y="54877"/>
                    <a:pt x="17129" y="34106"/>
                  </a:cubicBezTo>
                  <a:cubicBezTo>
                    <a:pt x="17129" y="21572"/>
                    <a:pt x="26326" y="6889"/>
                    <a:pt x="56749" y="6889"/>
                  </a:cubicBezTo>
                  <a:cubicBezTo>
                    <a:pt x="95661" y="6889"/>
                    <a:pt x="97430" y="39120"/>
                    <a:pt x="98137" y="50222"/>
                  </a:cubicBezTo>
                  <a:cubicBezTo>
                    <a:pt x="98491" y="53445"/>
                    <a:pt x="101675" y="53445"/>
                    <a:pt x="102382" y="53445"/>
                  </a:cubicBezTo>
                  <a:cubicBezTo>
                    <a:pt x="106981" y="53445"/>
                    <a:pt x="106981" y="51654"/>
                    <a:pt x="106981" y="44850"/>
                  </a:cubicBezTo>
                  <a:lnTo>
                    <a:pt x="106981" y="8680"/>
                  </a:lnTo>
                  <a:cubicBezTo>
                    <a:pt x="106981" y="2592"/>
                    <a:pt x="106981" y="85"/>
                    <a:pt x="103090" y="85"/>
                  </a:cubicBezTo>
                  <a:cubicBezTo>
                    <a:pt x="101321" y="85"/>
                    <a:pt x="100613" y="85"/>
                    <a:pt x="96015" y="4382"/>
                  </a:cubicBezTo>
                  <a:cubicBezTo>
                    <a:pt x="94953" y="5815"/>
                    <a:pt x="91416" y="9038"/>
                    <a:pt x="90001" y="10112"/>
                  </a:cubicBezTo>
                  <a:cubicBezTo>
                    <a:pt x="76559" y="85"/>
                    <a:pt x="62055" y="85"/>
                    <a:pt x="56749" y="85"/>
                  </a:cubicBezTo>
                  <a:cubicBezTo>
                    <a:pt x="13591" y="85"/>
                    <a:pt x="149" y="24079"/>
                    <a:pt x="149" y="44134"/>
                  </a:cubicBezTo>
                  <a:cubicBezTo>
                    <a:pt x="149" y="56668"/>
                    <a:pt x="5809" y="66695"/>
                    <a:pt x="15360" y="74574"/>
                  </a:cubicBezTo>
                  <a:cubicBezTo>
                    <a:pt x="26680" y="83885"/>
                    <a:pt x="36585" y="86034"/>
                    <a:pt x="62055" y="9104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CDFE3D2-E048-05C9-869A-0D99B93D36D5}"/>
                </a:ext>
              </a:extLst>
            </p:cNvPr>
            <p:cNvSpPr/>
            <p:nvPr/>
          </p:nvSpPr>
          <p:spPr>
            <a:xfrm>
              <a:off x="6325541" y="7584414"/>
              <a:ext cx="134777" cy="164378"/>
            </a:xfrm>
            <a:custGeom>
              <a:avLst/>
              <a:gdLst>
                <a:gd name="connsiteX0" fmla="*/ 29514 w 134777"/>
                <a:gd name="connsiteY0" fmla="*/ 82453 h 164378"/>
                <a:gd name="connsiteX1" fmla="*/ 77270 w 134777"/>
                <a:gd name="connsiteY1" fmla="*/ 9038 h 164378"/>
                <a:gd name="connsiteX2" fmla="*/ 115121 w 134777"/>
                <a:gd name="connsiteY2" fmla="*/ 22288 h 164378"/>
                <a:gd name="connsiteX3" fmla="*/ 98495 w 134777"/>
                <a:gd name="connsiteY3" fmla="*/ 38762 h 164378"/>
                <a:gd name="connsiteX4" fmla="*/ 114767 w 134777"/>
                <a:gd name="connsiteY4" fmla="*/ 55236 h 164378"/>
                <a:gd name="connsiteX5" fmla="*/ 131040 w 134777"/>
                <a:gd name="connsiteY5" fmla="*/ 38404 h 164378"/>
                <a:gd name="connsiteX6" fmla="*/ 76916 w 134777"/>
                <a:gd name="connsiteY6" fmla="*/ 85 h 164378"/>
                <a:gd name="connsiteX7" fmla="*/ 153 w 134777"/>
                <a:gd name="connsiteY7" fmla="*/ 83169 h 164378"/>
                <a:gd name="connsiteX8" fmla="*/ 76209 w 134777"/>
                <a:gd name="connsiteY8" fmla="*/ 164463 h 164378"/>
                <a:gd name="connsiteX9" fmla="*/ 134931 w 134777"/>
                <a:gd name="connsiteY9" fmla="*/ 117907 h 164378"/>
                <a:gd name="connsiteX10" fmla="*/ 130332 w 134777"/>
                <a:gd name="connsiteY10" fmla="*/ 114326 h 164378"/>
                <a:gd name="connsiteX11" fmla="*/ 125733 w 134777"/>
                <a:gd name="connsiteY11" fmla="*/ 117907 h 164378"/>
                <a:gd name="connsiteX12" fmla="*/ 79392 w 134777"/>
                <a:gd name="connsiteY12" fmla="*/ 155510 h 164378"/>
                <a:gd name="connsiteX13" fmla="*/ 29514 w 134777"/>
                <a:gd name="connsiteY13" fmla="*/ 82453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4777" h="164378">
                  <a:moveTo>
                    <a:pt x="29514" y="82453"/>
                  </a:moveTo>
                  <a:cubicBezTo>
                    <a:pt x="29514" y="24079"/>
                    <a:pt x="58521" y="9038"/>
                    <a:pt x="77270" y="9038"/>
                  </a:cubicBezTo>
                  <a:cubicBezTo>
                    <a:pt x="80454" y="9038"/>
                    <a:pt x="102740" y="9396"/>
                    <a:pt x="115121" y="22288"/>
                  </a:cubicBezTo>
                  <a:cubicBezTo>
                    <a:pt x="100617" y="23363"/>
                    <a:pt x="98495" y="34106"/>
                    <a:pt x="98495" y="38762"/>
                  </a:cubicBezTo>
                  <a:cubicBezTo>
                    <a:pt x="98495" y="48073"/>
                    <a:pt x="104862" y="55236"/>
                    <a:pt x="114767" y="55236"/>
                  </a:cubicBezTo>
                  <a:cubicBezTo>
                    <a:pt x="123965" y="55236"/>
                    <a:pt x="131040" y="49147"/>
                    <a:pt x="131040" y="38404"/>
                  </a:cubicBezTo>
                  <a:cubicBezTo>
                    <a:pt x="131040" y="14051"/>
                    <a:pt x="104155" y="85"/>
                    <a:pt x="76916" y="85"/>
                  </a:cubicBezTo>
                  <a:cubicBezTo>
                    <a:pt x="32698" y="85"/>
                    <a:pt x="153" y="38762"/>
                    <a:pt x="153" y="83169"/>
                  </a:cubicBezTo>
                  <a:cubicBezTo>
                    <a:pt x="153" y="129009"/>
                    <a:pt x="35174" y="164463"/>
                    <a:pt x="76209" y="164463"/>
                  </a:cubicBezTo>
                  <a:cubicBezTo>
                    <a:pt x="123611" y="164463"/>
                    <a:pt x="134931" y="121488"/>
                    <a:pt x="134931" y="117907"/>
                  </a:cubicBezTo>
                  <a:cubicBezTo>
                    <a:pt x="134931" y="114326"/>
                    <a:pt x="131393" y="114326"/>
                    <a:pt x="130332" y="114326"/>
                  </a:cubicBezTo>
                  <a:cubicBezTo>
                    <a:pt x="127148" y="114326"/>
                    <a:pt x="126441" y="115758"/>
                    <a:pt x="125733" y="117907"/>
                  </a:cubicBezTo>
                  <a:cubicBezTo>
                    <a:pt x="115475" y="151212"/>
                    <a:pt x="92481" y="155510"/>
                    <a:pt x="79392" y="155510"/>
                  </a:cubicBezTo>
                  <a:cubicBezTo>
                    <a:pt x="60644" y="155510"/>
                    <a:pt x="29514" y="140111"/>
                    <a:pt x="29514" y="82453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98B4400-0DEE-D371-1DB6-EE67C6A99F09}"/>
                </a:ext>
              </a:extLst>
            </p:cNvPr>
            <p:cNvSpPr/>
            <p:nvPr/>
          </p:nvSpPr>
          <p:spPr>
            <a:xfrm>
              <a:off x="6480640" y="7584414"/>
              <a:ext cx="156710" cy="164378"/>
            </a:xfrm>
            <a:custGeom>
              <a:avLst/>
              <a:gdLst>
                <a:gd name="connsiteX0" fmla="*/ 156868 w 156710"/>
                <a:gd name="connsiteY0" fmla="*/ 83885 h 164378"/>
                <a:gd name="connsiteX1" fmla="*/ 78689 w 156710"/>
                <a:gd name="connsiteY1" fmla="*/ 85 h 164378"/>
                <a:gd name="connsiteX2" fmla="*/ 157 w 156710"/>
                <a:gd name="connsiteY2" fmla="*/ 83885 h 164378"/>
                <a:gd name="connsiteX3" fmla="*/ 78336 w 156710"/>
                <a:gd name="connsiteY3" fmla="*/ 164463 h 164378"/>
                <a:gd name="connsiteX4" fmla="*/ 156868 w 156710"/>
                <a:gd name="connsiteY4" fmla="*/ 83885 h 164378"/>
                <a:gd name="connsiteX5" fmla="*/ 78689 w 156710"/>
                <a:gd name="connsiteY5" fmla="*/ 155510 h 164378"/>
                <a:gd name="connsiteX6" fmla="*/ 38362 w 156710"/>
                <a:gd name="connsiteY6" fmla="*/ 131516 h 164378"/>
                <a:gd name="connsiteX7" fmla="*/ 29518 w 156710"/>
                <a:gd name="connsiteY7" fmla="*/ 81020 h 164378"/>
                <a:gd name="connsiteX8" fmla="*/ 38008 w 156710"/>
                <a:gd name="connsiteY8" fmla="*/ 31958 h 164378"/>
                <a:gd name="connsiteX9" fmla="*/ 78336 w 156710"/>
                <a:gd name="connsiteY9" fmla="*/ 7963 h 164378"/>
                <a:gd name="connsiteX10" fmla="*/ 118309 w 156710"/>
                <a:gd name="connsiteY10" fmla="*/ 31241 h 164378"/>
                <a:gd name="connsiteX11" fmla="*/ 127506 w 156710"/>
                <a:gd name="connsiteY11" fmla="*/ 81020 h 164378"/>
                <a:gd name="connsiteX12" fmla="*/ 119724 w 156710"/>
                <a:gd name="connsiteY12" fmla="*/ 129009 h 164378"/>
                <a:gd name="connsiteX13" fmla="*/ 78689 w 156710"/>
                <a:gd name="connsiteY13" fmla="*/ 155510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6710" h="164378">
                  <a:moveTo>
                    <a:pt x="156868" y="83885"/>
                  </a:moveTo>
                  <a:cubicBezTo>
                    <a:pt x="156868" y="38046"/>
                    <a:pt x="121493" y="85"/>
                    <a:pt x="78689" y="85"/>
                  </a:cubicBezTo>
                  <a:cubicBezTo>
                    <a:pt x="34471" y="85"/>
                    <a:pt x="157" y="39120"/>
                    <a:pt x="157" y="83885"/>
                  </a:cubicBezTo>
                  <a:cubicBezTo>
                    <a:pt x="157" y="130083"/>
                    <a:pt x="36947" y="164463"/>
                    <a:pt x="78336" y="164463"/>
                  </a:cubicBezTo>
                  <a:cubicBezTo>
                    <a:pt x="121139" y="164463"/>
                    <a:pt x="156868" y="129367"/>
                    <a:pt x="156868" y="83885"/>
                  </a:cubicBezTo>
                  <a:close/>
                  <a:moveTo>
                    <a:pt x="78689" y="155510"/>
                  </a:moveTo>
                  <a:cubicBezTo>
                    <a:pt x="63478" y="155510"/>
                    <a:pt x="47913" y="147989"/>
                    <a:pt x="38362" y="131516"/>
                  </a:cubicBezTo>
                  <a:cubicBezTo>
                    <a:pt x="29518" y="115758"/>
                    <a:pt x="29518" y="93913"/>
                    <a:pt x="29518" y="81020"/>
                  </a:cubicBezTo>
                  <a:cubicBezTo>
                    <a:pt x="29518" y="67054"/>
                    <a:pt x="29518" y="47715"/>
                    <a:pt x="38008" y="31958"/>
                  </a:cubicBezTo>
                  <a:cubicBezTo>
                    <a:pt x="47560" y="15484"/>
                    <a:pt x="64186" y="7963"/>
                    <a:pt x="78336" y="7963"/>
                  </a:cubicBezTo>
                  <a:cubicBezTo>
                    <a:pt x="93901" y="7963"/>
                    <a:pt x="109112" y="15842"/>
                    <a:pt x="118309" y="31241"/>
                  </a:cubicBezTo>
                  <a:cubicBezTo>
                    <a:pt x="127507" y="46641"/>
                    <a:pt x="127506" y="67412"/>
                    <a:pt x="127506" y="81020"/>
                  </a:cubicBezTo>
                  <a:cubicBezTo>
                    <a:pt x="127506" y="93913"/>
                    <a:pt x="127506" y="113251"/>
                    <a:pt x="119724" y="129009"/>
                  </a:cubicBezTo>
                  <a:cubicBezTo>
                    <a:pt x="111942" y="145124"/>
                    <a:pt x="96377" y="155510"/>
                    <a:pt x="78689" y="155510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44F81C3-4322-9B45-F629-2B263C8F7EB9}"/>
                </a:ext>
              </a:extLst>
            </p:cNvPr>
            <p:cNvSpPr/>
            <p:nvPr/>
          </p:nvSpPr>
          <p:spPr>
            <a:xfrm>
              <a:off x="6657515" y="7586563"/>
              <a:ext cx="118859" cy="158290"/>
            </a:xfrm>
            <a:custGeom>
              <a:avLst/>
              <a:gdLst>
                <a:gd name="connsiteX0" fmla="*/ 49333 w 118859"/>
                <a:gd name="connsiteY0" fmla="*/ 39478 h 158290"/>
                <a:gd name="connsiteX1" fmla="*/ 49333 w 118859"/>
                <a:gd name="connsiteY1" fmla="*/ 85 h 158290"/>
                <a:gd name="connsiteX2" fmla="*/ 162 w 118859"/>
                <a:gd name="connsiteY2" fmla="*/ 4024 h 158290"/>
                <a:gd name="connsiteX3" fmla="*/ 162 w 118859"/>
                <a:gd name="connsiteY3" fmla="*/ 15126 h 158290"/>
                <a:gd name="connsiteX4" fmla="*/ 27755 w 118859"/>
                <a:gd name="connsiteY4" fmla="*/ 35181 h 158290"/>
                <a:gd name="connsiteX5" fmla="*/ 27755 w 118859"/>
                <a:gd name="connsiteY5" fmla="*/ 131157 h 158290"/>
                <a:gd name="connsiteX6" fmla="*/ 162 w 118859"/>
                <a:gd name="connsiteY6" fmla="*/ 147273 h 158290"/>
                <a:gd name="connsiteX7" fmla="*/ 162 w 118859"/>
                <a:gd name="connsiteY7" fmla="*/ 158375 h 158290"/>
                <a:gd name="connsiteX8" fmla="*/ 40490 w 118859"/>
                <a:gd name="connsiteY8" fmla="*/ 157300 h 158290"/>
                <a:gd name="connsiteX9" fmla="*/ 85416 w 118859"/>
                <a:gd name="connsiteY9" fmla="*/ 158375 h 158290"/>
                <a:gd name="connsiteX10" fmla="*/ 85416 w 118859"/>
                <a:gd name="connsiteY10" fmla="*/ 147273 h 158290"/>
                <a:gd name="connsiteX11" fmla="*/ 77987 w 118859"/>
                <a:gd name="connsiteY11" fmla="*/ 147273 h 158290"/>
                <a:gd name="connsiteX12" fmla="*/ 51102 w 118859"/>
                <a:gd name="connsiteY12" fmla="*/ 130441 h 158290"/>
                <a:gd name="connsiteX13" fmla="*/ 51102 w 118859"/>
                <a:gd name="connsiteY13" fmla="*/ 75290 h 158290"/>
                <a:gd name="connsiteX14" fmla="*/ 92844 w 118859"/>
                <a:gd name="connsiteY14" fmla="*/ 7963 h 158290"/>
                <a:gd name="connsiteX15" fmla="*/ 96735 w 118859"/>
                <a:gd name="connsiteY15" fmla="*/ 8322 h 158290"/>
                <a:gd name="connsiteX16" fmla="*/ 88599 w 118859"/>
                <a:gd name="connsiteY16" fmla="*/ 22288 h 158290"/>
                <a:gd name="connsiteX17" fmla="*/ 103810 w 118859"/>
                <a:gd name="connsiteY17" fmla="*/ 37688 h 158290"/>
                <a:gd name="connsiteX18" fmla="*/ 119022 w 118859"/>
                <a:gd name="connsiteY18" fmla="*/ 21930 h 158290"/>
                <a:gd name="connsiteX19" fmla="*/ 92844 w 118859"/>
                <a:gd name="connsiteY19" fmla="*/ 85 h 158290"/>
                <a:gd name="connsiteX20" fmla="*/ 49333 w 118859"/>
                <a:gd name="connsiteY20" fmla="*/ 39478 h 158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8859" h="158290">
                  <a:moveTo>
                    <a:pt x="49333" y="39478"/>
                  </a:moveTo>
                  <a:lnTo>
                    <a:pt x="49333" y="85"/>
                  </a:lnTo>
                  <a:lnTo>
                    <a:pt x="162" y="4024"/>
                  </a:lnTo>
                  <a:lnTo>
                    <a:pt x="162" y="15126"/>
                  </a:lnTo>
                  <a:cubicBezTo>
                    <a:pt x="24925" y="15126"/>
                    <a:pt x="27755" y="17633"/>
                    <a:pt x="27755" y="35181"/>
                  </a:cubicBezTo>
                  <a:lnTo>
                    <a:pt x="27755" y="131157"/>
                  </a:lnTo>
                  <a:cubicBezTo>
                    <a:pt x="27755" y="147273"/>
                    <a:pt x="23864" y="147273"/>
                    <a:pt x="162" y="147273"/>
                  </a:cubicBezTo>
                  <a:lnTo>
                    <a:pt x="162" y="158375"/>
                  </a:lnTo>
                  <a:cubicBezTo>
                    <a:pt x="13959" y="158017"/>
                    <a:pt x="30585" y="157300"/>
                    <a:pt x="40490" y="157300"/>
                  </a:cubicBezTo>
                  <a:cubicBezTo>
                    <a:pt x="54640" y="157300"/>
                    <a:pt x="71266" y="157300"/>
                    <a:pt x="85416" y="158375"/>
                  </a:cubicBezTo>
                  <a:lnTo>
                    <a:pt x="85416" y="147273"/>
                  </a:lnTo>
                  <a:lnTo>
                    <a:pt x="77987" y="147273"/>
                  </a:lnTo>
                  <a:cubicBezTo>
                    <a:pt x="51810" y="147273"/>
                    <a:pt x="51102" y="143334"/>
                    <a:pt x="51102" y="130441"/>
                  </a:cubicBezTo>
                  <a:lnTo>
                    <a:pt x="51102" y="75290"/>
                  </a:lnTo>
                  <a:cubicBezTo>
                    <a:pt x="51102" y="39836"/>
                    <a:pt x="65959" y="7963"/>
                    <a:pt x="92844" y="7963"/>
                  </a:cubicBezTo>
                  <a:cubicBezTo>
                    <a:pt x="95320" y="7963"/>
                    <a:pt x="96028" y="7963"/>
                    <a:pt x="96735" y="8322"/>
                  </a:cubicBezTo>
                  <a:cubicBezTo>
                    <a:pt x="95674" y="8680"/>
                    <a:pt x="88599" y="12977"/>
                    <a:pt x="88599" y="22288"/>
                  </a:cubicBezTo>
                  <a:cubicBezTo>
                    <a:pt x="88599" y="32316"/>
                    <a:pt x="96028" y="37688"/>
                    <a:pt x="103810" y="37688"/>
                  </a:cubicBezTo>
                  <a:cubicBezTo>
                    <a:pt x="110178" y="37688"/>
                    <a:pt x="119022" y="33390"/>
                    <a:pt x="119022" y="21930"/>
                  </a:cubicBezTo>
                  <a:cubicBezTo>
                    <a:pt x="119022" y="10470"/>
                    <a:pt x="108055" y="85"/>
                    <a:pt x="92844" y="85"/>
                  </a:cubicBezTo>
                  <a:cubicBezTo>
                    <a:pt x="67021" y="85"/>
                    <a:pt x="54286" y="24079"/>
                    <a:pt x="49333" y="3947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A60E778-2870-5B58-651E-F1D0F30BCA09}"/>
                </a:ext>
              </a:extLst>
            </p:cNvPr>
            <p:cNvSpPr/>
            <p:nvPr/>
          </p:nvSpPr>
          <p:spPr>
            <a:xfrm>
              <a:off x="6796066" y="7584414"/>
              <a:ext cx="136900" cy="164378"/>
            </a:xfrm>
            <a:custGeom>
              <a:avLst/>
              <a:gdLst>
                <a:gd name="connsiteX0" fmla="*/ 29881 w 136900"/>
                <a:gd name="connsiteY0" fmla="*/ 70277 h 164378"/>
                <a:gd name="connsiteX1" fmla="*/ 73746 w 136900"/>
                <a:gd name="connsiteY1" fmla="*/ 7963 h 164378"/>
                <a:gd name="connsiteX2" fmla="*/ 113719 w 136900"/>
                <a:gd name="connsiteY2" fmla="*/ 70277 h 164378"/>
                <a:gd name="connsiteX3" fmla="*/ 29881 w 136900"/>
                <a:gd name="connsiteY3" fmla="*/ 70277 h 164378"/>
                <a:gd name="connsiteX4" fmla="*/ 29527 w 136900"/>
                <a:gd name="connsiteY4" fmla="*/ 77797 h 164378"/>
                <a:gd name="connsiteX5" fmla="*/ 128223 w 136900"/>
                <a:gd name="connsiteY5" fmla="*/ 77797 h 164378"/>
                <a:gd name="connsiteX6" fmla="*/ 137067 w 136900"/>
                <a:gd name="connsiteY6" fmla="*/ 70277 h 164378"/>
                <a:gd name="connsiteX7" fmla="*/ 73746 w 136900"/>
                <a:gd name="connsiteY7" fmla="*/ 85 h 164378"/>
                <a:gd name="connsiteX8" fmla="*/ 166 w 136900"/>
                <a:gd name="connsiteY8" fmla="*/ 81737 h 164378"/>
                <a:gd name="connsiteX9" fmla="*/ 77991 w 136900"/>
                <a:gd name="connsiteY9" fmla="*/ 164463 h 164378"/>
                <a:gd name="connsiteX10" fmla="*/ 137067 w 136900"/>
                <a:gd name="connsiteY10" fmla="*/ 117907 h 164378"/>
                <a:gd name="connsiteX11" fmla="*/ 132468 w 136900"/>
                <a:gd name="connsiteY11" fmla="*/ 113609 h 164378"/>
                <a:gd name="connsiteX12" fmla="*/ 127869 w 136900"/>
                <a:gd name="connsiteY12" fmla="*/ 118623 h 164378"/>
                <a:gd name="connsiteX13" fmla="*/ 80113 w 136900"/>
                <a:gd name="connsiteY13" fmla="*/ 155510 h 164378"/>
                <a:gd name="connsiteX14" fmla="*/ 40140 w 136900"/>
                <a:gd name="connsiteY14" fmla="*/ 131516 h 164378"/>
                <a:gd name="connsiteX15" fmla="*/ 29527 w 136900"/>
                <a:gd name="connsiteY15" fmla="*/ 77797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900" h="164378">
                  <a:moveTo>
                    <a:pt x="29881" y="70277"/>
                  </a:moveTo>
                  <a:cubicBezTo>
                    <a:pt x="32004" y="16916"/>
                    <a:pt x="61718" y="7963"/>
                    <a:pt x="73746" y="7963"/>
                  </a:cubicBezTo>
                  <a:cubicBezTo>
                    <a:pt x="110182" y="7963"/>
                    <a:pt x="113719" y="56310"/>
                    <a:pt x="113719" y="70277"/>
                  </a:cubicBezTo>
                  <a:lnTo>
                    <a:pt x="29881" y="70277"/>
                  </a:lnTo>
                  <a:close/>
                  <a:moveTo>
                    <a:pt x="29527" y="77797"/>
                  </a:moveTo>
                  <a:lnTo>
                    <a:pt x="128223" y="77797"/>
                  </a:lnTo>
                  <a:cubicBezTo>
                    <a:pt x="136005" y="77797"/>
                    <a:pt x="137067" y="77797"/>
                    <a:pt x="137067" y="70277"/>
                  </a:cubicBezTo>
                  <a:cubicBezTo>
                    <a:pt x="137067" y="34823"/>
                    <a:pt x="117964" y="85"/>
                    <a:pt x="73746" y="85"/>
                  </a:cubicBezTo>
                  <a:cubicBezTo>
                    <a:pt x="32711" y="85"/>
                    <a:pt x="166" y="36971"/>
                    <a:pt x="166" y="81737"/>
                  </a:cubicBezTo>
                  <a:cubicBezTo>
                    <a:pt x="166" y="129725"/>
                    <a:pt x="37310" y="164463"/>
                    <a:pt x="77991" y="164463"/>
                  </a:cubicBezTo>
                  <a:cubicBezTo>
                    <a:pt x="121148" y="164463"/>
                    <a:pt x="137067" y="124711"/>
                    <a:pt x="137067" y="117907"/>
                  </a:cubicBezTo>
                  <a:cubicBezTo>
                    <a:pt x="137067" y="114326"/>
                    <a:pt x="134237" y="113609"/>
                    <a:pt x="132468" y="113609"/>
                  </a:cubicBezTo>
                  <a:cubicBezTo>
                    <a:pt x="129284" y="113609"/>
                    <a:pt x="128577" y="115758"/>
                    <a:pt x="127869" y="118623"/>
                  </a:cubicBezTo>
                  <a:cubicBezTo>
                    <a:pt x="115488" y="155510"/>
                    <a:pt x="83651" y="155510"/>
                    <a:pt x="80113" y="155510"/>
                  </a:cubicBezTo>
                  <a:cubicBezTo>
                    <a:pt x="62426" y="155510"/>
                    <a:pt x="48276" y="144766"/>
                    <a:pt x="40140" y="131516"/>
                  </a:cubicBezTo>
                  <a:cubicBezTo>
                    <a:pt x="29527" y="114326"/>
                    <a:pt x="29527" y="90690"/>
                    <a:pt x="29527" y="77797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EFDD6B1-A51E-585C-BB96-357D89EEED20}"/>
                </a:ext>
              </a:extLst>
            </p:cNvPr>
            <p:cNvSpPr/>
            <p:nvPr/>
          </p:nvSpPr>
          <p:spPr>
            <a:xfrm>
              <a:off x="6978402" y="7476261"/>
              <a:ext cx="82069" cy="358122"/>
            </a:xfrm>
            <a:custGeom>
              <a:avLst/>
              <a:gdLst>
                <a:gd name="connsiteX0" fmla="*/ 82240 w 82069"/>
                <a:gd name="connsiteY0" fmla="*/ 354626 h 358122"/>
                <a:gd name="connsiteX1" fmla="*/ 76226 w 82069"/>
                <a:gd name="connsiteY1" fmla="*/ 346747 h 358122"/>
                <a:gd name="connsiteX2" fmla="*/ 20688 w 82069"/>
                <a:gd name="connsiteY2" fmla="*/ 179146 h 358122"/>
                <a:gd name="connsiteX3" fmla="*/ 77641 w 82069"/>
                <a:gd name="connsiteY3" fmla="*/ 9754 h 358122"/>
                <a:gd name="connsiteX4" fmla="*/ 82240 w 82069"/>
                <a:gd name="connsiteY4" fmla="*/ 3666 h 358122"/>
                <a:gd name="connsiteX5" fmla="*/ 78703 w 82069"/>
                <a:gd name="connsiteY5" fmla="*/ 85 h 358122"/>
                <a:gd name="connsiteX6" fmla="*/ 22457 w 82069"/>
                <a:gd name="connsiteY6" fmla="*/ 69919 h 358122"/>
                <a:gd name="connsiteX7" fmla="*/ 171 w 82069"/>
                <a:gd name="connsiteY7" fmla="*/ 179146 h 358122"/>
                <a:gd name="connsiteX8" fmla="*/ 23518 w 82069"/>
                <a:gd name="connsiteY8" fmla="*/ 290880 h 358122"/>
                <a:gd name="connsiteX9" fmla="*/ 78703 w 82069"/>
                <a:gd name="connsiteY9" fmla="*/ 358207 h 358122"/>
                <a:gd name="connsiteX10" fmla="*/ 82240 w 82069"/>
                <a:gd name="connsiteY10" fmla="*/ 354626 h 358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58122">
                  <a:moveTo>
                    <a:pt x="82240" y="354626"/>
                  </a:moveTo>
                  <a:cubicBezTo>
                    <a:pt x="82240" y="353551"/>
                    <a:pt x="82240" y="352835"/>
                    <a:pt x="76226" y="346747"/>
                  </a:cubicBezTo>
                  <a:cubicBezTo>
                    <a:pt x="32008" y="301624"/>
                    <a:pt x="20688" y="233939"/>
                    <a:pt x="20688" y="179146"/>
                  </a:cubicBezTo>
                  <a:cubicBezTo>
                    <a:pt x="20688" y="116833"/>
                    <a:pt x="34131" y="54519"/>
                    <a:pt x="77641" y="9754"/>
                  </a:cubicBezTo>
                  <a:cubicBezTo>
                    <a:pt x="82240" y="5457"/>
                    <a:pt x="82240" y="4740"/>
                    <a:pt x="82240" y="3666"/>
                  </a:cubicBezTo>
                  <a:cubicBezTo>
                    <a:pt x="82240" y="1159"/>
                    <a:pt x="80825" y="85"/>
                    <a:pt x="78703" y="85"/>
                  </a:cubicBezTo>
                  <a:cubicBezTo>
                    <a:pt x="75165" y="85"/>
                    <a:pt x="43328" y="24437"/>
                    <a:pt x="22457" y="69919"/>
                  </a:cubicBezTo>
                  <a:cubicBezTo>
                    <a:pt x="4416" y="109312"/>
                    <a:pt x="171" y="149064"/>
                    <a:pt x="171" y="179146"/>
                  </a:cubicBezTo>
                  <a:cubicBezTo>
                    <a:pt x="171" y="207079"/>
                    <a:pt x="4062" y="250412"/>
                    <a:pt x="23518" y="290880"/>
                  </a:cubicBezTo>
                  <a:cubicBezTo>
                    <a:pt x="44743" y="334929"/>
                    <a:pt x="75165" y="358207"/>
                    <a:pt x="78703" y="358207"/>
                  </a:cubicBezTo>
                  <a:cubicBezTo>
                    <a:pt x="80825" y="358207"/>
                    <a:pt x="82240" y="357133"/>
                    <a:pt x="82240" y="354626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795D12B-3730-0CA3-DC6A-02E7496D567E}"/>
                </a:ext>
              </a:extLst>
            </p:cNvPr>
            <p:cNvSpPr/>
            <p:nvPr/>
          </p:nvSpPr>
          <p:spPr>
            <a:xfrm>
              <a:off x="7088732" y="7585846"/>
              <a:ext cx="199159" cy="159006"/>
            </a:xfrm>
            <a:custGeom>
              <a:avLst/>
              <a:gdLst>
                <a:gd name="connsiteX0" fmla="*/ 114789 w 199159"/>
                <a:gd name="connsiteY0" fmla="*/ 70993 h 159006"/>
                <a:gd name="connsiteX1" fmla="*/ 156177 w 199159"/>
                <a:gd name="connsiteY1" fmla="*/ 24437 h 159006"/>
                <a:gd name="connsiteX2" fmla="*/ 192259 w 199159"/>
                <a:gd name="connsiteY2" fmla="*/ 16916 h 159006"/>
                <a:gd name="connsiteX3" fmla="*/ 192259 w 199159"/>
                <a:gd name="connsiteY3" fmla="*/ 85 h 159006"/>
                <a:gd name="connsiteX4" fmla="*/ 159715 w 199159"/>
                <a:gd name="connsiteY4" fmla="*/ 1159 h 159006"/>
                <a:gd name="connsiteX5" fmla="*/ 123279 w 199159"/>
                <a:gd name="connsiteY5" fmla="*/ 85 h 159006"/>
                <a:gd name="connsiteX6" fmla="*/ 123279 w 199159"/>
                <a:gd name="connsiteY6" fmla="*/ 16916 h 159006"/>
                <a:gd name="connsiteX7" fmla="*/ 136721 w 199159"/>
                <a:gd name="connsiteY7" fmla="*/ 20140 h 159006"/>
                <a:gd name="connsiteX8" fmla="*/ 133891 w 199159"/>
                <a:gd name="connsiteY8" fmla="*/ 24437 h 159006"/>
                <a:gd name="connsiteX9" fmla="*/ 104176 w 199159"/>
                <a:gd name="connsiteY9" fmla="*/ 58100 h 159006"/>
                <a:gd name="connsiteX10" fmla="*/ 69509 w 199159"/>
                <a:gd name="connsiteY10" fmla="*/ 16916 h 159006"/>
                <a:gd name="connsiteX11" fmla="*/ 83659 w 199159"/>
                <a:gd name="connsiteY11" fmla="*/ 16916 h 159006"/>
                <a:gd name="connsiteX12" fmla="*/ 83659 w 199159"/>
                <a:gd name="connsiteY12" fmla="*/ 85 h 159006"/>
                <a:gd name="connsiteX13" fmla="*/ 40856 w 199159"/>
                <a:gd name="connsiteY13" fmla="*/ 1159 h 159006"/>
                <a:gd name="connsiteX14" fmla="*/ 1943 w 199159"/>
                <a:gd name="connsiteY14" fmla="*/ 85 h 159006"/>
                <a:gd name="connsiteX15" fmla="*/ 1943 w 199159"/>
                <a:gd name="connsiteY15" fmla="*/ 16916 h 159006"/>
                <a:gd name="connsiteX16" fmla="*/ 27059 w 199159"/>
                <a:gd name="connsiteY16" fmla="*/ 16916 h 159006"/>
                <a:gd name="connsiteX17" fmla="*/ 82244 w 199159"/>
                <a:gd name="connsiteY17" fmla="*/ 82811 h 159006"/>
                <a:gd name="connsiteX18" fmla="*/ 35903 w 199159"/>
                <a:gd name="connsiteY18" fmla="*/ 135455 h 159006"/>
                <a:gd name="connsiteX19" fmla="*/ 175 w 199159"/>
                <a:gd name="connsiteY19" fmla="*/ 142259 h 159006"/>
                <a:gd name="connsiteX20" fmla="*/ 175 w 199159"/>
                <a:gd name="connsiteY20" fmla="*/ 159091 h 159006"/>
                <a:gd name="connsiteX21" fmla="*/ 32719 w 199159"/>
                <a:gd name="connsiteY21" fmla="*/ 158017 h 159006"/>
                <a:gd name="connsiteX22" fmla="*/ 69155 w 199159"/>
                <a:gd name="connsiteY22" fmla="*/ 159091 h 159006"/>
                <a:gd name="connsiteX23" fmla="*/ 69155 w 199159"/>
                <a:gd name="connsiteY23" fmla="*/ 142259 h 159006"/>
                <a:gd name="connsiteX24" fmla="*/ 56067 w 199159"/>
                <a:gd name="connsiteY24" fmla="*/ 138320 h 159006"/>
                <a:gd name="connsiteX25" fmla="*/ 58543 w 199159"/>
                <a:gd name="connsiteY25" fmla="*/ 134739 h 159006"/>
                <a:gd name="connsiteX26" fmla="*/ 92856 w 199159"/>
                <a:gd name="connsiteY26" fmla="*/ 95703 h 159006"/>
                <a:gd name="connsiteX27" fmla="*/ 131769 w 199159"/>
                <a:gd name="connsiteY27" fmla="*/ 142259 h 159006"/>
                <a:gd name="connsiteX28" fmla="*/ 117973 w 199159"/>
                <a:gd name="connsiteY28" fmla="*/ 142259 h 159006"/>
                <a:gd name="connsiteX29" fmla="*/ 117973 w 199159"/>
                <a:gd name="connsiteY29" fmla="*/ 159091 h 159006"/>
                <a:gd name="connsiteX30" fmla="*/ 160422 w 199159"/>
                <a:gd name="connsiteY30" fmla="*/ 158017 h 159006"/>
                <a:gd name="connsiteX31" fmla="*/ 199334 w 199159"/>
                <a:gd name="connsiteY31" fmla="*/ 159091 h 159006"/>
                <a:gd name="connsiteX32" fmla="*/ 199334 w 199159"/>
                <a:gd name="connsiteY32" fmla="*/ 142259 h 159006"/>
                <a:gd name="connsiteX33" fmla="*/ 174218 w 199159"/>
                <a:gd name="connsiteY33" fmla="*/ 142259 h 159006"/>
                <a:gd name="connsiteX34" fmla="*/ 114789 w 199159"/>
                <a:gd name="connsiteY34" fmla="*/ 70993 h 159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9159" h="159006">
                  <a:moveTo>
                    <a:pt x="114789" y="70993"/>
                  </a:moveTo>
                  <a:lnTo>
                    <a:pt x="156177" y="24437"/>
                  </a:lnTo>
                  <a:cubicBezTo>
                    <a:pt x="160776" y="19423"/>
                    <a:pt x="162898" y="16916"/>
                    <a:pt x="192259" y="16916"/>
                  </a:cubicBezTo>
                  <a:lnTo>
                    <a:pt x="192259" y="85"/>
                  </a:lnTo>
                  <a:cubicBezTo>
                    <a:pt x="179878" y="801"/>
                    <a:pt x="161483" y="1159"/>
                    <a:pt x="159715" y="1159"/>
                  </a:cubicBezTo>
                  <a:cubicBezTo>
                    <a:pt x="150871" y="1159"/>
                    <a:pt x="133184" y="443"/>
                    <a:pt x="123279" y="85"/>
                  </a:cubicBezTo>
                  <a:lnTo>
                    <a:pt x="123279" y="16916"/>
                  </a:lnTo>
                  <a:cubicBezTo>
                    <a:pt x="128231" y="16916"/>
                    <a:pt x="132476" y="17633"/>
                    <a:pt x="136721" y="20140"/>
                  </a:cubicBezTo>
                  <a:cubicBezTo>
                    <a:pt x="135306" y="22288"/>
                    <a:pt x="135306" y="23005"/>
                    <a:pt x="133891" y="24437"/>
                  </a:cubicBezTo>
                  <a:lnTo>
                    <a:pt x="104176" y="58100"/>
                  </a:lnTo>
                  <a:lnTo>
                    <a:pt x="69509" y="16916"/>
                  </a:lnTo>
                  <a:lnTo>
                    <a:pt x="83659" y="16916"/>
                  </a:lnTo>
                  <a:lnTo>
                    <a:pt x="83659" y="85"/>
                  </a:lnTo>
                  <a:cubicBezTo>
                    <a:pt x="74462" y="443"/>
                    <a:pt x="52175" y="1159"/>
                    <a:pt x="40856" y="1159"/>
                  </a:cubicBezTo>
                  <a:cubicBezTo>
                    <a:pt x="29536" y="1159"/>
                    <a:pt x="13617" y="443"/>
                    <a:pt x="1943" y="85"/>
                  </a:cubicBezTo>
                  <a:lnTo>
                    <a:pt x="1943" y="16916"/>
                  </a:lnTo>
                  <a:lnTo>
                    <a:pt x="27059" y="16916"/>
                  </a:lnTo>
                  <a:lnTo>
                    <a:pt x="82244" y="82811"/>
                  </a:lnTo>
                  <a:lnTo>
                    <a:pt x="35903" y="135455"/>
                  </a:lnTo>
                  <a:cubicBezTo>
                    <a:pt x="29889" y="142259"/>
                    <a:pt x="17155" y="142259"/>
                    <a:pt x="175" y="142259"/>
                  </a:cubicBezTo>
                  <a:lnTo>
                    <a:pt x="175" y="159091"/>
                  </a:lnTo>
                  <a:cubicBezTo>
                    <a:pt x="12556" y="158375"/>
                    <a:pt x="30951" y="158017"/>
                    <a:pt x="32719" y="158017"/>
                  </a:cubicBezTo>
                  <a:cubicBezTo>
                    <a:pt x="41563" y="158017"/>
                    <a:pt x="62080" y="158733"/>
                    <a:pt x="69155" y="159091"/>
                  </a:cubicBezTo>
                  <a:lnTo>
                    <a:pt x="69155" y="142259"/>
                  </a:lnTo>
                  <a:cubicBezTo>
                    <a:pt x="62788" y="142259"/>
                    <a:pt x="56067" y="140469"/>
                    <a:pt x="56067" y="138320"/>
                  </a:cubicBezTo>
                  <a:cubicBezTo>
                    <a:pt x="56067" y="137962"/>
                    <a:pt x="56067" y="137604"/>
                    <a:pt x="58543" y="134739"/>
                  </a:cubicBezTo>
                  <a:lnTo>
                    <a:pt x="92856" y="95703"/>
                  </a:lnTo>
                  <a:lnTo>
                    <a:pt x="131769" y="142259"/>
                  </a:lnTo>
                  <a:lnTo>
                    <a:pt x="117973" y="142259"/>
                  </a:lnTo>
                  <a:lnTo>
                    <a:pt x="117973" y="159091"/>
                  </a:lnTo>
                  <a:cubicBezTo>
                    <a:pt x="127170" y="158733"/>
                    <a:pt x="148749" y="158017"/>
                    <a:pt x="160422" y="158017"/>
                  </a:cubicBezTo>
                  <a:cubicBezTo>
                    <a:pt x="171742" y="158017"/>
                    <a:pt x="187661" y="158733"/>
                    <a:pt x="199334" y="159091"/>
                  </a:cubicBezTo>
                  <a:lnTo>
                    <a:pt x="199334" y="142259"/>
                  </a:lnTo>
                  <a:lnTo>
                    <a:pt x="174218" y="142259"/>
                  </a:lnTo>
                  <a:lnTo>
                    <a:pt x="114789" y="70993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7801451-449B-6249-4E6C-66CB29F116AD}"/>
                </a:ext>
              </a:extLst>
            </p:cNvPr>
            <p:cNvSpPr/>
            <p:nvPr/>
          </p:nvSpPr>
          <p:spPr>
            <a:xfrm>
              <a:off x="7326076" y="7706892"/>
              <a:ext cx="41388" cy="107078"/>
            </a:xfrm>
            <a:custGeom>
              <a:avLst/>
              <a:gdLst>
                <a:gd name="connsiteX0" fmla="*/ 41569 w 41388"/>
                <a:gd name="connsiteY0" fmla="*/ 37688 h 107078"/>
                <a:gd name="connsiteX1" fmla="*/ 18929 w 41388"/>
                <a:gd name="connsiteY1" fmla="*/ 85 h 107078"/>
                <a:gd name="connsiteX2" fmla="*/ 181 w 41388"/>
                <a:gd name="connsiteY2" fmla="*/ 19065 h 107078"/>
                <a:gd name="connsiteX3" fmla="*/ 18929 w 41388"/>
                <a:gd name="connsiteY3" fmla="*/ 38046 h 107078"/>
                <a:gd name="connsiteX4" fmla="*/ 31310 w 41388"/>
                <a:gd name="connsiteY4" fmla="*/ 33390 h 107078"/>
                <a:gd name="connsiteX5" fmla="*/ 33079 w 41388"/>
                <a:gd name="connsiteY5" fmla="*/ 32316 h 107078"/>
                <a:gd name="connsiteX6" fmla="*/ 33787 w 41388"/>
                <a:gd name="connsiteY6" fmla="*/ 37688 h 107078"/>
                <a:gd name="connsiteX7" fmla="*/ 9732 w 41388"/>
                <a:gd name="connsiteY7" fmla="*/ 97494 h 107078"/>
                <a:gd name="connsiteX8" fmla="*/ 5841 w 41388"/>
                <a:gd name="connsiteY8" fmla="*/ 103224 h 107078"/>
                <a:gd name="connsiteX9" fmla="*/ 9378 w 41388"/>
                <a:gd name="connsiteY9" fmla="*/ 107163 h 107078"/>
                <a:gd name="connsiteX10" fmla="*/ 41569 w 41388"/>
                <a:gd name="connsiteY10" fmla="*/ 37688 h 10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388" h="107078">
                  <a:moveTo>
                    <a:pt x="41569" y="37688"/>
                  </a:moveTo>
                  <a:cubicBezTo>
                    <a:pt x="41569" y="14051"/>
                    <a:pt x="32725" y="85"/>
                    <a:pt x="18929" y="85"/>
                  </a:cubicBezTo>
                  <a:cubicBezTo>
                    <a:pt x="7256" y="85"/>
                    <a:pt x="181" y="9038"/>
                    <a:pt x="181" y="19065"/>
                  </a:cubicBezTo>
                  <a:cubicBezTo>
                    <a:pt x="181" y="28734"/>
                    <a:pt x="7256" y="38046"/>
                    <a:pt x="18929" y="38046"/>
                  </a:cubicBezTo>
                  <a:cubicBezTo>
                    <a:pt x="23174" y="38046"/>
                    <a:pt x="27773" y="36613"/>
                    <a:pt x="31310" y="33390"/>
                  </a:cubicBezTo>
                  <a:cubicBezTo>
                    <a:pt x="32372" y="32674"/>
                    <a:pt x="32725" y="32316"/>
                    <a:pt x="33079" y="32316"/>
                  </a:cubicBezTo>
                  <a:cubicBezTo>
                    <a:pt x="33433" y="32316"/>
                    <a:pt x="33787" y="32674"/>
                    <a:pt x="33787" y="37688"/>
                  </a:cubicBezTo>
                  <a:cubicBezTo>
                    <a:pt x="33787" y="64189"/>
                    <a:pt x="21406" y="85676"/>
                    <a:pt x="9732" y="97494"/>
                  </a:cubicBezTo>
                  <a:cubicBezTo>
                    <a:pt x="5841" y="101433"/>
                    <a:pt x="5841" y="102150"/>
                    <a:pt x="5841" y="103224"/>
                  </a:cubicBezTo>
                  <a:cubicBezTo>
                    <a:pt x="5841" y="105731"/>
                    <a:pt x="7609" y="107163"/>
                    <a:pt x="9378" y="107163"/>
                  </a:cubicBezTo>
                  <a:cubicBezTo>
                    <a:pt x="13269" y="107163"/>
                    <a:pt x="41569" y="79588"/>
                    <a:pt x="41569" y="3768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010C636-3C24-AE22-788D-28BFA4A5DC8E}"/>
                </a:ext>
              </a:extLst>
            </p:cNvPr>
            <p:cNvSpPr/>
            <p:nvPr/>
          </p:nvSpPr>
          <p:spPr>
            <a:xfrm>
              <a:off x="7464194" y="7582981"/>
              <a:ext cx="194561" cy="234211"/>
            </a:xfrm>
            <a:custGeom>
              <a:avLst/>
              <a:gdLst>
                <a:gd name="connsiteX0" fmla="*/ 192977 w 194561"/>
                <a:gd name="connsiteY0" fmla="*/ 26944 h 234211"/>
                <a:gd name="connsiteX1" fmla="*/ 194746 w 194561"/>
                <a:gd name="connsiteY1" fmla="*/ 18707 h 234211"/>
                <a:gd name="connsiteX2" fmla="*/ 178120 w 194561"/>
                <a:gd name="connsiteY2" fmla="*/ 2950 h 234211"/>
                <a:gd name="connsiteX3" fmla="*/ 153004 w 194561"/>
                <a:gd name="connsiteY3" fmla="*/ 29451 h 234211"/>
                <a:gd name="connsiteX4" fmla="*/ 143807 w 194561"/>
                <a:gd name="connsiteY4" fmla="*/ 66695 h 234211"/>
                <a:gd name="connsiteX5" fmla="*/ 128949 w 194561"/>
                <a:gd name="connsiteY5" fmla="*/ 126144 h 234211"/>
                <a:gd name="connsiteX6" fmla="*/ 115153 w 194561"/>
                <a:gd name="connsiteY6" fmla="*/ 143334 h 234211"/>
                <a:gd name="connsiteX7" fmla="*/ 91098 w 194561"/>
                <a:gd name="connsiteY7" fmla="*/ 151929 h 234211"/>
                <a:gd name="connsiteX8" fmla="*/ 69873 w 194561"/>
                <a:gd name="connsiteY8" fmla="*/ 125786 h 234211"/>
                <a:gd name="connsiteX9" fmla="*/ 90744 w 194561"/>
                <a:gd name="connsiteY9" fmla="*/ 50222 h 234211"/>
                <a:gd name="connsiteX10" fmla="*/ 95343 w 194561"/>
                <a:gd name="connsiteY10" fmla="*/ 32316 h 234211"/>
                <a:gd name="connsiteX11" fmla="*/ 55370 w 194561"/>
                <a:gd name="connsiteY11" fmla="*/ 85 h 234211"/>
                <a:gd name="connsiteX12" fmla="*/ 185 w 194561"/>
                <a:gd name="connsiteY12" fmla="*/ 55952 h 234211"/>
                <a:gd name="connsiteX13" fmla="*/ 8675 w 194561"/>
                <a:gd name="connsiteY13" fmla="*/ 60965 h 234211"/>
                <a:gd name="connsiteX14" fmla="*/ 16811 w 194561"/>
                <a:gd name="connsiteY14" fmla="*/ 56310 h 234211"/>
                <a:gd name="connsiteX15" fmla="*/ 53247 w 194561"/>
                <a:gd name="connsiteY15" fmla="*/ 12977 h 234211"/>
                <a:gd name="connsiteX16" fmla="*/ 59261 w 194561"/>
                <a:gd name="connsiteY16" fmla="*/ 20498 h 234211"/>
                <a:gd name="connsiteX17" fmla="*/ 53247 w 194561"/>
                <a:gd name="connsiteY17" fmla="*/ 43776 h 234211"/>
                <a:gd name="connsiteX18" fmla="*/ 32022 w 194561"/>
                <a:gd name="connsiteY18" fmla="*/ 118265 h 234211"/>
                <a:gd name="connsiteX19" fmla="*/ 88268 w 194561"/>
                <a:gd name="connsiteY19" fmla="*/ 164821 h 234211"/>
                <a:gd name="connsiteX20" fmla="*/ 122228 w 194561"/>
                <a:gd name="connsiteY20" fmla="*/ 154077 h 234211"/>
                <a:gd name="connsiteX21" fmla="*/ 61383 w 194561"/>
                <a:gd name="connsiteY21" fmla="*/ 221404 h 234211"/>
                <a:gd name="connsiteX22" fmla="*/ 39805 w 194561"/>
                <a:gd name="connsiteY22" fmla="*/ 216391 h 234211"/>
                <a:gd name="connsiteX23" fmla="*/ 56785 w 194561"/>
                <a:gd name="connsiteY23" fmla="*/ 192396 h 234211"/>
                <a:gd name="connsiteX24" fmla="*/ 39451 w 194561"/>
                <a:gd name="connsiteY24" fmla="*/ 175923 h 234211"/>
                <a:gd name="connsiteX25" fmla="*/ 13981 w 194561"/>
                <a:gd name="connsiteY25" fmla="*/ 203140 h 234211"/>
                <a:gd name="connsiteX26" fmla="*/ 61383 w 194561"/>
                <a:gd name="connsiteY26" fmla="*/ 234297 h 234211"/>
                <a:gd name="connsiteX27" fmla="*/ 159725 w 194561"/>
                <a:gd name="connsiteY27" fmla="*/ 162314 h 234211"/>
                <a:gd name="connsiteX28" fmla="*/ 192977 w 194561"/>
                <a:gd name="connsiteY28" fmla="*/ 26944 h 234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94561" h="234211">
                  <a:moveTo>
                    <a:pt x="192977" y="26944"/>
                  </a:moveTo>
                  <a:cubicBezTo>
                    <a:pt x="194746" y="20498"/>
                    <a:pt x="194746" y="19781"/>
                    <a:pt x="194746" y="18707"/>
                  </a:cubicBezTo>
                  <a:cubicBezTo>
                    <a:pt x="194746" y="10828"/>
                    <a:pt x="189086" y="2950"/>
                    <a:pt x="178120" y="2950"/>
                  </a:cubicBezTo>
                  <a:cubicBezTo>
                    <a:pt x="159725" y="2950"/>
                    <a:pt x="155480" y="19781"/>
                    <a:pt x="153004" y="29451"/>
                  </a:cubicBezTo>
                  <a:lnTo>
                    <a:pt x="143807" y="66695"/>
                  </a:lnTo>
                  <a:cubicBezTo>
                    <a:pt x="139562" y="83885"/>
                    <a:pt x="132840" y="111461"/>
                    <a:pt x="128949" y="126144"/>
                  </a:cubicBezTo>
                  <a:cubicBezTo>
                    <a:pt x="127180" y="134022"/>
                    <a:pt x="116214" y="142617"/>
                    <a:pt x="115153" y="143334"/>
                  </a:cubicBezTo>
                  <a:cubicBezTo>
                    <a:pt x="111262" y="145840"/>
                    <a:pt x="102772" y="151929"/>
                    <a:pt x="91098" y="151929"/>
                  </a:cubicBezTo>
                  <a:cubicBezTo>
                    <a:pt x="70227" y="151929"/>
                    <a:pt x="69873" y="134022"/>
                    <a:pt x="69873" y="125786"/>
                  </a:cubicBezTo>
                  <a:cubicBezTo>
                    <a:pt x="69873" y="103940"/>
                    <a:pt x="80840" y="76007"/>
                    <a:pt x="90744" y="50222"/>
                  </a:cubicBezTo>
                  <a:cubicBezTo>
                    <a:pt x="94282" y="40911"/>
                    <a:pt x="95343" y="38404"/>
                    <a:pt x="95343" y="32316"/>
                  </a:cubicBezTo>
                  <a:cubicBezTo>
                    <a:pt x="95343" y="11545"/>
                    <a:pt x="74826" y="85"/>
                    <a:pt x="55370" y="85"/>
                  </a:cubicBezTo>
                  <a:cubicBezTo>
                    <a:pt x="17872" y="85"/>
                    <a:pt x="185" y="48789"/>
                    <a:pt x="185" y="55952"/>
                  </a:cubicBezTo>
                  <a:cubicBezTo>
                    <a:pt x="185" y="60965"/>
                    <a:pt x="5491" y="60965"/>
                    <a:pt x="8675" y="60965"/>
                  </a:cubicBezTo>
                  <a:cubicBezTo>
                    <a:pt x="12920" y="60965"/>
                    <a:pt x="15396" y="60965"/>
                    <a:pt x="16811" y="56310"/>
                  </a:cubicBezTo>
                  <a:cubicBezTo>
                    <a:pt x="28485" y="16558"/>
                    <a:pt x="47941" y="12977"/>
                    <a:pt x="53247" y="12977"/>
                  </a:cubicBezTo>
                  <a:cubicBezTo>
                    <a:pt x="55723" y="12977"/>
                    <a:pt x="59261" y="12977"/>
                    <a:pt x="59261" y="20498"/>
                  </a:cubicBezTo>
                  <a:cubicBezTo>
                    <a:pt x="59261" y="28734"/>
                    <a:pt x="55370" y="38046"/>
                    <a:pt x="53247" y="43776"/>
                  </a:cubicBezTo>
                  <a:cubicBezTo>
                    <a:pt x="39451" y="79588"/>
                    <a:pt x="32022" y="100001"/>
                    <a:pt x="32022" y="118265"/>
                  </a:cubicBezTo>
                  <a:cubicBezTo>
                    <a:pt x="32022" y="159091"/>
                    <a:pt x="67397" y="164821"/>
                    <a:pt x="88268" y="164821"/>
                  </a:cubicBezTo>
                  <a:cubicBezTo>
                    <a:pt x="97112" y="164821"/>
                    <a:pt x="109139" y="163388"/>
                    <a:pt x="122228" y="154077"/>
                  </a:cubicBezTo>
                  <a:cubicBezTo>
                    <a:pt x="112323" y="198126"/>
                    <a:pt x="85792" y="221404"/>
                    <a:pt x="61383" y="221404"/>
                  </a:cubicBezTo>
                  <a:cubicBezTo>
                    <a:pt x="56785" y="221404"/>
                    <a:pt x="46880" y="220688"/>
                    <a:pt x="39805" y="216391"/>
                  </a:cubicBezTo>
                  <a:cubicBezTo>
                    <a:pt x="51125" y="211735"/>
                    <a:pt x="56785" y="202066"/>
                    <a:pt x="56785" y="192396"/>
                  </a:cubicBezTo>
                  <a:cubicBezTo>
                    <a:pt x="56785" y="179504"/>
                    <a:pt x="46526" y="175923"/>
                    <a:pt x="39451" y="175923"/>
                  </a:cubicBezTo>
                  <a:cubicBezTo>
                    <a:pt x="26362" y="175923"/>
                    <a:pt x="13981" y="187383"/>
                    <a:pt x="13981" y="203140"/>
                  </a:cubicBezTo>
                  <a:cubicBezTo>
                    <a:pt x="13981" y="221404"/>
                    <a:pt x="32730" y="234297"/>
                    <a:pt x="61383" y="234297"/>
                  </a:cubicBezTo>
                  <a:cubicBezTo>
                    <a:pt x="102064" y="234297"/>
                    <a:pt x="148759" y="206721"/>
                    <a:pt x="159725" y="162314"/>
                  </a:cubicBezTo>
                  <a:lnTo>
                    <a:pt x="192977" y="26944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3329052-37EF-54C6-CCCC-07A21081FA1A}"/>
                </a:ext>
              </a:extLst>
            </p:cNvPr>
            <p:cNvSpPr/>
            <p:nvPr/>
          </p:nvSpPr>
          <p:spPr>
            <a:xfrm>
              <a:off x="7705206" y="7590502"/>
              <a:ext cx="38558" cy="223468"/>
            </a:xfrm>
            <a:custGeom>
              <a:avLst/>
              <a:gdLst>
                <a:gd name="connsiteX0" fmla="*/ 37689 w 38558"/>
                <a:gd name="connsiteY0" fmla="*/ 19065 h 223468"/>
                <a:gd name="connsiteX1" fmla="*/ 18940 w 38558"/>
                <a:gd name="connsiteY1" fmla="*/ 85 h 223468"/>
                <a:gd name="connsiteX2" fmla="*/ 191 w 38558"/>
                <a:gd name="connsiteY2" fmla="*/ 19065 h 223468"/>
                <a:gd name="connsiteX3" fmla="*/ 18940 w 38558"/>
                <a:gd name="connsiteY3" fmla="*/ 38046 h 223468"/>
                <a:gd name="connsiteX4" fmla="*/ 37689 w 38558"/>
                <a:gd name="connsiteY4" fmla="*/ 19065 h 223468"/>
                <a:gd name="connsiteX5" fmla="*/ 30967 w 38558"/>
                <a:gd name="connsiteY5" fmla="*/ 150496 h 223468"/>
                <a:gd name="connsiteX6" fmla="*/ 8328 w 38558"/>
                <a:gd name="connsiteY6" fmla="*/ 214958 h 223468"/>
                <a:gd name="connsiteX7" fmla="*/ 5851 w 38558"/>
                <a:gd name="connsiteY7" fmla="*/ 219614 h 223468"/>
                <a:gd name="connsiteX8" fmla="*/ 9389 w 38558"/>
                <a:gd name="connsiteY8" fmla="*/ 223553 h 223468"/>
                <a:gd name="connsiteX9" fmla="*/ 38750 w 38558"/>
                <a:gd name="connsiteY9" fmla="*/ 153361 h 223468"/>
                <a:gd name="connsiteX10" fmla="*/ 18940 w 38558"/>
                <a:gd name="connsiteY10" fmla="*/ 116474 h 223468"/>
                <a:gd name="connsiteX11" fmla="*/ 191 w 38558"/>
                <a:gd name="connsiteY11" fmla="*/ 135455 h 223468"/>
                <a:gd name="connsiteX12" fmla="*/ 18940 w 38558"/>
                <a:gd name="connsiteY12" fmla="*/ 154435 h 223468"/>
                <a:gd name="connsiteX13" fmla="*/ 21770 w 38558"/>
                <a:gd name="connsiteY13" fmla="*/ 154077 h 223468"/>
                <a:gd name="connsiteX14" fmla="*/ 30967 w 38558"/>
                <a:gd name="connsiteY14" fmla="*/ 150496 h 223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558" h="223468">
                  <a:moveTo>
                    <a:pt x="37689" y="19065"/>
                  </a:moveTo>
                  <a:cubicBezTo>
                    <a:pt x="37689" y="8680"/>
                    <a:pt x="29199" y="85"/>
                    <a:pt x="18940" y="85"/>
                  </a:cubicBezTo>
                  <a:cubicBezTo>
                    <a:pt x="8681" y="85"/>
                    <a:pt x="191" y="8680"/>
                    <a:pt x="191" y="19065"/>
                  </a:cubicBezTo>
                  <a:cubicBezTo>
                    <a:pt x="191" y="29451"/>
                    <a:pt x="8681" y="38046"/>
                    <a:pt x="18940" y="38046"/>
                  </a:cubicBezTo>
                  <a:cubicBezTo>
                    <a:pt x="29199" y="38046"/>
                    <a:pt x="37689" y="29451"/>
                    <a:pt x="37689" y="19065"/>
                  </a:cubicBezTo>
                  <a:close/>
                  <a:moveTo>
                    <a:pt x="30967" y="150496"/>
                  </a:moveTo>
                  <a:cubicBezTo>
                    <a:pt x="30967" y="160523"/>
                    <a:pt x="30967" y="188457"/>
                    <a:pt x="8328" y="214958"/>
                  </a:cubicBezTo>
                  <a:cubicBezTo>
                    <a:pt x="5851" y="217823"/>
                    <a:pt x="5851" y="218539"/>
                    <a:pt x="5851" y="219614"/>
                  </a:cubicBezTo>
                  <a:cubicBezTo>
                    <a:pt x="5851" y="222120"/>
                    <a:pt x="7620" y="223553"/>
                    <a:pt x="9389" y="223553"/>
                  </a:cubicBezTo>
                  <a:cubicBezTo>
                    <a:pt x="13280" y="223553"/>
                    <a:pt x="38750" y="194903"/>
                    <a:pt x="38750" y="153361"/>
                  </a:cubicBezTo>
                  <a:cubicBezTo>
                    <a:pt x="38750" y="142975"/>
                    <a:pt x="38042" y="116474"/>
                    <a:pt x="18940" y="116474"/>
                  </a:cubicBezTo>
                  <a:cubicBezTo>
                    <a:pt x="6559" y="116474"/>
                    <a:pt x="191" y="126144"/>
                    <a:pt x="191" y="135455"/>
                  </a:cubicBezTo>
                  <a:cubicBezTo>
                    <a:pt x="191" y="144766"/>
                    <a:pt x="6205" y="154435"/>
                    <a:pt x="18940" y="154435"/>
                  </a:cubicBezTo>
                  <a:cubicBezTo>
                    <a:pt x="20709" y="154435"/>
                    <a:pt x="21416" y="154435"/>
                    <a:pt x="21770" y="154077"/>
                  </a:cubicBezTo>
                  <a:cubicBezTo>
                    <a:pt x="24246" y="153719"/>
                    <a:pt x="28137" y="153003"/>
                    <a:pt x="30967" y="150496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80B75C8-D06C-27BF-188A-CA3BB24311B9}"/>
                </a:ext>
              </a:extLst>
            </p:cNvPr>
            <p:cNvSpPr/>
            <p:nvPr/>
          </p:nvSpPr>
          <p:spPr>
            <a:xfrm>
              <a:off x="7840848" y="7585846"/>
              <a:ext cx="275922" cy="160438"/>
            </a:xfrm>
            <a:custGeom>
              <a:avLst/>
              <a:gdLst>
                <a:gd name="connsiteX0" fmla="*/ 252064 w 275922"/>
                <a:gd name="connsiteY0" fmla="*/ 24437 h 160438"/>
                <a:gd name="connsiteX1" fmla="*/ 276119 w 275922"/>
                <a:gd name="connsiteY1" fmla="*/ 16916 h 160438"/>
                <a:gd name="connsiteX2" fmla="*/ 276119 w 275922"/>
                <a:gd name="connsiteY2" fmla="*/ 85 h 160438"/>
                <a:gd name="connsiteX3" fmla="*/ 248880 w 275922"/>
                <a:gd name="connsiteY3" fmla="*/ 1159 h 160438"/>
                <a:gd name="connsiteX4" fmla="*/ 214920 w 275922"/>
                <a:gd name="connsiteY4" fmla="*/ 85 h 160438"/>
                <a:gd name="connsiteX5" fmla="*/ 214920 w 275922"/>
                <a:gd name="connsiteY5" fmla="*/ 16916 h 160438"/>
                <a:gd name="connsiteX6" fmla="*/ 235438 w 275922"/>
                <a:gd name="connsiteY6" fmla="*/ 21214 h 160438"/>
                <a:gd name="connsiteX7" fmla="*/ 234023 w 275922"/>
                <a:gd name="connsiteY7" fmla="*/ 25511 h 160438"/>
                <a:gd name="connsiteX8" fmla="*/ 196879 w 275922"/>
                <a:gd name="connsiteY8" fmla="*/ 117191 h 160438"/>
                <a:gd name="connsiteX9" fmla="*/ 156552 w 275922"/>
                <a:gd name="connsiteY9" fmla="*/ 16916 h 160438"/>
                <a:gd name="connsiteX10" fmla="*/ 176362 w 275922"/>
                <a:gd name="connsiteY10" fmla="*/ 16916 h 160438"/>
                <a:gd name="connsiteX11" fmla="*/ 176362 w 275922"/>
                <a:gd name="connsiteY11" fmla="*/ 85 h 160438"/>
                <a:gd name="connsiteX12" fmla="*/ 136035 w 275922"/>
                <a:gd name="connsiteY12" fmla="*/ 1159 h 160438"/>
                <a:gd name="connsiteX13" fmla="*/ 100660 w 275922"/>
                <a:gd name="connsiteY13" fmla="*/ 85 h 160438"/>
                <a:gd name="connsiteX14" fmla="*/ 100660 w 275922"/>
                <a:gd name="connsiteY14" fmla="*/ 16916 h 160438"/>
                <a:gd name="connsiteX15" fmla="*/ 121531 w 275922"/>
                <a:gd name="connsiteY15" fmla="*/ 16916 h 160438"/>
                <a:gd name="connsiteX16" fmla="*/ 128960 w 275922"/>
                <a:gd name="connsiteY16" fmla="*/ 35897 h 160438"/>
                <a:gd name="connsiteX17" fmla="*/ 127545 w 275922"/>
                <a:gd name="connsiteY17" fmla="*/ 40552 h 160438"/>
                <a:gd name="connsiteX18" fmla="*/ 99599 w 275922"/>
                <a:gd name="connsiteY18" fmla="*/ 109312 h 160438"/>
                <a:gd name="connsiteX19" fmla="*/ 62455 w 275922"/>
                <a:gd name="connsiteY19" fmla="*/ 16916 h 160438"/>
                <a:gd name="connsiteX20" fmla="*/ 82265 w 275922"/>
                <a:gd name="connsiteY20" fmla="*/ 16916 h 160438"/>
                <a:gd name="connsiteX21" fmla="*/ 82265 w 275922"/>
                <a:gd name="connsiteY21" fmla="*/ 85 h 160438"/>
                <a:gd name="connsiteX22" fmla="*/ 38754 w 275922"/>
                <a:gd name="connsiteY22" fmla="*/ 1159 h 160438"/>
                <a:gd name="connsiteX23" fmla="*/ 196 w 275922"/>
                <a:gd name="connsiteY23" fmla="*/ 85 h 160438"/>
                <a:gd name="connsiteX24" fmla="*/ 196 w 275922"/>
                <a:gd name="connsiteY24" fmla="*/ 16916 h 160438"/>
                <a:gd name="connsiteX25" fmla="*/ 21067 w 275922"/>
                <a:gd name="connsiteY25" fmla="*/ 16916 h 160438"/>
                <a:gd name="connsiteX26" fmla="*/ 75190 w 275922"/>
                <a:gd name="connsiteY26" fmla="*/ 150854 h 160438"/>
                <a:gd name="connsiteX27" fmla="*/ 87925 w 275922"/>
                <a:gd name="connsiteY27" fmla="*/ 160523 h 160438"/>
                <a:gd name="connsiteX28" fmla="*/ 100660 w 275922"/>
                <a:gd name="connsiteY28" fmla="*/ 150854 h 160438"/>
                <a:gd name="connsiteX29" fmla="*/ 138157 w 275922"/>
                <a:gd name="connsiteY29" fmla="*/ 58100 h 160438"/>
                <a:gd name="connsiteX30" fmla="*/ 175654 w 275922"/>
                <a:gd name="connsiteY30" fmla="*/ 150854 h 160438"/>
                <a:gd name="connsiteX31" fmla="*/ 188389 w 275922"/>
                <a:gd name="connsiteY31" fmla="*/ 160523 h 160438"/>
                <a:gd name="connsiteX32" fmla="*/ 201124 w 275922"/>
                <a:gd name="connsiteY32" fmla="*/ 150854 h 160438"/>
                <a:gd name="connsiteX33" fmla="*/ 252064 w 275922"/>
                <a:gd name="connsiteY33" fmla="*/ 24437 h 160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5922" h="160438">
                  <a:moveTo>
                    <a:pt x="252064" y="24437"/>
                  </a:moveTo>
                  <a:cubicBezTo>
                    <a:pt x="253833" y="19781"/>
                    <a:pt x="255248" y="16916"/>
                    <a:pt x="276119" y="16916"/>
                  </a:cubicBezTo>
                  <a:lnTo>
                    <a:pt x="276119" y="85"/>
                  </a:lnTo>
                  <a:cubicBezTo>
                    <a:pt x="267983" y="801"/>
                    <a:pt x="257370" y="1159"/>
                    <a:pt x="248880" y="1159"/>
                  </a:cubicBezTo>
                  <a:cubicBezTo>
                    <a:pt x="239329" y="1159"/>
                    <a:pt x="222703" y="443"/>
                    <a:pt x="214920" y="85"/>
                  </a:cubicBezTo>
                  <a:lnTo>
                    <a:pt x="214920" y="16916"/>
                  </a:lnTo>
                  <a:cubicBezTo>
                    <a:pt x="218104" y="16916"/>
                    <a:pt x="235438" y="17275"/>
                    <a:pt x="235438" y="21214"/>
                  </a:cubicBezTo>
                  <a:cubicBezTo>
                    <a:pt x="235438" y="22288"/>
                    <a:pt x="234377" y="24437"/>
                    <a:pt x="234023" y="25511"/>
                  </a:cubicBezTo>
                  <a:lnTo>
                    <a:pt x="196879" y="117191"/>
                  </a:lnTo>
                  <a:lnTo>
                    <a:pt x="156552" y="16916"/>
                  </a:lnTo>
                  <a:lnTo>
                    <a:pt x="176362" y="16916"/>
                  </a:lnTo>
                  <a:lnTo>
                    <a:pt x="176362" y="85"/>
                  </a:lnTo>
                  <a:cubicBezTo>
                    <a:pt x="165042" y="443"/>
                    <a:pt x="146647" y="1159"/>
                    <a:pt x="136035" y="1159"/>
                  </a:cubicBezTo>
                  <a:cubicBezTo>
                    <a:pt x="121177" y="1159"/>
                    <a:pt x="106320" y="443"/>
                    <a:pt x="100660" y="85"/>
                  </a:cubicBezTo>
                  <a:lnTo>
                    <a:pt x="100660" y="16916"/>
                  </a:lnTo>
                  <a:lnTo>
                    <a:pt x="121531" y="16916"/>
                  </a:lnTo>
                  <a:cubicBezTo>
                    <a:pt x="128960" y="34823"/>
                    <a:pt x="128960" y="35539"/>
                    <a:pt x="128960" y="35897"/>
                  </a:cubicBezTo>
                  <a:cubicBezTo>
                    <a:pt x="128960" y="37329"/>
                    <a:pt x="127899" y="39478"/>
                    <a:pt x="127545" y="40552"/>
                  </a:cubicBezTo>
                  <a:lnTo>
                    <a:pt x="99599" y="109312"/>
                  </a:lnTo>
                  <a:lnTo>
                    <a:pt x="62455" y="16916"/>
                  </a:lnTo>
                  <a:lnTo>
                    <a:pt x="82265" y="16916"/>
                  </a:lnTo>
                  <a:lnTo>
                    <a:pt x="82265" y="85"/>
                  </a:lnTo>
                  <a:cubicBezTo>
                    <a:pt x="67762" y="801"/>
                    <a:pt x="53258" y="1159"/>
                    <a:pt x="38754" y="1159"/>
                  </a:cubicBezTo>
                  <a:cubicBezTo>
                    <a:pt x="27788" y="1159"/>
                    <a:pt x="12223" y="443"/>
                    <a:pt x="196" y="85"/>
                  </a:cubicBezTo>
                  <a:lnTo>
                    <a:pt x="196" y="16916"/>
                  </a:lnTo>
                  <a:lnTo>
                    <a:pt x="21067" y="16916"/>
                  </a:lnTo>
                  <a:lnTo>
                    <a:pt x="75190" y="150854"/>
                  </a:lnTo>
                  <a:cubicBezTo>
                    <a:pt x="77666" y="156942"/>
                    <a:pt x="79081" y="160523"/>
                    <a:pt x="87925" y="160523"/>
                  </a:cubicBezTo>
                  <a:cubicBezTo>
                    <a:pt x="96769" y="160523"/>
                    <a:pt x="98184" y="156942"/>
                    <a:pt x="100660" y="150854"/>
                  </a:cubicBezTo>
                  <a:lnTo>
                    <a:pt x="138157" y="58100"/>
                  </a:lnTo>
                  <a:lnTo>
                    <a:pt x="175654" y="150854"/>
                  </a:lnTo>
                  <a:cubicBezTo>
                    <a:pt x="178131" y="156942"/>
                    <a:pt x="179546" y="160523"/>
                    <a:pt x="188389" y="160523"/>
                  </a:cubicBezTo>
                  <a:cubicBezTo>
                    <a:pt x="197233" y="160523"/>
                    <a:pt x="198648" y="156942"/>
                    <a:pt x="201124" y="150854"/>
                  </a:cubicBezTo>
                  <a:lnTo>
                    <a:pt x="252064" y="24437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45E4656-F94A-D9B5-E01F-4CB60D7AE88D}"/>
                </a:ext>
              </a:extLst>
            </p:cNvPr>
            <p:cNvSpPr/>
            <p:nvPr/>
          </p:nvSpPr>
          <p:spPr>
            <a:xfrm>
              <a:off x="8151623" y="7476261"/>
              <a:ext cx="82069" cy="358122"/>
            </a:xfrm>
            <a:custGeom>
              <a:avLst/>
              <a:gdLst>
                <a:gd name="connsiteX0" fmla="*/ 82274 w 82069"/>
                <a:gd name="connsiteY0" fmla="*/ 179146 h 358122"/>
                <a:gd name="connsiteX1" fmla="*/ 58926 w 82069"/>
                <a:gd name="connsiteY1" fmla="*/ 67412 h 358122"/>
                <a:gd name="connsiteX2" fmla="*/ 3742 w 82069"/>
                <a:gd name="connsiteY2" fmla="*/ 85 h 358122"/>
                <a:gd name="connsiteX3" fmla="*/ 204 w 82069"/>
                <a:gd name="connsiteY3" fmla="*/ 3666 h 358122"/>
                <a:gd name="connsiteX4" fmla="*/ 6925 w 82069"/>
                <a:gd name="connsiteY4" fmla="*/ 11903 h 358122"/>
                <a:gd name="connsiteX5" fmla="*/ 61756 w 82069"/>
                <a:gd name="connsiteY5" fmla="*/ 179146 h 358122"/>
                <a:gd name="connsiteX6" fmla="*/ 4803 w 82069"/>
                <a:gd name="connsiteY6" fmla="*/ 348538 h 358122"/>
                <a:gd name="connsiteX7" fmla="*/ 204 w 82069"/>
                <a:gd name="connsiteY7" fmla="*/ 354626 h 358122"/>
                <a:gd name="connsiteX8" fmla="*/ 3742 w 82069"/>
                <a:gd name="connsiteY8" fmla="*/ 358207 h 358122"/>
                <a:gd name="connsiteX9" fmla="*/ 59988 w 82069"/>
                <a:gd name="connsiteY9" fmla="*/ 288373 h 358122"/>
                <a:gd name="connsiteX10" fmla="*/ 82274 w 82069"/>
                <a:gd name="connsiteY10" fmla="*/ 179146 h 358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58122">
                  <a:moveTo>
                    <a:pt x="82274" y="179146"/>
                  </a:moveTo>
                  <a:cubicBezTo>
                    <a:pt x="82274" y="151212"/>
                    <a:pt x="78382" y="107879"/>
                    <a:pt x="58926" y="67412"/>
                  </a:cubicBezTo>
                  <a:cubicBezTo>
                    <a:pt x="37701" y="23363"/>
                    <a:pt x="7279" y="85"/>
                    <a:pt x="3742" y="85"/>
                  </a:cubicBezTo>
                  <a:cubicBezTo>
                    <a:pt x="1619" y="85"/>
                    <a:pt x="204" y="1517"/>
                    <a:pt x="204" y="3666"/>
                  </a:cubicBezTo>
                  <a:cubicBezTo>
                    <a:pt x="204" y="4740"/>
                    <a:pt x="204" y="5457"/>
                    <a:pt x="6925" y="11903"/>
                  </a:cubicBezTo>
                  <a:cubicBezTo>
                    <a:pt x="41593" y="47357"/>
                    <a:pt x="61756" y="104298"/>
                    <a:pt x="61756" y="179146"/>
                  </a:cubicBezTo>
                  <a:cubicBezTo>
                    <a:pt x="61756" y="240385"/>
                    <a:pt x="48668" y="303414"/>
                    <a:pt x="4803" y="348538"/>
                  </a:cubicBezTo>
                  <a:cubicBezTo>
                    <a:pt x="204" y="352835"/>
                    <a:pt x="204" y="353551"/>
                    <a:pt x="204" y="354626"/>
                  </a:cubicBezTo>
                  <a:cubicBezTo>
                    <a:pt x="204" y="356774"/>
                    <a:pt x="1619" y="358207"/>
                    <a:pt x="3742" y="358207"/>
                  </a:cubicBezTo>
                  <a:cubicBezTo>
                    <a:pt x="7279" y="358207"/>
                    <a:pt x="39116" y="333855"/>
                    <a:pt x="59988" y="288373"/>
                  </a:cubicBezTo>
                  <a:cubicBezTo>
                    <a:pt x="78029" y="248980"/>
                    <a:pt x="82274" y="209228"/>
                    <a:pt x="82274" y="179146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2DEF370-B17E-3E3E-C42E-147BBBFBFF4C}"/>
                </a:ext>
              </a:extLst>
            </p:cNvPr>
            <p:cNvSpPr/>
            <p:nvPr/>
          </p:nvSpPr>
          <p:spPr>
            <a:xfrm>
              <a:off x="8387099" y="7613422"/>
              <a:ext cx="235242" cy="83800"/>
            </a:xfrm>
            <a:custGeom>
              <a:avLst/>
              <a:gdLst>
                <a:gd name="connsiteX0" fmla="*/ 223425 w 235242"/>
                <a:gd name="connsiteY0" fmla="*/ 14410 h 83800"/>
                <a:gd name="connsiteX1" fmla="*/ 235453 w 235242"/>
                <a:gd name="connsiteY1" fmla="*/ 7247 h 83800"/>
                <a:gd name="connsiteX2" fmla="*/ 223779 w 235242"/>
                <a:gd name="connsiteY2" fmla="*/ 85 h 83800"/>
                <a:gd name="connsiteX3" fmla="*/ 11885 w 235242"/>
                <a:gd name="connsiteY3" fmla="*/ 85 h 83800"/>
                <a:gd name="connsiteX4" fmla="*/ 211 w 235242"/>
                <a:gd name="connsiteY4" fmla="*/ 7247 h 83800"/>
                <a:gd name="connsiteX5" fmla="*/ 12238 w 235242"/>
                <a:gd name="connsiteY5" fmla="*/ 14410 h 83800"/>
                <a:gd name="connsiteX6" fmla="*/ 223425 w 235242"/>
                <a:gd name="connsiteY6" fmla="*/ 14410 h 83800"/>
                <a:gd name="connsiteX7" fmla="*/ 223779 w 235242"/>
                <a:gd name="connsiteY7" fmla="*/ 83885 h 83800"/>
                <a:gd name="connsiteX8" fmla="*/ 235453 w 235242"/>
                <a:gd name="connsiteY8" fmla="*/ 76723 h 83800"/>
                <a:gd name="connsiteX9" fmla="*/ 223425 w 235242"/>
                <a:gd name="connsiteY9" fmla="*/ 69560 h 83800"/>
                <a:gd name="connsiteX10" fmla="*/ 12238 w 235242"/>
                <a:gd name="connsiteY10" fmla="*/ 69560 h 83800"/>
                <a:gd name="connsiteX11" fmla="*/ 211 w 235242"/>
                <a:gd name="connsiteY11" fmla="*/ 76723 h 83800"/>
                <a:gd name="connsiteX12" fmla="*/ 11885 w 235242"/>
                <a:gd name="connsiteY12" fmla="*/ 83885 h 83800"/>
                <a:gd name="connsiteX13" fmla="*/ 223779 w 235242"/>
                <a:gd name="connsiteY13" fmla="*/ 83885 h 8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242" h="83800">
                  <a:moveTo>
                    <a:pt x="223425" y="14410"/>
                  </a:moveTo>
                  <a:cubicBezTo>
                    <a:pt x="228732" y="14410"/>
                    <a:pt x="235453" y="14410"/>
                    <a:pt x="235453" y="7247"/>
                  </a:cubicBezTo>
                  <a:cubicBezTo>
                    <a:pt x="235453" y="85"/>
                    <a:pt x="228732" y="85"/>
                    <a:pt x="223779" y="85"/>
                  </a:cubicBezTo>
                  <a:lnTo>
                    <a:pt x="11885" y="85"/>
                  </a:lnTo>
                  <a:cubicBezTo>
                    <a:pt x="6932" y="85"/>
                    <a:pt x="211" y="85"/>
                    <a:pt x="211" y="7247"/>
                  </a:cubicBezTo>
                  <a:cubicBezTo>
                    <a:pt x="211" y="14410"/>
                    <a:pt x="6932" y="14410"/>
                    <a:pt x="12238" y="14410"/>
                  </a:cubicBezTo>
                  <a:lnTo>
                    <a:pt x="223425" y="14410"/>
                  </a:lnTo>
                  <a:close/>
                  <a:moveTo>
                    <a:pt x="223779" y="83885"/>
                  </a:moveTo>
                  <a:cubicBezTo>
                    <a:pt x="228732" y="83885"/>
                    <a:pt x="235453" y="83885"/>
                    <a:pt x="235453" y="76723"/>
                  </a:cubicBezTo>
                  <a:cubicBezTo>
                    <a:pt x="235453" y="69560"/>
                    <a:pt x="228732" y="69560"/>
                    <a:pt x="223425" y="69560"/>
                  </a:cubicBezTo>
                  <a:lnTo>
                    <a:pt x="12238" y="69560"/>
                  </a:lnTo>
                  <a:cubicBezTo>
                    <a:pt x="6932" y="69560"/>
                    <a:pt x="211" y="69560"/>
                    <a:pt x="211" y="76723"/>
                  </a:cubicBezTo>
                  <a:cubicBezTo>
                    <a:pt x="211" y="83885"/>
                    <a:pt x="6932" y="83885"/>
                    <a:pt x="11885" y="83885"/>
                  </a:cubicBezTo>
                  <a:lnTo>
                    <a:pt x="223779" y="83885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F6B3781-9D62-1DB9-89CD-9C71AF11DF65}"/>
                </a:ext>
              </a:extLst>
            </p:cNvPr>
            <p:cNvSpPr/>
            <p:nvPr/>
          </p:nvSpPr>
          <p:spPr>
            <a:xfrm>
              <a:off x="8760498" y="7404634"/>
              <a:ext cx="470837" cy="501371"/>
            </a:xfrm>
            <a:custGeom>
              <a:avLst/>
              <a:gdLst>
                <a:gd name="connsiteX0" fmla="*/ 428256 w 470837"/>
                <a:gd name="connsiteY0" fmla="*/ 501446 h 501371"/>
                <a:gd name="connsiteX1" fmla="*/ 471059 w 470837"/>
                <a:gd name="connsiteY1" fmla="*/ 386847 h 501371"/>
                <a:gd name="connsiteX2" fmla="*/ 462215 w 470837"/>
                <a:gd name="connsiteY2" fmla="*/ 386847 h 501371"/>
                <a:gd name="connsiteX3" fmla="*/ 370241 w 470837"/>
                <a:gd name="connsiteY3" fmla="*/ 459188 h 501371"/>
                <a:gd name="connsiteX4" fmla="*/ 260226 w 470837"/>
                <a:gd name="connsiteY4" fmla="*/ 470290 h 501371"/>
                <a:gd name="connsiteX5" fmla="*/ 46916 w 470837"/>
                <a:gd name="connsiteY5" fmla="*/ 470290 h 501371"/>
                <a:gd name="connsiteX6" fmla="*/ 226973 w 470837"/>
                <a:gd name="connsiteY6" fmla="*/ 256491 h 501371"/>
                <a:gd name="connsiteX7" fmla="*/ 230157 w 470837"/>
                <a:gd name="connsiteY7" fmla="*/ 250761 h 501371"/>
                <a:gd name="connsiteX8" fmla="*/ 227681 w 470837"/>
                <a:gd name="connsiteY8" fmla="*/ 245389 h 501371"/>
                <a:gd name="connsiteX9" fmla="*/ 62835 w 470837"/>
                <a:gd name="connsiteY9" fmla="*/ 17265 h 501371"/>
                <a:gd name="connsiteX10" fmla="*/ 256688 w 470837"/>
                <a:gd name="connsiteY10" fmla="*/ 17265 h 501371"/>
                <a:gd name="connsiteX11" fmla="*/ 339465 w 470837"/>
                <a:gd name="connsiteY11" fmla="*/ 22995 h 501371"/>
                <a:gd name="connsiteX12" fmla="*/ 417290 w 470837"/>
                <a:gd name="connsiteY12" fmla="*/ 49854 h 501371"/>
                <a:gd name="connsiteX13" fmla="*/ 462215 w 470837"/>
                <a:gd name="connsiteY13" fmla="*/ 100708 h 501371"/>
                <a:gd name="connsiteX14" fmla="*/ 471059 w 470837"/>
                <a:gd name="connsiteY14" fmla="*/ 100708 h 501371"/>
                <a:gd name="connsiteX15" fmla="*/ 428256 w 470837"/>
                <a:gd name="connsiteY15" fmla="*/ 75 h 501371"/>
                <a:gd name="connsiteX16" fmla="*/ 10126 w 470837"/>
                <a:gd name="connsiteY16" fmla="*/ 75 h 501371"/>
                <a:gd name="connsiteX17" fmla="*/ 575 w 470837"/>
                <a:gd name="connsiteY17" fmla="*/ 2582 h 501371"/>
                <a:gd name="connsiteX18" fmla="*/ 221 w 470837"/>
                <a:gd name="connsiteY18" fmla="*/ 14400 h 501371"/>
                <a:gd name="connsiteX19" fmla="*/ 187354 w 470837"/>
                <a:gd name="connsiteY19" fmla="*/ 273681 h 501371"/>
                <a:gd name="connsiteX20" fmla="*/ 4113 w 470837"/>
                <a:gd name="connsiteY20" fmla="*/ 491061 h 501371"/>
                <a:gd name="connsiteX21" fmla="*/ 575 w 470837"/>
                <a:gd name="connsiteY21" fmla="*/ 497507 h 501371"/>
                <a:gd name="connsiteX22" fmla="*/ 10126 w 470837"/>
                <a:gd name="connsiteY22" fmla="*/ 501446 h 501371"/>
                <a:gd name="connsiteX23" fmla="*/ 428256 w 470837"/>
                <a:gd name="connsiteY23" fmla="*/ 501446 h 501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70837" h="501371">
                  <a:moveTo>
                    <a:pt x="428256" y="501446"/>
                  </a:moveTo>
                  <a:lnTo>
                    <a:pt x="471059" y="386847"/>
                  </a:lnTo>
                  <a:lnTo>
                    <a:pt x="462215" y="386847"/>
                  </a:lnTo>
                  <a:cubicBezTo>
                    <a:pt x="448419" y="424092"/>
                    <a:pt x="410922" y="448444"/>
                    <a:pt x="370241" y="459188"/>
                  </a:cubicBezTo>
                  <a:cubicBezTo>
                    <a:pt x="362812" y="460979"/>
                    <a:pt x="328145" y="470290"/>
                    <a:pt x="260226" y="470290"/>
                  </a:cubicBezTo>
                  <a:lnTo>
                    <a:pt x="46916" y="470290"/>
                  </a:lnTo>
                  <a:lnTo>
                    <a:pt x="226973" y="256491"/>
                  </a:lnTo>
                  <a:cubicBezTo>
                    <a:pt x="229450" y="253626"/>
                    <a:pt x="230157" y="252551"/>
                    <a:pt x="230157" y="250761"/>
                  </a:cubicBezTo>
                  <a:cubicBezTo>
                    <a:pt x="230157" y="250045"/>
                    <a:pt x="230157" y="248970"/>
                    <a:pt x="227681" y="245389"/>
                  </a:cubicBezTo>
                  <a:lnTo>
                    <a:pt x="62835" y="17265"/>
                  </a:lnTo>
                  <a:lnTo>
                    <a:pt x="256688" y="17265"/>
                  </a:lnTo>
                  <a:cubicBezTo>
                    <a:pt x="304090" y="17265"/>
                    <a:pt x="336281" y="22279"/>
                    <a:pt x="339465" y="22995"/>
                  </a:cubicBezTo>
                  <a:cubicBezTo>
                    <a:pt x="358567" y="25860"/>
                    <a:pt x="389343" y="31948"/>
                    <a:pt x="417290" y="49854"/>
                  </a:cubicBezTo>
                  <a:cubicBezTo>
                    <a:pt x="426133" y="55584"/>
                    <a:pt x="450188" y="71700"/>
                    <a:pt x="462215" y="100708"/>
                  </a:cubicBezTo>
                  <a:lnTo>
                    <a:pt x="471059" y="100708"/>
                  </a:lnTo>
                  <a:lnTo>
                    <a:pt x="428256" y="75"/>
                  </a:lnTo>
                  <a:lnTo>
                    <a:pt x="10126" y="75"/>
                  </a:lnTo>
                  <a:cubicBezTo>
                    <a:pt x="1990" y="75"/>
                    <a:pt x="1636" y="433"/>
                    <a:pt x="575" y="2582"/>
                  </a:cubicBezTo>
                  <a:cubicBezTo>
                    <a:pt x="221" y="3656"/>
                    <a:pt x="221" y="10461"/>
                    <a:pt x="221" y="14400"/>
                  </a:cubicBezTo>
                  <a:lnTo>
                    <a:pt x="187354" y="273681"/>
                  </a:lnTo>
                  <a:lnTo>
                    <a:pt x="4113" y="491061"/>
                  </a:lnTo>
                  <a:cubicBezTo>
                    <a:pt x="575" y="495358"/>
                    <a:pt x="575" y="497149"/>
                    <a:pt x="575" y="497507"/>
                  </a:cubicBezTo>
                  <a:cubicBezTo>
                    <a:pt x="575" y="501446"/>
                    <a:pt x="3759" y="501446"/>
                    <a:pt x="10126" y="501446"/>
                  </a:cubicBezTo>
                  <a:lnTo>
                    <a:pt x="428256" y="501446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721645E-3829-E3C0-504B-CA26382567F1}"/>
                </a:ext>
              </a:extLst>
            </p:cNvPr>
            <p:cNvSpPr/>
            <p:nvPr/>
          </p:nvSpPr>
          <p:spPr>
            <a:xfrm>
              <a:off x="8763276" y="8046143"/>
              <a:ext cx="98801" cy="113059"/>
            </a:xfrm>
            <a:custGeom>
              <a:avLst/>
              <a:gdLst>
                <a:gd name="connsiteX0" fmla="*/ 89366 w 98801"/>
                <a:gd name="connsiteY0" fmla="*/ 16391 h 113059"/>
                <a:gd name="connsiteX1" fmla="*/ 78966 w 98801"/>
                <a:gd name="connsiteY1" fmla="*/ 28173 h 113059"/>
                <a:gd name="connsiteX2" fmla="*/ 87137 w 98801"/>
                <a:gd name="connsiteY2" fmla="*/ 36195 h 113059"/>
                <a:gd name="connsiteX3" fmla="*/ 99023 w 98801"/>
                <a:gd name="connsiteY3" fmla="*/ 21906 h 113059"/>
                <a:gd name="connsiteX4" fmla="*/ 66089 w 98801"/>
                <a:gd name="connsiteY4" fmla="*/ 96 h 113059"/>
                <a:gd name="connsiteX5" fmla="*/ 20527 w 98801"/>
                <a:gd name="connsiteY5" fmla="*/ 36696 h 113059"/>
                <a:gd name="connsiteX6" fmla="*/ 29193 w 98801"/>
                <a:gd name="connsiteY6" fmla="*/ 54996 h 113059"/>
                <a:gd name="connsiteX7" fmla="*/ 57175 w 98801"/>
                <a:gd name="connsiteY7" fmla="*/ 64021 h 113059"/>
                <a:gd name="connsiteX8" fmla="*/ 78223 w 98801"/>
                <a:gd name="connsiteY8" fmla="*/ 80566 h 113059"/>
                <a:gd name="connsiteX9" fmla="*/ 65099 w 98801"/>
                <a:gd name="connsiteY9" fmla="*/ 100621 h 113059"/>
                <a:gd name="connsiteX10" fmla="*/ 40336 w 98801"/>
                <a:gd name="connsiteY10" fmla="*/ 106136 h 113059"/>
                <a:gd name="connsiteX11" fmla="*/ 10622 w 98801"/>
                <a:gd name="connsiteY11" fmla="*/ 95607 h 113059"/>
                <a:gd name="connsiteX12" fmla="*/ 24241 w 98801"/>
                <a:gd name="connsiteY12" fmla="*/ 81318 h 113059"/>
                <a:gd name="connsiteX13" fmla="*/ 14584 w 98801"/>
                <a:gd name="connsiteY13" fmla="*/ 72043 h 113059"/>
                <a:gd name="connsiteX14" fmla="*/ 222 w 98801"/>
                <a:gd name="connsiteY14" fmla="*/ 88839 h 113059"/>
                <a:gd name="connsiteX15" fmla="*/ 40089 w 98801"/>
                <a:gd name="connsiteY15" fmla="*/ 113155 h 113059"/>
                <a:gd name="connsiteX16" fmla="*/ 94071 w 98801"/>
                <a:gd name="connsiteY16" fmla="*/ 71792 h 113059"/>
                <a:gd name="connsiteX17" fmla="*/ 59899 w 98801"/>
                <a:gd name="connsiteY17" fmla="*/ 42462 h 113059"/>
                <a:gd name="connsiteX18" fmla="*/ 49994 w 98801"/>
                <a:gd name="connsiteY18" fmla="*/ 40457 h 113059"/>
                <a:gd name="connsiteX19" fmla="*/ 36375 w 98801"/>
                <a:gd name="connsiteY19" fmla="*/ 27922 h 113059"/>
                <a:gd name="connsiteX20" fmla="*/ 46279 w 98801"/>
                <a:gd name="connsiteY20" fmla="*/ 11878 h 113059"/>
                <a:gd name="connsiteX21" fmla="*/ 65842 w 98801"/>
                <a:gd name="connsiteY21" fmla="*/ 7115 h 113059"/>
                <a:gd name="connsiteX22" fmla="*/ 89366 w 98801"/>
                <a:gd name="connsiteY22" fmla="*/ 16391 h 113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8801" h="113059">
                  <a:moveTo>
                    <a:pt x="89366" y="16391"/>
                  </a:moveTo>
                  <a:cubicBezTo>
                    <a:pt x="82928" y="17895"/>
                    <a:pt x="78966" y="23159"/>
                    <a:pt x="78966" y="28173"/>
                  </a:cubicBezTo>
                  <a:cubicBezTo>
                    <a:pt x="78966" y="33939"/>
                    <a:pt x="83918" y="36195"/>
                    <a:pt x="87137" y="36195"/>
                  </a:cubicBezTo>
                  <a:cubicBezTo>
                    <a:pt x="89613" y="36195"/>
                    <a:pt x="99023" y="34691"/>
                    <a:pt x="99023" y="21906"/>
                  </a:cubicBezTo>
                  <a:cubicBezTo>
                    <a:pt x="99023" y="5611"/>
                    <a:pt x="81194" y="96"/>
                    <a:pt x="66089" y="96"/>
                  </a:cubicBezTo>
                  <a:cubicBezTo>
                    <a:pt x="27460" y="96"/>
                    <a:pt x="20527" y="28925"/>
                    <a:pt x="20527" y="36696"/>
                  </a:cubicBezTo>
                  <a:cubicBezTo>
                    <a:pt x="20527" y="45972"/>
                    <a:pt x="25727" y="51988"/>
                    <a:pt x="29193" y="54996"/>
                  </a:cubicBezTo>
                  <a:cubicBezTo>
                    <a:pt x="35632" y="60010"/>
                    <a:pt x="40089" y="61013"/>
                    <a:pt x="57175" y="64021"/>
                  </a:cubicBezTo>
                  <a:cubicBezTo>
                    <a:pt x="62375" y="65024"/>
                    <a:pt x="78223" y="68032"/>
                    <a:pt x="78223" y="80566"/>
                  </a:cubicBezTo>
                  <a:cubicBezTo>
                    <a:pt x="78223" y="84828"/>
                    <a:pt x="75499" y="94354"/>
                    <a:pt x="65099" y="100621"/>
                  </a:cubicBezTo>
                  <a:cubicBezTo>
                    <a:pt x="55441" y="106136"/>
                    <a:pt x="43308" y="106136"/>
                    <a:pt x="40336" y="106136"/>
                  </a:cubicBezTo>
                  <a:cubicBezTo>
                    <a:pt x="30432" y="106136"/>
                    <a:pt x="16317" y="103880"/>
                    <a:pt x="10622" y="95607"/>
                  </a:cubicBezTo>
                  <a:cubicBezTo>
                    <a:pt x="18793" y="94605"/>
                    <a:pt x="24241" y="88337"/>
                    <a:pt x="24241" y="81318"/>
                  </a:cubicBezTo>
                  <a:cubicBezTo>
                    <a:pt x="24241" y="75051"/>
                    <a:pt x="19784" y="72043"/>
                    <a:pt x="14584" y="72043"/>
                  </a:cubicBezTo>
                  <a:cubicBezTo>
                    <a:pt x="7403" y="72043"/>
                    <a:pt x="222" y="77809"/>
                    <a:pt x="222" y="88839"/>
                  </a:cubicBezTo>
                  <a:cubicBezTo>
                    <a:pt x="222" y="103880"/>
                    <a:pt x="16069" y="113155"/>
                    <a:pt x="40089" y="113155"/>
                  </a:cubicBezTo>
                  <a:cubicBezTo>
                    <a:pt x="85652" y="113155"/>
                    <a:pt x="94071" y="81569"/>
                    <a:pt x="94071" y="71792"/>
                  </a:cubicBezTo>
                  <a:cubicBezTo>
                    <a:pt x="94071" y="48729"/>
                    <a:pt x="69061" y="44217"/>
                    <a:pt x="59899" y="42462"/>
                  </a:cubicBezTo>
                  <a:cubicBezTo>
                    <a:pt x="57670" y="41961"/>
                    <a:pt x="51480" y="40958"/>
                    <a:pt x="49994" y="40457"/>
                  </a:cubicBezTo>
                  <a:cubicBezTo>
                    <a:pt x="40832" y="38702"/>
                    <a:pt x="36375" y="33437"/>
                    <a:pt x="36375" y="27922"/>
                  </a:cubicBezTo>
                  <a:cubicBezTo>
                    <a:pt x="36375" y="22156"/>
                    <a:pt x="40832" y="15388"/>
                    <a:pt x="46279" y="11878"/>
                  </a:cubicBezTo>
                  <a:cubicBezTo>
                    <a:pt x="52965" y="7617"/>
                    <a:pt x="61632" y="7115"/>
                    <a:pt x="65842" y="7115"/>
                  </a:cubicBezTo>
                  <a:cubicBezTo>
                    <a:pt x="71042" y="7115"/>
                    <a:pt x="83918" y="7867"/>
                    <a:pt x="89366" y="16391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655945E-C387-C62D-1722-C806FC6AF257}"/>
                </a:ext>
              </a:extLst>
            </p:cNvPr>
            <p:cNvSpPr/>
            <p:nvPr/>
          </p:nvSpPr>
          <p:spPr>
            <a:xfrm>
              <a:off x="8905954" y="8012050"/>
              <a:ext cx="136935" cy="163697"/>
            </a:xfrm>
            <a:custGeom>
              <a:avLst/>
              <a:gdLst>
                <a:gd name="connsiteX0" fmla="*/ 127256 w 136935"/>
                <a:gd name="connsiteY0" fmla="*/ 88087 h 163697"/>
                <a:gd name="connsiteX1" fmla="*/ 137161 w 136935"/>
                <a:gd name="connsiteY1" fmla="*/ 82070 h 163697"/>
                <a:gd name="connsiteX2" fmla="*/ 127256 w 136935"/>
                <a:gd name="connsiteY2" fmla="*/ 75803 h 163697"/>
                <a:gd name="connsiteX3" fmla="*/ 12606 w 136935"/>
                <a:gd name="connsiteY3" fmla="*/ 75803 h 163697"/>
                <a:gd name="connsiteX4" fmla="*/ 84912 w 136935"/>
                <a:gd name="connsiteY4" fmla="*/ 12380 h 163697"/>
                <a:gd name="connsiteX5" fmla="*/ 127256 w 136935"/>
                <a:gd name="connsiteY5" fmla="*/ 12380 h 163697"/>
                <a:gd name="connsiteX6" fmla="*/ 137161 w 136935"/>
                <a:gd name="connsiteY6" fmla="*/ 6363 h 163697"/>
                <a:gd name="connsiteX7" fmla="*/ 127256 w 136935"/>
                <a:gd name="connsiteY7" fmla="*/ 96 h 163697"/>
                <a:gd name="connsiteX8" fmla="*/ 83922 w 136935"/>
                <a:gd name="connsiteY8" fmla="*/ 96 h 163697"/>
                <a:gd name="connsiteX9" fmla="*/ 225 w 136935"/>
                <a:gd name="connsiteY9" fmla="*/ 81820 h 163697"/>
                <a:gd name="connsiteX10" fmla="*/ 83922 w 136935"/>
                <a:gd name="connsiteY10" fmla="*/ 163794 h 163697"/>
                <a:gd name="connsiteX11" fmla="*/ 127256 w 136935"/>
                <a:gd name="connsiteY11" fmla="*/ 163794 h 163697"/>
                <a:gd name="connsiteX12" fmla="*/ 137161 w 136935"/>
                <a:gd name="connsiteY12" fmla="*/ 157777 h 163697"/>
                <a:gd name="connsiteX13" fmla="*/ 127256 w 136935"/>
                <a:gd name="connsiteY13" fmla="*/ 151510 h 163697"/>
                <a:gd name="connsiteX14" fmla="*/ 84912 w 136935"/>
                <a:gd name="connsiteY14" fmla="*/ 151510 h 163697"/>
                <a:gd name="connsiteX15" fmla="*/ 12606 w 136935"/>
                <a:gd name="connsiteY15" fmla="*/ 88087 h 163697"/>
                <a:gd name="connsiteX16" fmla="*/ 127256 w 136935"/>
                <a:gd name="connsiteY16" fmla="*/ 88087 h 16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6935" h="163697">
                  <a:moveTo>
                    <a:pt x="127256" y="88087"/>
                  </a:moveTo>
                  <a:cubicBezTo>
                    <a:pt x="131218" y="88087"/>
                    <a:pt x="137161" y="88087"/>
                    <a:pt x="137161" y="82070"/>
                  </a:cubicBezTo>
                  <a:cubicBezTo>
                    <a:pt x="137161" y="75803"/>
                    <a:pt x="131466" y="75803"/>
                    <a:pt x="127256" y="75803"/>
                  </a:cubicBezTo>
                  <a:lnTo>
                    <a:pt x="12606" y="75803"/>
                  </a:lnTo>
                  <a:cubicBezTo>
                    <a:pt x="16321" y="39454"/>
                    <a:pt x="46283" y="12380"/>
                    <a:pt x="84912" y="12380"/>
                  </a:cubicBezTo>
                  <a:lnTo>
                    <a:pt x="127256" y="12380"/>
                  </a:lnTo>
                  <a:cubicBezTo>
                    <a:pt x="131218" y="12380"/>
                    <a:pt x="137161" y="12380"/>
                    <a:pt x="137161" y="6363"/>
                  </a:cubicBezTo>
                  <a:cubicBezTo>
                    <a:pt x="137161" y="96"/>
                    <a:pt x="131466" y="96"/>
                    <a:pt x="127256" y="96"/>
                  </a:cubicBezTo>
                  <a:lnTo>
                    <a:pt x="83922" y="96"/>
                  </a:lnTo>
                  <a:cubicBezTo>
                    <a:pt x="37864" y="96"/>
                    <a:pt x="225" y="36696"/>
                    <a:pt x="225" y="81820"/>
                  </a:cubicBezTo>
                  <a:cubicBezTo>
                    <a:pt x="225" y="127946"/>
                    <a:pt x="38359" y="163794"/>
                    <a:pt x="83922" y="163794"/>
                  </a:cubicBezTo>
                  <a:lnTo>
                    <a:pt x="127256" y="163794"/>
                  </a:lnTo>
                  <a:cubicBezTo>
                    <a:pt x="131218" y="163794"/>
                    <a:pt x="137161" y="163794"/>
                    <a:pt x="137161" y="157777"/>
                  </a:cubicBezTo>
                  <a:cubicBezTo>
                    <a:pt x="137161" y="151510"/>
                    <a:pt x="131466" y="151510"/>
                    <a:pt x="127256" y="151510"/>
                  </a:cubicBezTo>
                  <a:lnTo>
                    <a:pt x="84912" y="151510"/>
                  </a:lnTo>
                  <a:cubicBezTo>
                    <a:pt x="46283" y="151510"/>
                    <a:pt x="16321" y="124436"/>
                    <a:pt x="12606" y="88087"/>
                  </a:cubicBezTo>
                  <a:lnTo>
                    <a:pt x="127256" y="88087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D7A48FE-7FC4-CAC6-7A76-4745E1271F35}"/>
                </a:ext>
              </a:extLst>
            </p:cNvPr>
            <p:cNvSpPr/>
            <p:nvPr/>
          </p:nvSpPr>
          <p:spPr>
            <a:xfrm>
              <a:off x="9080738" y="8043386"/>
              <a:ext cx="151545" cy="163948"/>
            </a:xfrm>
            <a:custGeom>
              <a:avLst/>
              <a:gdLst>
                <a:gd name="connsiteX0" fmla="*/ 127757 w 151545"/>
                <a:gd name="connsiteY0" fmla="*/ 113907 h 163948"/>
                <a:gd name="connsiteX1" fmla="*/ 150786 w 151545"/>
                <a:gd name="connsiteY1" fmla="*/ 20903 h 163948"/>
                <a:gd name="connsiteX2" fmla="*/ 151776 w 151545"/>
                <a:gd name="connsiteY2" fmla="*/ 14636 h 163948"/>
                <a:gd name="connsiteX3" fmla="*/ 138900 w 151545"/>
                <a:gd name="connsiteY3" fmla="*/ 2102 h 163948"/>
                <a:gd name="connsiteX4" fmla="*/ 119833 w 151545"/>
                <a:gd name="connsiteY4" fmla="*/ 21655 h 163948"/>
                <a:gd name="connsiteX5" fmla="*/ 113394 w 151545"/>
                <a:gd name="connsiteY5" fmla="*/ 47726 h 163948"/>
                <a:gd name="connsiteX6" fmla="*/ 105718 w 151545"/>
                <a:gd name="connsiteY6" fmla="*/ 79062 h 163948"/>
                <a:gd name="connsiteX7" fmla="*/ 100518 w 151545"/>
                <a:gd name="connsiteY7" fmla="*/ 90092 h 163948"/>
                <a:gd name="connsiteX8" fmla="*/ 74270 w 151545"/>
                <a:gd name="connsiteY8" fmla="*/ 103880 h 163948"/>
                <a:gd name="connsiteX9" fmla="*/ 57432 w 151545"/>
                <a:gd name="connsiteY9" fmla="*/ 85580 h 163948"/>
                <a:gd name="connsiteX10" fmla="*/ 71546 w 151545"/>
                <a:gd name="connsiteY10" fmla="*/ 36696 h 163948"/>
                <a:gd name="connsiteX11" fmla="*/ 75260 w 151545"/>
                <a:gd name="connsiteY11" fmla="*/ 23159 h 163948"/>
                <a:gd name="connsiteX12" fmla="*/ 43317 w 151545"/>
                <a:gd name="connsiteY12" fmla="*/ 96 h 163948"/>
                <a:gd name="connsiteX13" fmla="*/ 231 w 151545"/>
                <a:gd name="connsiteY13" fmla="*/ 39203 h 163948"/>
                <a:gd name="connsiteX14" fmla="*/ 8155 w 151545"/>
                <a:gd name="connsiteY14" fmla="*/ 43715 h 163948"/>
                <a:gd name="connsiteX15" fmla="*/ 16326 w 151545"/>
                <a:gd name="connsiteY15" fmla="*/ 38200 h 163948"/>
                <a:gd name="connsiteX16" fmla="*/ 41831 w 151545"/>
                <a:gd name="connsiteY16" fmla="*/ 11628 h 163948"/>
                <a:gd name="connsiteX17" fmla="*/ 46041 w 151545"/>
                <a:gd name="connsiteY17" fmla="*/ 17644 h 163948"/>
                <a:gd name="connsiteX18" fmla="*/ 42079 w 151545"/>
                <a:gd name="connsiteY18" fmla="*/ 31933 h 163948"/>
                <a:gd name="connsiteX19" fmla="*/ 27717 w 151545"/>
                <a:gd name="connsiteY19" fmla="*/ 80817 h 163948"/>
                <a:gd name="connsiteX20" fmla="*/ 72289 w 151545"/>
                <a:gd name="connsiteY20" fmla="*/ 115412 h 163948"/>
                <a:gd name="connsiteX21" fmla="*/ 98537 w 151545"/>
                <a:gd name="connsiteY21" fmla="*/ 107891 h 163948"/>
                <a:gd name="connsiteX22" fmla="*/ 52974 w 151545"/>
                <a:gd name="connsiteY22" fmla="*/ 152513 h 163948"/>
                <a:gd name="connsiteX23" fmla="*/ 40098 w 151545"/>
                <a:gd name="connsiteY23" fmla="*/ 150508 h 163948"/>
                <a:gd name="connsiteX24" fmla="*/ 48765 w 151545"/>
                <a:gd name="connsiteY24" fmla="*/ 134464 h 163948"/>
                <a:gd name="connsiteX25" fmla="*/ 34898 w 151545"/>
                <a:gd name="connsiteY25" fmla="*/ 121177 h 163948"/>
                <a:gd name="connsiteX26" fmla="*/ 15088 w 151545"/>
                <a:gd name="connsiteY26" fmla="*/ 141984 h 163948"/>
                <a:gd name="connsiteX27" fmla="*/ 52727 w 151545"/>
                <a:gd name="connsiteY27" fmla="*/ 164044 h 163948"/>
                <a:gd name="connsiteX28" fmla="*/ 127757 w 151545"/>
                <a:gd name="connsiteY28" fmla="*/ 113907 h 16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51545" h="163948">
                  <a:moveTo>
                    <a:pt x="127757" y="113907"/>
                  </a:moveTo>
                  <a:lnTo>
                    <a:pt x="150786" y="20903"/>
                  </a:lnTo>
                  <a:cubicBezTo>
                    <a:pt x="151776" y="16892"/>
                    <a:pt x="151776" y="15639"/>
                    <a:pt x="151776" y="14636"/>
                  </a:cubicBezTo>
                  <a:cubicBezTo>
                    <a:pt x="151776" y="5862"/>
                    <a:pt x="145090" y="2102"/>
                    <a:pt x="138900" y="2102"/>
                  </a:cubicBezTo>
                  <a:cubicBezTo>
                    <a:pt x="124785" y="2102"/>
                    <a:pt x="121566" y="14636"/>
                    <a:pt x="119833" y="21655"/>
                  </a:cubicBezTo>
                  <a:lnTo>
                    <a:pt x="113394" y="47726"/>
                  </a:lnTo>
                  <a:lnTo>
                    <a:pt x="105718" y="79062"/>
                  </a:lnTo>
                  <a:cubicBezTo>
                    <a:pt x="103985" y="85831"/>
                    <a:pt x="103985" y="86332"/>
                    <a:pt x="100518" y="90092"/>
                  </a:cubicBezTo>
                  <a:cubicBezTo>
                    <a:pt x="94080" y="97362"/>
                    <a:pt x="85413" y="103880"/>
                    <a:pt x="74270" y="103880"/>
                  </a:cubicBezTo>
                  <a:cubicBezTo>
                    <a:pt x="57432" y="103880"/>
                    <a:pt x="57432" y="90594"/>
                    <a:pt x="57432" y="85580"/>
                  </a:cubicBezTo>
                  <a:cubicBezTo>
                    <a:pt x="57432" y="71792"/>
                    <a:pt x="64117" y="54746"/>
                    <a:pt x="71546" y="36696"/>
                  </a:cubicBezTo>
                  <a:cubicBezTo>
                    <a:pt x="74270" y="29677"/>
                    <a:pt x="75260" y="26919"/>
                    <a:pt x="75260" y="23159"/>
                  </a:cubicBezTo>
                  <a:cubicBezTo>
                    <a:pt x="75260" y="8118"/>
                    <a:pt x="59165" y="96"/>
                    <a:pt x="43317" y="96"/>
                  </a:cubicBezTo>
                  <a:cubicBezTo>
                    <a:pt x="15088" y="96"/>
                    <a:pt x="231" y="31933"/>
                    <a:pt x="231" y="39203"/>
                  </a:cubicBezTo>
                  <a:cubicBezTo>
                    <a:pt x="231" y="43715"/>
                    <a:pt x="4440" y="43715"/>
                    <a:pt x="8155" y="43715"/>
                  </a:cubicBezTo>
                  <a:cubicBezTo>
                    <a:pt x="14345" y="43715"/>
                    <a:pt x="14840" y="43214"/>
                    <a:pt x="16326" y="38200"/>
                  </a:cubicBezTo>
                  <a:cubicBezTo>
                    <a:pt x="20536" y="23911"/>
                    <a:pt x="31184" y="11628"/>
                    <a:pt x="41831" y="11628"/>
                  </a:cubicBezTo>
                  <a:cubicBezTo>
                    <a:pt x="43317" y="11628"/>
                    <a:pt x="46041" y="11628"/>
                    <a:pt x="46041" y="17644"/>
                  </a:cubicBezTo>
                  <a:cubicBezTo>
                    <a:pt x="46041" y="22407"/>
                    <a:pt x="44308" y="26919"/>
                    <a:pt x="42079" y="31933"/>
                  </a:cubicBezTo>
                  <a:cubicBezTo>
                    <a:pt x="32917" y="54495"/>
                    <a:pt x="27717" y="69035"/>
                    <a:pt x="27717" y="80817"/>
                  </a:cubicBezTo>
                  <a:cubicBezTo>
                    <a:pt x="27717" y="108643"/>
                    <a:pt x="51489" y="115412"/>
                    <a:pt x="72289" y="115412"/>
                  </a:cubicBezTo>
                  <a:cubicBezTo>
                    <a:pt x="79718" y="115412"/>
                    <a:pt x="86899" y="114659"/>
                    <a:pt x="98537" y="107891"/>
                  </a:cubicBezTo>
                  <a:cubicBezTo>
                    <a:pt x="92099" y="136970"/>
                    <a:pt x="71051" y="152513"/>
                    <a:pt x="52974" y="152513"/>
                  </a:cubicBezTo>
                  <a:cubicBezTo>
                    <a:pt x="50993" y="152513"/>
                    <a:pt x="45793" y="152513"/>
                    <a:pt x="40098" y="150508"/>
                  </a:cubicBezTo>
                  <a:cubicBezTo>
                    <a:pt x="46784" y="146246"/>
                    <a:pt x="48765" y="137723"/>
                    <a:pt x="48765" y="134464"/>
                  </a:cubicBezTo>
                  <a:cubicBezTo>
                    <a:pt x="48765" y="127194"/>
                    <a:pt x="43317" y="121177"/>
                    <a:pt x="34898" y="121177"/>
                  </a:cubicBezTo>
                  <a:cubicBezTo>
                    <a:pt x="24002" y="121177"/>
                    <a:pt x="15088" y="130703"/>
                    <a:pt x="15088" y="141984"/>
                  </a:cubicBezTo>
                  <a:cubicBezTo>
                    <a:pt x="15088" y="154769"/>
                    <a:pt x="27964" y="164044"/>
                    <a:pt x="52727" y="164044"/>
                  </a:cubicBezTo>
                  <a:cubicBezTo>
                    <a:pt x="82689" y="164044"/>
                    <a:pt x="119585" y="146998"/>
                    <a:pt x="127757" y="113907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4A5DB72-5D62-B28E-AF4D-4FFDC6BF87A4}"/>
                </a:ext>
              </a:extLst>
            </p:cNvPr>
            <p:cNvSpPr/>
            <p:nvPr/>
          </p:nvSpPr>
          <p:spPr>
            <a:xfrm>
              <a:off x="9322287" y="7584414"/>
              <a:ext cx="115675" cy="164378"/>
            </a:xfrm>
            <a:custGeom>
              <a:avLst/>
              <a:gdLst>
                <a:gd name="connsiteX0" fmla="*/ 62143 w 115675"/>
                <a:gd name="connsiteY0" fmla="*/ 91048 h 164378"/>
                <a:gd name="connsiteX1" fmla="*/ 98933 w 115675"/>
                <a:gd name="connsiteY1" fmla="*/ 123995 h 164378"/>
                <a:gd name="connsiteX2" fmla="*/ 58959 w 115675"/>
                <a:gd name="connsiteY2" fmla="*/ 156584 h 164378"/>
                <a:gd name="connsiteX3" fmla="*/ 9789 w 115675"/>
                <a:gd name="connsiteY3" fmla="*/ 105731 h 164378"/>
                <a:gd name="connsiteX4" fmla="*/ 4836 w 115675"/>
                <a:gd name="connsiteY4" fmla="*/ 99643 h 164378"/>
                <a:gd name="connsiteX5" fmla="*/ 237 w 115675"/>
                <a:gd name="connsiteY5" fmla="*/ 108596 h 164378"/>
                <a:gd name="connsiteX6" fmla="*/ 237 w 115675"/>
                <a:gd name="connsiteY6" fmla="*/ 155868 h 164378"/>
                <a:gd name="connsiteX7" fmla="*/ 4129 w 115675"/>
                <a:gd name="connsiteY7" fmla="*/ 164463 h 164378"/>
                <a:gd name="connsiteX8" fmla="*/ 12972 w 115675"/>
                <a:gd name="connsiteY8" fmla="*/ 157300 h 164378"/>
                <a:gd name="connsiteX9" fmla="*/ 20047 w 115675"/>
                <a:gd name="connsiteY9" fmla="*/ 149064 h 164378"/>
                <a:gd name="connsiteX10" fmla="*/ 58959 w 115675"/>
                <a:gd name="connsiteY10" fmla="*/ 164463 h 164378"/>
                <a:gd name="connsiteX11" fmla="*/ 115913 w 115675"/>
                <a:gd name="connsiteY11" fmla="*/ 114684 h 164378"/>
                <a:gd name="connsiteX12" fmla="*/ 101055 w 115675"/>
                <a:gd name="connsiteY12" fmla="*/ 80662 h 164378"/>
                <a:gd name="connsiteX13" fmla="*/ 60728 w 115675"/>
                <a:gd name="connsiteY13" fmla="*/ 63472 h 164378"/>
                <a:gd name="connsiteX14" fmla="*/ 17217 w 115675"/>
                <a:gd name="connsiteY14" fmla="*/ 34106 h 164378"/>
                <a:gd name="connsiteX15" fmla="*/ 56837 w 115675"/>
                <a:gd name="connsiteY15" fmla="*/ 6889 h 164378"/>
                <a:gd name="connsiteX16" fmla="*/ 98225 w 115675"/>
                <a:gd name="connsiteY16" fmla="*/ 50222 h 164378"/>
                <a:gd name="connsiteX17" fmla="*/ 102470 w 115675"/>
                <a:gd name="connsiteY17" fmla="*/ 53445 h 164378"/>
                <a:gd name="connsiteX18" fmla="*/ 107069 w 115675"/>
                <a:gd name="connsiteY18" fmla="*/ 44850 h 164378"/>
                <a:gd name="connsiteX19" fmla="*/ 107069 w 115675"/>
                <a:gd name="connsiteY19" fmla="*/ 8680 h 164378"/>
                <a:gd name="connsiteX20" fmla="*/ 103178 w 115675"/>
                <a:gd name="connsiteY20" fmla="*/ 85 h 164378"/>
                <a:gd name="connsiteX21" fmla="*/ 96103 w 115675"/>
                <a:gd name="connsiteY21" fmla="*/ 4382 h 164378"/>
                <a:gd name="connsiteX22" fmla="*/ 90089 w 115675"/>
                <a:gd name="connsiteY22" fmla="*/ 10112 h 164378"/>
                <a:gd name="connsiteX23" fmla="*/ 56837 w 115675"/>
                <a:gd name="connsiteY23" fmla="*/ 85 h 164378"/>
                <a:gd name="connsiteX24" fmla="*/ 237 w 115675"/>
                <a:gd name="connsiteY24" fmla="*/ 44134 h 164378"/>
                <a:gd name="connsiteX25" fmla="*/ 15449 w 115675"/>
                <a:gd name="connsiteY25" fmla="*/ 74574 h 164378"/>
                <a:gd name="connsiteX26" fmla="*/ 62143 w 115675"/>
                <a:gd name="connsiteY26" fmla="*/ 91048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675" h="164378">
                  <a:moveTo>
                    <a:pt x="62143" y="91048"/>
                  </a:moveTo>
                  <a:cubicBezTo>
                    <a:pt x="69926" y="92480"/>
                    <a:pt x="98933" y="98210"/>
                    <a:pt x="98933" y="123995"/>
                  </a:cubicBezTo>
                  <a:cubicBezTo>
                    <a:pt x="98933" y="142259"/>
                    <a:pt x="86552" y="156584"/>
                    <a:pt x="58959" y="156584"/>
                  </a:cubicBezTo>
                  <a:cubicBezTo>
                    <a:pt x="29245" y="156584"/>
                    <a:pt x="16510" y="136171"/>
                    <a:pt x="9789" y="105731"/>
                  </a:cubicBezTo>
                  <a:cubicBezTo>
                    <a:pt x="8727" y="101075"/>
                    <a:pt x="8374" y="99643"/>
                    <a:pt x="4836" y="99643"/>
                  </a:cubicBezTo>
                  <a:cubicBezTo>
                    <a:pt x="237" y="99643"/>
                    <a:pt x="237" y="102150"/>
                    <a:pt x="237" y="108596"/>
                  </a:cubicBezTo>
                  <a:lnTo>
                    <a:pt x="237" y="155868"/>
                  </a:lnTo>
                  <a:cubicBezTo>
                    <a:pt x="237" y="161956"/>
                    <a:pt x="237" y="164463"/>
                    <a:pt x="4129" y="164463"/>
                  </a:cubicBezTo>
                  <a:cubicBezTo>
                    <a:pt x="5897" y="164463"/>
                    <a:pt x="6251" y="164105"/>
                    <a:pt x="12972" y="157300"/>
                  </a:cubicBezTo>
                  <a:cubicBezTo>
                    <a:pt x="13680" y="156584"/>
                    <a:pt x="13680" y="155868"/>
                    <a:pt x="20047" y="149064"/>
                  </a:cubicBezTo>
                  <a:cubicBezTo>
                    <a:pt x="35612" y="164105"/>
                    <a:pt x="51531" y="164463"/>
                    <a:pt x="58959" y="164463"/>
                  </a:cubicBezTo>
                  <a:cubicBezTo>
                    <a:pt x="99640" y="164463"/>
                    <a:pt x="115913" y="140469"/>
                    <a:pt x="115913" y="114684"/>
                  </a:cubicBezTo>
                  <a:cubicBezTo>
                    <a:pt x="115913" y="95703"/>
                    <a:pt x="105300" y="84960"/>
                    <a:pt x="101055" y="80662"/>
                  </a:cubicBezTo>
                  <a:cubicBezTo>
                    <a:pt x="89382" y="69202"/>
                    <a:pt x="75586" y="66337"/>
                    <a:pt x="60728" y="63472"/>
                  </a:cubicBezTo>
                  <a:cubicBezTo>
                    <a:pt x="40918" y="59533"/>
                    <a:pt x="17217" y="54877"/>
                    <a:pt x="17217" y="34106"/>
                  </a:cubicBezTo>
                  <a:cubicBezTo>
                    <a:pt x="17217" y="21572"/>
                    <a:pt x="26415" y="6889"/>
                    <a:pt x="56837" y="6889"/>
                  </a:cubicBezTo>
                  <a:cubicBezTo>
                    <a:pt x="95749" y="6889"/>
                    <a:pt x="97518" y="39120"/>
                    <a:pt x="98225" y="50222"/>
                  </a:cubicBezTo>
                  <a:cubicBezTo>
                    <a:pt x="98579" y="53445"/>
                    <a:pt x="101763" y="53445"/>
                    <a:pt x="102470" y="53445"/>
                  </a:cubicBezTo>
                  <a:cubicBezTo>
                    <a:pt x="107069" y="53445"/>
                    <a:pt x="107069" y="51654"/>
                    <a:pt x="107069" y="44850"/>
                  </a:cubicBezTo>
                  <a:lnTo>
                    <a:pt x="107069" y="8680"/>
                  </a:lnTo>
                  <a:cubicBezTo>
                    <a:pt x="107069" y="2592"/>
                    <a:pt x="107069" y="85"/>
                    <a:pt x="103178" y="85"/>
                  </a:cubicBezTo>
                  <a:cubicBezTo>
                    <a:pt x="101409" y="85"/>
                    <a:pt x="100702" y="85"/>
                    <a:pt x="96103" y="4382"/>
                  </a:cubicBezTo>
                  <a:cubicBezTo>
                    <a:pt x="95042" y="5815"/>
                    <a:pt x="91504" y="9038"/>
                    <a:pt x="90089" y="10112"/>
                  </a:cubicBezTo>
                  <a:cubicBezTo>
                    <a:pt x="76647" y="85"/>
                    <a:pt x="62143" y="85"/>
                    <a:pt x="56837" y="85"/>
                  </a:cubicBezTo>
                  <a:cubicBezTo>
                    <a:pt x="13680" y="85"/>
                    <a:pt x="237" y="24079"/>
                    <a:pt x="237" y="44134"/>
                  </a:cubicBezTo>
                  <a:cubicBezTo>
                    <a:pt x="237" y="56668"/>
                    <a:pt x="5897" y="66695"/>
                    <a:pt x="15449" y="74574"/>
                  </a:cubicBezTo>
                  <a:cubicBezTo>
                    <a:pt x="26768" y="83885"/>
                    <a:pt x="36673" y="86034"/>
                    <a:pt x="62143" y="9104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9757E94-9032-DB98-3CEC-5B5D9067DCC8}"/>
                </a:ext>
              </a:extLst>
            </p:cNvPr>
            <p:cNvSpPr/>
            <p:nvPr/>
          </p:nvSpPr>
          <p:spPr>
            <a:xfrm>
              <a:off x="9460053" y="7586563"/>
              <a:ext cx="174397" cy="227765"/>
            </a:xfrm>
            <a:custGeom>
              <a:avLst/>
              <a:gdLst>
                <a:gd name="connsiteX0" fmla="*/ 51181 w 174397"/>
                <a:gd name="connsiteY0" fmla="*/ 23721 h 227765"/>
                <a:gd name="connsiteX1" fmla="*/ 51181 w 174397"/>
                <a:gd name="connsiteY1" fmla="*/ 85 h 227765"/>
                <a:gd name="connsiteX2" fmla="*/ 241 w 174397"/>
                <a:gd name="connsiteY2" fmla="*/ 4024 h 227765"/>
                <a:gd name="connsiteX3" fmla="*/ 241 w 174397"/>
                <a:gd name="connsiteY3" fmla="*/ 15126 h 227765"/>
                <a:gd name="connsiteX4" fmla="*/ 27834 w 174397"/>
                <a:gd name="connsiteY4" fmla="*/ 33032 h 227765"/>
                <a:gd name="connsiteX5" fmla="*/ 27834 w 174397"/>
                <a:gd name="connsiteY5" fmla="*/ 200633 h 227765"/>
                <a:gd name="connsiteX6" fmla="*/ 241 w 174397"/>
                <a:gd name="connsiteY6" fmla="*/ 216749 h 227765"/>
                <a:gd name="connsiteX7" fmla="*/ 241 w 174397"/>
                <a:gd name="connsiteY7" fmla="*/ 227850 h 227765"/>
                <a:gd name="connsiteX8" fmla="*/ 39861 w 174397"/>
                <a:gd name="connsiteY8" fmla="*/ 226776 h 227765"/>
                <a:gd name="connsiteX9" fmla="*/ 79835 w 174397"/>
                <a:gd name="connsiteY9" fmla="*/ 227850 h 227765"/>
                <a:gd name="connsiteX10" fmla="*/ 79835 w 174397"/>
                <a:gd name="connsiteY10" fmla="*/ 216749 h 227765"/>
                <a:gd name="connsiteX11" fmla="*/ 52242 w 174397"/>
                <a:gd name="connsiteY11" fmla="*/ 200633 h 227765"/>
                <a:gd name="connsiteX12" fmla="*/ 52242 w 174397"/>
                <a:gd name="connsiteY12" fmla="*/ 140469 h 227765"/>
                <a:gd name="connsiteX13" fmla="*/ 52242 w 174397"/>
                <a:gd name="connsiteY13" fmla="*/ 137246 h 227765"/>
                <a:gd name="connsiteX14" fmla="*/ 95753 w 174397"/>
                <a:gd name="connsiteY14" fmla="*/ 162314 h 227765"/>
                <a:gd name="connsiteX15" fmla="*/ 174639 w 174397"/>
                <a:gd name="connsiteY15" fmla="*/ 81020 h 227765"/>
                <a:gd name="connsiteX16" fmla="*/ 100706 w 174397"/>
                <a:gd name="connsiteY16" fmla="*/ 85 h 227765"/>
                <a:gd name="connsiteX17" fmla="*/ 51181 w 174397"/>
                <a:gd name="connsiteY17" fmla="*/ 23721 h 227765"/>
                <a:gd name="connsiteX18" fmla="*/ 52242 w 174397"/>
                <a:gd name="connsiteY18" fmla="*/ 117549 h 227765"/>
                <a:gd name="connsiteX19" fmla="*/ 52242 w 174397"/>
                <a:gd name="connsiteY19" fmla="*/ 37688 h 227765"/>
                <a:gd name="connsiteX20" fmla="*/ 97876 w 174397"/>
                <a:gd name="connsiteY20" fmla="*/ 9038 h 227765"/>
                <a:gd name="connsiteX21" fmla="*/ 145278 w 174397"/>
                <a:gd name="connsiteY21" fmla="*/ 81020 h 227765"/>
                <a:gd name="connsiteX22" fmla="*/ 94338 w 174397"/>
                <a:gd name="connsiteY22" fmla="*/ 154435 h 227765"/>
                <a:gd name="connsiteX23" fmla="*/ 57195 w 174397"/>
                <a:gd name="connsiteY23" fmla="*/ 132590 h 227765"/>
                <a:gd name="connsiteX24" fmla="*/ 52242 w 174397"/>
                <a:gd name="connsiteY24" fmla="*/ 117549 h 227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4397" h="227765">
                  <a:moveTo>
                    <a:pt x="51181" y="23721"/>
                  </a:moveTo>
                  <a:lnTo>
                    <a:pt x="51181" y="85"/>
                  </a:lnTo>
                  <a:lnTo>
                    <a:pt x="241" y="4024"/>
                  </a:lnTo>
                  <a:lnTo>
                    <a:pt x="241" y="15126"/>
                  </a:lnTo>
                  <a:cubicBezTo>
                    <a:pt x="25357" y="15126"/>
                    <a:pt x="27834" y="17275"/>
                    <a:pt x="27834" y="33032"/>
                  </a:cubicBezTo>
                  <a:lnTo>
                    <a:pt x="27834" y="200633"/>
                  </a:lnTo>
                  <a:cubicBezTo>
                    <a:pt x="27834" y="216749"/>
                    <a:pt x="23942" y="216749"/>
                    <a:pt x="241" y="216749"/>
                  </a:cubicBezTo>
                  <a:lnTo>
                    <a:pt x="241" y="227850"/>
                  </a:lnTo>
                  <a:cubicBezTo>
                    <a:pt x="12269" y="227492"/>
                    <a:pt x="30664" y="226776"/>
                    <a:pt x="39861" y="226776"/>
                  </a:cubicBezTo>
                  <a:cubicBezTo>
                    <a:pt x="49412" y="226776"/>
                    <a:pt x="67453" y="227492"/>
                    <a:pt x="79835" y="227850"/>
                  </a:cubicBezTo>
                  <a:lnTo>
                    <a:pt x="79835" y="216749"/>
                  </a:lnTo>
                  <a:cubicBezTo>
                    <a:pt x="56133" y="216749"/>
                    <a:pt x="52242" y="216749"/>
                    <a:pt x="52242" y="200633"/>
                  </a:cubicBezTo>
                  <a:lnTo>
                    <a:pt x="52242" y="140469"/>
                  </a:lnTo>
                  <a:lnTo>
                    <a:pt x="52242" y="137246"/>
                  </a:lnTo>
                  <a:cubicBezTo>
                    <a:pt x="54011" y="142975"/>
                    <a:pt x="68868" y="162314"/>
                    <a:pt x="95753" y="162314"/>
                  </a:cubicBezTo>
                  <a:cubicBezTo>
                    <a:pt x="137849" y="162314"/>
                    <a:pt x="174639" y="127218"/>
                    <a:pt x="174639" y="81020"/>
                  </a:cubicBezTo>
                  <a:cubicBezTo>
                    <a:pt x="174639" y="35539"/>
                    <a:pt x="140325" y="85"/>
                    <a:pt x="100706" y="85"/>
                  </a:cubicBezTo>
                  <a:cubicBezTo>
                    <a:pt x="73113" y="85"/>
                    <a:pt x="58256" y="15842"/>
                    <a:pt x="51181" y="23721"/>
                  </a:cubicBezTo>
                  <a:close/>
                  <a:moveTo>
                    <a:pt x="52242" y="117549"/>
                  </a:moveTo>
                  <a:lnTo>
                    <a:pt x="52242" y="37688"/>
                  </a:lnTo>
                  <a:cubicBezTo>
                    <a:pt x="62501" y="19423"/>
                    <a:pt x="79835" y="9038"/>
                    <a:pt x="97876" y="9038"/>
                  </a:cubicBezTo>
                  <a:cubicBezTo>
                    <a:pt x="123699" y="9038"/>
                    <a:pt x="145278" y="40552"/>
                    <a:pt x="145278" y="81020"/>
                  </a:cubicBezTo>
                  <a:cubicBezTo>
                    <a:pt x="145278" y="124353"/>
                    <a:pt x="120515" y="154435"/>
                    <a:pt x="94338" y="154435"/>
                  </a:cubicBezTo>
                  <a:cubicBezTo>
                    <a:pt x="80188" y="154435"/>
                    <a:pt x="66746" y="147273"/>
                    <a:pt x="57195" y="132590"/>
                  </a:cubicBezTo>
                  <a:cubicBezTo>
                    <a:pt x="52242" y="125069"/>
                    <a:pt x="52242" y="124711"/>
                    <a:pt x="52242" y="117549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DB9D84D-FC75-927B-ED94-CE4A6BE11D6A}"/>
                </a:ext>
              </a:extLst>
            </p:cNvPr>
            <p:cNvSpPr/>
            <p:nvPr/>
          </p:nvSpPr>
          <p:spPr>
            <a:xfrm>
              <a:off x="9661532" y="7584414"/>
              <a:ext cx="159540" cy="164378"/>
            </a:xfrm>
            <a:custGeom>
              <a:avLst/>
              <a:gdLst>
                <a:gd name="connsiteX0" fmla="*/ 103187 w 159540"/>
                <a:gd name="connsiteY0" fmla="*/ 133306 h 164378"/>
                <a:gd name="connsiteX1" fmla="*/ 130780 w 159540"/>
                <a:gd name="connsiteY1" fmla="*/ 162672 h 164378"/>
                <a:gd name="connsiteX2" fmla="*/ 159787 w 159540"/>
                <a:gd name="connsiteY2" fmla="*/ 128651 h 164378"/>
                <a:gd name="connsiteX3" fmla="*/ 159787 w 159540"/>
                <a:gd name="connsiteY3" fmla="*/ 108596 h 164378"/>
                <a:gd name="connsiteX4" fmla="*/ 150943 w 159540"/>
                <a:gd name="connsiteY4" fmla="*/ 108596 h 164378"/>
                <a:gd name="connsiteX5" fmla="*/ 150943 w 159540"/>
                <a:gd name="connsiteY5" fmla="*/ 128651 h 164378"/>
                <a:gd name="connsiteX6" fmla="*/ 138208 w 159540"/>
                <a:gd name="connsiteY6" fmla="*/ 151570 h 164378"/>
                <a:gd name="connsiteX7" fmla="*/ 125120 w 159540"/>
                <a:gd name="connsiteY7" fmla="*/ 133664 h 164378"/>
                <a:gd name="connsiteX8" fmla="*/ 125120 w 159540"/>
                <a:gd name="connsiteY8" fmla="*/ 62040 h 164378"/>
                <a:gd name="connsiteX9" fmla="*/ 112385 w 159540"/>
                <a:gd name="connsiteY9" fmla="*/ 19781 h 164378"/>
                <a:gd name="connsiteX10" fmla="*/ 63921 w 159540"/>
                <a:gd name="connsiteY10" fmla="*/ 85 h 164378"/>
                <a:gd name="connsiteX11" fmla="*/ 10506 w 159540"/>
                <a:gd name="connsiteY11" fmla="*/ 40553 h 164378"/>
                <a:gd name="connsiteX12" fmla="*/ 26778 w 159540"/>
                <a:gd name="connsiteY12" fmla="*/ 57384 h 164378"/>
                <a:gd name="connsiteX13" fmla="*/ 43050 w 159540"/>
                <a:gd name="connsiteY13" fmla="*/ 40911 h 164378"/>
                <a:gd name="connsiteX14" fmla="*/ 25009 w 159540"/>
                <a:gd name="connsiteY14" fmla="*/ 24437 h 164378"/>
                <a:gd name="connsiteX15" fmla="*/ 63214 w 159540"/>
                <a:gd name="connsiteY15" fmla="*/ 7963 h 164378"/>
                <a:gd name="connsiteX16" fmla="*/ 100711 w 159540"/>
                <a:gd name="connsiteY16" fmla="*/ 53803 h 164378"/>
                <a:gd name="connsiteX17" fmla="*/ 100711 w 159540"/>
                <a:gd name="connsiteY17" fmla="*/ 67054 h 164378"/>
                <a:gd name="connsiteX18" fmla="*/ 35622 w 159540"/>
                <a:gd name="connsiteY18" fmla="*/ 79946 h 164378"/>
                <a:gd name="connsiteX19" fmla="*/ 247 w 159540"/>
                <a:gd name="connsiteY19" fmla="*/ 126502 h 164378"/>
                <a:gd name="connsiteX20" fmla="*/ 56846 w 159540"/>
                <a:gd name="connsiteY20" fmla="*/ 164463 h 164378"/>
                <a:gd name="connsiteX21" fmla="*/ 103187 w 159540"/>
                <a:gd name="connsiteY21" fmla="*/ 133306 h 164378"/>
                <a:gd name="connsiteX22" fmla="*/ 100711 w 159540"/>
                <a:gd name="connsiteY22" fmla="*/ 74574 h 164378"/>
                <a:gd name="connsiteX23" fmla="*/ 100711 w 159540"/>
                <a:gd name="connsiteY23" fmla="*/ 110386 h 164378"/>
                <a:gd name="connsiteX24" fmla="*/ 59323 w 159540"/>
                <a:gd name="connsiteY24" fmla="*/ 156584 h 164378"/>
                <a:gd name="connsiteX25" fmla="*/ 27485 w 159540"/>
                <a:gd name="connsiteY25" fmla="*/ 126144 h 164378"/>
                <a:gd name="connsiteX26" fmla="*/ 100711 w 159540"/>
                <a:gd name="connsiteY26" fmla="*/ 74574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9540" h="164378">
                  <a:moveTo>
                    <a:pt x="103187" y="133306"/>
                  </a:moveTo>
                  <a:cubicBezTo>
                    <a:pt x="104602" y="147631"/>
                    <a:pt x="114154" y="162672"/>
                    <a:pt x="130780" y="162672"/>
                  </a:cubicBezTo>
                  <a:cubicBezTo>
                    <a:pt x="138208" y="162672"/>
                    <a:pt x="159787" y="157658"/>
                    <a:pt x="159787" y="128651"/>
                  </a:cubicBezTo>
                  <a:lnTo>
                    <a:pt x="159787" y="108596"/>
                  </a:lnTo>
                  <a:lnTo>
                    <a:pt x="150943" y="108596"/>
                  </a:lnTo>
                  <a:lnTo>
                    <a:pt x="150943" y="128651"/>
                  </a:lnTo>
                  <a:cubicBezTo>
                    <a:pt x="150943" y="149422"/>
                    <a:pt x="142100" y="151570"/>
                    <a:pt x="138208" y="151570"/>
                  </a:cubicBezTo>
                  <a:cubicBezTo>
                    <a:pt x="126535" y="151570"/>
                    <a:pt x="125120" y="135455"/>
                    <a:pt x="125120" y="133664"/>
                  </a:cubicBezTo>
                  <a:lnTo>
                    <a:pt x="125120" y="62040"/>
                  </a:lnTo>
                  <a:cubicBezTo>
                    <a:pt x="125120" y="46999"/>
                    <a:pt x="125120" y="33032"/>
                    <a:pt x="112385" y="19781"/>
                  </a:cubicBezTo>
                  <a:cubicBezTo>
                    <a:pt x="98589" y="5815"/>
                    <a:pt x="80901" y="85"/>
                    <a:pt x="63921" y="85"/>
                  </a:cubicBezTo>
                  <a:cubicBezTo>
                    <a:pt x="34914" y="85"/>
                    <a:pt x="10506" y="16916"/>
                    <a:pt x="10506" y="40553"/>
                  </a:cubicBezTo>
                  <a:cubicBezTo>
                    <a:pt x="10506" y="51296"/>
                    <a:pt x="17581" y="57384"/>
                    <a:pt x="26778" y="57384"/>
                  </a:cubicBezTo>
                  <a:cubicBezTo>
                    <a:pt x="36683" y="57384"/>
                    <a:pt x="43050" y="50222"/>
                    <a:pt x="43050" y="40911"/>
                  </a:cubicBezTo>
                  <a:cubicBezTo>
                    <a:pt x="43050" y="36613"/>
                    <a:pt x="41282" y="24795"/>
                    <a:pt x="25009" y="24437"/>
                  </a:cubicBezTo>
                  <a:cubicBezTo>
                    <a:pt x="34560" y="11903"/>
                    <a:pt x="51894" y="7963"/>
                    <a:pt x="63214" y="7963"/>
                  </a:cubicBezTo>
                  <a:cubicBezTo>
                    <a:pt x="80548" y="7963"/>
                    <a:pt x="100711" y="21930"/>
                    <a:pt x="100711" y="53803"/>
                  </a:cubicBezTo>
                  <a:lnTo>
                    <a:pt x="100711" y="67054"/>
                  </a:lnTo>
                  <a:cubicBezTo>
                    <a:pt x="82670" y="68128"/>
                    <a:pt x="57908" y="69202"/>
                    <a:pt x="35622" y="79946"/>
                  </a:cubicBezTo>
                  <a:cubicBezTo>
                    <a:pt x="9091" y="92122"/>
                    <a:pt x="247" y="110744"/>
                    <a:pt x="247" y="126502"/>
                  </a:cubicBezTo>
                  <a:cubicBezTo>
                    <a:pt x="247" y="155510"/>
                    <a:pt x="34560" y="164463"/>
                    <a:pt x="56846" y="164463"/>
                  </a:cubicBezTo>
                  <a:cubicBezTo>
                    <a:pt x="80194" y="164463"/>
                    <a:pt x="96466" y="150138"/>
                    <a:pt x="103187" y="133306"/>
                  </a:cubicBezTo>
                  <a:close/>
                  <a:moveTo>
                    <a:pt x="100711" y="74574"/>
                  </a:moveTo>
                  <a:lnTo>
                    <a:pt x="100711" y="110386"/>
                  </a:lnTo>
                  <a:cubicBezTo>
                    <a:pt x="100711" y="144408"/>
                    <a:pt x="75241" y="156584"/>
                    <a:pt x="59323" y="156584"/>
                  </a:cubicBezTo>
                  <a:cubicBezTo>
                    <a:pt x="41989" y="156584"/>
                    <a:pt x="27485" y="144050"/>
                    <a:pt x="27485" y="126144"/>
                  </a:cubicBezTo>
                  <a:cubicBezTo>
                    <a:pt x="27485" y="106447"/>
                    <a:pt x="42343" y="76723"/>
                    <a:pt x="100711" y="74574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F38E223-25B4-A7FA-01EE-D531274ED31C}"/>
                </a:ext>
              </a:extLst>
            </p:cNvPr>
            <p:cNvSpPr/>
            <p:nvPr/>
          </p:nvSpPr>
          <p:spPr>
            <a:xfrm>
              <a:off x="9834869" y="7586563"/>
              <a:ext cx="177934" cy="158290"/>
            </a:xfrm>
            <a:custGeom>
              <a:avLst/>
              <a:gdLst>
                <a:gd name="connsiteX0" fmla="*/ 27844 w 177934"/>
                <a:gd name="connsiteY0" fmla="*/ 35181 h 158290"/>
                <a:gd name="connsiteX1" fmla="*/ 27844 w 177934"/>
                <a:gd name="connsiteY1" fmla="*/ 131157 h 158290"/>
                <a:gd name="connsiteX2" fmla="*/ 252 w 177934"/>
                <a:gd name="connsiteY2" fmla="*/ 147273 h 158290"/>
                <a:gd name="connsiteX3" fmla="*/ 252 w 177934"/>
                <a:gd name="connsiteY3" fmla="*/ 158375 h 158290"/>
                <a:gd name="connsiteX4" fmla="*/ 40225 w 177934"/>
                <a:gd name="connsiteY4" fmla="*/ 157300 h 158290"/>
                <a:gd name="connsiteX5" fmla="*/ 79845 w 177934"/>
                <a:gd name="connsiteY5" fmla="*/ 158375 h 158290"/>
                <a:gd name="connsiteX6" fmla="*/ 79845 w 177934"/>
                <a:gd name="connsiteY6" fmla="*/ 147273 h 158290"/>
                <a:gd name="connsiteX7" fmla="*/ 52253 w 177934"/>
                <a:gd name="connsiteY7" fmla="*/ 131157 h 158290"/>
                <a:gd name="connsiteX8" fmla="*/ 52253 w 177934"/>
                <a:gd name="connsiteY8" fmla="*/ 65263 h 158290"/>
                <a:gd name="connsiteX9" fmla="*/ 100009 w 177934"/>
                <a:gd name="connsiteY9" fmla="*/ 7963 h 158290"/>
                <a:gd name="connsiteX10" fmla="*/ 126186 w 177934"/>
                <a:gd name="connsiteY10" fmla="*/ 47715 h 158290"/>
                <a:gd name="connsiteX11" fmla="*/ 126186 w 177934"/>
                <a:gd name="connsiteY11" fmla="*/ 131157 h 158290"/>
                <a:gd name="connsiteX12" fmla="*/ 98594 w 177934"/>
                <a:gd name="connsiteY12" fmla="*/ 147273 h 158290"/>
                <a:gd name="connsiteX13" fmla="*/ 98594 w 177934"/>
                <a:gd name="connsiteY13" fmla="*/ 158375 h 158290"/>
                <a:gd name="connsiteX14" fmla="*/ 138567 w 177934"/>
                <a:gd name="connsiteY14" fmla="*/ 157300 h 158290"/>
                <a:gd name="connsiteX15" fmla="*/ 178187 w 177934"/>
                <a:gd name="connsiteY15" fmla="*/ 158375 h 158290"/>
                <a:gd name="connsiteX16" fmla="*/ 178187 w 177934"/>
                <a:gd name="connsiteY16" fmla="*/ 147273 h 158290"/>
                <a:gd name="connsiteX17" fmla="*/ 150595 w 177934"/>
                <a:gd name="connsiteY17" fmla="*/ 136529 h 158290"/>
                <a:gd name="connsiteX18" fmla="*/ 150595 w 177934"/>
                <a:gd name="connsiteY18" fmla="*/ 68128 h 158290"/>
                <a:gd name="connsiteX19" fmla="*/ 139628 w 177934"/>
                <a:gd name="connsiteY19" fmla="*/ 13335 h 158290"/>
                <a:gd name="connsiteX20" fmla="*/ 102485 w 177934"/>
                <a:gd name="connsiteY20" fmla="*/ 85 h 158290"/>
                <a:gd name="connsiteX21" fmla="*/ 50130 w 177934"/>
                <a:gd name="connsiteY21" fmla="*/ 37688 h 158290"/>
                <a:gd name="connsiteX22" fmla="*/ 50130 w 177934"/>
                <a:gd name="connsiteY22" fmla="*/ 85 h 158290"/>
                <a:gd name="connsiteX23" fmla="*/ 252 w 177934"/>
                <a:gd name="connsiteY23" fmla="*/ 4024 h 158290"/>
                <a:gd name="connsiteX24" fmla="*/ 252 w 177934"/>
                <a:gd name="connsiteY24" fmla="*/ 15126 h 158290"/>
                <a:gd name="connsiteX25" fmla="*/ 27844 w 177934"/>
                <a:gd name="connsiteY25" fmla="*/ 35181 h 158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7934" h="158290">
                  <a:moveTo>
                    <a:pt x="27844" y="35181"/>
                  </a:moveTo>
                  <a:lnTo>
                    <a:pt x="27844" y="131157"/>
                  </a:lnTo>
                  <a:cubicBezTo>
                    <a:pt x="27844" y="147273"/>
                    <a:pt x="23953" y="147273"/>
                    <a:pt x="252" y="147273"/>
                  </a:cubicBezTo>
                  <a:lnTo>
                    <a:pt x="252" y="158375"/>
                  </a:lnTo>
                  <a:cubicBezTo>
                    <a:pt x="12633" y="158017"/>
                    <a:pt x="30674" y="157300"/>
                    <a:pt x="40225" y="157300"/>
                  </a:cubicBezTo>
                  <a:cubicBezTo>
                    <a:pt x="49423" y="157300"/>
                    <a:pt x="67818" y="158017"/>
                    <a:pt x="79845" y="158375"/>
                  </a:cubicBezTo>
                  <a:lnTo>
                    <a:pt x="79845" y="147273"/>
                  </a:lnTo>
                  <a:cubicBezTo>
                    <a:pt x="56144" y="147273"/>
                    <a:pt x="52253" y="147273"/>
                    <a:pt x="52253" y="131157"/>
                  </a:cubicBezTo>
                  <a:lnTo>
                    <a:pt x="52253" y="65263"/>
                  </a:lnTo>
                  <a:cubicBezTo>
                    <a:pt x="52253" y="28018"/>
                    <a:pt x="77369" y="7963"/>
                    <a:pt x="100009" y="7963"/>
                  </a:cubicBezTo>
                  <a:cubicBezTo>
                    <a:pt x="122295" y="7963"/>
                    <a:pt x="126186" y="27302"/>
                    <a:pt x="126186" y="47715"/>
                  </a:cubicBezTo>
                  <a:lnTo>
                    <a:pt x="126186" y="131157"/>
                  </a:lnTo>
                  <a:cubicBezTo>
                    <a:pt x="126186" y="147273"/>
                    <a:pt x="122295" y="147273"/>
                    <a:pt x="98594" y="147273"/>
                  </a:cubicBezTo>
                  <a:lnTo>
                    <a:pt x="98594" y="158375"/>
                  </a:lnTo>
                  <a:cubicBezTo>
                    <a:pt x="110975" y="158017"/>
                    <a:pt x="129016" y="157300"/>
                    <a:pt x="138567" y="157300"/>
                  </a:cubicBezTo>
                  <a:cubicBezTo>
                    <a:pt x="147765" y="157300"/>
                    <a:pt x="166159" y="158017"/>
                    <a:pt x="178187" y="158375"/>
                  </a:cubicBezTo>
                  <a:lnTo>
                    <a:pt x="178187" y="147273"/>
                  </a:lnTo>
                  <a:cubicBezTo>
                    <a:pt x="159792" y="147273"/>
                    <a:pt x="150948" y="147273"/>
                    <a:pt x="150595" y="136529"/>
                  </a:cubicBezTo>
                  <a:lnTo>
                    <a:pt x="150595" y="68128"/>
                  </a:lnTo>
                  <a:cubicBezTo>
                    <a:pt x="150595" y="37329"/>
                    <a:pt x="150595" y="26228"/>
                    <a:pt x="139628" y="13335"/>
                  </a:cubicBezTo>
                  <a:cubicBezTo>
                    <a:pt x="134676" y="7247"/>
                    <a:pt x="123002" y="85"/>
                    <a:pt x="102485" y="85"/>
                  </a:cubicBezTo>
                  <a:cubicBezTo>
                    <a:pt x="76661" y="85"/>
                    <a:pt x="60035" y="15484"/>
                    <a:pt x="50130" y="37688"/>
                  </a:cubicBezTo>
                  <a:lnTo>
                    <a:pt x="50130" y="85"/>
                  </a:lnTo>
                  <a:lnTo>
                    <a:pt x="252" y="4024"/>
                  </a:lnTo>
                  <a:lnTo>
                    <a:pt x="252" y="15126"/>
                  </a:lnTo>
                  <a:cubicBezTo>
                    <a:pt x="25014" y="15126"/>
                    <a:pt x="27844" y="17633"/>
                    <a:pt x="27844" y="35181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9782F1C-151B-D919-08AB-384696382AD3}"/>
                </a:ext>
              </a:extLst>
            </p:cNvPr>
            <p:cNvSpPr/>
            <p:nvPr/>
          </p:nvSpPr>
          <p:spPr>
            <a:xfrm>
              <a:off x="10023967" y="7657113"/>
              <a:ext cx="93743" cy="20771"/>
            </a:xfrm>
            <a:custGeom>
              <a:avLst/>
              <a:gdLst>
                <a:gd name="connsiteX0" fmla="*/ 94000 w 93743"/>
                <a:gd name="connsiteY0" fmla="*/ 20856 h 20771"/>
                <a:gd name="connsiteX1" fmla="*/ 94000 w 93743"/>
                <a:gd name="connsiteY1" fmla="*/ 85 h 20771"/>
                <a:gd name="connsiteX2" fmla="*/ 257 w 93743"/>
                <a:gd name="connsiteY2" fmla="*/ 85 h 20771"/>
                <a:gd name="connsiteX3" fmla="*/ 257 w 93743"/>
                <a:gd name="connsiteY3" fmla="*/ 20856 h 20771"/>
                <a:gd name="connsiteX4" fmla="*/ 94000 w 93743"/>
                <a:gd name="connsiteY4" fmla="*/ 20856 h 2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43" h="20771">
                  <a:moveTo>
                    <a:pt x="94000" y="20856"/>
                  </a:moveTo>
                  <a:lnTo>
                    <a:pt x="94000" y="85"/>
                  </a:lnTo>
                  <a:lnTo>
                    <a:pt x="257" y="85"/>
                  </a:lnTo>
                  <a:lnTo>
                    <a:pt x="257" y="20856"/>
                  </a:lnTo>
                  <a:lnTo>
                    <a:pt x="94000" y="20856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1FB1E2E-ABDC-8A76-5E23-A084B87EED32}"/>
                </a:ext>
              </a:extLst>
            </p:cNvPr>
            <p:cNvSpPr/>
            <p:nvPr/>
          </p:nvSpPr>
          <p:spPr>
            <a:xfrm>
              <a:off x="10149666" y="7584414"/>
              <a:ext cx="115675" cy="164378"/>
            </a:xfrm>
            <a:custGeom>
              <a:avLst/>
              <a:gdLst>
                <a:gd name="connsiteX0" fmla="*/ 62167 w 115675"/>
                <a:gd name="connsiteY0" fmla="*/ 91048 h 164378"/>
                <a:gd name="connsiteX1" fmla="*/ 98956 w 115675"/>
                <a:gd name="connsiteY1" fmla="*/ 123995 h 164378"/>
                <a:gd name="connsiteX2" fmla="*/ 58983 w 115675"/>
                <a:gd name="connsiteY2" fmla="*/ 156584 h 164378"/>
                <a:gd name="connsiteX3" fmla="*/ 9812 w 115675"/>
                <a:gd name="connsiteY3" fmla="*/ 105731 h 164378"/>
                <a:gd name="connsiteX4" fmla="*/ 4859 w 115675"/>
                <a:gd name="connsiteY4" fmla="*/ 99643 h 164378"/>
                <a:gd name="connsiteX5" fmla="*/ 261 w 115675"/>
                <a:gd name="connsiteY5" fmla="*/ 108596 h 164378"/>
                <a:gd name="connsiteX6" fmla="*/ 261 w 115675"/>
                <a:gd name="connsiteY6" fmla="*/ 155868 h 164378"/>
                <a:gd name="connsiteX7" fmla="*/ 4152 w 115675"/>
                <a:gd name="connsiteY7" fmla="*/ 164463 h 164378"/>
                <a:gd name="connsiteX8" fmla="*/ 12996 w 115675"/>
                <a:gd name="connsiteY8" fmla="*/ 157300 h 164378"/>
                <a:gd name="connsiteX9" fmla="*/ 20071 w 115675"/>
                <a:gd name="connsiteY9" fmla="*/ 149064 h 164378"/>
                <a:gd name="connsiteX10" fmla="*/ 58983 w 115675"/>
                <a:gd name="connsiteY10" fmla="*/ 164463 h 164378"/>
                <a:gd name="connsiteX11" fmla="*/ 115936 w 115675"/>
                <a:gd name="connsiteY11" fmla="*/ 114684 h 164378"/>
                <a:gd name="connsiteX12" fmla="*/ 101079 w 115675"/>
                <a:gd name="connsiteY12" fmla="*/ 80662 h 164378"/>
                <a:gd name="connsiteX13" fmla="*/ 60752 w 115675"/>
                <a:gd name="connsiteY13" fmla="*/ 63472 h 164378"/>
                <a:gd name="connsiteX14" fmla="*/ 17241 w 115675"/>
                <a:gd name="connsiteY14" fmla="*/ 34106 h 164378"/>
                <a:gd name="connsiteX15" fmla="*/ 56860 w 115675"/>
                <a:gd name="connsiteY15" fmla="*/ 6889 h 164378"/>
                <a:gd name="connsiteX16" fmla="*/ 98249 w 115675"/>
                <a:gd name="connsiteY16" fmla="*/ 50222 h 164378"/>
                <a:gd name="connsiteX17" fmla="*/ 102494 w 115675"/>
                <a:gd name="connsiteY17" fmla="*/ 53445 h 164378"/>
                <a:gd name="connsiteX18" fmla="*/ 107092 w 115675"/>
                <a:gd name="connsiteY18" fmla="*/ 44850 h 164378"/>
                <a:gd name="connsiteX19" fmla="*/ 107092 w 115675"/>
                <a:gd name="connsiteY19" fmla="*/ 8680 h 164378"/>
                <a:gd name="connsiteX20" fmla="*/ 103201 w 115675"/>
                <a:gd name="connsiteY20" fmla="*/ 85 h 164378"/>
                <a:gd name="connsiteX21" fmla="*/ 96126 w 115675"/>
                <a:gd name="connsiteY21" fmla="*/ 4382 h 164378"/>
                <a:gd name="connsiteX22" fmla="*/ 90113 w 115675"/>
                <a:gd name="connsiteY22" fmla="*/ 10112 h 164378"/>
                <a:gd name="connsiteX23" fmla="*/ 56860 w 115675"/>
                <a:gd name="connsiteY23" fmla="*/ 85 h 164378"/>
                <a:gd name="connsiteX24" fmla="*/ 261 w 115675"/>
                <a:gd name="connsiteY24" fmla="*/ 44134 h 164378"/>
                <a:gd name="connsiteX25" fmla="*/ 15472 w 115675"/>
                <a:gd name="connsiteY25" fmla="*/ 74574 h 164378"/>
                <a:gd name="connsiteX26" fmla="*/ 62167 w 115675"/>
                <a:gd name="connsiteY26" fmla="*/ 91048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675" h="164378">
                  <a:moveTo>
                    <a:pt x="62167" y="91048"/>
                  </a:moveTo>
                  <a:cubicBezTo>
                    <a:pt x="69949" y="92480"/>
                    <a:pt x="98956" y="98210"/>
                    <a:pt x="98956" y="123995"/>
                  </a:cubicBezTo>
                  <a:cubicBezTo>
                    <a:pt x="98956" y="142259"/>
                    <a:pt x="86575" y="156584"/>
                    <a:pt x="58983" y="156584"/>
                  </a:cubicBezTo>
                  <a:cubicBezTo>
                    <a:pt x="29268" y="156584"/>
                    <a:pt x="16533" y="136171"/>
                    <a:pt x="9812" y="105731"/>
                  </a:cubicBezTo>
                  <a:cubicBezTo>
                    <a:pt x="8751" y="101075"/>
                    <a:pt x="8397" y="99643"/>
                    <a:pt x="4859" y="99643"/>
                  </a:cubicBezTo>
                  <a:cubicBezTo>
                    <a:pt x="261" y="99643"/>
                    <a:pt x="261" y="102150"/>
                    <a:pt x="261" y="108596"/>
                  </a:cubicBezTo>
                  <a:lnTo>
                    <a:pt x="261" y="155868"/>
                  </a:lnTo>
                  <a:cubicBezTo>
                    <a:pt x="261" y="161956"/>
                    <a:pt x="261" y="164463"/>
                    <a:pt x="4152" y="164463"/>
                  </a:cubicBezTo>
                  <a:cubicBezTo>
                    <a:pt x="5921" y="164463"/>
                    <a:pt x="6274" y="164105"/>
                    <a:pt x="12996" y="157300"/>
                  </a:cubicBezTo>
                  <a:cubicBezTo>
                    <a:pt x="13703" y="156584"/>
                    <a:pt x="13703" y="155868"/>
                    <a:pt x="20071" y="149064"/>
                  </a:cubicBezTo>
                  <a:cubicBezTo>
                    <a:pt x="35635" y="164105"/>
                    <a:pt x="51554" y="164463"/>
                    <a:pt x="58983" y="164463"/>
                  </a:cubicBezTo>
                  <a:cubicBezTo>
                    <a:pt x="99664" y="164463"/>
                    <a:pt x="115936" y="140469"/>
                    <a:pt x="115936" y="114684"/>
                  </a:cubicBezTo>
                  <a:cubicBezTo>
                    <a:pt x="115936" y="95703"/>
                    <a:pt x="105324" y="84960"/>
                    <a:pt x="101079" y="80662"/>
                  </a:cubicBezTo>
                  <a:cubicBezTo>
                    <a:pt x="89405" y="69202"/>
                    <a:pt x="75609" y="66337"/>
                    <a:pt x="60752" y="63472"/>
                  </a:cubicBezTo>
                  <a:cubicBezTo>
                    <a:pt x="40942" y="59533"/>
                    <a:pt x="17241" y="54877"/>
                    <a:pt x="17241" y="34106"/>
                  </a:cubicBezTo>
                  <a:cubicBezTo>
                    <a:pt x="17241" y="21572"/>
                    <a:pt x="26438" y="6889"/>
                    <a:pt x="56860" y="6889"/>
                  </a:cubicBezTo>
                  <a:cubicBezTo>
                    <a:pt x="95773" y="6889"/>
                    <a:pt x="97541" y="39120"/>
                    <a:pt x="98249" y="50222"/>
                  </a:cubicBezTo>
                  <a:cubicBezTo>
                    <a:pt x="98603" y="53445"/>
                    <a:pt x="101786" y="53445"/>
                    <a:pt x="102494" y="53445"/>
                  </a:cubicBezTo>
                  <a:cubicBezTo>
                    <a:pt x="107092" y="53445"/>
                    <a:pt x="107092" y="51654"/>
                    <a:pt x="107092" y="44850"/>
                  </a:cubicBezTo>
                  <a:lnTo>
                    <a:pt x="107092" y="8680"/>
                  </a:lnTo>
                  <a:cubicBezTo>
                    <a:pt x="107092" y="2592"/>
                    <a:pt x="107092" y="85"/>
                    <a:pt x="103201" y="85"/>
                  </a:cubicBezTo>
                  <a:cubicBezTo>
                    <a:pt x="101432" y="85"/>
                    <a:pt x="100725" y="85"/>
                    <a:pt x="96126" y="4382"/>
                  </a:cubicBezTo>
                  <a:cubicBezTo>
                    <a:pt x="95065" y="5815"/>
                    <a:pt x="91528" y="9038"/>
                    <a:pt x="90113" y="10112"/>
                  </a:cubicBezTo>
                  <a:cubicBezTo>
                    <a:pt x="76670" y="85"/>
                    <a:pt x="62167" y="85"/>
                    <a:pt x="56860" y="85"/>
                  </a:cubicBezTo>
                  <a:cubicBezTo>
                    <a:pt x="13703" y="85"/>
                    <a:pt x="261" y="24079"/>
                    <a:pt x="261" y="44134"/>
                  </a:cubicBezTo>
                  <a:cubicBezTo>
                    <a:pt x="261" y="56668"/>
                    <a:pt x="5921" y="66695"/>
                    <a:pt x="15472" y="74574"/>
                  </a:cubicBezTo>
                  <a:cubicBezTo>
                    <a:pt x="26792" y="83885"/>
                    <a:pt x="36697" y="86034"/>
                    <a:pt x="62167" y="9104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04D9CA8-D305-2AC2-E8D3-22A75778542E}"/>
                </a:ext>
              </a:extLst>
            </p:cNvPr>
            <p:cNvSpPr/>
            <p:nvPr/>
          </p:nvSpPr>
          <p:spPr>
            <a:xfrm>
              <a:off x="10289553" y="7584414"/>
              <a:ext cx="134777" cy="164378"/>
            </a:xfrm>
            <a:custGeom>
              <a:avLst/>
              <a:gdLst>
                <a:gd name="connsiteX0" fmla="*/ 29626 w 134777"/>
                <a:gd name="connsiteY0" fmla="*/ 82453 h 164378"/>
                <a:gd name="connsiteX1" fmla="*/ 77382 w 134777"/>
                <a:gd name="connsiteY1" fmla="*/ 9038 h 164378"/>
                <a:gd name="connsiteX2" fmla="*/ 115233 w 134777"/>
                <a:gd name="connsiteY2" fmla="*/ 22288 h 164378"/>
                <a:gd name="connsiteX3" fmla="*/ 98606 w 134777"/>
                <a:gd name="connsiteY3" fmla="*/ 38762 h 164378"/>
                <a:gd name="connsiteX4" fmla="*/ 114879 w 134777"/>
                <a:gd name="connsiteY4" fmla="*/ 55236 h 164378"/>
                <a:gd name="connsiteX5" fmla="*/ 131151 w 134777"/>
                <a:gd name="connsiteY5" fmla="*/ 38404 h 164378"/>
                <a:gd name="connsiteX6" fmla="*/ 77028 w 134777"/>
                <a:gd name="connsiteY6" fmla="*/ 85 h 164378"/>
                <a:gd name="connsiteX7" fmla="*/ 265 w 134777"/>
                <a:gd name="connsiteY7" fmla="*/ 83169 h 164378"/>
                <a:gd name="connsiteX8" fmla="*/ 76320 w 134777"/>
                <a:gd name="connsiteY8" fmla="*/ 164463 h 164378"/>
                <a:gd name="connsiteX9" fmla="*/ 135042 w 134777"/>
                <a:gd name="connsiteY9" fmla="*/ 117907 h 164378"/>
                <a:gd name="connsiteX10" fmla="*/ 130444 w 134777"/>
                <a:gd name="connsiteY10" fmla="*/ 114326 h 164378"/>
                <a:gd name="connsiteX11" fmla="*/ 125845 w 134777"/>
                <a:gd name="connsiteY11" fmla="*/ 117907 h 164378"/>
                <a:gd name="connsiteX12" fmla="*/ 79504 w 134777"/>
                <a:gd name="connsiteY12" fmla="*/ 155510 h 164378"/>
                <a:gd name="connsiteX13" fmla="*/ 29626 w 134777"/>
                <a:gd name="connsiteY13" fmla="*/ 82453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4777" h="164378">
                  <a:moveTo>
                    <a:pt x="29626" y="82453"/>
                  </a:moveTo>
                  <a:cubicBezTo>
                    <a:pt x="29626" y="24079"/>
                    <a:pt x="58633" y="9038"/>
                    <a:pt x="77382" y="9038"/>
                  </a:cubicBezTo>
                  <a:cubicBezTo>
                    <a:pt x="80565" y="9038"/>
                    <a:pt x="102851" y="9396"/>
                    <a:pt x="115233" y="22288"/>
                  </a:cubicBezTo>
                  <a:cubicBezTo>
                    <a:pt x="100729" y="23363"/>
                    <a:pt x="98606" y="34106"/>
                    <a:pt x="98606" y="38762"/>
                  </a:cubicBezTo>
                  <a:cubicBezTo>
                    <a:pt x="98606" y="48073"/>
                    <a:pt x="104974" y="55236"/>
                    <a:pt x="114879" y="55236"/>
                  </a:cubicBezTo>
                  <a:cubicBezTo>
                    <a:pt x="124076" y="55236"/>
                    <a:pt x="131151" y="49147"/>
                    <a:pt x="131151" y="38404"/>
                  </a:cubicBezTo>
                  <a:cubicBezTo>
                    <a:pt x="131151" y="14051"/>
                    <a:pt x="104266" y="85"/>
                    <a:pt x="77028" y="85"/>
                  </a:cubicBezTo>
                  <a:cubicBezTo>
                    <a:pt x="32809" y="85"/>
                    <a:pt x="265" y="38762"/>
                    <a:pt x="265" y="83169"/>
                  </a:cubicBezTo>
                  <a:cubicBezTo>
                    <a:pt x="265" y="129009"/>
                    <a:pt x="35286" y="164463"/>
                    <a:pt x="76320" y="164463"/>
                  </a:cubicBezTo>
                  <a:cubicBezTo>
                    <a:pt x="123722" y="164463"/>
                    <a:pt x="135042" y="121488"/>
                    <a:pt x="135042" y="117907"/>
                  </a:cubicBezTo>
                  <a:cubicBezTo>
                    <a:pt x="135042" y="114326"/>
                    <a:pt x="131505" y="114326"/>
                    <a:pt x="130444" y="114326"/>
                  </a:cubicBezTo>
                  <a:cubicBezTo>
                    <a:pt x="127260" y="114326"/>
                    <a:pt x="126552" y="115758"/>
                    <a:pt x="125845" y="117907"/>
                  </a:cubicBezTo>
                  <a:cubicBezTo>
                    <a:pt x="115586" y="151212"/>
                    <a:pt x="92593" y="155510"/>
                    <a:pt x="79504" y="155510"/>
                  </a:cubicBezTo>
                  <a:cubicBezTo>
                    <a:pt x="60755" y="155510"/>
                    <a:pt x="29626" y="140111"/>
                    <a:pt x="29626" y="82453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BA00775-7D47-1847-1EF4-082F56C6E23E}"/>
                </a:ext>
              </a:extLst>
            </p:cNvPr>
            <p:cNvSpPr/>
            <p:nvPr/>
          </p:nvSpPr>
          <p:spPr>
            <a:xfrm>
              <a:off x="10444652" y="7584414"/>
              <a:ext cx="156710" cy="164378"/>
            </a:xfrm>
            <a:custGeom>
              <a:avLst/>
              <a:gdLst>
                <a:gd name="connsiteX0" fmla="*/ 156979 w 156710"/>
                <a:gd name="connsiteY0" fmla="*/ 83885 h 164378"/>
                <a:gd name="connsiteX1" fmla="*/ 78801 w 156710"/>
                <a:gd name="connsiteY1" fmla="*/ 85 h 164378"/>
                <a:gd name="connsiteX2" fmla="*/ 269 w 156710"/>
                <a:gd name="connsiteY2" fmla="*/ 83885 h 164378"/>
                <a:gd name="connsiteX3" fmla="*/ 78447 w 156710"/>
                <a:gd name="connsiteY3" fmla="*/ 164463 h 164378"/>
                <a:gd name="connsiteX4" fmla="*/ 156979 w 156710"/>
                <a:gd name="connsiteY4" fmla="*/ 83885 h 164378"/>
                <a:gd name="connsiteX5" fmla="*/ 78801 w 156710"/>
                <a:gd name="connsiteY5" fmla="*/ 155510 h 164378"/>
                <a:gd name="connsiteX6" fmla="*/ 38474 w 156710"/>
                <a:gd name="connsiteY6" fmla="*/ 131516 h 164378"/>
                <a:gd name="connsiteX7" fmla="*/ 29630 w 156710"/>
                <a:gd name="connsiteY7" fmla="*/ 81020 h 164378"/>
                <a:gd name="connsiteX8" fmla="*/ 38120 w 156710"/>
                <a:gd name="connsiteY8" fmla="*/ 31958 h 164378"/>
                <a:gd name="connsiteX9" fmla="*/ 78447 w 156710"/>
                <a:gd name="connsiteY9" fmla="*/ 7963 h 164378"/>
                <a:gd name="connsiteX10" fmla="*/ 118421 w 156710"/>
                <a:gd name="connsiteY10" fmla="*/ 31241 h 164378"/>
                <a:gd name="connsiteX11" fmla="*/ 127618 w 156710"/>
                <a:gd name="connsiteY11" fmla="*/ 81020 h 164378"/>
                <a:gd name="connsiteX12" fmla="*/ 119836 w 156710"/>
                <a:gd name="connsiteY12" fmla="*/ 129009 h 164378"/>
                <a:gd name="connsiteX13" fmla="*/ 78801 w 156710"/>
                <a:gd name="connsiteY13" fmla="*/ 155510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6710" h="164378">
                  <a:moveTo>
                    <a:pt x="156979" y="83885"/>
                  </a:moveTo>
                  <a:cubicBezTo>
                    <a:pt x="156979" y="38046"/>
                    <a:pt x="121604" y="85"/>
                    <a:pt x="78801" y="85"/>
                  </a:cubicBezTo>
                  <a:cubicBezTo>
                    <a:pt x="34583" y="85"/>
                    <a:pt x="269" y="39120"/>
                    <a:pt x="269" y="83885"/>
                  </a:cubicBezTo>
                  <a:cubicBezTo>
                    <a:pt x="269" y="130083"/>
                    <a:pt x="37059" y="164463"/>
                    <a:pt x="78447" y="164463"/>
                  </a:cubicBezTo>
                  <a:cubicBezTo>
                    <a:pt x="121251" y="164463"/>
                    <a:pt x="156979" y="129367"/>
                    <a:pt x="156979" y="83885"/>
                  </a:cubicBezTo>
                  <a:close/>
                  <a:moveTo>
                    <a:pt x="78801" y="155510"/>
                  </a:moveTo>
                  <a:cubicBezTo>
                    <a:pt x="63590" y="155510"/>
                    <a:pt x="48025" y="147989"/>
                    <a:pt x="38474" y="131516"/>
                  </a:cubicBezTo>
                  <a:cubicBezTo>
                    <a:pt x="29630" y="115758"/>
                    <a:pt x="29630" y="93913"/>
                    <a:pt x="29630" y="81020"/>
                  </a:cubicBezTo>
                  <a:cubicBezTo>
                    <a:pt x="29630" y="67054"/>
                    <a:pt x="29630" y="47715"/>
                    <a:pt x="38120" y="31958"/>
                  </a:cubicBezTo>
                  <a:cubicBezTo>
                    <a:pt x="47671" y="15484"/>
                    <a:pt x="64297" y="7963"/>
                    <a:pt x="78447" y="7963"/>
                  </a:cubicBezTo>
                  <a:cubicBezTo>
                    <a:pt x="94012" y="7963"/>
                    <a:pt x="109223" y="15842"/>
                    <a:pt x="118421" y="31241"/>
                  </a:cubicBezTo>
                  <a:cubicBezTo>
                    <a:pt x="127618" y="46641"/>
                    <a:pt x="127618" y="67412"/>
                    <a:pt x="127618" y="81020"/>
                  </a:cubicBezTo>
                  <a:cubicBezTo>
                    <a:pt x="127618" y="93913"/>
                    <a:pt x="127618" y="113251"/>
                    <a:pt x="119836" y="129009"/>
                  </a:cubicBezTo>
                  <a:cubicBezTo>
                    <a:pt x="112053" y="145124"/>
                    <a:pt x="96488" y="155510"/>
                    <a:pt x="78801" y="155510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0FF3AA2-97FD-F807-01C4-8DD8C70E3A5C}"/>
                </a:ext>
              </a:extLst>
            </p:cNvPr>
            <p:cNvSpPr/>
            <p:nvPr/>
          </p:nvSpPr>
          <p:spPr>
            <a:xfrm>
              <a:off x="10621527" y="7586563"/>
              <a:ext cx="118859" cy="158290"/>
            </a:xfrm>
            <a:custGeom>
              <a:avLst/>
              <a:gdLst>
                <a:gd name="connsiteX0" fmla="*/ 49445 w 118859"/>
                <a:gd name="connsiteY0" fmla="*/ 39478 h 158290"/>
                <a:gd name="connsiteX1" fmla="*/ 49445 w 118859"/>
                <a:gd name="connsiteY1" fmla="*/ 85 h 158290"/>
                <a:gd name="connsiteX2" fmla="*/ 274 w 118859"/>
                <a:gd name="connsiteY2" fmla="*/ 4024 h 158290"/>
                <a:gd name="connsiteX3" fmla="*/ 274 w 118859"/>
                <a:gd name="connsiteY3" fmla="*/ 15126 h 158290"/>
                <a:gd name="connsiteX4" fmla="*/ 27866 w 118859"/>
                <a:gd name="connsiteY4" fmla="*/ 35181 h 158290"/>
                <a:gd name="connsiteX5" fmla="*/ 27866 w 118859"/>
                <a:gd name="connsiteY5" fmla="*/ 131157 h 158290"/>
                <a:gd name="connsiteX6" fmla="*/ 274 w 118859"/>
                <a:gd name="connsiteY6" fmla="*/ 147273 h 158290"/>
                <a:gd name="connsiteX7" fmla="*/ 274 w 118859"/>
                <a:gd name="connsiteY7" fmla="*/ 158375 h 158290"/>
                <a:gd name="connsiteX8" fmla="*/ 40601 w 118859"/>
                <a:gd name="connsiteY8" fmla="*/ 157300 h 158290"/>
                <a:gd name="connsiteX9" fmla="*/ 85527 w 118859"/>
                <a:gd name="connsiteY9" fmla="*/ 158375 h 158290"/>
                <a:gd name="connsiteX10" fmla="*/ 85527 w 118859"/>
                <a:gd name="connsiteY10" fmla="*/ 147273 h 158290"/>
                <a:gd name="connsiteX11" fmla="*/ 78099 w 118859"/>
                <a:gd name="connsiteY11" fmla="*/ 147273 h 158290"/>
                <a:gd name="connsiteX12" fmla="*/ 51214 w 118859"/>
                <a:gd name="connsiteY12" fmla="*/ 130441 h 158290"/>
                <a:gd name="connsiteX13" fmla="*/ 51214 w 118859"/>
                <a:gd name="connsiteY13" fmla="*/ 75290 h 158290"/>
                <a:gd name="connsiteX14" fmla="*/ 92956 w 118859"/>
                <a:gd name="connsiteY14" fmla="*/ 7963 h 158290"/>
                <a:gd name="connsiteX15" fmla="*/ 96847 w 118859"/>
                <a:gd name="connsiteY15" fmla="*/ 8322 h 158290"/>
                <a:gd name="connsiteX16" fmla="*/ 88711 w 118859"/>
                <a:gd name="connsiteY16" fmla="*/ 22288 h 158290"/>
                <a:gd name="connsiteX17" fmla="*/ 103922 w 118859"/>
                <a:gd name="connsiteY17" fmla="*/ 37688 h 158290"/>
                <a:gd name="connsiteX18" fmla="*/ 119133 w 118859"/>
                <a:gd name="connsiteY18" fmla="*/ 21930 h 158290"/>
                <a:gd name="connsiteX19" fmla="*/ 92956 w 118859"/>
                <a:gd name="connsiteY19" fmla="*/ 85 h 158290"/>
                <a:gd name="connsiteX20" fmla="*/ 49445 w 118859"/>
                <a:gd name="connsiteY20" fmla="*/ 39478 h 158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8859" h="158290">
                  <a:moveTo>
                    <a:pt x="49445" y="39478"/>
                  </a:moveTo>
                  <a:lnTo>
                    <a:pt x="49445" y="85"/>
                  </a:lnTo>
                  <a:lnTo>
                    <a:pt x="274" y="4024"/>
                  </a:lnTo>
                  <a:lnTo>
                    <a:pt x="274" y="15126"/>
                  </a:lnTo>
                  <a:cubicBezTo>
                    <a:pt x="25036" y="15126"/>
                    <a:pt x="27866" y="17633"/>
                    <a:pt x="27866" y="35181"/>
                  </a:cubicBezTo>
                  <a:lnTo>
                    <a:pt x="27866" y="131157"/>
                  </a:lnTo>
                  <a:cubicBezTo>
                    <a:pt x="27866" y="147273"/>
                    <a:pt x="23975" y="147273"/>
                    <a:pt x="274" y="147273"/>
                  </a:cubicBezTo>
                  <a:lnTo>
                    <a:pt x="274" y="158375"/>
                  </a:lnTo>
                  <a:cubicBezTo>
                    <a:pt x="14070" y="158017"/>
                    <a:pt x="30696" y="157300"/>
                    <a:pt x="40601" y="157300"/>
                  </a:cubicBezTo>
                  <a:cubicBezTo>
                    <a:pt x="54751" y="157300"/>
                    <a:pt x="71377" y="157300"/>
                    <a:pt x="85527" y="158375"/>
                  </a:cubicBezTo>
                  <a:lnTo>
                    <a:pt x="85527" y="147273"/>
                  </a:lnTo>
                  <a:lnTo>
                    <a:pt x="78099" y="147273"/>
                  </a:lnTo>
                  <a:cubicBezTo>
                    <a:pt x="51921" y="147273"/>
                    <a:pt x="51214" y="143334"/>
                    <a:pt x="51214" y="130441"/>
                  </a:cubicBezTo>
                  <a:lnTo>
                    <a:pt x="51214" y="75290"/>
                  </a:lnTo>
                  <a:cubicBezTo>
                    <a:pt x="51214" y="39836"/>
                    <a:pt x="66071" y="7963"/>
                    <a:pt x="92956" y="7963"/>
                  </a:cubicBezTo>
                  <a:cubicBezTo>
                    <a:pt x="95432" y="7963"/>
                    <a:pt x="96140" y="7963"/>
                    <a:pt x="96847" y="8322"/>
                  </a:cubicBezTo>
                  <a:cubicBezTo>
                    <a:pt x="95786" y="8680"/>
                    <a:pt x="88711" y="12977"/>
                    <a:pt x="88711" y="22288"/>
                  </a:cubicBezTo>
                  <a:cubicBezTo>
                    <a:pt x="88711" y="32316"/>
                    <a:pt x="96140" y="37688"/>
                    <a:pt x="103922" y="37688"/>
                  </a:cubicBezTo>
                  <a:cubicBezTo>
                    <a:pt x="110290" y="37688"/>
                    <a:pt x="119133" y="33390"/>
                    <a:pt x="119133" y="21930"/>
                  </a:cubicBezTo>
                  <a:cubicBezTo>
                    <a:pt x="119133" y="10470"/>
                    <a:pt x="108167" y="85"/>
                    <a:pt x="92956" y="85"/>
                  </a:cubicBezTo>
                  <a:cubicBezTo>
                    <a:pt x="67132" y="85"/>
                    <a:pt x="54397" y="24079"/>
                    <a:pt x="49445" y="3947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BAC6D28-480F-CE65-13EB-AFB796866377}"/>
                </a:ext>
              </a:extLst>
            </p:cNvPr>
            <p:cNvSpPr/>
            <p:nvPr/>
          </p:nvSpPr>
          <p:spPr>
            <a:xfrm>
              <a:off x="10760078" y="7584414"/>
              <a:ext cx="136900" cy="164378"/>
            </a:xfrm>
            <a:custGeom>
              <a:avLst/>
              <a:gdLst>
                <a:gd name="connsiteX0" fmla="*/ 29993 w 136900"/>
                <a:gd name="connsiteY0" fmla="*/ 70277 h 164378"/>
                <a:gd name="connsiteX1" fmla="*/ 73857 w 136900"/>
                <a:gd name="connsiteY1" fmla="*/ 7963 h 164378"/>
                <a:gd name="connsiteX2" fmla="*/ 113831 w 136900"/>
                <a:gd name="connsiteY2" fmla="*/ 70277 h 164378"/>
                <a:gd name="connsiteX3" fmla="*/ 29993 w 136900"/>
                <a:gd name="connsiteY3" fmla="*/ 70277 h 164378"/>
                <a:gd name="connsiteX4" fmla="*/ 29639 w 136900"/>
                <a:gd name="connsiteY4" fmla="*/ 77797 h 164378"/>
                <a:gd name="connsiteX5" fmla="*/ 128335 w 136900"/>
                <a:gd name="connsiteY5" fmla="*/ 77797 h 164378"/>
                <a:gd name="connsiteX6" fmla="*/ 137178 w 136900"/>
                <a:gd name="connsiteY6" fmla="*/ 70277 h 164378"/>
                <a:gd name="connsiteX7" fmla="*/ 73857 w 136900"/>
                <a:gd name="connsiteY7" fmla="*/ 85 h 164378"/>
                <a:gd name="connsiteX8" fmla="*/ 278 w 136900"/>
                <a:gd name="connsiteY8" fmla="*/ 81737 h 164378"/>
                <a:gd name="connsiteX9" fmla="*/ 78102 w 136900"/>
                <a:gd name="connsiteY9" fmla="*/ 164463 h 164378"/>
                <a:gd name="connsiteX10" fmla="*/ 137178 w 136900"/>
                <a:gd name="connsiteY10" fmla="*/ 117907 h 164378"/>
                <a:gd name="connsiteX11" fmla="*/ 132579 w 136900"/>
                <a:gd name="connsiteY11" fmla="*/ 113609 h 164378"/>
                <a:gd name="connsiteX12" fmla="*/ 127981 w 136900"/>
                <a:gd name="connsiteY12" fmla="*/ 118623 h 164378"/>
                <a:gd name="connsiteX13" fmla="*/ 80225 w 136900"/>
                <a:gd name="connsiteY13" fmla="*/ 155510 h 164378"/>
                <a:gd name="connsiteX14" fmla="*/ 40251 w 136900"/>
                <a:gd name="connsiteY14" fmla="*/ 131516 h 164378"/>
                <a:gd name="connsiteX15" fmla="*/ 29639 w 136900"/>
                <a:gd name="connsiteY15" fmla="*/ 77797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900" h="164378">
                  <a:moveTo>
                    <a:pt x="29993" y="70277"/>
                  </a:moveTo>
                  <a:cubicBezTo>
                    <a:pt x="32115" y="16916"/>
                    <a:pt x="61830" y="7963"/>
                    <a:pt x="73857" y="7963"/>
                  </a:cubicBezTo>
                  <a:cubicBezTo>
                    <a:pt x="110293" y="7963"/>
                    <a:pt x="113831" y="56310"/>
                    <a:pt x="113831" y="70277"/>
                  </a:cubicBezTo>
                  <a:lnTo>
                    <a:pt x="29993" y="70277"/>
                  </a:lnTo>
                  <a:close/>
                  <a:moveTo>
                    <a:pt x="29639" y="77797"/>
                  </a:moveTo>
                  <a:lnTo>
                    <a:pt x="128335" y="77797"/>
                  </a:lnTo>
                  <a:cubicBezTo>
                    <a:pt x="136117" y="77797"/>
                    <a:pt x="137178" y="77797"/>
                    <a:pt x="137178" y="70277"/>
                  </a:cubicBezTo>
                  <a:cubicBezTo>
                    <a:pt x="137178" y="34823"/>
                    <a:pt x="118076" y="85"/>
                    <a:pt x="73857" y="85"/>
                  </a:cubicBezTo>
                  <a:cubicBezTo>
                    <a:pt x="32823" y="85"/>
                    <a:pt x="278" y="36971"/>
                    <a:pt x="278" y="81737"/>
                  </a:cubicBezTo>
                  <a:cubicBezTo>
                    <a:pt x="278" y="129725"/>
                    <a:pt x="37421" y="164463"/>
                    <a:pt x="78102" y="164463"/>
                  </a:cubicBezTo>
                  <a:cubicBezTo>
                    <a:pt x="121260" y="164463"/>
                    <a:pt x="137178" y="124711"/>
                    <a:pt x="137178" y="117907"/>
                  </a:cubicBezTo>
                  <a:cubicBezTo>
                    <a:pt x="137178" y="114326"/>
                    <a:pt x="134348" y="113609"/>
                    <a:pt x="132579" y="113609"/>
                  </a:cubicBezTo>
                  <a:cubicBezTo>
                    <a:pt x="129396" y="113609"/>
                    <a:pt x="128688" y="115758"/>
                    <a:pt x="127981" y="118623"/>
                  </a:cubicBezTo>
                  <a:cubicBezTo>
                    <a:pt x="115600" y="155510"/>
                    <a:pt x="83762" y="155510"/>
                    <a:pt x="80225" y="155510"/>
                  </a:cubicBezTo>
                  <a:cubicBezTo>
                    <a:pt x="62538" y="155510"/>
                    <a:pt x="48388" y="144766"/>
                    <a:pt x="40251" y="131516"/>
                  </a:cubicBezTo>
                  <a:cubicBezTo>
                    <a:pt x="29639" y="114326"/>
                    <a:pt x="29639" y="90690"/>
                    <a:pt x="29639" y="77797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C3083F5-DCA6-388C-B1BC-07A0F216259F}"/>
                </a:ext>
              </a:extLst>
            </p:cNvPr>
            <p:cNvSpPr/>
            <p:nvPr/>
          </p:nvSpPr>
          <p:spPr>
            <a:xfrm>
              <a:off x="10942413" y="7476261"/>
              <a:ext cx="82069" cy="358122"/>
            </a:xfrm>
            <a:custGeom>
              <a:avLst/>
              <a:gdLst>
                <a:gd name="connsiteX0" fmla="*/ 82352 w 82069"/>
                <a:gd name="connsiteY0" fmla="*/ 354626 h 358122"/>
                <a:gd name="connsiteX1" fmla="*/ 76338 w 82069"/>
                <a:gd name="connsiteY1" fmla="*/ 346747 h 358122"/>
                <a:gd name="connsiteX2" fmla="*/ 20800 w 82069"/>
                <a:gd name="connsiteY2" fmla="*/ 179146 h 358122"/>
                <a:gd name="connsiteX3" fmla="*/ 77753 w 82069"/>
                <a:gd name="connsiteY3" fmla="*/ 9754 h 358122"/>
                <a:gd name="connsiteX4" fmla="*/ 82352 w 82069"/>
                <a:gd name="connsiteY4" fmla="*/ 3666 h 358122"/>
                <a:gd name="connsiteX5" fmla="*/ 78814 w 82069"/>
                <a:gd name="connsiteY5" fmla="*/ 85 h 358122"/>
                <a:gd name="connsiteX6" fmla="*/ 22569 w 82069"/>
                <a:gd name="connsiteY6" fmla="*/ 69919 h 358122"/>
                <a:gd name="connsiteX7" fmla="*/ 282 w 82069"/>
                <a:gd name="connsiteY7" fmla="*/ 179146 h 358122"/>
                <a:gd name="connsiteX8" fmla="*/ 23630 w 82069"/>
                <a:gd name="connsiteY8" fmla="*/ 290880 h 358122"/>
                <a:gd name="connsiteX9" fmla="*/ 78814 w 82069"/>
                <a:gd name="connsiteY9" fmla="*/ 358207 h 358122"/>
                <a:gd name="connsiteX10" fmla="*/ 82352 w 82069"/>
                <a:gd name="connsiteY10" fmla="*/ 354626 h 358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58122">
                  <a:moveTo>
                    <a:pt x="82352" y="354626"/>
                  </a:moveTo>
                  <a:cubicBezTo>
                    <a:pt x="82352" y="353551"/>
                    <a:pt x="82352" y="352835"/>
                    <a:pt x="76338" y="346747"/>
                  </a:cubicBezTo>
                  <a:cubicBezTo>
                    <a:pt x="32120" y="301624"/>
                    <a:pt x="20800" y="233939"/>
                    <a:pt x="20800" y="179146"/>
                  </a:cubicBezTo>
                  <a:cubicBezTo>
                    <a:pt x="20800" y="116833"/>
                    <a:pt x="34242" y="54519"/>
                    <a:pt x="77753" y="9754"/>
                  </a:cubicBezTo>
                  <a:cubicBezTo>
                    <a:pt x="82352" y="5457"/>
                    <a:pt x="82352" y="4740"/>
                    <a:pt x="82352" y="3666"/>
                  </a:cubicBezTo>
                  <a:cubicBezTo>
                    <a:pt x="82352" y="1159"/>
                    <a:pt x="80937" y="85"/>
                    <a:pt x="78814" y="85"/>
                  </a:cubicBezTo>
                  <a:cubicBezTo>
                    <a:pt x="75277" y="85"/>
                    <a:pt x="43440" y="24437"/>
                    <a:pt x="22569" y="69919"/>
                  </a:cubicBezTo>
                  <a:cubicBezTo>
                    <a:pt x="4527" y="109312"/>
                    <a:pt x="282" y="149064"/>
                    <a:pt x="282" y="179146"/>
                  </a:cubicBezTo>
                  <a:cubicBezTo>
                    <a:pt x="282" y="207079"/>
                    <a:pt x="4174" y="250412"/>
                    <a:pt x="23630" y="290880"/>
                  </a:cubicBezTo>
                  <a:cubicBezTo>
                    <a:pt x="44855" y="334929"/>
                    <a:pt x="75277" y="358207"/>
                    <a:pt x="78814" y="358207"/>
                  </a:cubicBezTo>
                  <a:cubicBezTo>
                    <a:pt x="80937" y="358207"/>
                    <a:pt x="82352" y="357133"/>
                    <a:pt x="82352" y="354626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893AAED3-8C5B-5DC9-CFDC-685DB5F30B21}"/>
                </a:ext>
              </a:extLst>
            </p:cNvPr>
            <p:cNvSpPr/>
            <p:nvPr/>
          </p:nvSpPr>
          <p:spPr>
            <a:xfrm>
              <a:off x="11063356" y="7586563"/>
              <a:ext cx="130179" cy="162229"/>
            </a:xfrm>
            <a:custGeom>
              <a:avLst/>
              <a:gdLst>
                <a:gd name="connsiteX0" fmla="*/ 120207 w 130179"/>
                <a:gd name="connsiteY0" fmla="*/ 24437 h 162229"/>
                <a:gd name="connsiteX1" fmla="*/ 103227 w 130179"/>
                <a:gd name="connsiteY1" fmla="*/ 40552 h 162229"/>
                <a:gd name="connsiteX2" fmla="*/ 114193 w 130179"/>
                <a:gd name="connsiteY2" fmla="*/ 50938 h 162229"/>
                <a:gd name="connsiteX3" fmla="*/ 130465 w 130179"/>
                <a:gd name="connsiteY3" fmla="*/ 30883 h 162229"/>
                <a:gd name="connsiteX4" fmla="*/ 88369 w 130179"/>
                <a:gd name="connsiteY4" fmla="*/ 85 h 162229"/>
                <a:gd name="connsiteX5" fmla="*/ 28586 w 130179"/>
                <a:gd name="connsiteY5" fmla="*/ 52371 h 162229"/>
                <a:gd name="connsiteX6" fmla="*/ 65022 w 130179"/>
                <a:gd name="connsiteY6" fmla="*/ 87825 h 162229"/>
                <a:gd name="connsiteX7" fmla="*/ 101812 w 130179"/>
                <a:gd name="connsiteY7" fmla="*/ 115042 h 162229"/>
                <a:gd name="connsiteX8" fmla="*/ 51226 w 130179"/>
                <a:gd name="connsiteY8" fmla="*/ 154435 h 162229"/>
                <a:gd name="connsiteX9" fmla="*/ 10899 w 130179"/>
                <a:gd name="connsiteY9" fmla="*/ 135455 h 162229"/>
                <a:gd name="connsiteX10" fmla="*/ 33185 w 130179"/>
                <a:gd name="connsiteY10" fmla="*/ 116474 h 162229"/>
                <a:gd name="connsiteX11" fmla="*/ 20096 w 130179"/>
                <a:gd name="connsiteY11" fmla="*/ 103940 h 162229"/>
                <a:gd name="connsiteX12" fmla="*/ 286 w 130179"/>
                <a:gd name="connsiteY12" fmla="*/ 127576 h 162229"/>
                <a:gd name="connsiteX13" fmla="*/ 50872 w 130179"/>
                <a:gd name="connsiteY13" fmla="*/ 162314 h 162229"/>
                <a:gd name="connsiteX14" fmla="*/ 121975 w 130179"/>
                <a:gd name="connsiteY14" fmla="*/ 102866 h 162229"/>
                <a:gd name="connsiteX15" fmla="*/ 111009 w 130179"/>
                <a:gd name="connsiteY15" fmla="*/ 76723 h 162229"/>
                <a:gd name="connsiteX16" fmla="*/ 75634 w 130179"/>
                <a:gd name="connsiteY16" fmla="*/ 61682 h 162229"/>
                <a:gd name="connsiteX17" fmla="*/ 48750 w 130179"/>
                <a:gd name="connsiteY17" fmla="*/ 40194 h 162229"/>
                <a:gd name="connsiteX18" fmla="*/ 88369 w 130179"/>
                <a:gd name="connsiteY18" fmla="*/ 7963 h 162229"/>
                <a:gd name="connsiteX19" fmla="*/ 120207 w 130179"/>
                <a:gd name="connsiteY19" fmla="*/ 24437 h 162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179" h="162229">
                  <a:moveTo>
                    <a:pt x="120207" y="24437"/>
                  </a:moveTo>
                  <a:cubicBezTo>
                    <a:pt x="110302" y="24795"/>
                    <a:pt x="103227" y="32674"/>
                    <a:pt x="103227" y="40552"/>
                  </a:cubicBezTo>
                  <a:cubicBezTo>
                    <a:pt x="103227" y="45566"/>
                    <a:pt x="106410" y="50938"/>
                    <a:pt x="114193" y="50938"/>
                  </a:cubicBezTo>
                  <a:cubicBezTo>
                    <a:pt x="121975" y="50938"/>
                    <a:pt x="130465" y="44850"/>
                    <a:pt x="130465" y="30883"/>
                  </a:cubicBezTo>
                  <a:cubicBezTo>
                    <a:pt x="130465" y="14768"/>
                    <a:pt x="115254" y="85"/>
                    <a:pt x="88369" y="85"/>
                  </a:cubicBezTo>
                  <a:cubicBezTo>
                    <a:pt x="41675" y="85"/>
                    <a:pt x="28586" y="36613"/>
                    <a:pt x="28586" y="52371"/>
                  </a:cubicBezTo>
                  <a:cubicBezTo>
                    <a:pt x="28586" y="80304"/>
                    <a:pt x="54763" y="85676"/>
                    <a:pt x="65022" y="87825"/>
                  </a:cubicBezTo>
                  <a:cubicBezTo>
                    <a:pt x="83417" y="91406"/>
                    <a:pt x="101812" y="95345"/>
                    <a:pt x="101812" y="115042"/>
                  </a:cubicBezTo>
                  <a:cubicBezTo>
                    <a:pt x="101812" y="124353"/>
                    <a:pt x="93676" y="154435"/>
                    <a:pt x="51226" y="154435"/>
                  </a:cubicBezTo>
                  <a:cubicBezTo>
                    <a:pt x="46273" y="154435"/>
                    <a:pt x="19035" y="154435"/>
                    <a:pt x="10899" y="135455"/>
                  </a:cubicBezTo>
                  <a:cubicBezTo>
                    <a:pt x="24341" y="137246"/>
                    <a:pt x="33185" y="126502"/>
                    <a:pt x="33185" y="116474"/>
                  </a:cubicBezTo>
                  <a:cubicBezTo>
                    <a:pt x="33185" y="108238"/>
                    <a:pt x="27525" y="103940"/>
                    <a:pt x="20096" y="103940"/>
                  </a:cubicBezTo>
                  <a:cubicBezTo>
                    <a:pt x="10899" y="103940"/>
                    <a:pt x="286" y="111461"/>
                    <a:pt x="286" y="127576"/>
                  </a:cubicBezTo>
                  <a:cubicBezTo>
                    <a:pt x="286" y="147989"/>
                    <a:pt x="20450" y="162314"/>
                    <a:pt x="50872" y="162314"/>
                  </a:cubicBezTo>
                  <a:cubicBezTo>
                    <a:pt x="108179" y="162314"/>
                    <a:pt x="121975" y="118981"/>
                    <a:pt x="121975" y="102866"/>
                  </a:cubicBezTo>
                  <a:cubicBezTo>
                    <a:pt x="121975" y="89973"/>
                    <a:pt x="115254" y="81020"/>
                    <a:pt x="111009" y="76723"/>
                  </a:cubicBezTo>
                  <a:cubicBezTo>
                    <a:pt x="101458" y="66695"/>
                    <a:pt x="91199" y="64905"/>
                    <a:pt x="75634" y="61682"/>
                  </a:cubicBezTo>
                  <a:cubicBezTo>
                    <a:pt x="62900" y="58817"/>
                    <a:pt x="48750" y="56310"/>
                    <a:pt x="48750" y="40194"/>
                  </a:cubicBezTo>
                  <a:cubicBezTo>
                    <a:pt x="48750" y="29809"/>
                    <a:pt x="57240" y="7963"/>
                    <a:pt x="88369" y="7963"/>
                  </a:cubicBezTo>
                  <a:cubicBezTo>
                    <a:pt x="97213" y="7963"/>
                    <a:pt x="114900" y="10470"/>
                    <a:pt x="120207" y="24437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FAD5DBB-F3AD-5460-D724-F724BCC0892D}"/>
                </a:ext>
              </a:extLst>
            </p:cNvPr>
            <p:cNvSpPr/>
            <p:nvPr/>
          </p:nvSpPr>
          <p:spPr>
            <a:xfrm>
              <a:off x="11241202" y="7590502"/>
              <a:ext cx="38558" cy="223468"/>
            </a:xfrm>
            <a:custGeom>
              <a:avLst/>
              <a:gdLst>
                <a:gd name="connsiteX0" fmla="*/ 37788 w 38558"/>
                <a:gd name="connsiteY0" fmla="*/ 19065 h 223468"/>
                <a:gd name="connsiteX1" fmla="*/ 19040 w 38558"/>
                <a:gd name="connsiteY1" fmla="*/ 85 h 223468"/>
                <a:gd name="connsiteX2" fmla="*/ 291 w 38558"/>
                <a:gd name="connsiteY2" fmla="*/ 19065 h 223468"/>
                <a:gd name="connsiteX3" fmla="*/ 19040 w 38558"/>
                <a:gd name="connsiteY3" fmla="*/ 38046 h 223468"/>
                <a:gd name="connsiteX4" fmla="*/ 37788 w 38558"/>
                <a:gd name="connsiteY4" fmla="*/ 19065 h 223468"/>
                <a:gd name="connsiteX5" fmla="*/ 31067 w 38558"/>
                <a:gd name="connsiteY5" fmla="*/ 150496 h 223468"/>
                <a:gd name="connsiteX6" fmla="*/ 8427 w 38558"/>
                <a:gd name="connsiteY6" fmla="*/ 214958 h 223468"/>
                <a:gd name="connsiteX7" fmla="*/ 5951 w 38558"/>
                <a:gd name="connsiteY7" fmla="*/ 219614 h 223468"/>
                <a:gd name="connsiteX8" fmla="*/ 9488 w 38558"/>
                <a:gd name="connsiteY8" fmla="*/ 223553 h 223468"/>
                <a:gd name="connsiteX9" fmla="*/ 38849 w 38558"/>
                <a:gd name="connsiteY9" fmla="*/ 153361 h 223468"/>
                <a:gd name="connsiteX10" fmla="*/ 19040 w 38558"/>
                <a:gd name="connsiteY10" fmla="*/ 116474 h 223468"/>
                <a:gd name="connsiteX11" fmla="*/ 291 w 38558"/>
                <a:gd name="connsiteY11" fmla="*/ 135455 h 223468"/>
                <a:gd name="connsiteX12" fmla="*/ 19040 w 38558"/>
                <a:gd name="connsiteY12" fmla="*/ 154435 h 223468"/>
                <a:gd name="connsiteX13" fmla="*/ 21870 w 38558"/>
                <a:gd name="connsiteY13" fmla="*/ 154077 h 223468"/>
                <a:gd name="connsiteX14" fmla="*/ 31067 w 38558"/>
                <a:gd name="connsiteY14" fmla="*/ 150496 h 223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558" h="223468">
                  <a:moveTo>
                    <a:pt x="37788" y="19065"/>
                  </a:moveTo>
                  <a:cubicBezTo>
                    <a:pt x="37788" y="8680"/>
                    <a:pt x="29298" y="85"/>
                    <a:pt x="19040" y="85"/>
                  </a:cubicBezTo>
                  <a:cubicBezTo>
                    <a:pt x="8781" y="85"/>
                    <a:pt x="291" y="8680"/>
                    <a:pt x="291" y="19065"/>
                  </a:cubicBezTo>
                  <a:cubicBezTo>
                    <a:pt x="291" y="29451"/>
                    <a:pt x="8781" y="38046"/>
                    <a:pt x="19040" y="38046"/>
                  </a:cubicBezTo>
                  <a:cubicBezTo>
                    <a:pt x="29298" y="38046"/>
                    <a:pt x="37788" y="29451"/>
                    <a:pt x="37788" y="19065"/>
                  </a:cubicBezTo>
                  <a:close/>
                  <a:moveTo>
                    <a:pt x="31067" y="150496"/>
                  </a:moveTo>
                  <a:cubicBezTo>
                    <a:pt x="31067" y="160523"/>
                    <a:pt x="31067" y="188457"/>
                    <a:pt x="8427" y="214958"/>
                  </a:cubicBezTo>
                  <a:cubicBezTo>
                    <a:pt x="5951" y="217823"/>
                    <a:pt x="5951" y="218539"/>
                    <a:pt x="5951" y="219614"/>
                  </a:cubicBezTo>
                  <a:cubicBezTo>
                    <a:pt x="5951" y="222120"/>
                    <a:pt x="7720" y="223553"/>
                    <a:pt x="9488" y="223553"/>
                  </a:cubicBezTo>
                  <a:cubicBezTo>
                    <a:pt x="13380" y="223553"/>
                    <a:pt x="38849" y="194903"/>
                    <a:pt x="38849" y="153361"/>
                  </a:cubicBezTo>
                  <a:cubicBezTo>
                    <a:pt x="38849" y="142975"/>
                    <a:pt x="38142" y="116474"/>
                    <a:pt x="19040" y="116474"/>
                  </a:cubicBezTo>
                  <a:cubicBezTo>
                    <a:pt x="6658" y="116474"/>
                    <a:pt x="291" y="126144"/>
                    <a:pt x="291" y="135455"/>
                  </a:cubicBezTo>
                  <a:cubicBezTo>
                    <a:pt x="291" y="144766"/>
                    <a:pt x="6305" y="154435"/>
                    <a:pt x="19040" y="154435"/>
                  </a:cubicBezTo>
                  <a:cubicBezTo>
                    <a:pt x="20808" y="154435"/>
                    <a:pt x="21516" y="154435"/>
                    <a:pt x="21870" y="154077"/>
                  </a:cubicBezTo>
                  <a:cubicBezTo>
                    <a:pt x="24346" y="153719"/>
                    <a:pt x="28237" y="153003"/>
                    <a:pt x="31067" y="150496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DB6E468-C3CB-967A-00B9-3EF2AFA57410}"/>
                </a:ext>
              </a:extLst>
            </p:cNvPr>
            <p:cNvSpPr/>
            <p:nvPr/>
          </p:nvSpPr>
          <p:spPr>
            <a:xfrm>
              <a:off x="11375782" y="7585846"/>
              <a:ext cx="199159" cy="159006"/>
            </a:xfrm>
            <a:custGeom>
              <a:avLst/>
              <a:gdLst>
                <a:gd name="connsiteX0" fmla="*/ 114910 w 199159"/>
                <a:gd name="connsiteY0" fmla="*/ 70993 h 159006"/>
                <a:gd name="connsiteX1" fmla="*/ 156298 w 199159"/>
                <a:gd name="connsiteY1" fmla="*/ 24437 h 159006"/>
                <a:gd name="connsiteX2" fmla="*/ 192380 w 199159"/>
                <a:gd name="connsiteY2" fmla="*/ 16916 h 159006"/>
                <a:gd name="connsiteX3" fmla="*/ 192380 w 199159"/>
                <a:gd name="connsiteY3" fmla="*/ 85 h 159006"/>
                <a:gd name="connsiteX4" fmla="*/ 159835 w 199159"/>
                <a:gd name="connsiteY4" fmla="*/ 1159 h 159006"/>
                <a:gd name="connsiteX5" fmla="*/ 123399 w 199159"/>
                <a:gd name="connsiteY5" fmla="*/ 85 h 159006"/>
                <a:gd name="connsiteX6" fmla="*/ 123399 w 199159"/>
                <a:gd name="connsiteY6" fmla="*/ 16916 h 159006"/>
                <a:gd name="connsiteX7" fmla="*/ 136842 w 199159"/>
                <a:gd name="connsiteY7" fmla="*/ 20140 h 159006"/>
                <a:gd name="connsiteX8" fmla="*/ 134012 w 199159"/>
                <a:gd name="connsiteY8" fmla="*/ 24437 h 159006"/>
                <a:gd name="connsiteX9" fmla="*/ 104297 w 199159"/>
                <a:gd name="connsiteY9" fmla="*/ 58100 h 159006"/>
                <a:gd name="connsiteX10" fmla="*/ 69630 w 199159"/>
                <a:gd name="connsiteY10" fmla="*/ 16916 h 159006"/>
                <a:gd name="connsiteX11" fmla="*/ 83780 w 199159"/>
                <a:gd name="connsiteY11" fmla="*/ 16916 h 159006"/>
                <a:gd name="connsiteX12" fmla="*/ 83780 w 199159"/>
                <a:gd name="connsiteY12" fmla="*/ 85 h 159006"/>
                <a:gd name="connsiteX13" fmla="*/ 40976 w 199159"/>
                <a:gd name="connsiteY13" fmla="*/ 1159 h 159006"/>
                <a:gd name="connsiteX14" fmla="*/ 2064 w 199159"/>
                <a:gd name="connsiteY14" fmla="*/ 85 h 159006"/>
                <a:gd name="connsiteX15" fmla="*/ 2064 w 199159"/>
                <a:gd name="connsiteY15" fmla="*/ 16916 h 159006"/>
                <a:gd name="connsiteX16" fmla="*/ 27180 w 199159"/>
                <a:gd name="connsiteY16" fmla="*/ 16916 h 159006"/>
                <a:gd name="connsiteX17" fmla="*/ 82365 w 199159"/>
                <a:gd name="connsiteY17" fmla="*/ 82811 h 159006"/>
                <a:gd name="connsiteX18" fmla="*/ 36024 w 199159"/>
                <a:gd name="connsiteY18" fmla="*/ 135455 h 159006"/>
                <a:gd name="connsiteX19" fmla="*/ 295 w 199159"/>
                <a:gd name="connsiteY19" fmla="*/ 142259 h 159006"/>
                <a:gd name="connsiteX20" fmla="*/ 295 w 199159"/>
                <a:gd name="connsiteY20" fmla="*/ 159091 h 159006"/>
                <a:gd name="connsiteX21" fmla="*/ 32840 w 199159"/>
                <a:gd name="connsiteY21" fmla="*/ 158017 h 159006"/>
                <a:gd name="connsiteX22" fmla="*/ 69276 w 199159"/>
                <a:gd name="connsiteY22" fmla="*/ 159091 h 159006"/>
                <a:gd name="connsiteX23" fmla="*/ 69276 w 199159"/>
                <a:gd name="connsiteY23" fmla="*/ 142259 h 159006"/>
                <a:gd name="connsiteX24" fmla="*/ 56187 w 199159"/>
                <a:gd name="connsiteY24" fmla="*/ 138320 h 159006"/>
                <a:gd name="connsiteX25" fmla="*/ 58664 w 199159"/>
                <a:gd name="connsiteY25" fmla="*/ 134739 h 159006"/>
                <a:gd name="connsiteX26" fmla="*/ 92977 w 199159"/>
                <a:gd name="connsiteY26" fmla="*/ 95703 h 159006"/>
                <a:gd name="connsiteX27" fmla="*/ 131889 w 199159"/>
                <a:gd name="connsiteY27" fmla="*/ 142259 h 159006"/>
                <a:gd name="connsiteX28" fmla="*/ 118093 w 199159"/>
                <a:gd name="connsiteY28" fmla="*/ 142259 h 159006"/>
                <a:gd name="connsiteX29" fmla="*/ 118093 w 199159"/>
                <a:gd name="connsiteY29" fmla="*/ 159091 h 159006"/>
                <a:gd name="connsiteX30" fmla="*/ 160543 w 199159"/>
                <a:gd name="connsiteY30" fmla="*/ 158017 h 159006"/>
                <a:gd name="connsiteX31" fmla="*/ 199455 w 199159"/>
                <a:gd name="connsiteY31" fmla="*/ 159091 h 159006"/>
                <a:gd name="connsiteX32" fmla="*/ 199455 w 199159"/>
                <a:gd name="connsiteY32" fmla="*/ 142259 h 159006"/>
                <a:gd name="connsiteX33" fmla="*/ 174339 w 199159"/>
                <a:gd name="connsiteY33" fmla="*/ 142259 h 159006"/>
                <a:gd name="connsiteX34" fmla="*/ 114910 w 199159"/>
                <a:gd name="connsiteY34" fmla="*/ 70993 h 159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9159" h="159006">
                  <a:moveTo>
                    <a:pt x="114910" y="70993"/>
                  </a:moveTo>
                  <a:lnTo>
                    <a:pt x="156298" y="24437"/>
                  </a:lnTo>
                  <a:cubicBezTo>
                    <a:pt x="160897" y="19423"/>
                    <a:pt x="163019" y="16916"/>
                    <a:pt x="192380" y="16916"/>
                  </a:cubicBezTo>
                  <a:lnTo>
                    <a:pt x="192380" y="85"/>
                  </a:lnTo>
                  <a:cubicBezTo>
                    <a:pt x="179999" y="801"/>
                    <a:pt x="161604" y="1159"/>
                    <a:pt x="159835" y="1159"/>
                  </a:cubicBezTo>
                  <a:cubicBezTo>
                    <a:pt x="150992" y="1159"/>
                    <a:pt x="133304" y="443"/>
                    <a:pt x="123399" y="85"/>
                  </a:cubicBezTo>
                  <a:lnTo>
                    <a:pt x="123399" y="16916"/>
                  </a:lnTo>
                  <a:cubicBezTo>
                    <a:pt x="128352" y="16916"/>
                    <a:pt x="132597" y="17633"/>
                    <a:pt x="136842" y="20140"/>
                  </a:cubicBezTo>
                  <a:cubicBezTo>
                    <a:pt x="135427" y="22288"/>
                    <a:pt x="135427" y="23005"/>
                    <a:pt x="134012" y="24437"/>
                  </a:cubicBezTo>
                  <a:lnTo>
                    <a:pt x="104297" y="58100"/>
                  </a:lnTo>
                  <a:lnTo>
                    <a:pt x="69630" y="16916"/>
                  </a:lnTo>
                  <a:lnTo>
                    <a:pt x="83780" y="16916"/>
                  </a:lnTo>
                  <a:lnTo>
                    <a:pt x="83780" y="85"/>
                  </a:lnTo>
                  <a:cubicBezTo>
                    <a:pt x="74582" y="443"/>
                    <a:pt x="52296" y="1159"/>
                    <a:pt x="40976" y="1159"/>
                  </a:cubicBezTo>
                  <a:cubicBezTo>
                    <a:pt x="29656" y="1159"/>
                    <a:pt x="13738" y="443"/>
                    <a:pt x="2064" y="85"/>
                  </a:cubicBezTo>
                  <a:lnTo>
                    <a:pt x="2064" y="16916"/>
                  </a:lnTo>
                  <a:lnTo>
                    <a:pt x="27180" y="16916"/>
                  </a:lnTo>
                  <a:lnTo>
                    <a:pt x="82365" y="82811"/>
                  </a:lnTo>
                  <a:lnTo>
                    <a:pt x="36024" y="135455"/>
                  </a:lnTo>
                  <a:cubicBezTo>
                    <a:pt x="30010" y="142259"/>
                    <a:pt x="17275" y="142259"/>
                    <a:pt x="295" y="142259"/>
                  </a:cubicBezTo>
                  <a:lnTo>
                    <a:pt x="295" y="159091"/>
                  </a:lnTo>
                  <a:cubicBezTo>
                    <a:pt x="12677" y="158375"/>
                    <a:pt x="31071" y="158017"/>
                    <a:pt x="32840" y="158017"/>
                  </a:cubicBezTo>
                  <a:cubicBezTo>
                    <a:pt x="41684" y="158017"/>
                    <a:pt x="62201" y="158733"/>
                    <a:pt x="69276" y="159091"/>
                  </a:cubicBezTo>
                  <a:lnTo>
                    <a:pt x="69276" y="142259"/>
                  </a:lnTo>
                  <a:cubicBezTo>
                    <a:pt x="62909" y="142259"/>
                    <a:pt x="56187" y="140469"/>
                    <a:pt x="56187" y="138320"/>
                  </a:cubicBezTo>
                  <a:cubicBezTo>
                    <a:pt x="56187" y="137962"/>
                    <a:pt x="56187" y="137604"/>
                    <a:pt x="58664" y="134739"/>
                  </a:cubicBezTo>
                  <a:lnTo>
                    <a:pt x="92977" y="95703"/>
                  </a:lnTo>
                  <a:lnTo>
                    <a:pt x="131889" y="142259"/>
                  </a:lnTo>
                  <a:lnTo>
                    <a:pt x="118093" y="142259"/>
                  </a:lnTo>
                  <a:lnTo>
                    <a:pt x="118093" y="159091"/>
                  </a:lnTo>
                  <a:cubicBezTo>
                    <a:pt x="127291" y="158733"/>
                    <a:pt x="148869" y="158017"/>
                    <a:pt x="160543" y="158017"/>
                  </a:cubicBezTo>
                  <a:cubicBezTo>
                    <a:pt x="171863" y="158017"/>
                    <a:pt x="187781" y="158733"/>
                    <a:pt x="199455" y="159091"/>
                  </a:cubicBezTo>
                  <a:lnTo>
                    <a:pt x="199455" y="142259"/>
                  </a:lnTo>
                  <a:lnTo>
                    <a:pt x="174339" y="142259"/>
                  </a:lnTo>
                  <a:lnTo>
                    <a:pt x="114910" y="70993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3ADE527-4E16-28FB-BD60-9A5041A2A9DC}"/>
                </a:ext>
              </a:extLst>
            </p:cNvPr>
            <p:cNvSpPr/>
            <p:nvPr/>
          </p:nvSpPr>
          <p:spPr>
            <a:xfrm>
              <a:off x="11613126" y="7706892"/>
              <a:ext cx="41388" cy="107078"/>
            </a:xfrm>
            <a:custGeom>
              <a:avLst/>
              <a:gdLst>
                <a:gd name="connsiteX0" fmla="*/ 41690 w 41388"/>
                <a:gd name="connsiteY0" fmla="*/ 37688 h 107078"/>
                <a:gd name="connsiteX1" fmla="*/ 19050 w 41388"/>
                <a:gd name="connsiteY1" fmla="*/ 85 h 107078"/>
                <a:gd name="connsiteX2" fmla="*/ 301 w 41388"/>
                <a:gd name="connsiteY2" fmla="*/ 19065 h 107078"/>
                <a:gd name="connsiteX3" fmla="*/ 19050 w 41388"/>
                <a:gd name="connsiteY3" fmla="*/ 38046 h 107078"/>
                <a:gd name="connsiteX4" fmla="*/ 31431 w 41388"/>
                <a:gd name="connsiteY4" fmla="*/ 33390 h 107078"/>
                <a:gd name="connsiteX5" fmla="*/ 33200 w 41388"/>
                <a:gd name="connsiteY5" fmla="*/ 32316 h 107078"/>
                <a:gd name="connsiteX6" fmla="*/ 33907 w 41388"/>
                <a:gd name="connsiteY6" fmla="*/ 37688 h 107078"/>
                <a:gd name="connsiteX7" fmla="*/ 9853 w 41388"/>
                <a:gd name="connsiteY7" fmla="*/ 97494 h 107078"/>
                <a:gd name="connsiteX8" fmla="*/ 5961 w 41388"/>
                <a:gd name="connsiteY8" fmla="*/ 103224 h 107078"/>
                <a:gd name="connsiteX9" fmla="*/ 9499 w 41388"/>
                <a:gd name="connsiteY9" fmla="*/ 107163 h 107078"/>
                <a:gd name="connsiteX10" fmla="*/ 41690 w 41388"/>
                <a:gd name="connsiteY10" fmla="*/ 37688 h 10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388" h="107078">
                  <a:moveTo>
                    <a:pt x="41690" y="37688"/>
                  </a:moveTo>
                  <a:cubicBezTo>
                    <a:pt x="41690" y="14051"/>
                    <a:pt x="32846" y="85"/>
                    <a:pt x="19050" y="85"/>
                  </a:cubicBezTo>
                  <a:cubicBezTo>
                    <a:pt x="7376" y="85"/>
                    <a:pt x="301" y="9038"/>
                    <a:pt x="301" y="19065"/>
                  </a:cubicBezTo>
                  <a:cubicBezTo>
                    <a:pt x="301" y="28734"/>
                    <a:pt x="7376" y="38046"/>
                    <a:pt x="19050" y="38046"/>
                  </a:cubicBezTo>
                  <a:cubicBezTo>
                    <a:pt x="23295" y="38046"/>
                    <a:pt x="27894" y="36613"/>
                    <a:pt x="31431" y="33390"/>
                  </a:cubicBezTo>
                  <a:cubicBezTo>
                    <a:pt x="32492" y="32674"/>
                    <a:pt x="32846" y="32316"/>
                    <a:pt x="33200" y="32316"/>
                  </a:cubicBezTo>
                  <a:cubicBezTo>
                    <a:pt x="33554" y="32316"/>
                    <a:pt x="33907" y="32674"/>
                    <a:pt x="33907" y="37688"/>
                  </a:cubicBezTo>
                  <a:cubicBezTo>
                    <a:pt x="33907" y="64189"/>
                    <a:pt x="21526" y="85676"/>
                    <a:pt x="9853" y="97494"/>
                  </a:cubicBezTo>
                  <a:cubicBezTo>
                    <a:pt x="5961" y="101433"/>
                    <a:pt x="5961" y="102150"/>
                    <a:pt x="5961" y="103224"/>
                  </a:cubicBezTo>
                  <a:cubicBezTo>
                    <a:pt x="5961" y="105731"/>
                    <a:pt x="7730" y="107163"/>
                    <a:pt x="9499" y="107163"/>
                  </a:cubicBezTo>
                  <a:cubicBezTo>
                    <a:pt x="13390" y="107163"/>
                    <a:pt x="41690" y="79588"/>
                    <a:pt x="41690" y="3768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8BFFBEF8-B7C7-3556-9084-D78AB3BC6A8F}"/>
                </a:ext>
              </a:extLst>
            </p:cNvPr>
            <p:cNvSpPr/>
            <p:nvPr/>
          </p:nvSpPr>
          <p:spPr>
            <a:xfrm>
              <a:off x="11748767" y="7585846"/>
              <a:ext cx="275922" cy="160438"/>
            </a:xfrm>
            <a:custGeom>
              <a:avLst/>
              <a:gdLst>
                <a:gd name="connsiteX0" fmla="*/ 252174 w 275922"/>
                <a:gd name="connsiteY0" fmla="*/ 24437 h 160438"/>
                <a:gd name="connsiteX1" fmla="*/ 276229 w 275922"/>
                <a:gd name="connsiteY1" fmla="*/ 16916 h 160438"/>
                <a:gd name="connsiteX2" fmla="*/ 276229 w 275922"/>
                <a:gd name="connsiteY2" fmla="*/ 85 h 160438"/>
                <a:gd name="connsiteX3" fmla="*/ 248990 w 275922"/>
                <a:gd name="connsiteY3" fmla="*/ 1159 h 160438"/>
                <a:gd name="connsiteX4" fmla="*/ 215031 w 275922"/>
                <a:gd name="connsiteY4" fmla="*/ 85 h 160438"/>
                <a:gd name="connsiteX5" fmla="*/ 215031 w 275922"/>
                <a:gd name="connsiteY5" fmla="*/ 16916 h 160438"/>
                <a:gd name="connsiteX6" fmla="*/ 235548 w 275922"/>
                <a:gd name="connsiteY6" fmla="*/ 21214 h 160438"/>
                <a:gd name="connsiteX7" fmla="*/ 234133 w 275922"/>
                <a:gd name="connsiteY7" fmla="*/ 25511 h 160438"/>
                <a:gd name="connsiteX8" fmla="*/ 196989 w 275922"/>
                <a:gd name="connsiteY8" fmla="*/ 117191 h 160438"/>
                <a:gd name="connsiteX9" fmla="*/ 156662 w 275922"/>
                <a:gd name="connsiteY9" fmla="*/ 16916 h 160438"/>
                <a:gd name="connsiteX10" fmla="*/ 176472 w 275922"/>
                <a:gd name="connsiteY10" fmla="*/ 16916 h 160438"/>
                <a:gd name="connsiteX11" fmla="*/ 176472 w 275922"/>
                <a:gd name="connsiteY11" fmla="*/ 85 h 160438"/>
                <a:gd name="connsiteX12" fmla="*/ 136145 w 275922"/>
                <a:gd name="connsiteY12" fmla="*/ 1159 h 160438"/>
                <a:gd name="connsiteX13" fmla="*/ 100770 w 275922"/>
                <a:gd name="connsiteY13" fmla="*/ 85 h 160438"/>
                <a:gd name="connsiteX14" fmla="*/ 100770 w 275922"/>
                <a:gd name="connsiteY14" fmla="*/ 16916 h 160438"/>
                <a:gd name="connsiteX15" fmla="*/ 121641 w 275922"/>
                <a:gd name="connsiteY15" fmla="*/ 16916 h 160438"/>
                <a:gd name="connsiteX16" fmla="*/ 129070 w 275922"/>
                <a:gd name="connsiteY16" fmla="*/ 35897 h 160438"/>
                <a:gd name="connsiteX17" fmla="*/ 127655 w 275922"/>
                <a:gd name="connsiteY17" fmla="*/ 40552 h 160438"/>
                <a:gd name="connsiteX18" fmla="*/ 99709 w 275922"/>
                <a:gd name="connsiteY18" fmla="*/ 109312 h 160438"/>
                <a:gd name="connsiteX19" fmla="*/ 62565 w 275922"/>
                <a:gd name="connsiteY19" fmla="*/ 16916 h 160438"/>
                <a:gd name="connsiteX20" fmla="*/ 82375 w 275922"/>
                <a:gd name="connsiteY20" fmla="*/ 16916 h 160438"/>
                <a:gd name="connsiteX21" fmla="*/ 82375 w 275922"/>
                <a:gd name="connsiteY21" fmla="*/ 85 h 160438"/>
                <a:gd name="connsiteX22" fmla="*/ 38864 w 275922"/>
                <a:gd name="connsiteY22" fmla="*/ 1159 h 160438"/>
                <a:gd name="connsiteX23" fmla="*/ 306 w 275922"/>
                <a:gd name="connsiteY23" fmla="*/ 85 h 160438"/>
                <a:gd name="connsiteX24" fmla="*/ 306 w 275922"/>
                <a:gd name="connsiteY24" fmla="*/ 16916 h 160438"/>
                <a:gd name="connsiteX25" fmla="*/ 21177 w 275922"/>
                <a:gd name="connsiteY25" fmla="*/ 16916 h 160438"/>
                <a:gd name="connsiteX26" fmla="*/ 75300 w 275922"/>
                <a:gd name="connsiteY26" fmla="*/ 150854 h 160438"/>
                <a:gd name="connsiteX27" fmla="*/ 88035 w 275922"/>
                <a:gd name="connsiteY27" fmla="*/ 160523 h 160438"/>
                <a:gd name="connsiteX28" fmla="*/ 100770 w 275922"/>
                <a:gd name="connsiteY28" fmla="*/ 150854 h 160438"/>
                <a:gd name="connsiteX29" fmla="*/ 138267 w 275922"/>
                <a:gd name="connsiteY29" fmla="*/ 58100 h 160438"/>
                <a:gd name="connsiteX30" fmla="*/ 175765 w 275922"/>
                <a:gd name="connsiteY30" fmla="*/ 150854 h 160438"/>
                <a:gd name="connsiteX31" fmla="*/ 188499 w 275922"/>
                <a:gd name="connsiteY31" fmla="*/ 160523 h 160438"/>
                <a:gd name="connsiteX32" fmla="*/ 201234 w 275922"/>
                <a:gd name="connsiteY32" fmla="*/ 150854 h 160438"/>
                <a:gd name="connsiteX33" fmla="*/ 252174 w 275922"/>
                <a:gd name="connsiteY33" fmla="*/ 24437 h 160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5922" h="160438">
                  <a:moveTo>
                    <a:pt x="252174" y="24437"/>
                  </a:moveTo>
                  <a:cubicBezTo>
                    <a:pt x="253943" y="19781"/>
                    <a:pt x="255358" y="16916"/>
                    <a:pt x="276229" y="16916"/>
                  </a:cubicBezTo>
                  <a:lnTo>
                    <a:pt x="276229" y="85"/>
                  </a:lnTo>
                  <a:cubicBezTo>
                    <a:pt x="268093" y="801"/>
                    <a:pt x="257480" y="1159"/>
                    <a:pt x="248990" y="1159"/>
                  </a:cubicBezTo>
                  <a:cubicBezTo>
                    <a:pt x="239439" y="1159"/>
                    <a:pt x="222813" y="443"/>
                    <a:pt x="215031" y="85"/>
                  </a:cubicBezTo>
                  <a:lnTo>
                    <a:pt x="215031" y="16916"/>
                  </a:lnTo>
                  <a:cubicBezTo>
                    <a:pt x="218214" y="16916"/>
                    <a:pt x="235548" y="17275"/>
                    <a:pt x="235548" y="21214"/>
                  </a:cubicBezTo>
                  <a:cubicBezTo>
                    <a:pt x="235548" y="22288"/>
                    <a:pt x="234487" y="24437"/>
                    <a:pt x="234133" y="25511"/>
                  </a:cubicBezTo>
                  <a:lnTo>
                    <a:pt x="196989" y="117191"/>
                  </a:lnTo>
                  <a:lnTo>
                    <a:pt x="156662" y="16916"/>
                  </a:lnTo>
                  <a:lnTo>
                    <a:pt x="176472" y="16916"/>
                  </a:lnTo>
                  <a:lnTo>
                    <a:pt x="176472" y="85"/>
                  </a:lnTo>
                  <a:cubicBezTo>
                    <a:pt x="165152" y="443"/>
                    <a:pt x="146757" y="1159"/>
                    <a:pt x="136145" y="1159"/>
                  </a:cubicBezTo>
                  <a:cubicBezTo>
                    <a:pt x="121287" y="1159"/>
                    <a:pt x="106430" y="443"/>
                    <a:pt x="100770" y="85"/>
                  </a:cubicBezTo>
                  <a:lnTo>
                    <a:pt x="100770" y="16916"/>
                  </a:lnTo>
                  <a:lnTo>
                    <a:pt x="121641" y="16916"/>
                  </a:lnTo>
                  <a:cubicBezTo>
                    <a:pt x="129070" y="34823"/>
                    <a:pt x="129070" y="35539"/>
                    <a:pt x="129070" y="35897"/>
                  </a:cubicBezTo>
                  <a:cubicBezTo>
                    <a:pt x="129070" y="37329"/>
                    <a:pt x="128009" y="39478"/>
                    <a:pt x="127655" y="40552"/>
                  </a:cubicBezTo>
                  <a:lnTo>
                    <a:pt x="99709" y="109312"/>
                  </a:lnTo>
                  <a:lnTo>
                    <a:pt x="62565" y="16916"/>
                  </a:lnTo>
                  <a:lnTo>
                    <a:pt x="82375" y="16916"/>
                  </a:lnTo>
                  <a:lnTo>
                    <a:pt x="82375" y="85"/>
                  </a:lnTo>
                  <a:cubicBezTo>
                    <a:pt x="67872" y="801"/>
                    <a:pt x="53368" y="1159"/>
                    <a:pt x="38864" y="1159"/>
                  </a:cubicBezTo>
                  <a:cubicBezTo>
                    <a:pt x="27898" y="1159"/>
                    <a:pt x="12333" y="443"/>
                    <a:pt x="306" y="85"/>
                  </a:cubicBezTo>
                  <a:lnTo>
                    <a:pt x="306" y="16916"/>
                  </a:lnTo>
                  <a:lnTo>
                    <a:pt x="21177" y="16916"/>
                  </a:lnTo>
                  <a:lnTo>
                    <a:pt x="75300" y="150854"/>
                  </a:lnTo>
                  <a:cubicBezTo>
                    <a:pt x="77777" y="156942"/>
                    <a:pt x="79192" y="160523"/>
                    <a:pt x="88035" y="160523"/>
                  </a:cubicBezTo>
                  <a:cubicBezTo>
                    <a:pt x="96879" y="160523"/>
                    <a:pt x="98294" y="156942"/>
                    <a:pt x="100770" y="150854"/>
                  </a:cubicBezTo>
                  <a:lnTo>
                    <a:pt x="138267" y="58100"/>
                  </a:lnTo>
                  <a:lnTo>
                    <a:pt x="175765" y="150854"/>
                  </a:lnTo>
                  <a:cubicBezTo>
                    <a:pt x="178241" y="156942"/>
                    <a:pt x="179656" y="160523"/>
                    <a:pt x="188499" y="160523"/>
                  </a:cubicBezTo>
                  <a:cubicBezTo>
                    <a:pt x="197343" y="160523"/>
                    <a:pt x="198758" y="156942"/>
                    <a:pt x="201234" y="150854"/>
                  </a:cubicBezTo>
                  <a:lnTo>
                    <a:pt x="252174" y="24437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05364FD6-7856-1983-2C76-45BDF2285EB1}"/>
                </a:ext>
              </a:extLst>
            </p:cNvPr>
            <p:cNvSpPr/>
            <p:nvPr/>
          </p:nvSpPr>
          <p:spPr>
            <a:xfrm>
              <a:off x="12059543" y="7476261"/>
              <a:ext cx="82069" cy="358122"/>
            </a:xfrm>
            <a:custGeom>
              <a:avLst/>
              <a:gdLst>
                <a:gd name="connsiteX0" fmla="*/ 82384 w 82069"/>
                <a:gd name="connsiteY0" fmla="*/ 179146 h 358122"/>
                <a:gd name="connsiteX1" fmla="*/ 59036 w 82069"/>
                <a:gd name="connsiteY1" fmla="*/ 67412 h 358122"/>
                <a:gd name="connsiteX2" fmla="*/ 3852 w 82069"/>
                <a:gd name="connsiteY2" fmla="*/ 85 h 358122"/>
                <a:gd name="connsiteX3" fmla="*/ 314 w 82069"/>
                <a:gd name="connsiteY3" fmla="*/ 3666 h 358122"/>
                <a:gd name="connsiteX4" fmla="*/ 7036 w 82069"/>
                <a:gd name="connsiteY4" fmla="*/ 11903 h 358122"/>
                <a:gd name="connsiteX5" fmla="*/ 61866 w 82069"/>
                <a:gd name="connsiteY5" fmla="*/ 179146 h 358122"/>
                <a:gd name="connsiteX6" fmla="*/ 4913 w 82069"/>
                <a:gd name="connsiteY6" fmla="*/ 348538 h 358122"/>
                <a:gd name="connsiteX7" fmla="*/ 314 w 82069"/>
                <a:gd name="connsiteY7" fmla="*/ 354626 h 358122"/>
                <a:gd name="connsiteX8" fmla="*/ 3852 w 82069"/>
                <a:gd name="connsiteY8" fmla="*/ 358207 h 358122"/>
                <a:gd name="connsiteX9" fmla="*/ 60098 w 82069"/>
                <a:gd name="connsiteY9" fmla="*/ 288373 h 358122"/>
                <a:gd name="connsiteX10" fmla="*/ 82384 w 82069"/>
                <a:gd name="connsiteY10" fmla="*/ 179146 h 358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58122">
                  <a:moveTo>
                    <a:pt x="82384" y="179146"/>
                  </a:moveTo>
                  <a:cubicBezTo>
                    <a:pt x="82384" y="151212"/>
                    <a:pt x="78492" y="107879"/>
                    <a:pt x="59036" y="67412"/>
                  </a:cubicBezTo>
                  <a:cubicBezTo>
                    <a:pt x="37812" y="23363"/>
                    <a:pt x="7389" y="85"/>
                    <a:pt x="3852" y="85"/>
                  </a:cubicBezTo>
                  <a:cubicBezTo>
                    <a:pt x="1729" y="85"/>
                    <a:pt x="314" y="1517"/>
                    <a:pt x="314" y="3666"/>
                  </a:cubicBezTo>
                  <a:cubicBezTo>
                    <a:pt x="314" y="4740"/>
                    <a:pt x="314" y="5457"/>
                    <a:pt x="7036" y="11903"/>
                  </a:cubicBezTo>
                  <a:cubicBezTo>
                    <a:pt x="41703" y="47357"/>
                    <a:pt x="61866" y="104298"/>
                    <a:pt x="61866" y="179146"/>
                  </a:cubicBezTo>
                  <a:cubicBezTo>
                    <a:pt x="61866" y="240385"/>
                    <a:pt x="48778" y="303414"/>
                    <a:pt x="4913" y="348538"/>
                  </a:cubicBezTo>
                  <a:cubicBezTo>
                    <a:pt x="314" y="352835"/>
                    <a:pt x="314" y="353551"/>
                    <a:pt x="314" y="354626"/>
                  </a:cubicBezTo>
                  <a:cubicBezTo>
                    <a:pt x="314" y="356774"/>
                    <a:pt x="1729" y="358207"/>
                    <a:pt x="3852" y="358207"/>
                  </a:cubicBezTo>
                  <a:cubicBezTo>
                    <a:pt x="7389" y="358207"/>
                    <a:pt x="39227" y="333855"/>
                    <a:pt x="60098" y="288373"/>
                  </a:cubicBezTo>
                  <a:cubicBezTo>
                    <a:pt x="78139" y="248980"/>
                    <a:pt x="82384" y="209228"/>
                    <a:pt x="82384" y="179146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</p:grpSp>
      <p:grpSp>
        <p:nvGrpSpPr>
          <p:cNvPr id="7" name="Group 6" descr="\documentclass{article}&#10;\usepackage{amsmath,bm}&#10;\pagestyle{empty}&#10;\begin{document}&#10;&#10;\newcommand{\score}{\textrm{score}}&#10;\newcommand{\classify}{\textrm{classify}}&#10;\newcommand{\bx}{\mathbf{x}}&#10;&#10;&#10;\begin{align*}&#10;\text{parse}(\mathbf{x}) = \arg\max_{\bm{y}} \score(\mathbf{x}, \bm{y}; \mathbf{w})&#10;\end{align*}&#10;&#10;&#10;\end{document}" title="IguanaTex Vector Display">
            <a:extLst>
              <a:ext uri="{FF2B5EF4-FFF2-40B4-BE49-F238E27FC236}">
                <a16:creationId xmlns:a16="http://schemas.microsoft.com/office/drawing/2014/main" id="{DAF5E63F-8B2E-2FF1-CCA2-4434B86E9839}"/>
              </a:ext>
            </a:extLst>
          </p:cNvPr>
          <p:cNvGrpSpPr>
            <a:grpSpLocks noChangeAspect="1"/>
          </p:cNvGrpSpPr>
          <p:nvPr/>
        </p:nvGrpSpPr>
        <p:grpSpPr>
          <a:xfrm>
            <a:off x="1689100" y="2797970"/>
            <a:ext cx="9093321" cy="943500"/>
            <a:chOff x="11932916" y="8114147"/>
            <a:chExt cx="9093321" cy="94350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5C85659-9B3D-B73A-0CF8-2FE3ECC7A99F}"/>
                </a:ext>
              </a:extLst>
            </p:cNvPr>
            <p:cNvSpPr/>
            <p:nvPr/>
          </p:nvSpPr>
          <p:spPr>
            <a:xfrm>
              <a:off x="11932916" y="8308996"/>
              <a:ext cx="311347" cy="402351"/>
            </a:xfrm>
            <a:custGeom>
              <a:avLst/>
              <a:gdLst>
                <a:gd name="connsiteX0" fmla="*/ 91103 w 311347"/>
                <a:gd name="connsiteY0" fmla="*/ 41838 h 402351"/>
                <a:gd name="connsiteX1" fmla="*/ 91103 w 311347"/>
                <a:gd name="connsiteY1" fmla="*/ 85 h 402351"/>
                <a:gd name="connsiteX2" fmla="*/ 161 w 311347"/>
                <a:gd name="connsiteY2" fmla="*/ 7044 h 402351"/>
                <a:gd name="connsiteX3" fmla="*/ 161 w 311347"/>
                <a:gd name="connsiteY3" fmla="*/ 26655 h 402351"/>
                <a:gd name="connsiteX4" fmla="*/ 49421 w 311347"/>
                <a:gd name="connsiteY4" fmla="*/ 58286 h 402351"/>
                <a:gd name="connsiteX5" fmla="*/ 49421 w 311347"/>
                <a:gd name="connsiteY5" fmla="*/ 354356 h 402351"/>
                <a:gd name="connsiteX6" fmla="*/ 161 w 311347"/>
                <a:gd name="connsiteY6" fmla="*/ 382824 h 402351"/>
                <a:gd name="connsiteX7" fmla="*/ 161 w 311347"/>
                <a:gd name="connsiteY7" fmla="*/ 402436 h 402351"/>
                <a:gd name="connsiteX8" fmla="*/ 70893 w 311347"/>
                <a:gd name="connsiteY8" fmla="*/ 400538 h 402351"/>
                <a:gd name="connsiteX9" fmla="*/ 142257 w 311347"/>
                <a:gd name="connsiteY9" fmla="*/ 402436 h 402351"/>
                <a:gd name="connsiteX10" fmla="*/ 142257 w 311347"/>
                <a:gd name="connsiteY10" fmla="*/ 382824 h 402351"/>
                <a:gd name="connsiteX11" fmla="*/ 92997 w 311347"/>
                <a:gd name="connsiteY11" fmla="*/ 354356 h 402351"/>
                <a:gd name="connsiteX12" fmla="*/ 92997 w 311347"/>
                <a:gd name="connsiteY12" fmla="*/ 248075 h 402351"/>
                <a:gd name="connsiteX13" fmla="*/ 92997 w 311347"/>
                <a:gd name="connsiteY13" fmla="*/ 242381 h 402351"/>
                <a:gd name="connsiteX14" fmla="*/ 170676 w 311347"/>
                <a:gd name="connsiteY14" fmla="*/ 286665 h 402351"/>
                <a:gd name="connsiteX15" fmla="*/ 311509 w 311347"/>
                <a:gd name="connsiteY15" fmla="*/ 143059 h 402351"/>
                <a:gd name="connsiteX16" fmla="*/ 179518 w 311347"/>
                <a:gd name="connsiteY16" fmla="*/ 85 h 402351"/>
                <a:gd name="connsiteX17" fmla="*/ 91103 w 311347"/>
                <a:gd name="connsiteY17" fmla="*/ 41838 h 402351"/>
                <a:gd name="connsiteX18" fmla="*/ 92997 w 311347"/>
                <a:gd name="connsiteY18" fmla="*/ 207587 h 402351"/>
                <a:gd name="connsiteX19" fmla="*/ 92997 w 311347"/>
                <a:gd name="connsiteY19" fmla="*/ 66511 h 402351"/>
                <a:gd name="connsiteX20" fmla="*/ 174466 w 311347"/>
                <a:gd name="connsiteY20" fmla="*/ 15900 h 402351"/>
                <a:gd name="connsiteX21" fmla="*/ 259091 w 311347"/>
                <a:gd name="connsiteY21" fmla="*/ 143059 h 402351"/>
                <a:gd name="connsiteX22" fmla="*/ 168150 w 311347"/>
                <a:gd name="connsiteY22" fmla="*/ 272747 h 402351"/>
                <a:gd name="connsiteX23" fmla="*/ 101839 w 311347"/>
                <a:gd name="connsiteY23" fmla="*/ 234157 h 402351"/>
                <a:gd name="connsiteX24" fmla="*/ 92997 w 311347"/>
                <a:gd name="connsiteY24" fmla="*/ 207587 h 40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11347" h="402351">
                  <a:moveTo>
                    <a:pt x="91103" y="41838"/>
                  </a:moveTo>
                  <a:lnTo>
                    <a:pt x="91103" y="85"/>
                  </a:lnTo>
                  <a:lnTo>
                    <a:pt x="161" y="7044"/>
                  </a:lnTo>
                  <a:lnTo>
                    <a:pt x="161" y="26655"/>
                  </a:lnTo>
                  <a:cubicBezTo>
                    <a:pt x="45000" y="26655"/>
                    <a:pt x="49421" y="30451"/>
                    <a:pt x="49421" y="58286"/>
                  </a:cubicBezTo>
                  <a:lnTo>
                    <a:pt x="49421" y="354356"/>
                  </a:lnTo>
                  <a:cubicBezTo>
                    <a:pt x="49421" y="382824"/>
                    <a:pt x="42474" y="382824"/>
                    <a:pt x="161" y="382824"/>
                  </a:cubicBezTo>
                  <a:lnTo>
                    <a:pt x="161" y="402436"/>
                  </a:lnTo>
                  <a:cubicBezTo>
                    <a:pt x="21634" y="401803"/>
                    <a:pt x="54473" y="400538"/>
                    <a:pt x="70893" y="400538"/>
                  </a:cubicBezTo>
                  <a:cubicBezTo>
                    <a:pt x="87945" y="400538"/>
                    <a:pt x="120153" y="401803"/>
                    <a:pt x="142257" y="402436"/>
                  </a:cubicBezTo>
                  <a:lnTo>
                    <a:pt x="142257" y="382824"/>
                  </a:lnTo>
                  <a:cubicBezTo>
                    <a:pt x="99944" y="382824"/>
                    <a:pt x="92997" y="382824"/>
                    <a:pt x="92997" y="354356"/>
                  </a:cubicBezTo>
                  <a:lnTo>
                    <a:pt x="92997" y="248075"/>
                  </a:lnTo>
                  <a:lnTo>
                    <a:pt x="92997" y="242381"/>
                  </a:lnTo>
                  <a:cubicBezTo>
                    <a:pt x="96155" y="252503"/>
                    <a:pt x="122679" y="286665"/>
                    <a:pt x="170676" y="286665"/>
                  </a:cubicBezTo>
                  <a:cubicBezTo>
                    <a:pt x="245829" y="286665"/>
                    <a:pt x="311509" y="224668"/>
                    <a:pt x="311509" y="143059"/>
                  </a:cubicBezTo>
                  <a:cubicBezTo>
                    <a:pt x="311509" y="62715"/>
                    <a:pt x="250250" y="85"/>
                    <a:pt x="179518" y="85"/>
                  </a:cubicBezTo>
                  <a:cubicBezTo>
                    <a:pt x="130258" y="85"/>
                    <a:pt x="103733" y="27920"/>
                    <a:pt x="91103" y="41838"/>
                  </a:cubicBezTo>
                  <a:close/>
                  <a:moveTo>
                    <a:pt x="92997" y="207587"/>
                  </a:moveTo>
                  <a:lnTo>
                    <a:pt x="92997" y="66511"/>
                  </a:lnTo>
                  <a:cubicBezTo>
                    <a:pt x="111312" y="34247"/>
                    <a:pt x="142257" y="15900"/>
                    <a:pt x="174466" y="15900"/>
                  </a:cubicBezTo>
                  <a:cubicBezTo>
                    <a:pt x="220568" y="15900"/>
                    <a:pt x="259091" y="71572"/>
                    <a:pt x="259091" y="143059"/>
                  </a:cubicBezTo>
                  <a:cubicBezTo>
                    <a:pt x="259091" y="219606"/>
                    <a:pt x="214884" y="272747"/>
                    <a:pt x="168150" y="272747"/>
                  </a:cubicBezTo>
                  <a:cubicBezTo>
                    <a:pt x="142889" y="272747"/>
                    <a:pt x="118890" y="260095"/>
                    <a:pt x="101839" y="234157"/>
                  </a:cubicBezTo>
                  <a:cubicBezTo>
                    <a:pt x="92997" y="220872"/>
                    <a:pt x="92997" y="220239"/>
                    <a:pt x="92997" y="207587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6151F94-E37A-FF0A-A1F2-B5E35CB56D2B}"/>
                </a:ext>
              </a:extLst>
            </p:cNvPr>
            <p:cNvSpPr/>
            <p:nvPr/>
          </p:nvSpPr>
          <p:spPr>
            <a:xfrm>
              <a:off x="12292612" y="8305200"/>
              <a:ext cx="284823" cy="290376"/>
            </a:xfrm>
            <a:custGeom>
              <a:avLst/>
              <a:gdLst>
                <a:gd name="connsiteX0" fmla="*/ 183944 w 284823"/>
                <a:gd name="connsiteY0" fmla="*/ 235422 h 290376"/>
                <a:gd name="connsiteX1" fmla="*/ 233204 w 284823"/>
                <a:gd name="connsiteY1" fmla="*/ 287298 h 290376"/>
                <a:gd name="connsiteX2" fmla="*/ 284990 w 284823"/>
                <a:gd name="connsiteY2" fmla="*/ 227198 h 290376"/>
                <a:gd name="connsiteX3" fmla="*/ 284990 w 284823"/>
                <a:gd name="connsiteY3" fmla="*/ 191771 h 290376"/>
                <a:gd name="connsiteX4" fmla="*/ 269202 w 284823"/>
                <a:gd name="connsiteY4" fmla="*/ 191771 h 290376"/>
                <a:gd name="connsiteX5" fmla="*/ 269202 w 284823"/>
                <a:gd name="connsiteY5" fmla="*/ 227198 h 290376"/>
                <a:gd name="connsiteX6" fmla="*/ 246466 w 284823"/>
                <a:gd name="connsiteY6" fmla="*/ 267686 h 290376"/>
                <a:gd name="connsiteX7" fmla="*/ 223099 w 284823"/>
                <a:gd name="connsiteY7" fmla="*/ 236055 h 290376"/>
                <a:gd name="connsiteX8" fmla="*/ 223099 w 284823"/>
                <a:gd name="connsiteY8" fmla="*/ 109529 h 290376"/>
                <a:gd name="connsiteX9" fmla="*/ 200364 w 284823"/>
                <a:gd name="connsiteY9" fmla="*/ 34879 h 290376"/>
                <a:gd name="connsiteX10" fmla="*/ 113843 w 284823"/>
                <a:gd name="connsiteY10" fmla="*/ 85 h 290376"/>
                <a:gd name="connsiteX11" fmla="*/ 18481 w 284823"/>
                <a:gd name="connsiteY11" fmla="*/ 71572 h 290376"/>
                <a:gd name="connsiteX12" fmla="*/ 47532 w 284823"/>
                <a:gd name="connsiteY12" fmla="*/ 101305 h 290376"/>
                <a:gd name="connsiteX13" fmla="*/ 76583 w 284823"/>
                <a:gd name="connsiteY13" fmla="*/ 72204 h 290376"/>
                <a:gd name="connsiteX14" fmla="*/ 44374 w 284823"/>
                <a:gd name="connsiteY14" fmla="*/ 43103 h 290376"/>
                <a:gd name="connsiteX15" fmla="*/ 112580 w 284823"/>
                <a:gd name="connsiteY15" fmla="*/ 14002 h 290376"/>
                <a:gd name="connsiteX16" fmla="*/ 179523 w 284823"/>
                <a:gd name="connsiteY16" fmla="*/ 94979 h 290376"/>
                <a:gd name="connsiteX17" fmla="*/ 179523 w 284823"/>
                <a:gd name="connsiteY17" fmla="*/ 118386 h 290376"/>
                <a:gd name="connsiteX18" fmla="*/ 63321 w 284823"/>
                <a:gd name="connsiteY18" fmla="*/ 141161 h 290376"/>
                <a:gd name="connsiteX19" fmla="*/ 167 w 284823"/>
                <a:gd name="connsiteY19" fmla="*/ 223402 h 290376"/>
                <a:gd name="connsiteX20" fmla="*/ 101213 w 284823"/>
                <a:gd name="connsiteY20" fmla="*/ 290461 h 290376"/>
                <a:gd name="connsiteX21" fmla="*/ 183944 w 284823"/>
                <a:gd name="connsiteY21" fmla="*/ 235422 h 290376"/>
                <a:gd name="connsiteX22" fmla="*/ 179523 w 284823"/>
                <a:gd name="connsiteY22" fmla="*/ 131671 h 290376"/>
                <a:gd name="connsiteX23" fmla="*/ 179523 w 284823"/>
                <a:gd name="connsiteY23" fmla="*/ 194934 h 290376"/>
                <a:gd name="connsiteX24" fmla="*/ 105634 w 284823"/>
                <a:gd name="connsiteY24" fmla="*/ 276543 h 290376"/>
                <a:gd name="connsiteX25" fmla="*/ 48795 w 284823"/>
                <a:gd name="connsiteY25" fmla="*/ 222770 h 290376"/>
                <a:gd name="connsiteX26" fmla="*/ 179523 w 284823"/>
                <a:gd name="connsiteY26" fmla="*/ 131671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84823" h="290376">
                  <a:moveTo>
                    <a:pt x="183944" y="235422"/>
                  </a:moveTo>
                  <a:cubicBezTo>
                    <a:pt x="186470" y="260727"/>
                    <a:pt x="203522" y="287298"/>
                    <a:pt x="233204" y="287298"/>
                  </a:cubicBezTo>
                  <a:cubicBezTo>
                    <a:pt x="246466" y="287298"/>
                    <a:pt x="284990" y="278441"/>
                    <a:pt x="284990" y="227198"/>
                  </a:cubicBezTo>
                  <a:lnTo>
                    <a:pt x="284990" y="191771"/>
                  </a:lnTo>
                  <a:lnTo>
                    <a:pt x="269202" y="191771"/>
                  </a:lnTo>
                  <a:lnTo>
                    <a:pt x="269202" y="227198"/>
                  </a:lnTo>
                  <a:cubicBezTo>
                    <a:pt x="269202" y="263890"/>
                    <a:pt x="253413" y="267686"/>
                    <a:pt x="246466" y="267686"/>
                  </a:cubicBezTo>
                  <a:cubicBezTo>
                    <a:pt x="225626" y="267686"/>
                    <a:pt x="223099" y="239218"/>
                    <a:pt x="223099" y="236055"/>
                  </a:cubicBezTo>
                  <a:lnTo>
                    <a:pt x="223099" y="109529"/>
                  </a:lnTo>
                  <a:cubicBezTo>
                    <a:pt x="223099" y="82959"/>
                    <a:pt x="223099" y="58286"/>
                    <a:pt x="200364" y="34879"/>
                  </a:cubicBezTo>
                  <a:cubicBezTo>
                    <a:pt x="175734" y="10207"/>
                    <a:pt x="144157" y="85"/>
                    <a:pt x="113843" y="85"/>
                  </a:cubicBezTo>
                  <a:cubicBezTo>
                    <a:pt x="62057" y="85"/>
                    <a:pt x="18481" y="29818"/>
                    <a:pt x="18481" y="71572"/>
                  </a:cubicBezTo>
                  <a:cubicBezTo>
                    <a:pt x="18481" y="90550"/>
                    <a:pt x="31112" y="101305"/>
                    <a:pt x="47532" y="101305"/>
                  </a:cubicBezTo>
                  <a:cubicBezTo>
                    <a:pt x="65215" y="101305"/>
                    <a:pt x="76583" y="88653"/>
                    <a:pt x="76583" y="72204"/>
                  </a:cubicBezTo>
                  <a:cubicBezTo>
                    <a:pt x="76583" y="64613"/>
                    <a:pt x="73425" y="43736"/>
                    <a:pt x="44374" y="43103"/>
                  </a:cubicBezTo>
                  <a:cubicBezTo>
                    <a:pt x="61426" y="20961"/>
                    <a:pt x="92371" y="14002"/>
                    <a:pt x="112580" y="14002"/>
                  </a:cubicBezTo>
                  <a:cubicBezTo>
                    <a:pt x="143526" y="14002"/>
                    <a:pt x="179523" y="38675"/>
                    <a:pt x="179523" y="94979"/>
                  </a:cubicBezTo>
                  <a:lnTo>
                    <a:pt x="179523" y="118386"/>
                  </a:lnTo>
                  <a:cubicBezTo>
                    <a:pt x="147315" y="120284"/>
                    <a:pt x="103107" y="122182"/>
                    <a:pt x="63321" y="141161"/>
                  </a:cubicBezTo>
                  <a:cubicBezTo>
                    <a:pt x="15955" y="162670"/>
                    <a:pt x="167" y="195567"/>
                    <a:pt x="167" y="223402"/>
                  </a:cubicBezTo>
                  <a:cubicBezTo>
                    <a:pt x="167" y="274645"/>
                    <a:pt x="61426" y="290461"/>
                    <a:pt x="101213" y="290461"/>
                  </a:cubicBezTo>
                  <a:cubicBezTo>
                    <a:pt x="142894" y="290461"/>
                    <a:pt x="171945" y="265156"/>
                    <a:pt x="183944" y="235422"/>
                  </a:cubicBezTo>
                  <a:close/>
                  <a:moveTo>
                    <a:pt x="179523" y="131671"/>
                  </a:moveTo>
                  <a:lnTo>
                    <a:pt x="179523" y="194934"/>
                  </a:lnTo>
                  <a:cubicBezTo>
                    <a:pt x="179523" y="255034"/>
                    <a:pt x="134053" y="276543"/>
                    <a:pt x="105634" y="276543"/>
                  </a:cubicBezTo>
                  <a:cubicBezTo>
                    <a:pt x="74688" y="276543"/>
                    <a:pt x="48795" y="254401"/>
                    <a:pt x="48795" y="222770"/>
                  </a:cubicBezTo>
                  <a:cubicBezTo>
                    <a:pt x="48795" y="187975"/>
                    <a:pt x="75320" y="135467"/>
                    <a:pt x="179523" y="131671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EFB77E-E1F9-8C8D-B3DA-63BEEB70E223}"/>
                </a:ext>
              </a:extLst>
            </p:cNvPr>
            <p:cNvSpPr/>
            <p:nvPr/>
          </p:nvSpPr>
          <p:spPr>
            <a:xfrm>
              <a:off x="12599541" y="8308996"/>
              <a:ext cx="212196" cy="279621"/>
            </a:xfrm>
            <a:custGeom>
              <a:avLst/>
              <a:gdLst>
                <a:gd name="connsiteX0" fmla="*/ 87955 w 212196"/>
                <a:gd name="connsiteY0" fmla="*/ 69674 h 279621"/>
                <a:gd name="connsiteX1" fmla="*/ 87955 w 212196"/>
                <a:gd name="connsiteY1" fmla="*/ 85 h 279621"/>
                <a:gd name="connsiteX2" fmla="*/ 172 w 212196"/>
                <a:gd name="connsiteY2" fmla="*/ 7044 h 279621"/>
                <a:gd name="connsiteX3" fmla="*/ 172 w 212196"/>
                <a:gd name="connsiteY3" fmla="*/ 26655 h 279621"/>
                <a:gd name="connsiteX4" fmla="*/ 49432 w 212196"/>
                <a:gd name="connsiteY4" fmla="*/ 62082 h 279621"/>
                <a:gd name="connsiteX5" fmla="*/ 49432 w 212196"/>
                <a:gd name="connsiteY5" fmla="*/ 231626 h 279621"/>
                <a:gd name="connsiteX6" fmla="*/ 172 w 212196"/>
                <a:gd name="connsiteY6" fmla="*/ 260095 h 279621"/>
                <a:gd name="connsiteX7" fmla="*/ 172 w 212196"/>
                <a:gd name="connsiteY7" fmla="*/ 279706 h 279621"/>
                <a:gd name="connsiteX8" fmla="*/ 72167 w 212196"/>
                <a:gd name="connsiteY8" fmla="*/ 277808 h 279621"/>
                <a:gd name="connsiteX9" fmla="*/ 152372 w 212196"/>
                <a:gd name="connsiteY9" fmla="*/ 279706 h 279621"/>
                <a:gd name="connsiteX10" fmla="*/ 152372 w 212196"/>
                <a:gd name="connsiteY10" fmla="*/ 260095 h 279621"/>
                <a:gd name="connsiteX11" fmla="*/ 139110 w 212196"/>
                <a:gd name="connsiteY11" fmla="*/ 260095 h 279621"/>
                <a:gd name="connsiteX12" fmla="*/ 91113 w 212196"/>
                <a:gd name="connsiteY12" fmla="*/ 230361 h 279621"/>
                <a:gd name="connsiteX13" fmla="*/ 91113 w 212196"/>
                <a:gd name="connsiteY13" fmla="*/ 132936 h 279621"/>
                <a:gd name="connsiteX14" fmla="*/ 165635 w 212196"/>
                <a:gd name="connsiteY14" fmla="*/ 14002 h 279621"/>
                <a:gd name="connsiteX15" fmla="*/ 172581 w 212196"/>
                <a:gd name="connsiteY15" fmla="*/ 14635 h 279621"/>
                <a:gd name="connsiteX16" fmla="*/ 158056 w 212196"/>
                <a:gd name="connsiteY16" fmla="*/ 39308 h 279621"/>
                <a:gd name="connsiteX17" fmla="*/ 185212 w 212196"/>
                <a:gd name="connsiteY17" fmla="*/ 66511 h 279621"/>
                <a:gd name="connsiteX18" fmla="*/ 212368 w 212196"/>
                <a:gd name="connsiteY18" fmla="*/ 38675 h 279621"/>
                <a:gd name="connsiteX19" fmla="*/ 165635 w 212196"/>
                <a:gd name="connsiteY19" fmla="*/ 85 h 279621"/>
                <a:gd name="connsiteX20" fmla="*/ 87955 w 212196"/>
                <a:gd name="connsiteY20" fmla="*/ 69674 h 27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12196" h="279621">
                  <a:moveTo>
                    <a:pt x="87955" y="69674"/>
                  </a:moveTo>
                  <a:lnTo>
                    <a:pt x="87955" y="85"/>
                  </a:lnTo>
                  <a:lnTo>
                    <a:pt x="172" y="7044"/>
                  </a:lnTo>
                  <a:lnTo>
                    <a:pt x="172" y="26655"/>
                  </a:lnTo>
                  <a:cubicBezTo>
                    <a:pt x="44379" y="26655"/>
                    <a:pt x="49432" y="31083"/>
                    <a:pt x="49432" y="62082"/>
                  </a:cubicBezTo>
                  <a:lnTo>
                    <a:pt x="49432" y="231626"/>
                  </a:lnTo>
                  <a:cubicBezTo>
                    <a:pt x="49432" y="260095"/>
                    <a:pt x="42485" y="260095"/>
                    <a:pt x="172" y="260095"/>
                  </a:cubicBezTo>
                  <a:lnTo>
                    <a:pt x="172" y="279706"/>
                  </a:lnTo>
                  <a:cubicBezTo>
                    <a:pt x="24802" y="279073"/>
                    <a:pt x="54484" y="277808"/>
                    <a:pt x="72167" y="277808"/>
                  </a:cubicBezTo>
                  <a:cubicBezTo>
                    <a:pt x="97428" y="277808"/>
                    <a:pt x="127111" y="277808"/>
                    <a:pt x="152372" y="279706"/>
                  </a:cubicBezTo>
                  <a:lnTo>
                    <a:pt x="152372" y="260095"/>
                  </a:lnTo>
                  <a:lnTo>
                    <a:pt x="139110" y="260095"/>
                  </a:lnTo>
                  <a:cubicBezTo>
                    <a:pt x="92376" y="260095"/>
                    <a:pt x="91113" y="253136"/>
                    <a:pt x="91113" y="230361"/>
                  </a:cubicBezTo>
                  <a:lnTo>
                    <a:pt x="91113" y="132936"/>
                  </a:lnTo>
                  <a:cubicBezTo>
                    <a:pt x="91113" y="70306"/>
                    <a:pt x="117638" y="14002"/>
                    <a:pt x="165635" y="14002"/>
                  </a:cubicBezTo>
                  <a:cubicBezTo>
                    <a:pt x="170055" y="14002"/>
                    <a:pt x="171318" y="14002"/>
                    <a:pt x="172581" y="14635"/>
                  </a:cubicBezTo>
                  <a:cubicBezTo>
                    <a:pt x="170687" y="15268"/>
                    <a:pt x="158056" y="22859"/>
                    <a:pt x="158056" y="39308"/>
                  </a:cubicBezTo>
                  <a:cubicBezTo>
                    <a:pt x="158056" y="57021"/>
                    <a:pt x="171318" y="66511"/>
                    <a:pt x="185212" y="66511"/>
                  </a:cubicBezTo>
                  <a:cubicBezTo>
                    <a:pt x="196580" y="66511"/>
                    <a:pt x="212368" y="58919"/>
                    <a:pt x="212368" y="38675"/>
                  </a:cubicBezTo>
                  <a:cubicBezTo>
                    <a:pt x="212368" y="18431"/>
                    <a:pt x="192791" y="85"/>
                    <a:pt x="165635" y="85"/>
                  </a:cubicBezTo>
                  <a:cubicBezTo>
                    <a:pt x="119532" y="85"/>
                    <a:pt x="96797" y="42471"/>
                    <a:pt x="87955" y="69674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A2A36DA-7D54-C168-181B-E39A0842A6D7}"/>
                </a:ext>
              </a:extLst>
            </p:cNvPr>
            <p:cNvSpPr/>
            <p:nvPr/>
          </p:nvSpPr>
          <p:spPr>
            <a:xfrm>
              <a:off x="12850051" y="8305200"/>
              <a:ext cx="206512" cy="290376"/>
            </a:xfrm>
            <a:custGeom>
              <a:avLst/>
              <a:gdLst>
                <a:gd name="connsiteX0" fmla="*/ 110695 w 206512"/>
                <a:gd name="connsiteY0" fmla="*/ 160772 h 290376"/>
                <a:gd name="connsiteX1" fmla="*/ 176375 w 206512"/>
                <a:gd name="connsiteY1" fmla="*/ 218974 h 290376"/>
                <a:gd name="connsiteX2" fmla="*/ 105011 w 206512"/>
                <a:gd name="connsiteY2" fmla="*/ 276543 h 290376"/>
                <a:gd name="connsiteX3" fmla="*/ 17227 w 206512"/>
                <a:gd name="connsiteY3" fmla="*/ 186710 h 290376"/>
                <a:gd name="connsiteX4" fmla="*/ 8386 w 206512"/>
                <a:gd name="connsiteY4" fmla="*/ 175955 h 290376"/>
                <a:gd name="connsiteX5" fmla="*/ 176 w 206512"/>
                <a:gd name="connsiteY5" fmla="*/ 191771 h 290376"/>
                <a:gd name="connsiteX6" fmla="*/ 176 w 206512"/>
                <a:gd name="connsiteY6" fmla="*/ 275278 h 290376"/>
                <a:gd name="connsiteX7" fmla="*/ 7123 w 206512"/>
                <a:gd name="connsiteY7" fmla="*/ 290461 h 290376"/>
                <a:gd name="connsiteX8" fmla="*/ 22911 w 206512"/>
                <a:gd name="connsiteY8" fmla="*/ 277808 h 290376"/>
                <a:gd name="connsiteX9" fmla="*/ 35542 w 206512"/>
                <a:gd name="connsiteY9" fmla="*/ 263258 h 290376"/>
                <a:gd name="connsiteX10" fmla="*/ 105011 w 206512"/>
                <a:gd name="connsiteY10" fmla="*/ 290461 h 290376"/>
                <a:gd name="connsiteX11" fmla="*/ 206688 w 206512"/>
                <a:gd name="connsiteY11" fmla="*/ 202526 h 290376"/>
                <a:gd name="connsiteX12" fmla="*/ 180164 w 206512"/>
                <a:gd name="connsiteY12" fmla="*/ 142426 h 290376"/>
                <a:gd name="connsiteX13" fmla="*/ 108169 w 206512"/>
                <a:gd name="connsiteY13" fmla="*/ 112060 h 290376"/>
                <a:gd name="connsiteX14" fmla="*/ 30489 w 206512"/>
                <a:gd name="connsiteY14" fmla="*/ 60184 h 290376"/>
                <a:gd name="connsiteX15" fmla="*/ 101222 w 206512"/>
                <a:gd name="connsiteY15" fmla="*/ 12105 h 290376"/>
                <a:gd name="connsiteX16" fmla="*/ 175111 w 206512"/>
                <a:gd name="connsiteY16" fmla="*/ 88653 h 290376"/>
                <a:gd name="connsiteX17" fmla="*/ 182690 w 206512"/>
                <a:gd name="connsiteY17" fmla="*/ 94346 h 290376"/>
                <a:gd name="connsiteX18" fmla="*/ 190900 w 206512"/>
                <a:gd name="connsiteY18" fmla="*/ 79163 h 290376"/>
                <a:gd name="connsiteX19" fmla="*/ 190900 w 206512"/>
                <a:gd name="connsiteY19" fmla="*/ 15268 h 290376"/>
                <a:gd name="connsiteX20" fmla="*/ 183953 w 206512"/>
                <a:gd name="connsiteY20" fmla="*/ 85 h 290376"/>
                <a:gd name="connsiteX21" fmla="*/ 171322 w 206512"/>
                <a:gd name="connsiteY21" fmla="*/ 7676 h 290376"/>
                <a:gd name="connsiteX22" fmla="*/ 160586 w 206512"/>
                <a:gd name="connsiteY22" fmla="*/ 17798 h 290376"/>
                <a:gd name="connsiteX23" fmla="*/ 101222 w 206512"/>
                <a:gd name="connsiteY23" fmla="*/ 85 h 290376"/>
                <a:gd name="connsiteX24" fmla="*/ 176 w 206512"/>
                <a:gd name="connsiteY24" fmla="*/ 77898 h 290376"/>
                <a:gd name="connsiteX25" fmla="*/ 27332 w 206512"/>
                <a:gd name="connsiteY25" fmla="*/ 131671 h 290376"/>
                <a:gd name="connsiteX26" fmla="*/ 110695 w 206512"/>
                <a:gd name="connsiteY26" fmla="*/ 160772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512" h="290376">
                  <a:moveTo>
                    <a:pt x="110695" y="160772"/>
                  </a:moveTo>
                  <a:cubicBezTo>
                    <a:pt x="124589" y="163303"/>
                    <a:pt x="176375" y="173425"/>
                    <a:pt x="176375" y="218974"/>
                  </a:cubicBezTo>
                  <a:cubicBezTo>
                    <a:pt x="176375" y="251238"/>
                    <a:pt x="154271" y="276543"/>
                    <a:pt x="105011" y="276543"/>
                  </a:cubicBezTo>
                  <a:cubicBezTo>
                    <a:pt x="51962" y="276543"/>
                    <a:pt x="29226" y="240483"/>
                    <a:pt x="17227" y="186710"/>
                  </a:cubicBezTo>
                  <a:cubicBezTo>
                    <a:pt x="15333" y="178486"/>
                    <a:pt x="14701" y="175955"/>
                    <a:pt x="8386" y="175955"/>
                  </a:cubicBezTo>
                  <a:cubicBezTo>
                    <a:pt x="176" y="175955"/>
                    <a:pt x="176" y="180384"/>
                    <a:pt x="176" y="191771"/>
                  </a:cubicBezTo>
                  <a:lnTo>
                    <a:pt x="176" y="275278"/>
                  </a:lnTo>
                  <a:cubicBezTo>
                    <a:pt x="176" y="286032"/>
                    <a:pt x="176" y="290461"/>
                    <a:pt x="7123" y="290461"/>
                  </a:cubicBezTo>
                  <a:cubicBezTo>
                    <a:pt x="10280" y="290461"/>
                    <a:pt x="10912" y="289828"/>
                    <a:pt x="22911" y="277808"/>
                  </a:cubicBezTo>
                  <a:cubicBezTo>
                    <a:pt x="24174" y="276543"/>
                    <a:pt x="24174" y="275278"/>
                    <a:pt x="35542" y="263258"/>
                  </a:cubicBezTo>
                  <a:cubicBezTo>
                    <a:pt x="63329" y="289828"/>
                    <a:pt x="91749" y="290461"/>
                    <a:pt x="105011" y="290461"/>
                  </a:cubicBezTo>
                  <a:cubicBezTo>
                    <a:pt x="177638" y="290461"/>
                    <a:pt x="206688" y="248075"/>
                    <a:pt x="206688" y="202526"/>
                  </a:cubicBezTo>
                  <a:cubicBezTo>
                    <a:pt x="206688" y="168996"/>
                    <a:pt x="187742" y="150017"/>
                    <a:pt x="180164" y="142426"/>
                  </a:cubicBezTo>
                  <a:cubicBezTo>
                    <a:pt x="159323" y="122182"/>
                    <a:pt x="134693" y="117121"/>
                    <a:pt x="108169" y="112060"/>
                  </a:cubicBezTo>
                  <a:cubicBezTo>
                    <a:pt x="72802" y="105101"/>
                    <a:pt x="30489" y="96877"/>
                    <a:pt x="30489" y="60184"/>
                  </a:cubicBezTo>
                  <a:cubicBezTo>
                    <a:pt x="30489" y="38042"/>
                    <a:pt x="46909" y="12105"/>
                    <a:pt x="101222" y="12105"/>
                  </a:cubicBezTo>
                  <a:cubicBezTo>
                    <a:pt x="170691" y="12105"/>
                    <a:pt x="173848" y="69041"/>
                    <a:pt x="175111" y="88653"/>
                  </a:cubicBezTo>
                  <a:cubicBezTo>
                    <a:pt x="175743" y="94346"/>
                    <a:pt x="181427" y="94346"/>
                    <a:pt x="182690" y="94346"/>
                  </a:cubicBezTo>
                  <a:cubicBezTo>
                    <a:pt x="190900" y="94346"/>
                    <a:pt x="190900" y="91183"/>
                    <a:pt x="190900" y="79163"/>
                  </a:cubicBezTo>
                  <a:lnTo>
                    <a:pt x="190900" y="15268"/>
                  </a:lnTo>
                  <a:cubicBezTo>
                    <a:pt x="190900" y="4513"/>
                    <a:pt x="190900" y="85"/>
                    <a:pt x="183953" y="85"/>
                  </a:cubicBezTo>
                  <a:cubicBezTo>
                    <a:pt x="180795" y="85"/>
                    <a:pt x="179532" y="85"/>
                    <a:pt x="171322" y="7676"/>
                  </a:cubicBezTo>
                  <a:cubicBezTo>
                    <a:pt x="169428" y="10207"/>
                    <a:pt x="163112" y="15900"/>
                    <a:pt x="160586" y="17798"/>
                  </a:cubicBezTo>
                  <a:cubicBezTo>
                    <a:pt x="136588" y="85"/>
                    <a:pt x="110695" y="85"/>
                    <a:pt x="101222" y="85"/>
                  </a:cubicBezTo>
                  <a:cubicBezTo>
                    <a:pt x="24174" y="85"/>
                    <a:pt x="176" y="42471"/>
                    <a:pt x="176" y="77898"/>
                  </a:cubicBezTo>
                  <a:cubicBezTo>
                    <a:pt x="176" y="100040"/>
                    <a:pt x="10280" y="117753"/>
                    <a:pt x="27332" y="131671"/>
                  </a:cubicBezTo>
                  <a:cubicBezTo>
                    <a:pt x="47541" y="148120"/>
                    <a:pt x="65224" y="151915"/>
                    <a:pt x="110695" y="160772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AF2F00F-C5EE-ADAB-A0EF-69E9242D52B8}"/>
                </a:ext>
              </a:extLst>
            </p:cNvPr>
            <p:cNvSpPr/>
            <p:nvPr/>
          </p:nvSpPr>
          <p:spPr>
            <a:xfrm>
              <a:off x="13096001" y="8305200"/>
              <a:ext cx="244404" cy="290376"/>
            </a:xfrm>
            <a:custGeom>
              <a:avLst/>
              <a:gdLst>
                <a:gd name="connsiteX0" fmla="*/ 53229 w 244404"/>
                <a:gd name="connsiteY0" fmla="*/ 124080 h 290376"/>
                <a:gd name="connsiteX1" fmla="*/ 131539 w 244404"/>
                <a:gd name="connsiteY1" fmla="*/ 14002 h 290376"/>
                <a:gd name="connsiteX2" fmla="*/ 202903 w 244404"/>
                <a:gd name="connsiteY2" fmla="*/ 124080 h 290376"/>
                <a:gd name="connsiteX3" fmla="*/ 53229 w 244404"/>
                <a:gd name="connsiteY3" fmla="*/ 124080 h 290376"/>
                <a:gd name="connsiteX4" fmla="*/ 52597 w 244404"/>
                <a:gd name="connsiteY4" fmla="*/ 137365 h 290376"/>
                <a:gd name="connsiteX5" fmla="*/ 228796 w 244404"/>
                <a:gd name="connsiteY5" fmla="*/ 137365 h 290376"/>
                <a:gd name="connsiteX6" fmla="*/ 244585 w 244404"/>
                <a:gd name="connsiteY6" fmla="*/ 124080 h 290376"/>
                <a:gd name="connsiteX7" fmla="*/ 131539 w 244404"/>
                <a:gd name="connsiteY7" fmla="*/ 85 h 290376"/>
                <a:gd name="connsiteX8" fmla="*/ 180 w 244404"/>
                <a:gd name="connsiteY8" fmla="*/ 144324 h 290376"/>
                <a:gd name="connsiteX9" fmla="*/ 139118 w 244404"/>
                <a:gd name="connsiteY9" fmla="*/ 290461 h 290376"/>
                <a:gd name="connsiteX10" fmla="*/ 244585 w 244404"/>
                <a:gd name="connsiteY10" fmla="*/ 208219 h 290376"/>
                <a:gd name="connsiteX11" fmla="*/ 236375 w 244404"/>
                <a:gd name="connsiteY11" fmla="*/ 200628 h 290376"/>
                <a:gd name="connsiteX12" fmla="*/ 228165 w 244404"/>
                <a:gd name="connsiteY12" fmla="*/ 209484 h 290376"/>
                <a:gd name="connsiteX13" fmla="*/ 142907 w 244404"/>
                <a:gd name="connsiteY13" fmla="*/ 274645 h 290376"/>
                <a:gd name="connsiteX14" fmla="*/ 71543 w 244404"/>
                <a:gd name="connsiteY14" fmla="*/ 232259 h 290376"/>
                <a:gd name="connsiteX15" fmla="*/ 52597 w 244404"/>
                <a:gd name="connsiteY15" fmla="*/ 137365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04" h="290376">
                  <a:moveTo>
                    <a:pt x="53229" y="124080"/>
                  </a:moveTo>
                  <a:cubicBezTo>
                    <a:pt x="57018" y="29818"/>
                    <a:pt x="110067" y="14002"/>
                    <a:pt x="131539" y="14002"/>
                  </a:cubicBezTo>
                  <a:cubicBezTo>
                    <a:pt x="196588" y="14002"/>
                    <a:pt x="202903" y="99407"/>
                    <a:pt x="202903" y="124080"/>
                  </a:cubicBezTo>
                  <a:lnTo>
                    <a:pt x="53229" y="124080"/>
                  </a:lnTo>
                  <a:close/>
                  <a:moveTo>
                    <a:pt x="52597" y="137365"/>
                  </a:moveTo>
                  <a:lnTo>
                    <a:pt x="228796" y="137365"/>
                  </a:lnTo>
                  <a:cubicBezTo>
                    <a:pt x="242690" y="137365"/>
                    <a:pt x="244585" y="137365"/>
                    <a:pt x="244585" y="124080"/>
                  </a:cubicBezTo>
                  <a:cubicBezTo>
                    <a:pt x="244585" y="61450"/>
                    <a:pt x="210481" y="85"/>
                    <a:pt x="131539" y="85"/>
                  </a:cubicBezTo>
                  <a:cubicBezTo>
                    <a:pt x="58281" y="85"/>
                    <a:pt x="180" y="65245"/>
                    <a:pt x="180" y="144324"/>
                  </a:cubicBezTo>
                  <a:cubicBezTo>
                    <a:pt x="180" y="229096"/>
                    <a:pt x="66491" y="290461"/>
                    <a:pt x="139118" y="290461"/>
                  </a:cubicBezTo>
                  <a:cubicBezTo>
                    <a:pt x="216165" y="290461"/>
                    <a:pt x="244585" y="220239"/>
                    <a:pt x="244585" y="208219"/>
                  </a:cubicBezTo>
                  <a:cubicBezTo>
                    <a:pt x="244585" y="201893"/>
                    <a:pt x="239532" y="200628"/>
                    <a:pt x="236375" y="200628"/>
                  </a:cubicBezTo>
                  <a:cubicBezTo>
                    <a:pt x="230691" y="200628"/>
                    <a:pt x="229428" y="204423"/>
                    <a:pt x="228165" y="209484"/>
                  </a:cubicBezTo>
                  <a:cubicBezTo>
                    <a:pt x="206061" y="274645"/>
                    <a:pt x="149222" y="274645"/>
                    <a:pt x="142907" y="274645"/>
                  </a:cubicBezTo>
                  <a:cubicBezTo>
                    <a:pt x="111330" y="274645"/>
                    <a:pt x="86069" y="255666"/>
                    <a:pt x="71543" y="232259"/>
                  </a:cubicBezTo>
                  <a:cubicBezTo>
                    <a:pt x="52597" y="201893"/>
                    <a:pt x="52597" y="160139"/>
                    <a:pt x="52597" y="137365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8155C3C-6781-5C09-87BA-BE1C20B54C33}"/>
                </a:ext>
              </a:extLst>
            </p:cNvPr>
            <p:cNvSpPr/>
            <p:nvPr/>
          </p:nvSpPr>
          <p:spPr>
            <a:xfrm>
              <a:off x="13421521" y="8114147"/>
              <a:ext cx="146516" cy="632627"/>
            </a:xfrm>
            <a:custGeom>
              <a:avLst/>
              <a:gdLst>
                <a:gd name="connsiteX0" fmla="*/ 146701 w 146516"/>
                <a:gd name="connsiteY0" fmla="*/ 626386 h 632627"/>
                <a:gd name="connsiteX1" fmla="*/ 135965 w 146516"/>
                <a:gd name="connsiteY1" fmla="*/ 612468 h 632627"/>
                <a:gd name="connsiteX2" fmla="*/ 36813 w 146516"/>
                <a:gd name="connsiteY2" fmla="*/ 316399 h 632627"/>
                <a:gd name="connsiteX3" fmla="*/ 138491 w 146516"/>
                <a:gd name="connsiteY3" fmla="*/ 17166 h 632627"/>
                <a:gd name="connsiteX4" fmla="*/ 146701 w 146516"/>
                <a:gd name="connsiteY4" fmla="*/ 6411 h 632627"/>
                <a:gd name="connsiteX5" fmla="*/ 140385 w 146516"/>
                <a:gd name="connsiteY5" fmla="*/ 85 h 632627"/>
                <a:gd name="connsiteX6" fmla="*/ 39971 w 146516"/>
                <a:gd name="connsiteY6" fmla="*/ 123447 h 632627"/>
                <a:gd name="connsiteX7" fmla="*/ 184 w 146516"/>
                <a:gd name="connsiteY7" fmla="*/ 316399 h 632627"/>
                <a:gd name="connsiteX8" fmla="*/ 41866 w 146516"/>
                <a:gd name="connsiteY8" fmla="*/ 513778 h 632627"/>
                <a:gd name="connsiteX9" fmla="*/ 140385 w 146516"/>
                <a:gd name="connsiteY9" fmla="*/ 632712 h 632627"/>
                <a:gd name="connsiteX10" fmla="*/ 146701 w 146516"/>
                <a:gd name="connsiteY10" fmla="*/ 626386 h 632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516" h="632627">
                  <a:moveTo>
                    <a:pt x="146701" y="626386"/>
                  </a:moveTo>
                  <a:cubicBezTo>
                    <a:pt x="146701" y="624488"/>
                    <a:pt x="146701" y="623223"/>
                    <a:pt x="135965" y="612468"/>
                  </a:cubicBezTo>
                  <a:cubicBezTo>
                    <a:pt x="57022" y="532757"/>
                    <a:pt x="36813" y="413191"/>
                    <a:pt x="36813" y="316399"/>
                  </a:cubicBezTo>
                  <a:cubicBezTo>
                    <a:pt x="36813" y="206321"/>
                    <a:pt x="60812" y="96244"/>
                    <a:pt x="138491" y="17166"/>
                  </a:cubicBezTo>
                  <a:cubicBezTo>
                    <a:pt x="146701" y="9574"/>
                    <a:pt x="146701" y="8309"/>
                    <a:pt x="146701" y="6411"/>
                  </a:cubicBezTo>
                  <a:cubicBezTo>
                    <a:pt x="146701" y="1983"/>
                    <a:pt x="144175" y="85"/>
                    <a:pt x="140385" y="85"/>
                  </a:cubicBezTo>
                  <a:cubicBezTo>
                    <a:pt x="134070" y="85"/>
                    <a:pt x="77232" y="43103"/>
                    <a:pt x="39971" y="123447"/>
                  </a:cubicBezTo>
                  <a:cubicBezTo>
                    <a:pt x="7763" y="193036"/>
                    <a:pt x="184" y="263258"/>
                    <a:pt x="184" y="316399"/>
                  </a:cubicBezTo>
                  <a:cubicBezTo>
                    <a:pt x="184" y="365743"/>
                    <a:pt x="7131" y="442291"/>
                    <a:pt x="41866" y="513778"/>
                  </a:cubicBezTo>
                  <a:cubicBezTo>
                    <a:pt x="79758" y="591592"/>
                    <a:pt x="134070" y="632712"/>
                    <a:pt x="140385" y="632712"/>
                  </a:cubicBezTo>
                  <a:cubicBezTo>
                    <a:pt x="144175" y="632712"/>
                    <a:pt x="146701" y="630814"/>
                    <a:pt x="146701" y="626386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290B7BE-B435-B495-969B-4777313C8C73}"/>
                </a:ext>
              </a:extLst>
            </p:cNvPr>
            <p:cNvSpPr/>
            <p:nvPr/>
          </p:nvSpPr>
          <p:spPr>
            <a:xfrm>
              <a:off x="13618492" y="8307731"/>
              <a:ext cx="355555" cy="280886"/>
            </a:xfrm>
            <a:custGeom>
              <a:avLst/>
              <a:gdLst>
                <a:gd name="connsiteX0" fmla="*/ 204806 w 355555"/>
                <a:gd name="connsiteY0" fmla="*/ 125345 h 280886"/>
                <a:gd name="connsiteX1" fmla="*/ 278696 w 355555"/>
                <a:gd name="connsiteY1" fmla="*/ 43103 h 280886"/>
                <a:gd name="connsiteX2" fmla="*/ 343113 w 355555"/>
                <a:gd name="connsiteY2" fmla="*/ 29818 h 280886"/>
                <a:gd name="connsiteX3" fmla="*/ 343113 w 355555"/>
                <a:gd name="connsiteY3" fmla="*/ 85 h 280886"/>
                <a:gd name="connsiteX4" fmla="*/ 285011 w 355555"/>
                <a:gd name="connsiteY4" fmla="*/ 1983 h 280886"/>
                <a:gd name="connsiteX5" fmla="*/ 219963 w 355555"/>
                <a:gd name="connsiteY5" fmla="*/ 85 h 280886"/>
                <a:gd name="connsiteX6" fmla="*/ 219963 w 355555"/>
                <a:gd name="connsiteY6" fmla="*/ 29818 h 280886"/>
                <a:gd name="connsiteX7" fmla="*/ 243961 w 355555"/>
                <a:gd name="connsiteY7" fmla="*/ 35512 h 280886"/>
                <a:gd name="connsiteX8" fmla="*/ 238909 w 355555"/>
                <a:gd name="connsiteY8" fmla="*/ 43103 h 280886"/>
                <a:gd name="connsiteX9" fmla="*/ 185860 w 355555"/>
                <a:gd name="connsiteY9" fmla="*/ 102570 h 280886"/>
                <a:gd name="connsiteX10" fmla="*/ 123969 w 355555"/>
                <a:gd name="connsiteY10" fmla="*/ 29818 h 280886"/>
                <a:gd name="connsiteX11" fmla="*/ 149231 w 355555"/>
                <a:gd name="connsiteY11" fmla="*/ 29818 h 280886"/>
                <a:gd name="connsiteX12" fmla="*/ 149231 w 355555"/>
                <a:gd name="connsiteY12" fmla="*/ 85 h 280886"/>
                <a:gd name="connsiteX13" fmla="*/ 72815 w 355555"/>
                <a:gd name="connsiteY13" fmla="*/ 1983 h 280886"/>
                <a:gd name="connsiteX14" fmla="*/ 3346 w 355555"/>
                <a:gd name="connsiteY14" fmla="*/ 85 h 280886"/>
                <a:gd name="connsiteX15" fmla="*/ 3346 w 355555"/>
                <a:gd name="connsiteY15" fmla="*/ 29818 h 280886"/>
                <a:gd name="connsiteX16" fmla="*/ 48185 w 355555"/>
                <a:gd name="connsiteY16" fmla="*/ 29818 h 280886"/>
                <a:gd name="connsiteX17" fmla="*/ 146705 w 355555"/>
                <a:gd name="connsiteY17" fmla="*/ 146222 h 280886"/>
                <a:gd name="connsiteX18" fmla="*/ 63973 w 355555"/>
                <a:gd name="connsiteY18" fmla="*/ 239218 h 280886"/>
                <a:gd name="connsiteX19" fmla="*/ 188 w 355555"/>
                <a:gd name="connsiteY19" fmla="*/ 251238 h 280886"/>
                <a:gd name="connsiteX20" fmla="*/ 188 w 355555"/>
                <a:gd name="connsiteY20" fmla="*/ 280971 h 280886"/>
                <a:gd name="connsiteX21" fmla="*/ 58289 w 355555"/>
                <a:gd name="connsiteY21" fmla="*/ 279073 h 280886"/>
                <a:gd name="connsiteX22" fmla="*/ 123338 w 355555"/>
                <a:gd name="connsiteY22" fmla="*/ 280971 h 280886"/>
                <a:gd name="connsiteX23" fmla="*/ 123338 w 355555"/>
                <a:gd name="connsiteY23" fmla="*/ 251238 h 280886"/>
                <a:gd name="connsiteX24" fmla="*/ 99971 w 355555"/>
                <a:gd name="connsiteY24" fmla="*/ 244279 h 280886"/>
                <a:gd name="connsiteX25" fmla="*/ 104392 w 355555"/>
                <a:gd name="connsiteY25" fmla="*/ 237953 h 280886"/>
                <a:gd name="connsiteX26" fmla="*/ 165651 w 355555"/>
                <a:gd name="connsiteY26" fmla="*/ 168996 h 280886"/>
                <a:gd name="connsiteX27" fmla="*/ 235120 w 355555"/>
                <a:gd name="connsiteY27" fmla="*/ 251238 h 280886"/>
                <a:gd name="connsiteX28" fmla="*/ 210490 w 355555"/>
                <a:gd name="connsiteY28" fmla="*/ 251238 h 280886"/>
                <a:gd name="connsiteX29" fmla="*/ 210490 w 355555"/>
                <a:gd name="connsiteY29" fmla="*/ 280971 h 280886"/>
                <a:gd name="connsiteX30" fmla="*/ 286274 w 355555"/>
                <a:gd name="connsiteY30" fmla="*/ 279073 h 280886"/>
                <a:gd name="connsiteX31" fmla="*/ 355743 w 355555"/>
                <a:gd name="connsiteY31" fmla="*/ 280971 h 280886"/>
                <a:gd name="connsiteX32" fmla="*/ 355743 w 355555"/>
                <a:gd name="connsiteY32" fmla="*/ 251238 h 280886"/>
                <a:gd name="connsiteX33" fmla="*/ 310904 w 355555"/>
                <a:gd name="connsiteY33" fmla="*/ 251238 h 280886"/>
                <a:gd name="connsiteX34" fmla="*/ 204806 w 355555"/>
                <a:gd name="connsiteY34" fmla="*/ 125345 h 28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55555" h="280886">
                  <a:moveTo>
                    <a:pt x="204806" y="125345"/>
                  </a:moveTo>
                  <a:lnTo>
                    <a:pt x="278696" y="43103"/>
                  </a:lnTo>
                  <a:cubicBezTo>
                    <a:pt x="286906" y="34247"/>
                    <a:pt x="290695" y="29818"/>
                    <a:pt x="343113" y="29818"/>
                  </a:cubicBezTo>
                  <a:lnTo>
                    <a:pt x="343113" y="85"/>
                  </a:lnTo>
                  <a:cubicBezTo>
                    <a:pt x="321009" y="1350"/>
                    <a:pt x="288169" y="1983"/>
                    <a:pt x="285011" y="1983"/>
                  </a:cubicBezTo>
                  <a:cubicBezTo>
                    <a:pt x="269223" y="1983"/>
                    <a:pt x="237646" y="717"/>
                    <a:pt x="219963" y="85"/>
                  </a:cubicBezTo>
                  <a:lnTo>
                    <a:pt x="219963" y="29818"/>
                  </a:lnTo>
                  <a:cubicBezTo>
                    <a:pt x="228804" y="29818"/>
                    <a:pt x="236383" y="31083"/>
                    <a:pt x="243961" y="35512"/>
                  </a:cubicBezTo>
                  <a:cubicBezTo>
                    <a:pt x="241435" y="39308"/>
                    <a:pt x="241435" y="40573"/>
                    <a:pt x="238909" y="43103"/>
                  </a:cubicBezTo>
                  <a:lnTo>
                    <a:pt x="185860" y="102570"/>
                  </a:lnTo>
                  <a:lnTo>
                    <a:pt x="123969" y="29818"/>
                  </a:lnTo>
                  <a:lnTo>
                    <a:pt x="149231" y="29818"/>
                  </a:lnTo>
                  <a:lnTo>
                    <a:pt x="149231" y="85"/>
                  </a:lnTo>
                  <a:cubicBezTo>
                    <a:pt x="132811" y="717"/>
                    <a:pt x="93024" y="1983"/>
                    <a:pt x="72815" y="1983"/>
                  </a:cubicBezTo>
                  <a:cubicBezTo>
                    <a:pt x="52606" y="1983"/>
                    <a:pt x="24186" y="717"/>
                    <a:pt x="3346" y="85"/>
                  </a:cubicBezTo>
                  <a:lnTo>
                    <a:pt x="3346" y="29818"/>
                  </a:lnTo>
                  <a:lnTo>
                    <a:pt x="48185" y="29818"/>
                  </a:lnTo>
                  <a:lnTo>
                    <a:pt x="146705" y="146222"/>
                  </a:lnTo>
                  <a:lnTo>
                    <a:pt x="63973" y="239218"/>
                  </a:lnTo>
                  <a:cubicBezTo>
                    <a:pt x="53237" y="251238"/>
                    <a:pt x="30502" y="251238"/>
                    <a:pt x="188" y="251238"/>
                  </a:cubicBezTo>
                  <a:lnTo>
                    <a:pt x="188" y="280971"/>
                  </a:lnTo>
                  <a:cubicBezTo>
                    <a:pt x="22292" y="279706"/>
                    <a:pt x="55132" y="279073"/>
                    <a:pt x="58289" y="279073"/>
                  </a:cubicBezTo>
                  <a:cubicBezTo>
                    <a:pt x="74078" y="279073"/>
                    <a:pt x="110707" y="280339"/>
                    <a:pt x="123338" y="280971"/>
                  </a:cubicBezTo>
                  <a:lnTo>
                    <a:pt x="123338" y="251238"/>
                  </a:lnTo>
                  <a:cubicBezTo>
                    <a:pt x="111970" y="251238"/>
                    <a:pt x="99971" y="248075"/>
                    <a:pt x="99971" y="244279"/>
                  </a:cubicBezTo>
                  <a:cubicBezTo>
                    <a:pt x="99971" y="243646"/>
                    <a:pt x="99971" y="243014"/>
                    <a:pt x="104392" y="237953"/>
                  </a:cubicBezTo>
                  <a:lnTo>
                    <a:pt x="165651" y="168996"/>
                  </a:lnTo>
                  <a:lnTo>
                    <a:pt x="235120" y="251238"/>
                  </a:lnTo>
                  <a:lnTo>
                    <a:pt x="210490" y="251238"/>
                  </a:lnTo>
                  <a:lnTo>
                    <a:pt x="210490" y="280971"/>
                  </a:lnTo>
                  <a:cubicBezTo>
                    <a:pt x="226910" y="280339"/>
                    <a:pt x="265434" y="279073"/>
                    <a:pt x="286274" y="279073"/>
                  </a:cubicBezTo>
                  <a:cubicBezTo>
                    <a:pt x="306483" y="279073"/>
                    <a:pt x="334903" y="280339"/>
                    <a:pt x="355743" y="280971"/>
                  </a:cubicBezTo>
                  <a:lnTo>
                    <a:pt x="355743" y="251238"/>
                  </a:lnTo>
                  <a:lnTo>
                    <a:pt x="310904" y="251238"/>
                  </a:lnTo>
                  <a:lnTo>
                    <a:pt x="204806" y="125345"/>
                  </a:ln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2641C09-0CBB-CB9A-8EF9-71DB4F4B1A8E}"/>
                </a:ext>
              </a:extLst>
            </p:cNvPr>
            <p:cNvSpPr/>
            <p:nvPr/>
          </p:nvSpPr>
          <p:spPr>
            <a:xfrm>
              <a:off x="14023901" y="8114147"/>
              <a:ext cx="146516" cy="632627"/>
            </a:xfrm>
            <a:custGeom>
              <a:avLst/>
              <a:gdLst>
                <a:gd name="connsiteX0" fmla="*/ 146711 w 146516"/>
                <a:gd name="connsiteY0" fmla="*/ 316399 h 632627"/>
                <a:gd name="connsiteX1" fmla="*/ 105029 w 146516"/>
                <a:gd name="connsiteY1" fmla="*/ 119019 h 632627"/>
                <a:gd name="connsiteX2" fmla="*/ 6509 w 146516"/>
                <a:gd name="connsiteY2" fmla="*/ 85 h 632627"/>
                <a:gd name="connsiteX3" fmla="*/ 194 w 146516"/>
                <a:gd name="connsiteY3" fmla="*/ 6411 h 632627"/>
                <a:gd name="connsiteX4" fmla="*/ 12193 w 146516"/>
                <a:gd name="connsiteY4" fmla="*/ 20961 h 632627"/>
                <a:gd name="connsiteX5" fmla="*/ 110081 w 146516"/>
                <a:gd name="connsiteY5" fmla="*/ 316399 h 632627"/>
                <a:gd name="connsiteX6" fmla="*/ 8404 w 146516"/>
                <a:gd name="connsiteY6" fmla="*/ 615631 h 632627"/>
                <a:gd name="connsiteX7" fmla="*/ 194 w 146516"/>
                <a:gd name="connsiteY7" fmla="*/ 626386 h 632627"/>
                <a:gd name="connsiteX8" fmla="*/ 6509 w 146516"/>
                <a:gd name="connsiteY8" fmla="*/ 632712 h 632627"/>
                <a:gd name="connsiteX9" fmla="*/ 106924 w 146516"/>
                <a:gd name="connsiteY9" fmla="*/ 509350 h 632627"/>
                <a:gd name="connsiteX10" fmla="*/ 146711 w 146516"/>
                <a:gd name="connsiteY10" fmla="*/ 316399 h 632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516" h="632627">
                  <a:moveTo>
                    <a:pt x="146711" y="316399"/>
                  </a:moveTo>
                  <a:cubicBezTo>
                    <a:pt x="146711" y="267054"/>
                    <a:pt x="139764" y="190506"/>
                    <a:pt x="105029" y="119019"/>
                  </a:cubicBezTo>
                  <a:cubicBezTo>
                    <a:pt x="67137" y="41206"/>
                    <a:pt x="12825" y="85"/>
                    <a:pt x="6509" y="85"/>
                  </a:cubicBezTo>
                  <a:cubicBezTo>
                    <a:pt x="2720" y="85"/>
                    <a:pt x="194" y="2615"/>
                    <a:pt x="194" y="6411"/>
                  </a:cubicBezTo>
                  <a:cubicBezTo>
                    <a:pt x="194" y="8309"/>
                    <a:pt x="194" y="9574"/>
                    <a:pt x="12193" y="20961"/>
                  </a:cubicBezTo>
                  <a:cubicBezTo>
                    <a:pt x="74084" y="83592"/>
                    <a:pt x="110081" y="184179"/>
                    <a:pt x="110081" y="316399"/>
                  </a:cubicBezTo>
                  <a:cubicBezTo>
                    <a:pt x="110081" y="424578"/>
                    <a:pt x="86715" y="535920"/>
                    <a:pt x="8404" y="615631"/>
                  </a:cubicBezTo>
                  <a:cubicBezTo>
                    <a:pt x="194" y="623223"/>
                    <a:pt x="194" y="624488"/>
                    <a:pt x="194" y="626386"/>
                  </a:cubicBezTo>
                  <a:cubicBezTo>
                    <a:pt x="194" y="630182"/>
                    <a:pt x="2720" y="632712"/>
                    <a:pt x="6509" y="632712"/>
                  </a:cubicBezTo>
                  <a:cubicBezTo>
                    <a:pt x="12825" y="632712"/>
                    <a:pt x="69663" y="589694"/>
                    <a:pt x="106924" y="509350"/>
                  </a:cubicBezTo>
                  <a:cubicBezTo>
                    <a:pt x="139132" y="439761"/>
                    <a:pt x="146711" y="369539"/>
                    <a:pt x="146711" y="316399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E02A812-297B-2B4F-CED8-4D2E18976B1A}"/>
                </a:ext>
              </a:extLst>
            </p:cNvPr>
            <p:cNvSpPr/>
            <p:nvPr/>
          </p:nvSpPr>
          <p:spPr>
            <a:xfrm>
              <a:off x="14444291" y="8356443"/>
              <a:ext cx="419972" cy="148034"/>
            </a:xfrm>
            <a:custGeom>
              <a:avLst/>
              <a:gdLst>
                <a:gd name="connsiteX0" fmla="*/ 398701 w 419972"/>
                <a:gd name="connsiteY0" fmla="*/ 25390 h 148034"/>
                <a:gd name="connsiteX1" fmla="*/ 420173 w 419972"/>
                <a:gd name="connsiteY1" fmla="*/ 12737 h 148034"/>
                <a:gd name="connsiteX2" fmla="*/ 399332 w 419972"/>
                <a:gd name="connsiteY2" fmla="*/ 85 h 148034"/>
                <a:gd name="connsiteX3" fmla="*/ 21041 w 419972"/>
                <a:gd name="connsiteY3" fmla="*/ 85 h 148034"/>
                <a:gd name="connsiteX4" fmla="*/ 201 w 419972"/>
                <a:gd name="connsiteY4" fmla="*/ 12737 h 148034"/>
                <a:gd name="connsiteX5" fmla="*/ 21673 w 419972"/>
                <a:gd name="connsiteY5" fmla="*/ 25390 h 148034"/>
                <a:gd name="connsiteX6" fmla="*/ 398701 w 419972"/>
                <a:gd name="connsiteY6" fmla="*/ 25390 h 148034"/>
                <a:gd name="connsiteX7" fmla="*/ 399332 w 419972"/>
                <a:gd name="connsiteY7" fmla="*/ 148120 h 148034"/>
                <a:gd name="connsiteX8" fmla="*/ 420173 w 419972"/>
                <a:gd name="connsiteY8" fmla="*/ 135467 h 148034"/>
                <a:gd name="connsiteX9" fmla="*/ 398701 w 419972"/>
                <a:gd name="connsiteY9" fmla="*/ 122814 h 148034"/>
                <a:gd name="connsiteX10" fmla="*/ 21673 w 419972"/>
                <a:gd name="connsiteY10" fmla="*/ 122814 h 148034"/>
                <a:gd name="connsiteX11" fmla="*/ 201 w 419972"/>
                <a:gd name="connsiteY11" fmla="*/ 135467 h 148034"/>
                <a:gd name="connsiteX12" fmla="*/ 21041 w 419972"/>
                <a:gd name="connsiteY12" fmla="*/ 148120 h 148034"/>
                <a:gd name="connsiteX13" fmla="*/ 399332 w 419972"/>
                <a:gd name="connsiteY13" fmla="*/ 148120 h 148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9972" h="148034">
                  <a:moveTo>
                    <a:pt x="398701" y="25390"/>
                  </a:moveTo>
                  <a:cubicBezTo>
                    <a:pt x="408174" y="25390"/>
                    <a:pt x="420173" y="25390"/>
                    <a:pt x="420173" y="12737"/>
                  </a:cubicBezTo>
                  <a:cubicBezTo>
                    <a:pt x="420173" y="85"/>
                    <a:pt x="408174" y="85"/>
                    <a:pt x="399332" y="85"/>
                  </a:cubicBezTo>
                  <a:lnTo>
                    <a:pt x="21041" y="85"/>
                  </a:lnTo>
                  <a:cubicBezTo>
                    <a:pt x="12200" y="85"/>
                    <a:pt x="201" y="85"/>
                    <a:pt x="201" y="12737"/>
                  </a:cubicBezTo>
                  <a:cubicBezTo>
                    <a:pt x="201" y="25390"/>
                    <a:pt x="12200" y="25390"/>
                    <a:pt x="21673" y="25390"/>
                  </a:cubicBezTo>
                  <a:lnTo>
                    <a:pt x="398701" y="25390"/>
                  </a:lnTo>
                  <a:close/>
                  <a:moveTo>
                    <a:pt x="399332" y="148120"/>
                  </a:moveTo>
                  <a:cubicBezTo>
                    <a:pt x="408174" y="148120"/>
                    <a:pt x="420173" y="148120"/>
                    <a:pt x="420173" y="135467"/>
                  </a:cubicBezTo>
                  <a:cubicBezTo>
                    <a:pt x="420173" y="122814"/>
                    <a:pt x="408174" y="122814"/>
                    <a:pt x="398701" y="122814"/>
                  </a:cubicBezTo>
                  <a:lnTo>
                    <a:pt x="21673" y="122814"/>
                  </a:lnTo>
                  <a:cubicBezTo>
                    <a:pt x="12200" y="122814"/>
                    <a:pt x="201" y="122814"/>
                    <a:pt x="201" y="135467"/>
                  </a:cubicBezTo>
                  <a:cubicBezTo>
                    <a:pt x="201" y="148120"/>
                    <a:pt x="12200" y="148120"/>
                    <a:pt x="21041" y="148120"/>
                  </a:cubicBezTo>
                  <a:lnTo>
                    <a:pt x="399332" y="148120"/>
                  </a:ln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2157B86-AE53-324B-FC23-63596CCEB226}"/>
                </a:ext>
              </a:extLst>
            </p:cNvPr>
            <p:cNvSpPr/>
            <p:nvPr/>
          </p:nvSpPr>
          <p:spPr>
            <a:xfrm>
              <a:off x="15102070" y="8305200"/>
              <a:ext cx="284823" cy="290376"/>
            </a:xfrm>
            <a:custGeom>
              <a:avLst/>
              <a:gdLst>
                <a:gd name="connsiteX0" fmla="*/ 183988 w 284823"/>
                <a:gd name="connsiteY0" fmla="*/ 235422 h 290376"/>
                <a:gd name="connsiteX1" fmla="*/ 233248 w 284823"/>
                <a:gd name="connsiteY1" fmla="*/ 287298 h 290376"/>
                <a:gd name="connsiteX2" fmla="*/ 285034 w 284823"/>
                <a:gd name="connsiteY2" fmla="*/ 227198 h 290376"/>
                <a:gd name="connsiteX3" fmla="*/ 285034 w 284823"/>
                <a:gd name="connsiteY3" fmla="*/ 191771 h 290376"/>
                <a:gd name="connsiteX4" fmla="*/ 269246 w 284823"/>
                <a:gd name="connsiteY4" fmla="*/ 191771 h 290376"/>
                <a:gd name="connsiteX5" fmla="*/ 269246 w 284823"/>
                <a:gd name="connsiteY5" fmla="*/ 227198 h 290376"/>
                <a:gd name="connsiteX6" fmla="*/ 246511 w 284823"/>
                <a:gd name="connsiteY6" fmla="*/ 267686 h 290376"/>
                <a:gd name="connsiteX7" fmla="*/ 223144 w 284823"/>
                <a:gd name="connsiteY7" fmla="*/ 236055 h 290376"/>
                <a:gd name="connsiteX8" fmla="*/ 223144 w 284823"/>
                <a:gd name="connsiteY8" fmla="*/ 109529 h 290376"/>
                <a:gd name="connsiteX9" fmla="*/ 200408 w 284823"/>
                <a:gd name="connsiteY9" fmla="*/ 34879 h 290376"/>
                <a:gd name="connsiteX10" fmla="*/ 113888 w 284823"/>
                <a:gd name="connsiteY10" fmla="*/ 85 h 290376"/>
                <a:gd name="connsiteX11" fmla="*/ 18526 w 284823"/>
                <a:gd name="connsiteY11" fmla="*/ 71572 h 290376"/>
                <a:gd name="connsiteX12" fmla="*/ 47576 w 284823"/>
                <a:gd name="connsiteY12" fmla="*/ 101305 h 290376"/>
                <a:gd name="connsiteX13" fmla="*/ 76627 w 284823"/>
                <a:gd name="connsiteY13" fmla="*/ 72204 h 290376"/>
                <a:gd name="connsiteX14" fmla="*/ 44419 w 284823"/>
                <a:gd name="connsiteY14" fmla="*/ 43103 h 290376"/>
                <a:gd name="connsiteX15" fmla="*/ 112625 w 284823"/>
                <a:gd name="connsiteY15" fmla="*/ 14002 h 290376"/>
                <a:gd name="connsiteX16" fmla="*/ 179568 w 284823"/>
                <a:gd name="connsiteY16" fmla="*/ 94979 h 290376"/>
                <a:gd name="connsiteX17" fmla="*/ 179568 w 284823"/>
                <a:gd name="connsiteY17" fmla="*/ 118386 h 290376"/>
                <a:gd name="connsiteX18" fmla="*/ 63365 w 284823"/>
                <a:gd name="connsiteY18" fmla="*/ 141161 h 290376"/>
                <a:gd name="connsiteX19" fmla="*/ 211 w 284823"/>
                <a:gd name="connsiteY19" fmla="*/ 223402 h 290376"/>
                <a:gd name="connsiteX20" fmla="*/ 101257 w 284823"/>
                <a:gd name="connsiteY20" fmla="*/ 290461 h 290376"/>
                <a:gd name="connsiteX21" fmla="*/ 183988 w 284823"/>
                <a:gd name="connsiteY21" fmla="*/ 235422 h 290376"/>
                <a:gd name="connsiteX22" fmla="*/ 179568 w 284823"/>
                <a:gd name="connsiteY22" fmla="*/ 131671 h 290376"/>
                <a:gd name="connsiteX23" fmla="*/ 179568 w 284823"/>
                <a:gd name="connsiteY23" fmla="*/ 194934 h 290376"/>
                <a:gd name="connsiteX24" fmla="*/ 105678 w 284823"/>
                <a:gd name="connsiteY24" fmla="*/ 276543 h 290376"/>
                <a:gd name="connsiteX25" fmla="*/ 48839 w 284823"/>
                <a:gd name="connsiteY25" fmla="*/ 222770 h 290376"/>
                <a:gd name="connsiteX26" fmla="*/ 179568 w 284823"/>
                <a:gd name="connsiteY26" fmla="*/ 131671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84823" h="290376">
                  <a:moveTo>
                    <a:pt x="183988" y="235422"/>
                  </a:moveTo>
                  <a:cubicBezTo>
                    <a:pt x="186515" y="260727"/>
                    <a:pt x="203566" y="287298"/>
                    <a:pt x="233248" y="287298"/>
                  </a:cubicBezTo>
                  <a:cubicBezTo>
                    <a:pt x="246511" y="287298"/>
                    <a:pt x="285034" y="278441"/>
                    <a:pt x="285034" y="227198"/>
                  </a:cubicBezTo>
                  <a:lnTo>
                    <a:pt x="285034" y="191771"/>
                  </a:lnTo>
                  <a:lnTo>
                    <a:pt x="269246" y="191771"/>
                  </a:lnTo>
                  <a:lnTo>
                    <a:pt x="269246" y="227198"/>
                  </a:lnTo>
                  <a:cubicBezTo>
                    <a:pt x="269246" y="263890"/>
                    <a:pt x="253458" y="267686"/>
                    <a:pt x="246511" y="267686"/>
                  </a:cubicBezTo>
                  <a:cubicBezTo>
                    <a:pt x="225670" y="267686"/>
                    <a:pt x="223144" y="239218"/>
                    <a:pt x="223144" y="236055"/>
                  </a:cubicBezTo>
                  <a:lnTo>
                    <a:pt x="223144" y="109529"/>
                  </a:lnTo>
                  <a:cubicBezTo>
                    <a:pt x="223144" y="82959"/>
                    <a:pt x="223144" y="58286"/>
                    <a:pt x="200408" y="34879"/>
                  </a:cubicBezTo>
                  <a:cubicBezTo>
                    <a:pt x="175778" y="10207"/>
                    <a:pt x="144202" y="85"/>
                    <a:pt x="113888" y="85"/>
                  </a:cubicBezTo>
                  <a:cubicBezTo>
                    <a:pt x="62102" y="85"/>
                    <a:pt x="18526" y="29818"/>
                    <a:pt x="18526" y="71572"/>
                  </a:cubicBezTo>
                  <a:cubicBezTo>
                    <a:pt x="18526" y="90550"/>
                    <a:pt x="31156" y="101305"/>
                    <a:pt x="47576" y="101305"/>
                  </a:cubicBezTo>
                  <a:cubicBezTo>
                    <a:pt x="65259" y="101305"/>
                    <a:pt x="76627" y="88653"/>
                    <a:pt x="76627" y="72204"/>
                  </a:cubicBezTo>
                  <a:cubicBezTo>
                    <a:pt x="76627" y="64613"/>
                    <a:pt x="73469" y="43736"/>
                    <a:pt x="44419" y="43103"/>
                  </a:cubicBezTo>
                  <a:cubicBezTo>
                    <a:pt x="61470" y="20961"/>
                    <a:pt x="92416" y="14002"/>
                    <a:pt x="112625" y="14002"/>
                  </a:cubicBezTo>
                  <a:cubicBezTo>
                    <a:pt x="143570" y="14002"/>
                    <a:pt x="179568" y="38675"/>
                    <a:pt x="179568" y="94979"/>
                  </a:cubicBezTo>
                  <a:lnTo>
                    <a:pt x="179568" y="118386"/>
                  </a:lnTo>
                  <a:cubicBezTo>
                    <a:pt x="147359" y="120284"/>
                    <a:pt x="103152" y="122182"/>
                    <a:pt x="63365" y="141161"/>
                  </a:cubicBezTo>
                  <a:cubicBezTo>
                    <a:pt x="16000" y="162670"/>
                    <a:pt x="211" y="195567"/>
                    <a:pt x="211" y="223402"/>
                  </a:cubicBezTo>
                  <a:cubicBezTo>
                    <a:pt x="211" y="274645"/>
                    <a:pt x="61470" y="290461"/>
                    <a:pt x="101257" y="290461"/>
                  </a:cubicBezTo>
                  <a:cubicBezTo>
                    <a:pt x="142939" y="290461"/>
                    <a:pt x="171989" y="265156"/>
                    <a:pt x="183988" y="235422"/>
                  </a:cubicBezTo>
                  <a:close/>
                  <a:moveTo>
                    <a:pt x="179568" y="131671"/>
                  </a:moveTo>
                  <a:lnTo>
                    <a:pt x="179568" y="194934"/>
                  </a:lnTo>
                  <a:cubicBezTo>
                    <a:pt x="179568" y="255034"/>
                    <a:pt x="134097" y="276543"/>
                    <a:pt x="105678" y="276543"/>
                  </a:cubicBezTo>
                  <a:cubicBezTo>
                    <a:pt x="74732" y="276543"/>
                    <a:pt x="48839" y="254401"/>
                    <a:pt x="48839" y="222770"/>
                  </a:cubicBezTo>
                  <a:cubicBezTo>
                    <a:pt x="48839" y="187975"/>
                    <a:pt x="75364" y="135467"/>
                    <a:pt x="179568" y="131671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5B6CB1F-2735-5485-5992-1A5460256EF0}"/>
                </a:ext>
              </a:extLst>
            </p:cNvPr>
            <p:cNvSpPr/>
            <p:nvPr/>
          </p:nvSpPr>
          <p:spPr>
            <a:xfrm>
              <a:off x="15408998" y="8308996"/>
              <a:ext cx="212196" cy="279621"/>
            </a:xfrm>
            <a:custGeom>
              <a:avLst/>
              <a:gdLst>
                <a:gd name="connsiteX0" fmla="*/ 88000 w 212196"/>
                <a:gd name="connsiteY0" fmla="*/ 69674 h 279621"/>
                <a:gd name="connsiteX1" fmla="*/ 88000 w 212196"/>
                <a:gd name="connsiteY1" fmla="*/ 85 h 279621"/>
                <a:gd name="connsiteX2" fmla="*/ 216 w 212196"/>
                <a:gd name="connsiteY2" fmla="*/ 7044 h 279621"/>
                <a:gd name="connsiteX3" fmla="*/ 216 w 212196"/>
                <a:gd name="connsiteY3" fmla="*/ 26655 h 279621"/>
                <a:gd name="connsiteX4" fmla="*/ 49476 w 212196"/>
                <a:gd name="connsiteY4" fmla="*/ 62082 h 279621"/>
                <a:gd name="connsiteX5" fmla="*/ 49476 w 212196"/>
                <a:gd name="connsiteY5" fmla="*/ 231626 h 279621"/>
                <a:gd name="connsiteX6" fmla="*/ 216 w 212196"/>
                <a:gd name="connsiteY6" fmla="*/ 260095 h 279621"/>
                <a:gd name="connsiteX7" fmla="*/ 216 w 212196"/>
                <a:gd name="connsiteY7" fmla="*/ 279706 h 279621"/>
                <a:gd name="connsiteX8" fmla="*/ 72211 w 212196"/>
                <a:gd name="connsiteY8" fmla="*/ 277808 h 279621"/>
                <a:gd name="connsiteX9" fmla="*/ 152417 w 212196"/>
                <a:gd name="connsiteY9" fmla="*/ 279706 h 279621"/>
                <a:gd name="connsiteX10" fmla="*/ 152417 w 212196"/>
                <a:gd name="connsiteY10" fmla="*/ 260095 h 279621"/>
                <a:gd name="connsiteX11" fmla="*/ 139154 w 212196"/>
                <a:gd name="connsiteY11" fmla="*/ 260095 h 279621"/>
                <a:gd name="connsiteX12" fmla="*/ 91157 w 212196"/>
                <a:gd name="connsiteY12" fmla="*/ 230361 h 279621"/>
                <a:gd name="connsiteX13" fmla="*/ 91157 w 212196"/>
                <a:gd name="connsiteY13" fmla="*/ 132936 h 279621"/>
                <a:gd name="connsiteX14" fmla="*/ 165679 w 212196"/>
                <a:gd name="connsiteY14" fmla="*/ 14002 h 279621"/>
                <a:gd name="connsiteX15" fmla="*/ 172626 w 212196"/>
                <a:gd name="connsiteY15" fmla="*/ 14635 h 279621"/>
                <a:gd name="connsiteX16" fmla="*/ 158100 w 212196"/>
                <a:gd name="connsiteY16" fmla="*/ 39308 h 279621"/>
                <a:gd name="connsiteX17" fmla="*/ 185256 w 212196"/>
                <a:gd name="connsiteY17" fmla="*/ 66511 h 279621"/>
                <a:gd name="connsiteX18" fmla="*/ 212413 w 212196"/>
                <a:gd name="connsiteY18" fmla="*/ 38675 h 279621"/>
                <a:gd name="connsiteX19" fmla="*/ 165679 w 212196"/>
                <a:gd name="connsiteY19" fmla="*/ 85 h 279621"/>
                <a:gd name="connsiteX20" fmla="*/ 88000 w 212196"/>
                <a:gd name="connsiteY20" fmla="*/ 69674 h 27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12196" h="279621">
                  <a:moveTo>
                    <a:pt x="88000" y="69674"/>
                  </a:moveTo>
                  <a:lnTo>
                    <a:pt x="88000" y="85"/>
                  </a:lnTo>
                  <a:lnTo>
                    <a:pt x="216" y="7044"/>
                  </a:lnTo>
                  <a:lnTo>
                    <a:pt x="216" y="26655"/>
                  </a:lnTo>
                  <a:cubicBezTo>
                    <a:pt x="44424" y="26655"/>
                    <a:pt x="49476" y="31083"/>
                    <a:pt x="49476" y="62082"/>
                  </a:cubicBezTo>
                  <a:lnTo>
                    <a:pt x="49476" y="231626"/>
                  </a:lnTo>
                  <a:cubicBezTo>
                    <a:pt x="49476" y="260095"/>
                    <a:pt x="42529" y="260095"/>
                    <a:pt x="216" y="260095"/>
                  </a:cubicBezTo>
                  <a:lnTo>
                    <a:pt x="216" y="279706"/>
                  </a:lnTo>
                  <a:cubicBezTo>
                    <a:pt x="24846" y="279073"/>
                    <a:pt x="54528" y="277808"/>
                    <a:pt x="72211" y="277808"/>
                  </a:cubicBezTo>
                  <a:cubicBezTo>
                    <a:pt x="97473" y="277808"/>
                    <a:pt x="127155" y="277808"/>
                    <a:pt x="152417" y="279706"/>
                  </a:cubicBezTo>
                  <a:lnTo>
                    <a:pt x="152417" y="260095"/>
                  </a:lnTo>
                  <a:lnTo>
                    <a:pt x="139154" y="260095"/>
                  </a:lnTo>
                  <a:cubicBezTo>
                    <a:pt x="92421" y="260095"/>
                    <a:pt x="91157" y="253136"/>
                    <a:pt x="91157" y="230361"/>
                  </a:cubicBezTo>
                  <a:lnTo>
                    <a:pt x="91157" y="132936"/>
                  </a:lnTo>
                  <a:cubicBezTo>
                    <a:pt x="91157" y="70306"/>
                    <a:pt x="117682" y="14002"/>
                    <a:pt x="165679" y="14002"/>
                  </a:cubicBezTo>
                  <a:cubicBezTo>
                    <a:pt x="170100" y="14002"/>
                    <a:pt x="171363" y="14002"/>
                    <a:pt x="172626" y="14635"/>
                  </a:cubicBezTo>
                  <a:cubicBezTo>
                    <a:pt x="170731" y="15268"/>
                    <a:pt x="158100" y="22859"/>
                    <a:pt x="158100" y="39308"/>
                  </a:cubicBezTo>
                  <a:cubicBezTo>
                    <a:pt x="158100" y="57021"/>
                    <a:pt x="171363" y="66511"/>
                    <a:pt x="185256" y="66511"/>
                  </a:cubicBezTo>
                  <a:cubicBezTo>
                    <a:pt x="196624" y="66511"/>
                    <a:pt x="212413" y="58919"/>
                    <a:pt x="212413" y="38675"/>
                  </a:cubicBezTo>
                  <a:cubicBezTo>
                    <a:pt x="212413" y="18431"/>
                    <a:pt x="192835" y="85"/>
                    <a:pt x="165679" y="85"/>
                  </a:cubicBezTo>
                  <a:cubicBezTo>
                    <a:pt x="119577" y="85"/>
                    <a:pt x="96841" y="42471"/>
                    <a:pt x="88000" y="69674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B287A59-AA12-19EF-AB8D-3806692AC38D}"/>
                </a:ext>
              </a:extLst>
            </p:cNvPr>
            <p:cNvSpPr/>
            <p:nvPr/>
          </p:nvSpPr>
          <p:spPr>
            <a:xfrm>
              <a:off x="15656351" y="8302037"/>
              <a:ext cx="288612" cy="416901"/>
            </a:xfrm>
            <a:custGeom>
              <a:avLst/>
              <a:gdLst>
                <a:gd name="connsiteX0" fmla="*/ 122738 w 288612"/>
                <a:gd name="connsiteY0" fmla="*/ 177853 h 416901"/>
                <a:gd name="connsiteX1" fmla="*/ 67794 w 288612"/>
                <a:gd name="connsiteY1" fmla="*/ 100040 h 416901"/>
                <a:gd name="connsiteX2" fmla="*/ 77899 w 288612"/>
                <a:gd name="connsiteY2" fmla="*/ 46899 h 416901"/>
                <a:gd name="connsiteX3" fmla="*/ 122738 w 288612"/>
                <a:gd name="connsiteY3" fmla="*/ 21594 h 416901"/>
                <a:gd name="connsiteX4" fmla="*/ 177682 w 288612"/>
                <a:gd name="connsiteY4" fmla="*/ 99407 h 416901"/>
                <a:gd name="connsiteX5" fmla="*/ 167577 w 288612"/>
                <a:gd name="connsiteY5" fmla="*/ 152548 h 416901"/>
                <a:gd name="connsiteX6" fmla="*/ 122738 w 288612"/>
                <a:gd name="connsiteY6" fmla="*/ 177853 h 416901"/>
                <a:gd name="connsiteX7" fmla="*/ 49480 w 288612"/>
                <a:gd name="connsiteY7" fmla="*/ 202526 h 416901"/>
                <a:gd name="connsiteX8" fmla="*/ 60216 w 288612"/>
                <a:gd name="connsiteY8" fmla="*/ 172792 h 416901"/>
                <a:gd name="connsiteX9" fmla="*/ 122738 w 288612"/>
                <a:gd name="connsiteY9" fmla="*/ 192404 h 416901"/>
                <a:gd name="connsiteX10" fmla="*/ 225047 w 288612"/>
                <a:gd name="connsiteY10" fmla="*/ 100040 h 416901"/>
                <a:gd name="connsiteX11" fmla="*/ 199154 w 288612"/>
                <a:gd name="connsiteY11" fmla="*/ 38675 h 416901"/>
                <a:gd name="connsiteX12" fmla="*/ 255993 w 288612"/>
                <a:gd name="connsiteY12" fmla="*/ 14002 h 416901"/>
                <a:gd name="connsiteX13" fmla="*/ 262308 w 288612"/>
                <a:gd name="connsiteY13" fmla="*/ 14635 h 416901"/>
                <a:gd name="connsiteX14" fmla="*/ 252203 w 288612"/>
                <a:gd name="connsiteY14" fmla="*/ 31716 h 416901"/>
                <a:gd name="connsiteX15" fmla="*/ 270518 w 288612"/>
                <a:gd name="connsiteY15" fmla="*/ 50062 h 416901"/>
                <a:gd name="connsiteX16" fmla="*/ 288832 w 288612"/>
                <a:gd name="connsiteY16" fmla="*/ 31083 h 416901"/>
                <a:gd name="connsiteX17" fmla="*/ 256624 w 288612"/>
                <a:gd name="connsiteY17" fmla="*/ 85 h 416901"/>
                <a:gd name="connsiteX18" fmla="*/ 189681 w 288612"/>
                <a:gd name="connsiteY18" fmla="*/ 29818 h 416901"/>
                <a:gd name="connsiteX19" fmla="*/ 122738 w 288612"/>
                <a:gd name="connsiteY19" fmla="*/ 7044 h 416901"/>
                <a:gd name="connsiteX20" fmla="*/ 20429 w 288612"/>
                <a:gd name="connsiteY20" fmla="*/ 99407 h 416901"/>
                <a:gd name="connsiteX21" fmla="*/ 50111 w 288612"/>
                <a:gd name="connsiteY21" fmla="*/ 164568 h 416901"/>
                <a:gd name="connsiteX22" fmla="*/ 30534 w 288612"/>
                <a:gd name="connsiteY22" fmla="*/ 217076 h 416901"/>
                <a:gd name="connsiteX23" fmla="*/ 58321 w 288612"/>
                <a:gd name="connsiteY23" fmla="*/ 273380 h 416901"/>
                <a:gd name="connsiteX24" fmla="*/ 220 w 288612"/>
                <a:gd name="connsiteY24" fmla="*/ 336643 h 416901"/>
                <a:gd name="connsiteX25" fmla="*/ 139790 w 288612"/>
                <a:gd name="connsiteY25" fmla="*/ 416986 h 416901"/>
                <a:gd name="connsiteX26" fmla="*/ 279991 w 288612"/>
                <a:gd name="connsiteY26" fmla="*/ 335377 h 416901"/>
                <a:gd name="connsiteX27" fmla="*/ 238941 w 288612"/>
                <a:gd name="connsiteY27" fmla="*/ 263258 h 416901"/>
                <a:gd name="connsiteX28" fmla="*/ 130317 w 288612"/>
                <a:gd name="connsiteY28" fmla="*/ 245544 h 416901"/>
                <a:gd name="connsiteX29" fmla="*/ 82951 w 288612"/>
                <a:gd name="connsiteY29" fmla="*/ 244912 h 416901"/>
                <a:gd name="connsiteX30" fmla="*/ 49480 w 288612"/>
                <a:gd name="connsiteY30" fmla="*/ 202526 h 416901"/>
                <a:gd name="connsiteX31" fmla="*/ 140421 w 288612"/>
                <a:gd name="connsiteY31" fmla="*/ 402436 h 416901"/>
                <a:gd name="connsiteX32" fmla="*/ 33060 w 288612"/>
                <a:gd name="connsiteY32" fmla="*/ 336643 h 416901"/>
                <a:gd name="connsiteX33" fmla="*/ 84846 w 288612"/>
                <a:gd name="connsiteY33" fmla="*/ 282237 h 416901"/>
                <a:gd name="connsiteX34" fmla="*/ 122107 w 288612"/>
                <a:gd name="connsiteY34" fmla="*/ 282237 h 416901"/>
                <a:gd name="connsiteX35" fmla="*/ 247151 w 288612"/>
                <a:gd name="connsiteY35" fmla="*/ 336643 h 416901"/>
                <a:gd name="connsiteX36" fmla="*/ 140421 w 288612"/>
                <a:gd name="connsiteY36" fmla="*/ 402436 h 416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8612" h="416901">
                  <a:moveTo>
                    <a:pt x="122738" y="177853"/>
                  </a:moveTo>
                  <a:cubicBezTo>
                    <a:pt x="67794" y="177853"/>
                    <a:pt x="67794" y="114590"/>
                    <a:pt x="67794" y="100040"/>
                  </a:cubicBezTo>
                  <a:cubicBezTo>
                    <a:pt x="67794" y="82959"/>
                    <a:pt x="68426" y="62715"/>
                    <a:pt x="77899" y="46899"/>
                  </a:cubicBezTo>
                  <a:cubicBezTo>
                    <a:pt x="82951" y="39308"/>
                    <a:pt x="97477" y="21594"/>
                    <a:pt x="122738" y="21594"/>
                  </a:cubicBezTo>
                  <a:cubicBezTo>
                    <a:pt x="177682" y="21594"/>
                    <a:pt x="177682" y="84857"/>
                    <a:pt x="177682" y="99407"/>
                  </a:cubicBezTo>
                  <a:cubicBezTo>
                    <a:pt x="177682" y="116488"/>
                    <a:pt x="177050" y="136732"/>
                    <a:pt x="167577" y="152548"/>
                  </a:cubicBezTo>
                  <a:cubicBezTo>
                    <a:pt x="162525" y="160139"/>
                    <a:pt x="148000" y="177853"/>
                    <a:pt x="122738" y="177853"/>
                  </a:cubicBezTo>
                  <a:close/>
                  <a:moveTo>
                    <a:pt x="49480" y="202526"/>
                  </a:moveTo>
                  <a:cubicBezTo>
                    <a:pt x="49480" y="199995"/>
                    <a:pt x="49480" y="185445"/>
                    <a:pt x="60216" y="172792"/>
                  </a:cubicBezTo>
                  <a:cubicBezTo>
                    <a:pt x="84846" y="190506"/>
                    <a:pt x="110739" y="192404"/>
                    <a:pt x="122738" y="192404"/>
                  </a:cubicBezTo>
                  <a:cubicBezTo>
                    <a:pt x="181471" y="192404"/>
                    <a:pt x="225047" y="148752"/>
                    <a:pt x="225047" y="100040"/>
                  </a:cubicBezTo>
                  <a:cubicBezTo>
                    <a:pt x="225047" y="76633"/>
                    <a:pt x="214943" y="53225"/>
                    <a:pt x="199154" y="38675"/>
                  </a:cubicBezTo>
                  <a:cubicBezTo>
                    <a:pt x="221890" y="17166"/>
                    <a:pt x="244625" y="14002"/>
                    <a:pt x="255993" y="14002"/>
                  </a:cubicBezTo>
                  <a:cubicBezTo>
                    <a:pt x="257256" y="14002"/>
                    <a:pt x="260413" y="14002"/>
                    <a:pt x="262308" y="14635"/>
                  </a:cubicBezTo>
                  <a:cubicBezTo>
                    <a:pt x="255361" y="17166"/>
                    <a:pt x="252203" y="24124"/>
                    <a:pt x="252203" y="31716"/>
                  </a:cubicBezTo>
                  <a:cubicBezTo>
                    <a:pt x="252203" y="42471"/>
                    <a:pt x="260413" y="50062"/>
                    <a:pt x="270518" y="50062"/>
                  </a:cubicBezTo>
                  <a:cubicBezTo>
                    <a:pt x="276833" y="50062"/>
                    <a:pt x="288832" y="45634"/>
                    <a:pt x="288832" y="31083"/>
                  </a:cubicBezTo>
                  <a:cubicBezTo>
                    <a:pt x="288832" y="20329"/>
                    <a:pt x="281254" y="85"/>
                    <a:pt x="256624" y="85"/>
                  </a:cubicBezTo>
                  <a:cubicBezTo>
                    <a:pt x="243993" y="85"/>
                    <a:pt x="216206" y="3880"/>
                    <a:pt x="189681" y="29818"/>
                  </a:cubicBezTo>
                  <a:cubicBezTo>
                    <a:pt x="163157" y="8941"/>
                    <a:pt x="136632" y="7044"/>
                    <a:pt x="122738" y="7044"/>
                  </a:cubicBezTo>
                  <a:cubicBezTo>
                    <a:pt x="64005" y="7044"/>
                    <a:pt x="20429" y="50695"/>
                    <a:pt x="20429" y="99407"/>
                  </a:cubicBezTo>
                  <a:cubicBezTo>
                    <a:pt x="20429" y="127243"/>
                    <a:pt x="34323" y="151283"/>
                    <a:pt x="50111" y="164568"/>
                  </a:cubicBezTo>
                  <a:cubicBezTo>
                    <a:pt x="41901" y="174057"/>
                    <a:pt x="30534" y="194934"/>
                    <a:pt x="30534" y="217076"/>
                  </a:cubicBezTo>
                  <a:cubicBezTo>
                    <a:pt x="30534" y="236687"/>
                    <a:pt x="38744" y="260727"/>
                    <a:pt x="58321" y="273380"/>
                  </a:cubicBezTo>
                  <a:cubicBezTo>
                    <a:pt x="20429" y="284134"/>
                    <a:pt x="220" y="311337"/>
                    <a:pt x="220" y="336643"/>
                  </a:cubicBezTo>
                  <a:cubicBezTo>
                    <a:pt x="220" y="382192"/>
                    <a:pt x="62742" y="416986"/>
                    <a:pt x="139790" y="416986"/>
                  </a:cubicBezTo>
                  <a:cubicBezTo>
                    <a:pt x="214311" y="416986"/>
                    <a:pt x="279991" y="384722"/>
                    <a:pt x="279991" y="335377"/>
                  </a:cubicBezTo>
                  <a:cubicBezTo>
                    <a:pt x="279991" y="313235"/>
                    <a:pt x="271149" y="280971"/>
                    <a:pt x="238941" y="263258"/>
                  </a:cubicBezTo>
                  <a:cubicBezTo>
                    <a:pt x="205470" y="245544"/>
                    <a:pt x="168840" y="245544"/>
                    <a:pt x="130317" y="245544"/>
                  </a:cubicBezTo>
                  <a:cubicBezTo>
                    <a:pt x="114528" y="245544"/>
                    <a:pt x="87372" y="245544"/>
                    <a:pt x="82951" y="244912"/>
                  </a:cubicBezTo>
                  <a:cubicBezTo>
                    <a:pt x="62742" y="242381"/>
                    <a:pt x="49480" y="222770"/>
                    <a:pt x="49480" y="202526"/>
                  </a:cubicBezTo>
                  <a:close/>
                  <a:moveTo>
                    <a:pt x="140421" y="402436"/>
                  </a:moveTo>
                  <a:cubicBezTo>
                    <a:pt x="76636" y="402436"/>
                    <a:pt x="33060" y="370172"/>
                    <a:pt x="33060" y="336643"/>
                  </a:cubicBezTo>
                  <a:cubicBezTo>
                    <a:pt x="33060" y="307542"/>
                    <a:pt x="57058" y="284134"/>
                    <a:pt x="84846" y="282237"/>
                  </a:cubicBezTo>
                  <a:lnTo>
                    <a:pt x="122107" y="282237"/>
                  </a:lnTo>
                  <a:cubicBezTo>
                    <a:pt x="176419" y="282237"/>
                    <a:pt x="247151" y="282237"/>
                    <a:pt x="247151" y="336643"/>
                  </a:cubicBezTo>
                  <a:cubicBezTo>
                    <a:pt x="247151" y="370804"/>
                    <a:pt x="202312" y="402436"/>
                    <a:pt x="140421" y="402436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A2101AE-747A-FEC1-033A-1147B9E00630}"/>
                </a:ext>
              </a:extLst>
            </p:cNvPr>
            <p:cNvSpPr/>
            <p:nvPr/>
          </p:nvSpPr>
          <p:spPr>
            <a:xfrm>
              <a:off x="16088670" y="8308996"/>
              <a:ext cx="493230" cy="279621"/>
            </a:xfrm>
            <a:custGeom>
              <a:avLst/>
              <a:gdLst>
                <a:gd name="connsiteX0" fmla="*/ 49487 w 493230"/>
                <a:gd name="connsiteY0" fmla="*/ 62082 h 279621"/>
                <a:gd name="connsiteX1" fmla="*/ 49487 w 493230"/>
                <a:gd name="connsiteY1" fmla="*/ 231626 h 279621"/>
                <a:gd name="connsiteX2" fmla="*/ 227 w 493230"/>
                <a:gd name="connsiteY2" fmla="*/ 260095 h 279621"/>
                <a:gd name="connsiteX3" fmla="*/ 227 w 493230"/>
                <a:gd name="connsiteY3" fmla="*/ 279706 h 279621"/>
                <a:gd name="connsiteX4" fmla="*/ 71591 w 493230"/>
                <a:gd name="connsiteY4" fmla="*/ 277808 h 279621"/>
                <a:gd name="connsiteX5" fmla="*/ 142323 w 493230"/>
                <a:gd name="connsiteY5" fmla="*/ 279706 h 279621"/>
                <a:gd name="connsiteX6" fmla="*/ 142323 w 493230"/>
                <a:gd name="connsiteY6" fmla="*/ 260095 h 279621"/>
                <a:gd name="connsiteX7" fmla="*/ 93063 w 493230"/>
                <a:gd name="connsiteY7" fmla="*/ 231626 h 279621"/>
                <a:gd name="connsiteX8" fmla="*/ 93063 w 493230"/>
                <a:gd name="connsiteY8" fmla="*/ 115223 h 279621"/>
                <a:gd name="connsiteX9" fmla="*/ 178320 w 493230"/>
                <a:gd name="connsiteY9" fmla="*/ 14002 h 279621"/>
                <a:gd name="connsiteX10" fmla="*/ 225054 w 493230"/>
                <a:gd name="connsiteY10" fmla="*/ 84224 h 279621"/>
                <a:gd name="connsiteX11" fmla="*/ 225054 w 493230"/>
                <a:gd name="connsiteY11" fmla="*/ 231626 h 279621"/>
                <a:gd name="connsiteX12" fmla="*/ 175794 w 493230"/>
                <a:gd name="connsiteY12" fmla="*/ 260095 h 279621"/>
                <a:gd name="connsiteX13" fmla="*/ 175794 w 493230"/>
                <a:gd name="connsiteY13" fmla="*/ 279706 h 279621"/>
                <a:gd name="connsiteX14" fmla="*/ 247158 w 493230"/>
                <a:gd name="connsiteY14" fmla="*/ 277808 h 279621"/>
                <a:gd name="connsiteX15" fmla="*/ 317890 w 493230"/>
                <a:gd name="connsiteY15" fmla="*/ 279706 h 279621"/>
                <a:gd name="connsiteX16" fmla="*/ 317890 w 493230"/>
                <a:gd name="connsiteY16" fmla="*/ 260095 h 279621"/>
                <a:gd name="connsiteX17" fmla="*/ 268630 w 493230"/>
                <a:gd name="connsiteY17" fmla="*/ 231626 h 279621"/>
                <a:gd name="connsiteX18" fmla="*/ 268630 w 493230"/>
                <a:gd name="connsiteY18" fmla="*/ 115223 h 279621"/>
                <a:gd name="connsiteX19" fmla="*/ 353888 w 493230"/>
                <a:gd name="connsiteY19" fmla="*/ 14002 h 279621"/>
                <a:gd name="connsiteX20" fmla="*/ 400621 w 493230"/>
                <a:gd name="connsiteY20" fmla="*/ 84224 h 279621"/>
                <a:gd name="connsiteX21" fmla="*/ 400621 w 493230"/>
                <a:gd name="connsiteY21" fmla="*/ 231626 h 279621"/>
                <a:gd name="connsiteX22" fmla="*/ 351361 w 493230"/>
                <a:gd name="connsiteY22" fmla="*/ 260095 h 279621"/>
                <a:gd name="connsiteX23" fmla="*/ 351361 w 493230"/>
                <a:gd name="connsiteY23" fmla="*/ 279706 h 279621"/>
                <a:gd name="connsiteX24" fmla="*/ 422725 w 493230"/>
                <a:gd name="connsiteY24" fmla="*/ 277808 h 279621"/>
                <a:gd name="connsiteX25" fmla="*/ 493457 w 493230"/>
                <a:gd name="connsiteY25" fmla="*/ 279706 h 279621"/>
                <a:gd name="connsiteX26" fmla="*/ 493457 w 493230"/>
                <a:gd name="connsiteY26" fmla="*/ 260095 h 279621"/>
                <a:gd name="connsiteX27" fmla="*/ 444197 w 493230"/>
                <a:gd name="connsiteY27" fmla="*/ 241116 h 279621"/>
                <a:gd name="connsiteX28" fmla="*/ 444197 w 493230"/>
                <a:gd name="connsiteY28" fmla="*/ 120284 h 279621"/>
                <a:gd name="connsiteX29" fmla="*/ 424620 w 493230"/>
                <a:gd name="connsiteY29" fmla="*/ 23492 h 279621"/>
                <a:gd name="connsiteX30" fmla="*/ 358308 w 493230"/>
                <a:gd name="connsiteY30" fmla="*/ 85 h 279621"/>
                <a:gd name="connsiteX31" fmla="*/ 266736 w 493230"/>
                <a:gd name="connsiteY31" fmla="*/ 62082 h 279621"/>
                <a:gd name="connsiteX32" fmla="*/ 182741 w 493230"/>
                <a:gd name="connsiteY32" fmla="*/ 85 h 279621"/>
                <a:gd name="connsiteX33" fmla="*/ 89274 w 493230"/>
                <a:gd name="connsiteY33" fmla="*/ 66511 h 279621"/>
                <a:gd name="connsiteX34" fmla="*/ 89274 w 493230"/>
                <a:gd name="connsiteY34" fmla="*/ 85 h 279621"/>
                <a:gd name="connsiteX35" fmla="*/ 227 w 493230"/>
                <a:gd name="connsiteY35" fmla="*/ 7044 h 279621"/>
                <a:gd name="connsiteX36" fmla="*/ 227 w 493230"/>
                <a:gd name="connsiteY36" fmla="*/ 26655 h 279621"/>
                <a:gd name="connsiteX37" fmla="*/ 49487 w 493230"/>
                <a:gd name="connsiteY37" fmla="*/ 62082 h 27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93230" h="279621">
                  <a:moveTo>
                    <a:pt x="49487" y="62082"/>
                  </a:moveTo>
                  <a:lnTo>
                    <a:pt x="49487" y="231626"/>
                  </a:lnTo>
                  <a:cubicBezTo>
                    <a:pt x="49487" y="260095"/>
                    <a:pt x="42540" y="260095"/>
                    <a:pt x="227" y="260095"/>
                  </a:cubicBezTo>
                  <a:lnTo>
                    <a:pt x="227" y="279706"/>
                  </a:lnTo>
                  <a:cubicBezTo>
                    <a:pt x="22331" y="279073"/>
                    <a:pt x="54539" y="277808"/>
                    <a:pt x="71591" y="277808"/>
                  </a:cubicBezTo>
                  <a:cubicBezTo>
                    <a:pt x="88010" y="277808"/>
                    <a:pt x="120850" y="279073"/>
                    <a:pt x="142323" y="279706"/>
                  </a:cubicBezTo>
                  <a:lnTo>
                    <a:pt x="142323" y="260095"/>
                  </a:lnTo>
                  <a:cubicBezTo>
                    <a:pt x="100010" y="260095"/>
                    <a:pt x="93063" y="260095"/>
                    <a:pt x="93063" y="231626"/>
                  </a:cubicBezTo>
                  <a:lnTo>
                    <a:pt x="93063" y="115223"/>
                  </a:lnTo>
                  <a:cubicBezTo>
                    <a:pt x="93063" y="49430"/>
                    <a:pt x="137902" y="14002"/>
                    <a:pt x="178320" y="14002"/>
                  </a:cubicBezTo>
                  <a:cubicBezTo>
                    <a:pt x="218107" y="14002"/>
                    <a:pt x="225054" y="48164"/>
                    <a:pt x="225054" y="84224"/>
                  </a:cubicBezTo>
                  <a:lnTo>
                    <a:pt x="225054" y="231626"/>
                  </a:lnTo>
                  <a:cubicBezTo>
                    <a:pt x="225054" y="260095"/>
                    <a:pt x="218107" y="260095"/>
                    <a:pt x="175794" y="260095"/>
                  </a:cubicBezTo>
                  <a:lnTo>
                    <a:pt x="175794" y="279706"/>
                  </a:lnTo>
                  <a:cubicBezTo>
                    <a:pt x="197898" y="279073"/>
                    <a:pt x="230106" y="277808"/>
                    <a:pt x="247158" y="277808"/>
                  </a:cubicBezTo>
                  <a:cubicBezTo>
                    <a:pt x="263578" y="277808"/>
                    <a:pt x="296418" y="279073"/>
                    <a:pt x="317890" y="279706"/>
                  </a:cubicBezTo>
                  <a:lnTo>
                    <a:pt x="317890" y="260095"/>
                  </a:lnTo>
                  <a:cubicBezTo>
                    <a:pt x="275577" y="260095"/>
                    <a:pt x="268630" y="260095"/>
                    <a:pt x="268630" y="231626"/>
                  </a:cubicBezTo>
                  <a:lnTo>
                    <a:pt x="268630" y="115223"/>
                  </a:lnTo>
                  <a:cubicBezTo>
                    <a:pt x="268630" y="49430"/>
                    <a:pt x="313469" y="14002"/>
                    <a:pt x="353888" y="14002"/>
                  </a:cubicBezTo>
                  <a:cubicBezTo>
                    <a:pt x="393674" y="14002"/>
                    <a:pt x="400621" y="48164"/>
                    <a:pt x="400621" y="84224"/>
                  </a:cubicBezTo>
                  <a:lnTo>
                    <a:pt x="400621" y="231626"/>
                  </a:lnTo>
                  <a:cubicBezTo>
                    <a:pt x="400621" y="260095"/>
                    <a:pt x="393674" y="260095"/>
                    <a:pt x="351361" y="260095"/>
                  </a:cubicBezTo>
                  <a:lnTo>
                    <a:pt x="351361" y="279706"/>
                  </a:lnTo>
                  <a:cubicBezTo>
                    <a:pt x="373465" y="279073"/>
                    <a:pt x="405674" y="277808"/>
                    <a:pt x="422725" y="277808"/>
                  </a:cubicBezTo>
                  <a:cubicBezTo>
                    <a:pt x="439145" y="277808"/>
                    <a:pt x="471985" y="279073"/>
                    <a:pt x="493457" y="279706"/>
                  </a:cubicBezTo>
                  <a:lnTo>
                    <a:pt x="493457" y="260095"/>
                  </a:lnTo>
                  <a:cubicBezTo>
                    <a:pt x="460617" y="260095"/>
                    <a:pt x="444829" y="260095"/>
                    <a:pt x="444197" y="241116"/>
                  </a:cubicBezTo>
                  <a:lnTo>
                    <a:pt x="444197" y="120284"/>
                  </a:lnTo>
                  <a:cubicBezTo>
                    <a:pt x="444197" y="65878"/>
                    <a:pt x="444197" y="46267"/>
                    <a:pt x="424620" y="23492"/>
                  </a:cubicBezTo>
                  <a:cubicBezTo>
                    <a:pt x="415778" y="12737"/>
                    <a:pt x="394938" y="85"/>
                    <a:pt x="358308" y="85"/>
                  </a:cubicBezTo>
                  <a:cubicBezTo>
                    <a:pt x="305259" y="85"/>
                    <a:pt x="277472" y="38042"/>
                    <a:pt x="266736" y="62082"/>
                  </a:cubicBezTo>
                  <a:cubicBezTo>
                    <a:pt x="257894" y="7044"/>
                    <a:pt x="211160" y="85"/>
                    <a:pt x="182741" y="85"/>
                  </a:cubicBezTo>
                  <a:cubicBezTo>
                    <a:pt x="136639" y="85"/>
                    <a:pt x="106957" y="27288"/>
                    <a:pt x="89274" y="66511"/>
                  </a:cubicBezTo>
                  <a:lnTo>
                    <a:pt x="89274" y="85"/>
                  </a:lnTo>
                  <a:lnTo>
                    <a:pt x="227" y="7044"/>
                  </a:lnTo>
                  <a:lnTo>
                    <a:pt x="227" y="26655"/>
                  </a:lnTo>
                  <a:cubicBezTo>
                    <a:pt x="44434" y="26655"/>
                    <a:pt x="49487" y="31083"/>
                    <a:pt x="49487" y="62082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F9DB28-E55B-C6D9-7F5E-607E41A9E884}"/>
                </a:ext>
              </a:extLst>
            </p:cNvPr>
            <p:cNvSpPr/>
            <p:nvPr/>
          </p:nvSpPr>
          <p:spPr>
            <a:xfrm>
              <a:off x="16621268" y="8305200"/>
              <a:ext cx="284823" cy="290376"/>
            </a:xfrm>
            <a:custGeom>
              <a:avLst/>
              <a:gdLst>
                <a:gd name="connsiteX0" fmla="*/ 184012 w 284823"/>
                <a:gd name="connsiteY0" fmla="*/ 235422 h 290376"/>
                <a:gd name="connsiteX1" fmla="*/ 233272 w 284823"/>
                <a:gd name="connsiteY1" fmla="*/ 287298 h 290376"/>
                <a:gd name="connsiteX2" fmla="*/ 285058 w 284823"/>
                <a:gd name="connsiteY2" fmla="*/ 227198 h 290376"/>
                <a:gd name="connsiteX3" fmla="*/ 285058 w 284823"/>
                <a:gd name="connsiteY3" fmla="*/ 191771 h 290376"/>
                <a:gd name="connsiteX4" fmla="*/ 269270 w 284823"/>
                <a:gd name="connsiteY4" fmla="*/ 191771 h 290376"/>
                <a:gd name="connsiteX5" fmla="*/ 269270 w 284823"/>
                <a:gd name="connsiteY5" fmla="*/ 227198 h 290376"/>
                <a:gd name="connsiteX6" fmla="*/ 246535 w 284823"/>
                <a:gd name="connsiteY6" fmla="*/ 267686 h 290376"/>
                <a:gd name="connsiteX7" fmla="*/ 223168 w 284823"/>
                <a:gd name="connsiteY7" fmla="*/ 236055 h 290376"/>
                <a:gd name="connsiteX8" fmla="*/ 223168 w 284823"/>
                <a:gd name="connsiteY8" fmla="*/ 109529 h 290376"/>
                <a:gd name="connsiteX9" fmla="*/ 200432 w 284823"/>
                <a:gd name="connsiteY9" fmla="*/ 34879 h 290376"/>
                <a:gd name="connsiteX10" fmla="*/ 113912 w 284823"/>
                <a:gd name="connsiteY10" fmla="*/ 85 h 290376"/>
                <a:gd name="connsiteX11" fmla="*/ 18550 w 284823"/>
                <a:gd name="connsiteY11" fmla="*/ 71572 h 290376"/>
                <a:gd name="connsiteX12" fmla="*/ 47600 w 284823"/>
                <a:gd name="connsiteY12" fmla="*/ 101305 h 290376"/>
                <a:gd name="connsiteX13" fmla="*/ 76651 w 284823"/>
                <a:gd name="connsiteY13" fmla="*/ 72204 h 290376"/>
                <a:gd name="connsiteX14" fmla="*/ 44443 w 284823"/>
                <a:gd name="connsiteY14" fmla="*/ 43103 h 290376"/>
                <a:gd name="connsiteX15" fmla="*/ 112649 w 284823"/>
                <a:gd name="connsiteY15" fmla="*/ 14002 h 290376"/>
                <a:gd name="connsiteX16" fmla="*/ 179592 w 284823"/>
                <a:gd name="connsiteY16" fmla="*/ 94979 h 290376"/>
                <a:gd name="connsiteX17" fmla="*/ 179592 w 284823"/>
                <a:gd name="connsiteY17" fmla="*/ 118386 h 290376"/>
                <a:gd name="connsiteX18" fmla="*/ 63389 w 284823"/>
                <a:gd name="connsiteY18" fmla="*/ 141161 h 290376"/>
                <a:gd name="connsiteX19" fmla="*/ 235 w 284823"/>
                <a:gd name="connsiteY19" fmla="*/ 223402 h 290376"/>
                <a:gd name="connsiteX20" fmla="*/ 101281 w 284823"/>
                <a:gd name="connsiteY20" fmla="*/ 290461 h 290376"/>
                <a:gd name="connsiteX21" fmla="*/ 184012 w 284823"/>
                <a:gd name="connsiteY21" fmla="*/ 235422 h 290376"/>
                <a:gd name="connsiteX22" fmla="*/ 179592 w 284823"/>
                <a:gd name="connsiteY22" fmla="*/ 131671 h 290376"/>
                <a:gd name="connsiteX23" fmla="*/ 179592 w 284823"/>
                <a:gd name="connsiteY23" fmla="*/ 194934 h 290376"/>
                <a:gd name="connsiteX24" fmla="*/ 105702 w 284823"/>
                <a:gd name="connsiteY24" fmla="*/ 276543 h 290376"/>
                <a:gd name="connsiteX25" fmla="*/ 48863 w 284823"/>
                <a:gd name="connsiteY25" fmla="*/ 222770 h 290376"/>
                <a:gd name="connsiteX26" fmla="*/ 179592 w 284823"/>
                <a:gd name="connsiteY26" fmla="*/ 131671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84823" h="290376">
                  <a:moveTo>
                    <a:pt x="184012" y="235422"/>
                  </a:moveTo>
                  <a:cubicBezTo>
                    <a:pt x="186539" y="260727"/>
                    <a:pt x="203590" y="287298"/>
                    <a:pt x="233272" y="287298"/>
                  </a:cubicBezTo>
                  <a:cubicBezTo>
                    <a:pt x="246535" y="287298"/>
                    <a:pt x="285058" y="278441"/>
                    <a:pt x="285058" y="227198"/>
                  </a:cubicBezTo>
                  <a:lnTo>
                    <a:pt x="285058" y="191771"/>
                  </a:lnTo>
                  <a:lnTo>
                    <a:pt x="269270" y="191771"/>
                  </a:lnTo>
                  <a:lnTo>
                    <a:pt x="269270" y="227198"/>
                  </a:lnTo>
                  <a:cubicBezTo>
                    <a:pt x="269270" y="263890"/>
                    <a:pt x="253482" y="267686"/>
                    <a:pt x="246535" y="267686"/>
                  </a:cubicBezTo>
                  <a:cubicBezTo>
                    <a:pt x="225694" y="267686"/>
                    <a:pt x="223168" y="239218"/>
                    <a:pt x="223168" y="236055"/>
                  </a:cubicBezTo>
                  <a:lnTo>
                    <a:pt x="223168" y="109529"/>
                  </a:lnTo>
                  <a:cubicBezTo>
                    <a:pt x="223168" y="82959"/>
                    <a:pt x="223168" y="58286"/>
                    <a:pt x="200432" y="34879"/>
                  </a:cubicBezTo>
                  <a:cubicBezTo>
                    <a:pt x="175802" y="10207"/>
                    <a:pt x="144226" y="85"/>
                    <a:pt x="113912" y="85"/>
                  </a:cubicBezTo>
                  <a:cubicBezTo>
                    <a:pt x="62126" y="85"/>
                    <a:pt x="18550" y="29818"/>
                    <a:pt x="18550" y="71572"/>
                  </a:cubicBezTo>
                  <a:cubicBezTo>
                    <a:pt x="18550" y="90550"/>
                    <a:pt x="31180" y="101305"/>
                    <a:pt x="47600" y="101305"/>
                  </a:cubicBezTo>
                  <a:cubicBezTo>
                    <a:pt x="65283" y="101305"/>
                    <a:pt x="76651" y="88653"/>
                    <a:pt x="76651" y="72204"/>
                  </a:cubicBezTo>
                  <a:cubicBezTo>
                    <a:pt x="76651" y="64613"/>
                    <a:pt x="73493" y="43736"/>
                    <a:pt x="44443" y="43103"/>
                  </a:cubicBezTo>
                  <a:cubicBezTo>
                    <a:pt x="61494" y="20961"/>
                    <a:pt x="92439" y="14002"/>
                    <a:pt x="112649" y="14002"/>
                  </a:cubicBezTo>
                  <a:cubicBezTo>
                    <a:pt x="143594" y="14002"/>
                    <a:pt x="179592" y="38675"/>
                    <a:pt x="179592" y="94979"/>
                  </a:cubicBezTo>
                  <a:lnTo>
                    <a:pt x="179592" y="118386"/>
                  </a:lnTo>
                  <a:cubicBezTo>
                    <a:pt x="147383" y="120284"/>
                    <a:pt x="103176" y="122182"/>
                    <a:pt x="63389" y="141161"/>
                  </a:cubicBezTo>
                  <a:cubicBezTo>
                    <a:pt x="16024" y="162670"/>
                    <a:pt x="235" y="195567"/>
                    <a:pt x="235" y="223402"/>
                  </a:cubicBezTo>
                  <a:cubicBezTo>
                    <a:pt x="235" y="274645"/>
                    <a:pt x="61494" y="290461"/>
                    <a:pt x="101281" y="290461"/>
                  </a:cubicBezTo>
                  <a:cubicBezTo>
                    <a:pt x="142963" y="290461"/>
                    <a:pt x="172013" y="265156"/>
                    <a:pt x="184012" y="235422"/>
                  </a:cubicBezTo>
                  <a:close/>
                  <a:moveTo>
                    <a:pt x="179592" y="131671"/>
                  </a:moveTo>
                  <a:lnTo>
                    <a:pt x="179592" y="194934"/>
                  </a:lnTo>
                  <a:cubicBezTo>
                    <a:pt x="179592" y="255034"/>
                    <a:pt x="134121" y="276543"/>
                    <a:pt x="105702" y="276543"/>
                  </a:cubicBezTo>
                  <a:cubicBezTo>
                    <a:pt x="74756" y="276543"/>
                    <a:pt x="48863" y="254401"/>
                    <a:pt x="48863" y="222770"/>
                  </a:cubicBezTo>
                  <a:cubicBezTo>
                    <a:pt x="48863" y="187975"/>
                    <a:pt x="75388" y="135467"/>
                    <a:pt x="179592" y="131671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CBAF9AD-0058-A3D8-BD5F-89AB65BD1260}"/>
                </a:ext>
              </a:extLst>
            </p:cNvPr>
            <p:cNvSpPr/>
            <p:nvPr/>
          </p:nvSpPr>
          <p:spPr>
            <a:xfrm>
              <a:off x="16918091" y="8315955"/>
              <a:ext cx="318294" cy="272662"/>
            </a:xfrm>
            <a:custGeom>
              <a:avLst/>
              <a:gdLst>
                <a:gd name="connsiteX0" fmla="*/ 173913 w 318294"/>
                <a:gd name="connsiteY0" fmla="*/ 124080 h 272662"/>
                <a:gd name="connsiteX1" fmla="*/ 232014 w 318294"/>
                <a:gd name="connsiteY1" fmla="*/ 52593 h 272662"/>
                <a:gd name="connsiteX2" fmla="*/ 307167 w 318294"/>
                <a:gd name="connsiteY2" fmla="*/ 19696 h 272662"/>
                <a:gd name="connsiteX3" fmla="*/ 307167 w 318294"/>
                <a:gd name="connsiteY3" fmla="*/ 85 h 272662"/>
                <a:gd name="connsiteX4" fmla="*/ 255381 w 318294"/>
                <a:gd name="connsiteY4" fmla="*/ 1983 h 272662"/>
                <a:gd name="connsiteX5" fmla="*/ 194754 w 318294"/>
                <a:gd name="connsiteY5" fmla="*/ 85 h 272662"/>
                <a:gd name="connsiteX6" fmla="*/ 194754 w 318294"/>
                <a:gd name="connsiteY6" fmla="*/ 19696 h 272662"/>
                <a:gd name="connsiteX7" fmla="*/ 213068 w 318294"/>
                <a:gd name="connsiteY7" fmla="*/ 39308 h 272662"/>
                <a:gd name="connsiteX8" fmla="*/ 203595 w 318294"/>
                <a:gd name="connsiteY8" fmla="*/ 61450 h 272662"/>
                <a:gd name="connsiteX9" fmla="*/ 164440 w 318294"/>
                <a:gd name="connsiteY9" fmla="*/ 110795 h 272662"/>
                <a:gd name="connsiteX10" fmla="*/ 115180 w 318294"/>
                <a:gd name="connsiteY10" fmla="*/ 46899 h 272662"/>
                <a:gd name="connsiteX11" fmla="*/ 109496 w 318294"/>
                <a:gd name="connsiteY11" fmla="*/ 35512 h 272662"/>
                <a:gd name="connsiteX12" fmla="*/ 131600 w 318294"/>
                <a:gd name="connsiteY12" fmla="*/ 19696 h 272662"/>
                <a:gd name="connsiteX13" fmla="*/ 131600 w 318294"/>
                <a:gd name="connsiteY13" fmla="*/ 85 h 272662"/>
                <a:gd name="connsiteX14" fmla="*/ 63394 w 318294"/>
                <a:gd name="connsiteY14" fmla="*/ 1983 h 272662"/>
                <a:gd name="connsiteX15" fmla="*/ 3398 w 318294"/>
                <a:gd name="connsiteY15" fmla="*/ 85 h 272662"/>
                <a:gd name="connsiteX16" fmla="*/ 3398 w 318294"/>
                <a:gd name="connsiteY16" fmla="*/ 19696 h 272662"/>
                <a:gd name="connsiteX17" fmla="*/ 77919 w 318294"/>
                <a:gd name="connsiteY17" fmla="*/ 58286 h 272662"/>
                <a:gd name="connsiteX18" fmla="*/ 140441 w 318294"/>
                <a:gd name="connsiteY18" fmla="*/ 139895 h 272662"/>
                <a:gd name="connsiteX19" fmla="*/ 81077 w 318294"/>
                <a:gd name="connsiteY19" fmla="*/ 215178 h 272662"/>
                <a:gd name="connsiteX20" fmla="*/ 240 w 318294"/>
                <a:gd name="connsiteY20" fmla="*/ 253136 h 272662"/>
                <a:gd name="connsiteX21" fmla="*/ 240 w 318294"/>
                <a:gd name="connsiteY21" fmla="*/ 272747 h 272662"/>
                <a:gd name="connsiteX22" fmla="*/ 52658 w 318294"/>
                <a:gd name="connsiteY22" fmla="*/ 270849 h 272662"/>
                <a:gd name="connsiteX23" fmla="*/ 112654 w 318294"/>
                <a:gd name="connsiteY23" fmla="*/ 272747 h 272662"/>
                <a:gd name="connsiteX24" fmla="*/ 112654 w 318294"/>
                <a:gd name="connsiteY24" fmla="*/ 253136 h 272662"/>
                <a:gd name="connsiteX25" fmla="*/ 94339 w 318294"/>
                <a:gd name="connsiteY25" fmla="*/ 233524 h 272662"/>
                <a:gd name="connsiteX26" fmla="*/ 151177 w 318294"/>
                <a:gd name="connsiteY26" fmla="*/ 153181 h 272662"/>
                <a:gd name="connsiteX27" fmla="*/ 199174 w 318294"/>
                <a:gd name="connsiteY27" fmla="*/ 216443 h 272662"/>
                <a:gd name="connsiteX28" fmla="*/ 212437 w 318294"/>
                <a:gd name="connsiteY28" fmla="*/ 237320 h 272662"/>
                <a:gd name="connsiteX29" fmla="*/ 189701 w 318294"/>
                <a:gd name="connsiteY29" fmla="*/ 253136 h 272662"/>
                <a:gd name="connsiteX30" fmla="*/ 189701 w 318294"/>
                <a:gd name="connsiteY30" fmla="*/ 272747 h 272662"/>
                <a:gd name="connsiteX31" fmla="*/ 257907 w 318294"/>
                <a:gd name="connsiteY31" fmla="*/ 270849 h 272662"/>
                <a:gd name="connsiteX32" fmla="*/ 318535 w 318294"/>
                <a:gd name="connsiteY32" fmla="*/ 272747 h 272662"/>
                <a:gd name="connsiteX33" fmla="*/ 318535 w 318294"/>
                <a:gd name="connsiteY33" fmla="*/ 253136 h 272662"/>
                <a:gd name="connsiteX34" fmla="*/ 258539 w 318294"/>
                <a:gd name="connsiteY34" fmla="*/ 233524 h 272662"/>
                <a:gd name="connsiteX35" fmla="*/ 173913 w 318294"/>
                <a:gd name="connsiteY35" fmla="*/ 124080 h 272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318294" h="272662">
                  <a:moveTo>
                    <a:pt x="173913" y="124080"/>
                  </a:moveTo>
                  <a:cubicBezTo>
                    <a:pt x="192859" y="100040"/>
                    <a:pt x="216857" y="69041"/>
                    <a:pt x="232014" y="52593"/>
                  </a:cubicBezTo>
                  <a:cubicBezTo>
                    <a:pt x="251592" y="29818"/>
                    <a:pt x="277485" y="20329"/>
                    <a:pt x="307167" y="19696"/>
                  </a:cubicBezTo>
                  <a:lnTo>
                    <a:pt x="307167" y="85"/>
                  </a:lnTo>
                  <a:cubicBezTo>
                    <a:pt x="290747" y="1350"/>
                    <a:pt x="271801" y="1983"/>
                    <a:pt x="255381" y="1983"/>
                  </a:cubicBezTo>
                  <a:cubicBezTo>
                    <a:pt x="236435" y="1983"/>
                    <a:pt x="202963" y="717"/>
                    <a:pt x="194754" y="85"/>
                  </a:cubicBezTo>
                  <a:lnTo>
                    <a:pt x="194754" y="19696"/>
                  </a:lnTo>
                  <a:cubicBezTo>
                    <a:pt x="208016" y="20961"/>
                    <a:pt x="213068" y="29186"/>
                    <a:pt x="213068" y="39308"/>
                  </a:cubicBezTo>
                  <a:cubicBezTo>
                    <a:pt x="213068" y="49430"/>
                    <a:pt x="206753" y="57654"/>
                    <a:pt x="203595" y="61450"/>
                  </a:cubicBezTo>
                  <a:lnTo>
                    <a:pt x="164440" y="110795"/>
                  </a:lnTo>
                  <a:lnTo>
                    <a:pt x="115180" y="46899"/>
                  </a:lnTo>
                  <a:cubicBezTo>
                    <a:pt x="109496" y="40573"/>
                    <a:pt x="109496" y="39308"/>
                    <a:pt x="109496" y="35512"/>
                  </a:cubicBezTo>
                  <a:cubicBezTo>
                    <a:pt x="109496" y="26022"/>
                    <a:pt x="118969" y="20329"/>
                    <a:pt x="131600" y="19696"/>
                  </a:cubicBezTo>
                  <a:lnTo>
                    <a:pt x="131600" y="85"/>
                  </a:lnTo>
                  <a:cubicBezTo>
                    <a:pt x="115180" y="717"/>
                    <a:pt x="73498" y="1983"/>
                    <a:pt x="63394" y="1983"/>
                  </a:cubicBezTo>
                  <a:cubicBezTo>
                    <a:pt x="50131" y="1983"/>
                    <a:pt x="20449" y="1350"/>
                    <a:pt x="3398" y="85"/>
                  </a:cubicBezTo>
                  <a:lnTo>
                    <a:pt x="3398" y="19696"/>
                  </a:lnTo>
                  <a:cubicBezTo>
                    <a:pt x="47605" y="19696"/>
                    <a:pt x="48237" y="20329"/>
                    <a:pt x="77919" y="58286"/>
                  </a:cubicBezTo>
                  <a:lnTo>
                    <a:pt x="140441" y="139895"/>
                  </a:lnTo>
                  <a:lnTo>
                    <a:pt x="81077" y="215178"/>
                  </a:lnTo>
                  <a:cubicBezTo>
                    <a:pt x="50763" y="251871"/>
                    <a:pt x="13502" y="253136"/>
                    <a:pt x="240" y="253136"/>
                  </a:cubicBezTo>
                  <a:lnTo>
                    <a:pt x="240" y="272747"/>
                  </a:lnTo>
                  <a:cubicBezTo>
                    <a:pt x="16660" y="271482"/>
                    <a:pt x="36238" y="270849"/>
                    <a:pt x="52658" y="270849"/>
                  </a:cubicBezTo>
                  <a:cubicBezTo>
                    <a:pt x="70972" y="270849"/>
                    <a:pt x="97497" y="272115"/>
                    <a:pt x="112654" y="272747"/>
                  </a:cubicBezTo>
                  <a:lnTo>
                    <a:pt x="112654" y="253136"/>
                  </a:lnTo>
                  <a:cubicBezTo>
                    <a:pt x="98760" y="251238"/>
                    <a:pt x="94339" y="243014"/>
                    <a:pt x="94339" y="233524"/>
                  </a:cubicBezTo>
                  <a:cubicBezTo>
                    <a:pt x="94339" y="219606"/>
                    <a:pt x="112654" y="198730"/>
                    <a:pt x="151177" y="153181"/>
                  </a:cubicBezTo>
                  <a:lnTo>
                    <a:pt x="199174" y="216443"/>
                  </a:lnTo>
                  <a:cubicBezTo>
                    <a:pt x="204227" y="223402"/>
                    <a:pt x="212437" y="233524"/>
                    <a:pt x="212437" y="237320"/>
                  </a:cubicBezTo>
                  <a:cubicBezTo>
                    <a:pt x="212437" y="243014"/>
                    <a:pt x="206753" y="252503"/>
                    <a:pt x="189701" y="253136"/>
                  </a:cubicBezTo>
                  <a:lnTo>
                    <a:pt x="189701" y="272747"/>
                  </a:lnTo>
                  <a:cubicBezTo>
                    <a:pt x="208647" y="272115"/>
                    <a:pt x="244013" y="270849"/>
                    <a:pt x="257907" y="270849"/>
                  </a:cubicBezTo>
                  <a:cubicBezTo>
                    <a:pt x="274959" y="270849"/>
                    <a:pt x="299589" y="271482"/>
                    <a:pt x="318535" y="272747"/>
                  </a:cubicBezTo>
                  <a:lnTo>
                    <a:pt x="318535" y="253136"/>
                  </a:lnTo>
                  <a:cubicBezTo>
                    <a:pt x="284432" y="253136"/>
                    <a:pt x="273064" y="251871"/>
                    <a:pt x="258539" y="233524"/>
                  </a:cubicBezTo>
                  <a:lnTo>
                    <a:pt x="173913" y="124080"/>
                  </a:ln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5720959-7262-6E66-0CE8-BAB955AC2E2E}"/>
                </a:ext>
              </a:extLst>
            </p:cNvPr>
            <p:cNvSpPr/>
            <p:nvPr/>
          </p:nvSpPr>
          <p:spPr>
            <a:xfrm>
              <a:off x="16517768" y="8768031"/>
              <a:ext cx="270550" cy="289616"/>
            </a:xfrm>
            <a:custGeom>
              <a:avLst/>
              <a:gdLst>
                <a:gd name="connsiteX0" fmla="*/ 227903 w 270550"/>
                <a:gd name="connsiteY0" fmla="*/ 201140 h 289616"/>
                <a:gd name="connsiteX1" fmla="*/ 269016 w 270550"/>
                <a:gd name="connsiteY1" fmla="*/ 36846 h 289616"/>
                <a:gd name="connsiteX2" fmla="*/ 270784 w 270550"/>
                <a:gd name="connsiteY2" fmla="*/ 25775 h 289616"/>
                <a:gd name="connsiteX3" fmla="*/ 247796 w 270550"/>
                <a:gd name="connsiteY3" fmla="*/ 3633 h 289616"/>
                <a:gd name="connsiteX4" fmla="*/ 213756 w 270550"/>
                <a:gd name="connsiteY4" fmla="*/ 38175 h 289616"/>
                <a:gd name="connsiteX5" fmla="*/ 202262 w 270550"/>
                <a:gd name="connsiteY5" fmla="*/ 84230 h 289616"/>
                <a:gd name="connsiteX6" fmla="*/ 188558 w 270550"/>
                <a:gd name="connsiteY6" fmla="*/ 139585 h 289616"/>
                <a:gd name="connsiteX7" fmla="*/ 179274 w 270550"/>
                <a:gd name="connsiteY7" fmla="*/ 159070 h 289616"/>
                <a:gd name="connsiteX8" fmla="*/ 132414 w 270550"/>
                <a:gd name="connsiteY8" fmla="*/ 183426 h 289616"/>
                <a:gd name="connsiteX9" fmla="*/ 102353 w 270550"/>
                <a:gd name="connsiteY9" fmla="*/ 151099 h 289616"/>
                <a:gd name="connsiteX10" fmla="*/ 127552 w 270550"/>
                <a:gd name="connsiteY10" fmla="*/ 64745 h 289616"/>
                <a:gd name="connsiteX11" fmla="*/ 134183 w 270550"/>
                <a:gd name="connsiteY11" fmla="*/ 40832 h 289616"/>
                <a:gd name="connsiteX12" fmla="*/ 77155 w 270550"/>
                <a:gd name="connsiteY12" fmla="*/ 91 h 289616"/>
                <a:gd name="connsiteX13" fmla="*/ 234 w 270550"/>
                <a:gd name="connsiteY13" fmla="*/ 69174 h 289616"/>
                <a:gd name="connsiteX14" fmla="*/ 14380 w 270550"/>
                <a:gd name="connsiteY14" fmla="*/ 77145 h 289616"/>
                <a:gd name="connsiteX15" fmla="*/ 28968 w 270550"/>
                <a:gd name="connsiteY15" fmla="*/ 67402 h 289616"/>
                <a:gd name="connsiteX16" fmla="*/ 74502 w 270550"/>
                <a:gd name="connsiteY16" fmla="*/ 20461 h 289616"/>
                <a:gd name="connsiteX17" fmla="*/ 82018 w 270550"/>
                <a:gd name="connsiteY17" fmla="*/ 31089 h 289616"/>
                <a:gd name="connsiteX18" fmla="*/ 74944 w 270550"/>
                <a:gd name="connsiteY18" fmla="*/ 56331 h 289616"/>
                <a:gd name="connsiteX19" fmla="*/ 49304 w 270550"/>
                <a:gd name="connsiteY19" fmla="*/ 142685 h 289616"/>
                <a:gd name="connsiteX20" fmla="*/ 128878 w 270550"/>
                <a:gd name="connsiteY20" fmla="*/ 203797 h 289616"/>
                <a:gd name="connsiteX21" fmla="*/ 175738 w 270550"/>
                <a:gd name="connsiteY21" fmla="*/ 190512 h 289616"/>
                <a:gd name="connsiteX22" fmla="*/ 94396 w 270550"/>
                <a:gd name="connsiteY22" fmla="*/ 269337 h 289616"/>
                <a:gd name="connsiteX23" fmla="*/ 71408 w 270550"/>
                <a:gd name="connsiteY23" fmla="*/ 265794 h 289616"/>
                <a:gd name="connsiteX24" fmla="*/ 86881 w 270550"/>
                <a:gd name="connsiteY24" fmla="*/ 237453 h 289616"/>
                <a:gd name="connsiteX25" fmla="*/ 62124 w 270550"/>
                <a:gd name="connsiteY25" fmla="*/ 213982 h 289616"/>
                <a:gd name="connsiteX26" fmla="*/ 26758 w 270550"/>
                <a:gd name="connsiteY26" fmla="*/ 250738 h 289616"/>
                <a:gd name="connsiteX27" fmla="*/ 93954 w 270550"/>
                <a:gd name="connsiteY27" fmla="*/ 289708 h 289616"/>
                <a:gd name="connsiteX28" fmla="*/ 227903 w 270550"/>
                <a:gd name="connsiteY28" fmla="*/ 201140 h 289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70550" h="289616">
                  <a:moveTo>
                    <a:pt x="227903" y="201140"/>
                  </a:moveTo>
                  <a:lnTo>
                    <a:pt x="269016" y="36846"/>
                  </a:lnTo>
                  <a:cubicBezTo>
                    <a:pt x="270784" y="29761"/>
                    <a:pt x="270784" y="27547"/>
                    <a:pt x="270784" y="25775"/>
                  </a:cubicBezTo>
                  <a:cubicBezTo>
                    <a:pt x="270784" y="10276"/>
                    <a:pt x="258848" y="3633"/>
                    <a:pt x="247796" y="3633"/>
                  </a:cubicBezTo>
                  <a:cubicBezTo>
                    <a:pt x="222598" y="3633"/>
                    <a:pt x="216851" y="25775"/>
                    <a:pt x="213756" y="38175"/>
                  </a:cubicBezTo>
                  <a:lnTo>
                    <a:pt x="202262" y="84230"/>
                  </a:lnTo>
                  <a:lnTo>
                    <a:pt x="188558" y="139585"/>
                  </a:lnTo>
                  <a:cubicBezTo>
                    <a:pt x="185463" y="151542"/>
                    <a:pt x="185463" y="152427"/>
                    <a:pt x="179274" y="159070"/>
                  </a:cubicBezTo>
                  <a:cubicBezTo>
                    <a:pt x="167780" y="171912"/>
                    <a:pt x="152308" y="183426"/>
                    <a:pt x="132414" y="183426"/>
                  </a:cubicBezTo>
                  <a:cubicBezTo>
                    <a:pt x="102353" y="183426"/>
                    <a:pt x="102353" y="159956"/>
                    <a:pt x="102353" y="151099"/>
                  </a:cubicBezTo>
                  <a:cubicBezTo>
                    <a:pt x="102353" y="126743"/>
                    <a:pt x="114289" y="96630"/>
                    <a:pt x="127552" y="64745"/>
                  </a:cubicBezTo>
                  <a:cubicBezTo>
                    <a:pt x="132414" y="52346"/>
                    <a:pt x="134183" y="47474"/>
                    <a:pt x="134183" y="40832"/>
                  </a:cubicBezTo>
                  <a:cubicBezTo>
                    <a:pt x="134183" y="14262"/>
                    <a:pt x="105448" y="91"/>
                    <a:pt x="77155" y="91"/>
                  </a:cubicBezTo>
                  <a:cubicBezTo>
                    <a:pt x="26758" y="91"/>
                    <a:pt x="234" y="56331"/>
                    <a:pt x="234" y="69174"/>
                  </a:cubicBezTo>
                  <a:cubicBezTo>
                    <a:pt x="234" y="77145"/>
                    <a:pt x="7749" y="77145"/>
                    <a:pt x="14380" y="77145"/>
                  </a:cubicBezTo>
                  <a:cubicBezTo>
                    <a:pt x="25432" y="77145"/>
                    <a:pt x="26316" y="76259"/>
                    <a:pt x="28968" y="67402"/>
                  </a:cubicBezTo>
                  <a:cubicBezTo>
                    <a:pt x="36484" y="42160"/>
                    <a:pt x="55493" y="20461"/>
                    <a:pt x="74502" y="20461"/>
                  </a:cubicBezTo>
                  <a:cubicBezTo>
                    <a:pt x="77155" y="20461"/>
                    <a:pt x="82018" y="20461"/>
                    <a:pt x="82018" y="31089"/>
                  </a:cubicBezTo>
                  <a:cubicBezTo>
                    <a:pt x="82018" y="39503"/>
                    <a:pt x="78923" y="47474"/>
                    <a:pt x="74944" y="56331"/>
                  </a:cubicBezTo>
                  <a:cubicBezTo>
                    <a:pt x="58588" y="96187"/>
                    <a:pt x="49304" y="121871"/>
                    <a:pt x="49304" y="142685"/>
                  </a:cubicBezTo>
                  <a:cubicBezTo>
                    <a:pt x="49304" y="191840"/>
                    <a:pt x="91743" y="203797"/>
                    <a:pt x="128878" y="203797"/>
                  </a:cubicBezTo>
                  <a:cubicBezTo>
                    <a:pt x="142140" y="203797"/>
                    <a:pt x="154960" y="202468"/>
                    <a:pt x="175738" y="190512"/>
                  </a:cubicBezTo>
                  <a:cubicBezTo>
                    <a:pt x="164244" y="241881"/>
                    <a:pt x="126667" y="269337"/>
                    <a:pt x="94396" y="269337"/>
                  </a:cubicBezTo>
                  <a:cubicBezTo>
                    <a:pt x="90859" y="269337"/>
                    <a:pt x="81576" y="269337"/>
                    <a:pt x="71408" y="265794"/>
                  </a:cubicBezTo>
                  <a:cubicBezTo>
                    <a:pt x="83344" y="258266"/>
                    <a:pt x="86881" y="243209"/>
                    <a:pt x="86881" y="237453"/>
                  </a:cubicBezTo>
                  <a:cubicBezTo>
                    <a:pt x="86881" y="224610"/>
                    <a:pt x="77155" y="213982"/>
                    <a:pt x="62124" y="213982"/>
                  </a:cubicBezTo>
                  <a:cubicBezTo>
                    <a:pt x="42673" y="213982"/>
                    <a:pt x="26758" y="230810"/>
                    <a:pt x="26758" y="250738"/>
                  </a:cubicBezTo>
                  <a:cubicBezTo>
                    <a:pt x="26758" y="273323"/>
                    <a:pt x="49746" y="289708"/>
                    <a:pt x="93954" y="289708"/>
                  </a:cubicBezTo>
                  <a:cubicBezTo>
                    <a:pt x="147445" y="289708"/>
                    <a:pt x="213314" y="259595"/>
                    <a:pt x="227903" y="201140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28D96DD-7D23-B4E0-253A-4A27BB40D4B4}"/>
                </a:ext>
              </a:extLst>
            </p:cNvPr>
            <p:cNvSpPr/>
            <p:nvPr/>
          </p:nvSpPr>
          <p:spPr>
            <a:xfrm>
              <a:off x="17369920" y="8305200"/>
              <a:ext cx="206512" cy="290376"/>
            </a:xfrm>
            <a:custGeom>
              <a:avLst/>
              <a:gdLst>
                <a:gd name="connsiteX0" fmla="*/ 110766 w 206512"/>
                <a:gd name="connsiteY0" fmla="*/ 160772 h 290376"/>
                <a:gd name="connsiteX1" fmla="*/ 176446 w 206512"/>
                <a:gd name="connsiteY1" fmla="*/ 218974 h 290376"/>
                <a:gd name="connsiteX2" fmla="*/ 105082 w 206512"/>
                <a:gd name="connsiteY2" fmla="*/ 276543 h 290376"/>
                <a:gd name="connsiteX3" fmla="*/ 17298 w 206512"/>
                <a:gd name="connsiteY3" fmla="*/ 186710 h 290376"/>
                <a:gd name="connsiteX4" fmla="*/ 8457 w 206512"/>
                <a:gd name="connsiteY4" fmla="*/ 175955 h 290376"/>
                <a:gd name="connsiteX5" fmla="*/ 247 w 206512"/>
                <a:gd name="connsiteY5" fmla="*/ 191771 h 290376"/>
                <a:gd name="connsiteX6" fmla="*/ 247 w 206512"/>
                <a:gd name="connsiteY6" fmla="*/ 275278 h 290376"/>
                <a:gd name="connsiteX7" fmla="*/ 7194 w 206512"/>
                <a:gd name="connsiteY7" fmla="*/ 290461 h 290376"/>
                <a:gd name="connsiteX8" fmla="*/ 22982 w 206512"/>
                <a:gd name="connsiteY8" fmla="*/ 277808 h 290376"/>
                <a:gd name="connsiteX9" fmla="*/ 35613 w 206512"/>
                <a:gd name="connsiteY9" fmla="*/ 263258 h 290376"/>
                <a:gd name="connsiteX10" fmla="*/ 105082 w 206512"/>
                <a:gd name="connsiteY10" fmla="*/ 290461 h 290376"/>
                <a:gd name="connsiteX11" fmla="*/ 206760 w 206512"/>
                <a:gd name="connsiteY11" fmla="*/ 202526 h 290376"/>
                <a:gd name="connsiteX12" fmla="*/ 180235 w 206512"/>
                <a:gd name="connsiteY12" fmla="*/ 142426 h 290376"/>
                <a:gd name="connsiteX13" fmla="*/ 108240 w 206512"/>
                <a:gd name="connsiteY13" fmla="*/ 112060 h 290376"/>
                <a:gd name="connsiteX14" fmla="*/ 30561 w 206512"/>
                <a:gd name="connsiteY14" fmla="*/ 60184 h 290376"/>
                <a:gd name="connsiteX15" fmla="*/ 101293 w 206512"/>
                <a:gd name="connsiteY15" fmla="*/ 12105 h 290376"/>
                <a:gd name="connsiteX16" fmla="*/ 175183 w 206512"/>
                <a:gd name="connsiteY16" fmla="*/ 88653 h 290376"/>
                <a:gd name="connsiteX17" fmla="*/ 182761 w 206512"/>
                <a:gd name="connsiteY17" fmla="*/ 94346 h 290376"/>
                <a:gd name="connsiteX18" fmla="*/ 190971 w 206512"/>
                <a:gd name="connsiteY18" fmla="*/ 79163 h 290376"/>
                <a:gd name="connsiteX19" fmla="*/ 190971 w 206512"/>
                <a:gd name="connsiteY19" fmla="*/ 15268 h 290376"/>
                <a:gd name="connsiteX20" fmla="*/ 184024 w 206512"/>
                <a:gd name="connsiteY20" fmla="*/ 85 h 290376"/>
                <a:gd name="connsiteX21" fmla="*/ 171394 w 206512"/>
                <a:gd name="connsiteY21" fmla="*/ 7676 h 290376"/>
                <a:gd name="connsiteX22" fmla="*/ 160657 w 206512"/>
                <a:gd name="connsiteY22" fmla="*/ 17798 h 290376"/>
                <a:gd name="connsiteX23" fmla="*/ 101293 w 206512"/>
                <a:gd name="connsiteY23" fmla="*/ 85 h 290376"/>
                <a:gd name="connsiteX24" fmla="*/ 247 w 206512"/>
                <a:gd name="connsiteY24" fmla="*/ 77898 h 290376"/>
                <a:gd name="connsiteX25" fmla="*/ 27403 w 206512"/>
                <a:gd name="connsiteY25" fmla="*/ 131671 h 290376"/>
                <a:gd name="connsiteX26" fmla="*/ 110766 w 206512"/>
                <a:gd name="connsiteY26" fmla="*/ 160772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512" h="290376">
                  <a:moveTo>
                    <a:pt x="110766" y="160772"/>
                  </a:moveTo>
                  <a:cubicBezTo>
                    <a:pt x="124660" y="163303"/>
                    <a:pt x="176446" y="173425"/>
                    <a:pt x="176446" y="218974"/>
                  </a:cubicBezTo>
                  <a:cubicBezTo>
                    <a:pt x="176446" y="251238"/>
                    <a:pt x="154342" y="276543"/>
                    <a:pt x="105082" y="276543"/>
                  </a:cubicBezTo>
                  <a:cubicBezTo>
                    <a:pt x="52033" y="276543"/>
                    <a:pt x="29298" y="240483"/>
                    <a:pt x="17298" y="186710"/>
                  </a:cubicBezTo>
                  <a:cubicBezTo>
                    <a:pt x="15404" y="178486"/>
                    <a:pt x="14772" y="175955"/>
                    <a:pt x="8457" y="175955"/>
                  </a:cubicBezTo>
                  <a:cubicBezTo>
                    <a:pt x="247" y="175955"/>
                    <a:pt x="247" y="180384"/>
                    <a:pt x="247" y="191771"/>
                  </a:cubicBezTo>
                  <a:lnTo>
                    <a:pt x="247" y="275278"/>
                  </a:lnTo>
                  <a:cubicBezTo>
                    <a:pt x="247" y="286032"/>
                    <a:pt x="247" y="290461"/>
                    <a:pt x="7194" y="290461"/>
                  </a:cubicBezTo>
                  <a:cubicBezTo>
                    <a:pt x="10352" y="290461"/>
                    <a:pt x="10983" y="289828"/>
                    <a:pt x="22982" y="277808"/>
                  </a:cubicBezTo>
                  <a:cubicBezTo>
                    <a:pt x="24245" y="276543"/>
                    <a:pt x="24245" y="275278"/>
                    <a:pt x="35613" y="263258"/>
                  </a:cubicBezTo>
                  <a:cubicBezTo>
                    <a:pt x="63401" y="289828"/>
                    <a:pt x="91820" y="290461"/>
                    <a:pt x="105082" y="290461"/>
                  </a:cubicBezTo>
                  <a:cubicBezTo>
                    <a:pt x="177709" y="290461"/>
                    <a:pt x="206760" y="248075"/>
                    <a:pt x="206760" y="202526"/>
                  </a:cubicBezTo>
                  <a:cubicBezTo>
                    <a:pt x="206760" y="168996"/>
                    <a:pt x="187814" y="150017"/>
                    <a:pt x="180235" y="142426"/>
                  </a:cubicBezTo>
                  <a:cubicBezTo>
                    <a:pt x="159394" y="122182"/>
                    <a:pt x="134764" y="117121"/>
                    <a:pt x="108240" y="112060"/>
                  </a:cubicBezTo>
                  <a:cubicBezTo>
                    <a:pt x="72874" y="105101"/>
                    <a:pt x="30561" y="96877"/>
                    <a:pt x="30561" y="60184"/>
                  </a:cubicBezTo>
                  <a:cubicBezTo>
                    <a:pt x="30561" y="38042"/>
                    <a:pt x="46981" y="12105"/>
                    <a:pt x="101293" y="12105"/>
                  </a:cubicBezTo>
                  <a:cubicBezTo>
                    <a:pt x="170762" y="12105"/>
                    <a:pt x="173920" y="69041"/>
                    <a:pt x="175183" y="88653"/>
                  </a:cubicBezTo>
                  <a:cubicBezTo>
                    <a:pt x="175814" y="94346"/>
                    <a:pt x="181498" y="94346"/>
                    <a:pt x="182761" y="94346"/>
                  </a:cubicBezTo>
                  <a:cubicBezTo>
                    <a:pt x="190971" y="94346"/>
                    <a:pt x="190971" y="91183"/>
                    <a:pt x="190971" y="79163"/>
                  </a:cubicBezTo>
                  <a:lnTo>
                    <a:pt x="190971" y="15268"/>
                  </a:lnTo>
                  <a:cubicBezTo>
                    <a:pt x="190971" y="4513"/>
                    <a:pt x="190971" y="85"/>
                    <a:pt x="184024" y="85"/>
                  </a:cubicBezTo>
                  <a:cubicBezTo>
                    <a:pt x="180867" y="85"/>
                    <a:pt x="179604" y="85"/>
                    <a:pt x="171394" y="7676"/>
                  </a:cubicBezTo>
                  <a:cubicBezTo>
                    <a:pt x="169499" y="10207"/>
                    <a:pt x="163184" y="15900"/>
                    <a:pt x="160657" y="17798"/>
                  </a:cubicBezTo>
                  <a:cubicBezTo>
                    <a:pt x="136659" y="85"/>
                    <a:pt x="110766" y="85"/>
                    <a:pt x="101293" y="85"/>
                  </a:cubicBezTo>
                  <a:cubicBezTo>
                    <a:pt x="24245" y="85"/>
                    <a:pt x="247" y="42471"/>
                    <a:pt x="247" y="77898"/>
                  </a:cubicBezTo>
                  <a:cubicBezTo>
                    <a:pt x="247" y="100040"/>
                    <a:pt x="10352" y="117753"/>
                    <a:pt x="27403" y="131671"/>
                  </a:cubicBezTo>
                  <a:cubicBezTo>
                    <a:pt x="47612" y="148120"/>
                    <a:pt x="65295" y="151915"/>
                    <a:pt x="110766" y="160772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98E29FE-EEF5-0A9B-BF6E-DAF51718B6B6}"/>
                </a:ext>
              </a:extLst>
            </p:cNvPr>
            <p:cNvSpPr/>
            <p:nvPr/>
          </p:nvSpPr>
          <p:spPr>
            <a:xfrm>
              <a:off x="17619658" y="8305200"/>
              <a:ext cx="240615" cy="290376"/>
            </a:xfrm>
            <a:custGeom>
              <a:avLst/>
              <a:gdLst>
                <a:gd name="connsiteX0" fmla="*/ 52668 w 240615"/>
                <a:gd name="connsiteY0" fmla="*/ 145589 h 290376"/>
                <a:gd name="connsiteX1" fmla="*/ 137926 w 240615"/>
                <a:gd name="connsiteY1" fmla="*/ 15900 h 290376"/>
                <a:gd name="connsiteX2" fmla="*/ 205500 w 240615"/>
                <a:gd name="connsiteY2" fmla="*/ 39308 h 290376"/>
                <a:gd name="connsiteX3" fmla="*/ 175818 w 240615"/>
                <a:gd name="connsiteY3" fmla="*/ 68408 h 290376"/>
                <a:gd name="connsiteX4" fmla="*/ 204869 w 240615"/>
                <a:gd name="connsiteY4" fmla="*/ 97509 h 290376"/>
                <a:gd name="connsiteX5" fmla="*/ 233920 w 240615"/>
                <a:gd name="connsiteY5" fmla="*/ 67776 h 290376"/>
                <a:gd name="connsiteX6" fmla="*/ 137294 w 240615"/>
                <a:gd name="connsiteY6" fmla="*/ 85 h 290376"/>
                <a:gd name="connsiteX7" fmla="*/ 251 w 240615"/>
                <a:gd name="connsiteY7" fmla="*/ 146854 h 290376"/>
                <a:gd name="connsiteX8" fmla="*/ 136031 w 240615"/>
                <a:gd name="connsiteY8" fmla="*/ 290461 h 290376"/>
                <a:gd name="connsiteX9" fmla="*/ 240867 w 240615"/>
                <a:gd name="connsiteY9" fmla="*/ 208219 h 290376"/>
                <a:gd name="connsiteX10" fmla="*/ 232657 w 240615"/>
                <a:gd name="connsiteY10" fmla="*/ 201893 h 290376"/>
                <a:gd name="connsiteX11" fmla="*/ 224447 w 240615"/>
                <a:gd name="connsiteY11" fmla="*/ 208219 h 290376"/>
                <a:gd name="connsiteX12" fmla="*/ 141715 w 240615"/>
                <a:gd name="connsiteY12" fmla="*/ 274645 h 290376"/>
                <a:gd name="connsiteX13" fmla="*/ 52668 w 240615"/>
                <a:gd name="connsiteY13" fmla="*/ 145589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0615" h="290376">
                  <a:moveTo>
                    <a:pt x="52668" y="145589"/>
                  </a:moveTo>
                  <a:cubicBezTo>
                    <a:pt x="52668" y="42471"/>
                    <a:pt x="104455" y="15900"/>
                    <a:pt x="137926" y="15900"/>
                  </a:cubicBezTo>
                  <a:cubicBezTo>
                    <a:pt x="143610" y="15900"/>
                    <a:pt x="183397" y="16533"/>
                    <a:pt x="205500" y="39308"/>
                  </a:cubicBezTo>
                  <a:cubicBezTo>
                    <a:pt x="179607" y="41206"/>
                    <a:pt x="175818" y="60184"/>
                    <a:pt x="175818" y="68408"/>
                  </a:cubicBezTo>
                  <a:cubicBezTo>
                    <a:pt x="175818" y="84857"/>
                    <a:pt x="187186" y="97509"/>
                    <a:pt x="204869" y="97509"/>
                  </a:cubicBezTo>
                  <a:cubicBezTo>
                    <a:pt x="221289" y="97509"/>
                    <a:pt x="233920" y="86755"/>
                    <a:pt x="233920" y="67776"/>
                  </a:cubicBezTo>
                  <a:cubicBezTo>
                    <a:pt x="233920" y="24757"/>
                    <a:pt x="185923" y="85"/>
                    <a:pt x="137294" y="85"/>
                  </a:cubicBezTo>
                  <a:cubicBezTo>
                    <a:pt x="58352" y="85"/>
                    <a:pt x="251" y="68408"/>
                    <a:pt x="251" y="146854"/>
                  </a:cubicBezTo>
                  <a:cubicBezTo>
                    <a:pt x="251" y="227831"/>
                    <a:pt x="62773" y="290461"/>
                    <a:pt x="136031" y="290461"/>
                  </a:cubicBezTo>
                  <a:cubicBezTo>
                    <a:pt x="220657" y="290461"/>
                    <a:pt x="240867" y="214545"/>
                    <a:pt x="240867" y="208219"/>
                  </a:cubicBezTo>
                  <a:cubicBezTo>
                    <a:pt x="240867" y="201893"/>
                    <a:pt x="234551" y="201893"/>
                    <a:pt x="232657" y="201893"/>
                  </a:cubicBezTo>
                  <a:cubicBezTo>
                    <a:pt x="226973" y="201893"/>
                    <a:pt x="225710" y="204423"/>
                    <a:pt x="224447" y="208219"/>
                  </a:cubicBezTo>
                  <a:cubicBezTo>
                    <a:pt x="206132" y="267054"/>
                    <a:pt x="165082" y="274645"/>
                    <a:pt x="141715" y="274645"/>
                  </a:cubicBezTo>
                  <a:cubicBezTo>
                    <a:pt x="108244" y="274645"/>
                    <a:pt x="52668" y="247442"/>
                    <a:pt x="52668" y="145589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90184CD-791A-1262-DA60-56149B918143}"/>
                </a:ext>
              </a:extLst>
            </p:cNvPr>
            <p:cNvSpPr/>
            <p:nvPr/>
          </p:nvSpPr>
          <p:spPr>
            <a:xfrm>
              <a:off x="17896553" y="8305200"/>
              <a:ext cx="279770" cy="290376"/>
            </a:xfrm>
            <a:custGeom>
              <a:avLst/>
              <a:gdLst>
                <a:gd name="connsiteX0" fmla="*/ 280026 w 279770"/>
                <a:gd name="connsiteY0" fmla="*/ 148120 h 290376"/>
                <a:gd name="connsiteX1" fmla="*/ 140457 w 279770"/>
                <a:gd name="connsiteY1" fmla="*/ 85 h 290376"/>
                <a:gd name="connsiteX2" fmla="*/ 255 w 279770"/>
                <a:gd name="connsiteY2" fmla="*/ 148120 h 290376"/>
                <a:gd name="connsiteX3" fmla="*/ 139825 w 279770"/>
                <a:gd name="connsiteY3" fmla="*/ 290461 h 290376"/>
                <a:gd name="connsiteX4" fmla="*/ 280026 w 279770"/>
                <a:gd name="connsiteY4" fmla="*/ 148120 h 290376"/>
                <a:gd name="connsiteX5" fmla="*/ 140457 w 279770"/>
                <a:gd name="connsiteY5" fmla="*/ 274645 h 290376"/>
                <a:gd name="connsiteX6" fmla="*/ 68461 w 279770"/>
                <a:gd name="connsiteY6" fmla="*/ 232259 h 290376"/>
                <a:gd name="connsiteX7" fmla="*/ 52673 w 279770"/>
                <a:gd name="connsiteY7" fmla="*/ 143059 h 290376"/>
                <a:gd name="connsiteX8" fmla="*/ 67830 w 279770"/>
                <a:gd name="connsiteY8" fmla="*/ 56389 h 290376"/>
                <a:gd name="connsiteX9" fmla="*/ 139825 w 279770"/>
                <a:gd name="connsiteY9" fmla="*/ 14002 h 290376"/>
                <a:gd name="connsiteX10" fmla="*/ 211189 w 279770"/>
                <a:gd name="connsiteY10" fmla="*/ 55123 h 290376"/>
                <a:gd name="connsiteX11" fmla="*/ 227609 w 279770"/>
                <a:gd name="connsiteY11" fmla="*/ 143059 h 290376"/>
                <a:gd name="connsiteX12" fmla="*/ 213715 w 279770"/>
                <a:gd name="connsiteY12" fmla="*/ 227831 h 290376"/>
                <a:gd name="connsiteX13" fmla="*/ 140457 w 279770"/>
                <a:gd name="connsiteY13" fmla="*/ 274645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9770" h="290376">
                  <a:moveTo>
                    <a:pt x="280026" y="148120"/>
                  </a:moveTo>
                  <a:cubicBezTo>
                    <a:pt x="280026" y="67143"/>
                    <a:pt x="216873" y="85"/>
                    <a:pt x="140457" y="85"/>
                  </a:cubicBezTo>
                  <a:cubicBezTo>
                    <a:pt x="61514" y="85"/>
                    <a:pt x="255" y="69041"/>
                    <a:pt x="255" y="148120"/>
                  </a:cubicBezTo>
                  <a:cubicBezTo>
                    <a:pt x="255" y="229729"/>
                    <a:pt x="65935" y="290461"/>
                    <a:pt x="139825" y="290461"/>
                  </a:cubicBezTo>
                  <a:cubicBezTo>
                    <a:pt x="216241" y="290461"/>
                    <a:pt x="280026" y="228463"/>
                    <a:pt x="280026" y="148120"/>
                  </a:cubicBezTo>
                  <a:close/>
                  <a:moveTo>
                    <a:pt x="140457" y="274645"/>
                  </a:moveTo>
                  <a:cubicBezTo>
                    <a:pt x="113301" y="274645"/>
                    <a:pt x="85513" y="261360"/>
                    <a:pt x="68461" y="232259"/>
                  </a:cubicBezTo>
                  <a:cubicBezTo>
                    <a:pt x="52673" y="204423"/>
                    <a:pt x="52673" y="165833"/>
                    <a:pt x="52673" y="143059"/>
                  </a:cubicBezTo>
                  <a:cubicBezTo>
                    <a:pt x="52673" y="118386"/>
                    <a:pt x="52673" y="84224"/>
                    <a:pt x="67830" y="56389"/>
                  </a:cubicBezTo>
                  <a:cubicBezTo>
                    <a:pt x="84881" y="27288"/>
                    <a:pt x="114564" y="14002"/>
                    <a:pt x="139825" y="14002"/>
                  </a:cubicBezTo>
                  <a:cubicBezTo>
                    <a:pt x="167613" y="14002"/>
                    <a:pt x="194769" y="27920"/>
                    <a:pt x="211189" y="55123"/>
                  </a:cubicBezTo>
                  <a:cubicBezTo>
                    <a:pt x="227609" y="82326"/>
                    <a:pt x="227609" y="119019"/>
                    <a:pt x="227609" y="143059"/>
                  </a:cubicBezTo>
                  <a:cubicBezTo>
                    <a:pt x="227609" y="165833"/>
                    <a:pt x="227609" y="199995"/>
                    <a:pt x="213715" y="227831"/>
                  </a:cubicBezTo>
                  <a:cubicBezTo>
                    <a:pt x="199821" y="256299"/>
                    <a:pt x="172033" y="274645"/>
                    <a:pt x="140457" y="274645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FB38B6B-8189-A988-BAFE-584523088447}"/>
                </a:ext>
              </a:extLst>
            </p:cNvPr>
            <p:cNvSpPr/>
            <p:nvPr/>
          </p:nvSpPr>
          <p:spPr>
            <a:xfrm>
              <a:off x="18212323" y="8308996"/>
              <a:ext cx="212196" cy="279621"/>
            </a:xfrm>
            <a:custGeom>
              <a:avLst/>
              <a:gdLst>
                <a:gd name="connsiteX0" fmla="*/ 88044 w 212196"/>
                <a:gd name="connsiteY0" fmla="*/ 69674 h 279621"/>
                <a:gd name="connsiteX1" fmla="*/ 88044 w 212196"/>
                <a:gd name="connsiteY1" fmla="*/ 85 h 279621"/>
                <a:gd name="connsiteX2" fmla="*/ 260 w 212196"/>
                <a:gd name="connsiteY2" fmla="*/ 7044 h 279621"/>
                <a:gd name="connsiteX3" fmla="*/ 260 w 212196"/>
                <a:gd name="connsiteY3" fmla="*/ 26655 h 279621"/>
                <a:gd name="connsiteX4" fmla="*/ 49520 w 212196"/>
                <a:gd name="connsiteY4" fmla="*/ 62082 h 279621"/>
                <a:gd name="connsiteX5" fmla="*/ 49520 w 212196"/>
                <a:gd name="connsiteY5" fmla="*/ 231626 h 279621"/>
                <a:gd name="connsiteX6" fmla="*/ 260 w 212196"/>
                <a:gd name="connsiteY6" fmla="*/ 260095 h 279621"/>
                <a:gd name="connsiteX7" fmla="*/ 260 w 212196"/>
                <a:gd name="connsiteY7" fmla="*/ 279706 h 279621"/>
                <a:gd name="connsiteX8" fmla="*/ 72256 w 212196"/>
                <a:gd name="connsiteY8" fmla="*/ 277808 h 279621"/>
                <a:gd name="connsiteX9" fmla="*/ 152461 w 212196"/>
                <a:gd name="connsiteY9" fmla="*/ 279706 h 279621"/>
                <a:gd name="connsiteX10" fmla="*/ 152461 w 212196"/>
                <a:gd name="connsiteY10" fmla="*/ 260095 h 279621"/>
                <a:gd name="connsiteX11" fmla="*/ 139199 w 212196"/>
                <a:gd name="connsiteY11" fmla="*/ 260095 h 279621"/>
                <a:gd name="connsiteX12" fmla="*/ 91202 w 212196"/>
                <a:gd name="connsiteY12" fmla="*/ 230361 h 279621"/>
                <a:gd name="connsiteX13" fmla="*/ 91202 w 212196"/>
                <a:gd name="connsiteY13" fmla="*/ 132936 h 279621"/>
                <a:gd name="connsiteX14" fmla="*/ 165723 w 212196"/>
                <a:gd name="connsiteY14" fmla="*/ 14002 h 279621"/>
                <a:gd name="connsiteX15" fmla="*/ 172670 w 212196"/>
                <a:gd name="connsiteY15" fmla="*/ 14635 h 279621"/>
                <a:gd name="connsiteX16" fmla="*/ 158145 w 212196"/>
                <a:gd name="connsiteY16" fmla="*/ 39308 h 279621"/>
                <a:gd name="connsiteX17" fmla="*/ 185301 w 212196"/>
                <a:gd name="connsiteY17" fmla="*/ 66511 h 279621"/>
                <a:gd name="connsiteX18" fmla="*/ 212457 w 212196"/>
                <a:gd name="connsiteY18" fmla="*/ 38675 h 279621"/>
                <a:gd name="connsiteX19" fmla="*/ 165723 w 212196"/>
                <a:gd name="connsiteY19" fmla="*/ 85 h 279621"/>
                <a:gd name="connsiteX20" fmla="*/ 88044 w 212196"/>
                <a:gd name="connsiteY20" fmla="*/ 69674 h 27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12196" h="279621">
                  <a:moveTo>
                    <a:pt x="88044" y="69674"/>
                  </a:moveTo>
                  <a:lnTo>
                    <a:pt x="88044" y="85"/>
                  </a:lnTo>
                  <a:lnTo>
                    <a:pt x="260" y="7044"/>
                  </a:lnTo>
                  <a:lnTo>
                    <a:pt x="260" y="26655"/>
                  </a:lnTo>
                  <a:cubicBezTo>
                    <a:pt x="44468" y="26655"/>
                    <a:pt x="49520" y="31083"/>
                    <a:pt x="49520" y="62082"/>
                  </a:cubicBezTo>
                  <a:lnTo>
                    <a:pt x="49520" y="231626"/>
                  </a:lnTo>
                  <a:cubicBezTo>
                    <a:pt x="49520" y="260095"/>
                    <a:pt x="42573" y="260095"/>
                    <a:pt x="260" y="260095"/>
                  </a:cubicBezTo>
                  <a:lnTo>
                    <a:pt x="260" y="279706"/>
                  </a:lnTo>
                  <a:cubicBezTo>
                    <a:pt x="24890" y="279073"/>
                    <a:pt x="54573" y="277808"/>
                    <a:pt x="72256" y="277808"/>
                  </a:cubicBezTo>
                  <a:cubicBezTo>
                    <a:pt x="97517" y="277808"/>
                    <a:pt x="127199" y="277808"/>
                    <a:pt x="152461" y="279706"/>
                  </a:cubicBezTo>
                  <a:lnTo>
                    <a:pt x="152461" y="260095"/>
                  </a:lnTo>
                  <a:lnTo>
                    <a:pt x="139199" y="260095"/>
                  </a:lnTo>
                  <a:cubicBezTo>
                    <a:pt x="92465" y="260095"/>
                    <a:pt x="91202" y="253136"/>
                    <a:pt x="91202" y="230361"/>
                  </a:cubicBezTo>
                  <a:lnTo>
                    <a:pt x="91202" y="132936"/>
                  </a:lnTo>
                  <a:cubicBezTo>
                    <a:pt x="91202" y="70306"/>
                    <a:pt x="117726" y="14002"/>
                    <a:pt x="165723" y="14002"/>
                  </a:cubicBezTo>
                  <a:cubicBezTo>
                    <a:pt x="170144" y="14002"/>
                    <a:pt x="171407" y="14002"/>
                    <a:pt x="172670" y="14635"/>
                  </a:cubicBezTo>
                  <a:cubicBezTo>
                    <a:pt x="170775" y="15268"/>
                    <a:pt x="158145" y="22859"/>
                    <a:pt x="158145" y="39308"/>
                  </a:cubicBezTo>
                  <a:cubicBezTo>
                    <a:pt x="158145" y="57021"/>
                    <a:pt x="171407" y="66511"/>
                    <a:pt x="185301" y="66511"/>
                  </a:cubicBezTo>
                  <a:cubicBezTo>
                    <a:pt x="196668" y="66511"/>
                    <a:pt x="212457" y="58919"/>
                    <a:pt x="212457" y="38675"/>
                  </a:cubicBezTo>
                  <a:cubicBezTo>
                    <a:pt x="212457" y="18431"/>
                    <a:pt x="192879" y="85"/>
                    <a:pt x="165723" y="85"/>
                  </a:cubicBezTo>
                  <a:cubicBezTo>
                    <a:pt x="119621" y="85"/>
                    <a:pt x="96886" y="42471"/>
                    <a:pt x="88044" y="69674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8FFCC10-5A56-177B-5AD4-CE2B73D97D98}"/>
                </a:ext>
              </a:extLst>
            </p:cNvPr>
            <p:cNvSpPr/>
            <p:nvPr/>
          </p:nvSpPr>
          <p:spPr>
            <a:xfrm>
              <a:off x="18459676" y="8305200"/>
              <a:ext cx="244404" cy="290376"/>
            </a:xfrm>
            <a:custGeom>
              <a:avLst/>
              <a:gdLst>
                <a:gd name="connsiteX0" fmla="*/ 53313 w 244404"/>
                <a:gd name="connsiteY0" fmla="*/ 124080 h 290376"/>
                <a:gd name="connsiteX1" fmla="*/ 131624 w 244404"/>
                <a:gd name="connsiteY1" fmla="*/ 14002 h 290376"/>
                <a:gd name="connsiteX2" fmla="*/ 202988 w 244404"/>
                <a:gd name="connsiteY2" fmla="*/ 124080 h 290376"/>
                <a:gd name="connsiteX3" fmla="*/ 53313 w 244404"/>
                <a:gd name="connsiteY3" fmla="*/ 124080 h 290376"/>
                <a:gd name="connsiteX4" fmla="*/ 52682 w 244404"/>
                <a:gd name="connsiteY4" fmla="*/ 137365 h 290376"/>
                <a:gd name="connsiteX5" fmla="*/ 228881 w 244404"/>
                <a:gd name="connsiteY5" fmla="*/ 137365 h 290376"/>
                <a:gd name="connsiteX6" fmla="*/ 244669 w 244404"/>
                <a:gd name="connsiteY6" fmla="*/ 124080 h 290376"/>
                <a:gd name="connsiteX7" fmla="*/ 131624 w 244404"/>
                <a:gd name="connsiteY7" fmla="*/ 85 h 290376"/>
                <a:gd name="connsiteX8" fmla="*/ 264 w 244404"/>
                <a:gd name="connsiteY8" fmla="*/ 144324 h 290376"/>
                <a:gd name="connsiteX9" fmla="*/ 139202 w 244404"/>
                <a:gd name="connsiteY9" fmla="*/ 290461 h 290376"/>
                <a:gd name="connsiteX10" fmla="*/ 244669 w 244404"/>
                <a:gd name="connsiteY10" fmla="*/ 208219 h 290376"/>
                <a:gd name="connsiteX11" fmla="*/ 236459 w 244404"/>
                <a:gd name="connsiteY11" fmla="*/ 200628 h 290376"/>
                <a:gd name="connsiteX12" fmla="*/ 228249 w 244404"/>
                <a:gd name="connsiteY12" fmla="*/ 209484 h 290376"/>
                <a:gd name="connsiteX13" fmla="*/ 142992 w 244404"/>
                <a:gd name="connsiteY13" fmla="*/ 274645 h 290376"/>
                <a:gd name="connsiteX14" fmla="*/ 71628 w 244404"/>
                <a:gd name="connsiteY14" fmla="*/ 232259 h 290376"/>
                <a:gd name="connsiteX15" fmla="*/ 52682 w 244404"/>
                <a:gd name="connsiteY15" fmla="*/ 137365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04" h="290376">
                  <a:moveTo>
                    <a:pt x="53313" y="124080"/>
                  </a:moveTo>
                  <a:cubicBezTo>
                    <a:pt x="57103" y="29818"/>
                    <a:pt x="110152" y="14002"/>
                    <a:pt x="131624" y="14002"/>
                  </a:cubicBezTo>
                  <a:cubicBezTo>
                    <a:pt x="196672" y="14002"/>
                    <a:pt x="202988" y="99407"/>
                    <a:pt x="202988" y="124080"/>
                  </a:cubicBezTo>
                  <a:lnTo>
                    <a:pt x="53313" y="124080"/>
                  </a:lnTo>
                  <a:close/>
                  <a:moveTo>
                    <a:pt x="52682" y="137365"/>
                  </a:moveTo>
                  <a:lnTo>
                    <a:pt x="228881" y="137365"/>
                  </a:lnTo>
                  <a:cubicBezTo>
                    <a:pt x="242775" y="137365"/>
                    <a:pt x="244669" y="137365"/>
                    <a:pt x="244669" y="124080"/>
                  </a:cubicBezTo>
                  <a:cubicBezTo>
                    <a:pt x="244669" y="61450"/>
                    <a:pt x="210566" y="85"/>
                    <a:pt x="131624" y="85"/>
                  </a:cubicBezTo>
                  <a:cubicBezTo>
                    <a:pt x="58366" y="85"/>
                    <a:pt x="264" y="65245"/>
                    <a:pt x="264" y="144324"/>
                  </a:cubicBezTo>
                  <a:cubicBezTo>
                    <a:pt x="264" y="229096"/>
                    <a:pt x="66576" y="290461"/>
                    <a:pt x="139202" y="290461"/>
                  </a:cubicBezTo>
                  <a:cubicBezTo>
                    <a:pt x="216250" y="290461"/>
                    <a:pt x="244669" y="220239"/>
                    <a:pt x="244669" y="208219"/>
                  </a:cubicBezTo>
                  <a:cubicBezTo>
                    <a:pt x="244669" y="201893"/>
                    <a:pt x="239617" y="200628"/>
                    <a:pt x="236459" y="200628"/>
                  </a:cubicBezTo>
                  <a:cubicBezTo>
                    <a:pt x="230775" y="200628"/>
                    <a:pt x="229512" y="204423"/>
                    <a:pt x="228249" y="209484"/>
                  </a:cubicBezTo>
                  <a:cubicBezTo>
                    <a:pt x="206145" y="274645"/>
                    <a:pt x="149307" y="274645"/>
                    <a:pt x="142992" y="274645"/>
                  </a:cubicBezTo>
                  <a:cubicBezTo>
                    <a:pt x="111415" y="274645"/>
                    <a:pt x="86153" y="255666"/>
                    <a:pt x="71628" y="232259"/>
                  </a:cubicBezTo>
                  <a:cubicBezTo>
                    <a:pt x="52682" y="201893"/>
                    <a:pt x="52682" y="160139"/>
                    <a:pt x="52682" y="137365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57952EA-5DAA-E795-6C37-088925103F94}"/>
                </a:ext>
              </a:extLst>
            </p:cNvPr>
            <p:cNvSpPr/>
            <p:nvPr/>
          </p:nvSpPr>
          <p:spPr>
            <a:xfrm>
              <a:off x="18785195" y="8114147"/>
              <a:ext cx="146516" cy="632627"/>
            </a:xfrm>
            <a:custGeom>
              <a:avLst/>
              <a:gdLst>
                <a:gd name="connsiteX0" fmla="*/ 146785 w 146516"/>
                <a:gd name="connsiteY0" fmla="*/ 626386 h 632627"/>
                <a:gd name="connsiteX1" fmla="*/ 136049 w 146516"/>
                <a:gd name="connsiteY1" fmla="*/ 612468 h 632627"/>
                <a:gd name="connsiteX2" fmla="*/ 36898 w 146516"/>
                <a:gd name="connsiteY2" fmla="*/ 316399 h 632627"/>
                <a:gd name="connsiteX3" fmla="*/ 138575 w 146516"/>
                <a:gd name="connsiteY3" fmla="*/ 17166 h 632627"/>
                <a:gd name="connsiteX4" fmla="*/ 146785 w 146516"/>
                <a:gd name="connsiteY4" fmla="*/ 6411 h 632627"/>
                <a:gd name="connsiteX5" fmla="*/ 140470 w 146516"/>
                <a:gd name="connsiteY5" fmla="*/ 85 h 632627"/>
                <a:gd name="connsiteX6" fmla="*/ 40056 w 146516"/>
                <a:gd name="connsiteY6" fmla="*/ 123447 h 632627"/>
                <a:gd name="connsiteX7" fmla="*/ 269 w 146516"/>
                <a:gd name="connsiteY7" fmla="*/ 316399 h 632627"/>
                <a:gd name="connsiteX8" fmla="*/ 41950 w 146516"/>
                <a:gd name="connsiteY8" fmla="*/ 513778 h 632627"/>
                <a:gd name="connsiteX9" fmla="*/ 140470 w 146516"/>
                <a:gd name="connsiteY9" fmla="*/ 632712 h 632627"/>
                <a:gd name="connsiteX10" fmla="*/ 146785 w 146516"/>
                <a:gd name="connsiteY10" fmla="*/ 626386 h 632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516" h="632627">
                  <a:moveTo>
                    <a:pt x="146785" y="626386"/>
                  </a:moveTo>
                  <a:cubicBezTo>
                    <a:pt x="146785" y="624488"/>
                    <a:pt x="146785" y="623223"/>
                    <a:pt x="136049" y="612468"/>
                  </a:cubicBezTo>
                  <a:cubicBezTo>
                    <a:pt x="57107" y="532757"/>
                    <a:pt x="36898" y="413191"/>
                    <a:pt x="36898" y="316399"/>
                  </a:cubicBezTo>
                  <a:cubicBezTo>
                    <a:pt x="36898" y="206321"/>
                    <a:pt x="60896" y="96244"/>
                    <a:pt x="138575" y="17166"/>
                  </a:cubicBezTo>
                  <a:cubicBezTo>
                    <a:pt x="146785" y="9574"/>
                    <a:pt x="146785" y="8309"/>
                    <a:pt x="146785" y="6411"/>
                  </a:cubicBezTo>
                  <a:cubicBezTo>
                    <a:pt x="146785" y="1983"/>
                    <a:pt x="144259" y="85"/>
                    <a:pt x="140470" y="85"/>
                  </a:cubicBezTo>
                  <a:cubicBezTo>
                    <a:pt x="134155" y="85"/>
                    <a:pt x="77316" y="43103"/>
                    <a:pt x="40056" y="123447"/>
                  </a:cubicBezTo>
                  <a:cubicBezTo>
                    <a:pt x="7847" y="193036"/>
                    <a:pt x="269" y="263258"/>
                    <a:pt x="269" y="316399"/>
                  </a:cubicBezTo>
                  <a:cubicBezTo>
                    <a:pt x="269" y="365743"/>
                    <a:pt x="7216" y="442291"/>
                    <a:pt x="41950" y="513778"/>
                  </a:cubicBezTo>
                  <a:cubicBezTo>
                    <a:pt x="79842" y="591592"/>
                    <a:pt x="134155" y="632712"/>
                    <a:pt x="140470" y="632712"/>
                  </a:cubicBezTo>
                  <a:cubicBezTo>
                    <a:pt x="144259" y="632712"/>
                    <a:pt x="146785" y="630814"/>
                    <a:pt x="146785" y="626386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8157A9C-B280-4541-C99E-4E8FD2C6D62A}"/>
                </a:ext>
              </a:extLst>
            </p:cNvPr>
            <p:cNvSpPr/>
            <p:nvPr/>
          </p:nvSpPr>
          <p:spPr>
            <a:xfrm>
              <a:off x="18982166" y="8307731"/>
              <a:ext cx="355555" cy="280886"/>
            </a:xfrm>
            <a:custGeom>
              <a:avLst/>
              <a:gdLst>
                <a:gd name="connsiteX0" fmla="*/ 204891 w 355555"/>
                <a:gd name="connsiteY0" fmla="*/ 125345 h 280886"/>
                <a:gd name="connsiteX1" fmla="*/ 278780 w 355555"/>
                <a:gd name="connsiteY1" fmla="*/ 43103 h 280886"/>
                <a:gd name="connsiteX2" fmla="*/ 343197 w 355555"/>
                <a:gd name="connsiteY2" fmla="*/ 29818 h 280886"/>
                <a:gd name="connsiteX3" fmla="*/ 343197 w 355555"/>
                <a:gd name="connsiteY3" fmla="*/ 85 h 280886"/>
                <a:gd name="connsiteX4" fmla="*/ 285096 w 355555"/>
                <a:gd name="connsiteY4" fmla="*/ 1983 h 280886"/>
                <a:gd name="connsiteX5" fmla="*/ 220047 w 355555"/>
                <a:gd name="connsiteY5" fmla="*/ 85 h 280886"/>
                <a:gd name="connsiteX6" fmla="*/ 220047 w 355555"/>
                <a:gd name="connsiteY6" fmla="*/ 29818 h 280886"/>
                <a:gd name="connsiteX7" fmla="*/ 244046 w 355555"/>
                <a:gd name="connsiteY7" fmla="*/ 35512 h 280886"/>
                <a:gd name="connsiteX8" fmla="*/ 238994 w 355555"/>
                <a:gd name="connsiteY8" fmla="*/ 43103 h 280886"/>
                <a:gd name="connsiteX9" fmla="*/ 185944 w 355555"/>
                <a:gd name="connsiteY9" fmla="*/ 102570 h 280886"/>
                <a:gd name="connsiteX10" fmla="*/ 124054 w 355555"/>
                <a:gd name="connsiteY10" fmla="*/ 29818 h 280886"/>
                <a:gd name="connsiteX11" fmla="*/ 149315 w 355555"/>
                <a:gd name="connsiteY11" fmla="*/ 29818 h 280886"/>
                <a:gd name="connsiteX12" fmla="*/ 149315 w 355555"/>
                <a:gd name="connsiteY12" fmla="*/ 85 h 280886"/>
                <a:gd name="connsiteX13" fmla="*/ 72899 w 355555"/>
                <a:gd name="connsiteY13" fmla="*/ 1983 h 280886"/>
                <a:gd name="connsiteX14" fmla="*/ 3430 w 355555"/>
                <a:gd name="connsiteY14" fmla="*/ 85 h 280886"/>
                <a:gd name="connsiteX15" fmla="*/ 3430 w 355555"/>
                <a:gd name="connsiteY15" fmla="*/ 29818 h 280886"/>
                <a:gd name="connsiteX16" fmla="*/ 48269 w 355555"/>
                <a:gd name="connsiteY16" fmla="*/ 29818 h 280886"/>
                <a:gd name="connsiteX17" fmla="*/ 146789 w 355555"/>
                <a:gd name="connsiteY17" fmla="*/ 146222 h 280886"/>
                <a:gd name="connsiteX18" fmla="*/ 64058 w 355555"/>
                <a:gd name="connsiteY18" fmla="*/ 239218 h 280886"/>
                <a:gd name="connsiteX19" fmla="*/ 273 w 355555"/>
                <a:gd name="connsiteY19" fmla="*/ 251238 h 280886"/>
                <a:gd name="connsiteX20" fmla="*/ 273 w 355555"/>
                <a:gd name="connsiteY20" fmla="*/ 280971 h 280886"/>
                <a:gd name="connsiteX21" fmla="*/ 58374 w 355555"/>
                <a:gd name="connsiteY21" fmla="*/ 279073 h 280886"/>
                <a:gd name="connsiteX22" fmla="*/ 123422 w 355555"/>
                <a:gd name="connsiteY22" fmla="*/ 280971 h 280886"/>
                <a:gd name="connsiteX23" fmla="*/ 123422 w 355555"/>
                <a:gd name="connsiteY23" fmla="*/ 251238 h 280886"/>
                <a:gd name="connsiteX24" fmla="*/ 100055 w 355555"/>
                <a:gd name="connsiteY24" fmla="*/ 244279 h 280886"/>
                <a:gd name="connsiteX25" fmla="*/ 104476 w 355555"/>
                <a:gd name="connsiteY25" fmla="*/ 237953 h 280886"/>
                <a:gd name="connsiteX26" fmla="*/ 165735 w 355555"/>
                <a:gd name="connsiteY26" fmla="*/ 168996 h 280886"/>
                <a:gd name="connsiteX27" fmla="*/ 235204 w 355555"/>
                <a:gd name="connsiteY27" fmla="*/ 251238 h 280886"/>
                <a:gd name="connsiteX28" fmla="*/ 210574 w 355555"/>
                <a:gd name="connsiteY28" fmla="*/ 251238 h 280886"/>
                <a:gd name="connsiteX29" fmla="*/ 210574 w 355555"/>
                <a:gd name="connsiteY29" fmla="*/ 280971 h 280886"/>
                <a:gd name="connsiteX30" fmla="*/ 286359 w 355555"/>
                <a:gd name="connsiteY30" fmla="*/ 279073 h 280886"/>
                <a:gd name="connsiteX31" fmla="*/ 355828 w 355555"/>
                <a:gd name="connsiteY31" fmla="*/ 280971 h 280886"/>
                <a:gd name="connsiteX32" fmla="*/ 355828 w 355555"/>
                <a:gd name="connsiteY32" fmla="*/ 251238 h 280886"/>
                <a:gd name="connsiteX33" fmla="*/ 310989 w 355555"/>
                <a:gd name="connsiteY33" fmla="*/ 251238 h 280886"/>
                <a:gd name="connsiteX34" fmla="*/ 204891 w 355555"/>
                <a:gd name="connsiteY34" fmla="*/ 125345 h 28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55555" h="280886">
                  <a:moveTo>
                    <a:pt x="204891" y="125345"/>
                  </a:moveTo>
                  <a:lnTo>
                    <a:pt x="278780" y="43103"/>
                  </a:lnTo>
                  <a:cubicBezTo>
                    <a:pt x="286990" y="34247"/>
                    <a:pt x="290780" y="29818"/>
                    <a:pt x="343197" y="29818"/>
                  </a:cubicBezTo>
                  <a:lnTo>
                    <a:pt x="343197" y="85"/>
                  </a:lnTo>
                  <a:cubicBezTo>
                    <a:pt x="321093" y="1350"/>
                    <a:pt x="288254" y="1983"/>
                    <a:pt x="285096" y="1983"/>
                  </a:cubicBezTo>
                  <a:cubicBezTo>
                    <a:pt x="269307" y="1983"/>
                    <a:pt x="237731" y="717"/>
                    <a:pt x="220047" y="85"/>
                  </a:cubicBezTo>
                  <a:lnTo>
                    <a:pt x="220047" y="29818"/>
                  </a:lnTo>
                  <a:cubicBezTo>
                    <a:pt x="228889" y="29818"/>
                    <a:pt x="236467" y="31083"/>
                    <a:pt x="244046" y="35512"/>
                  </a:cubicBezTo>
                  <a:cubicBezTo>
                    <a:pt x="241520" y="39308"/>
                    <a:pt x="241520" y="40573"/>
                    <a:pt x="238994" y="43103"/>
                  </a:cubicBezTo>
                  <a:lnTo>
                    <a:pt x="185944" y="102570"/>
                  </a:lnTo>
                  <a:lnTo>
                    <a:pt x="124054" y="29818"/>
                  </a:lnTo>
                  <a:lnTo>
                    <a:pt x="149315" y="29818"/>
                  </a:lnTo>
                  <a:lnTo>
                    <a:pt x="149315" y="85"/>
                  </a:lnTo>
                  <a:cubicBezTo>
                    <a:pt x="132895" y="717"/>
                    <a:pt x="93108" y="1983"/>
                    <a:pt x="72899" y="1983"/>
                  </a:cubicBezTo>
                  <a:cubicBezTo>
                    <a:pt x="52690" y="1983"/>
                    <a:pt x="24271" y="717"/>
                    <a:pt x="3430" y="85"/>
                  </a:cubicBezTo>
                  <a:lnTo>
                    <a:pt x="3430" y="29818"/>
                  </a:lnTo>
                  <a:lnTo>
                    <a:pt x="48269" y="29818"/>
                  </a:lnTo>
                  <a:lnTo>
                    <a:pt x="146789" y="146222"/>
                  </a:lnTo>
                  <a:lnTo>
                    <a:pt x="64058" y="239218"/>
                  </a:lnTo>
                  <a:cubicBezTo>
                    <a:pt x="53322" y="251238"/>
                    <a:pt x="30586" y="251238"/>
                    <a:pt x="273" y="251238"/>
                  </a:cubicBezTo>
                  <a:lnTo>
                    <a:pt x="273" y="280971"/>
                  </a:lnTo>
                  <a:cubicBezTo>
                    <a:pt x="22376" y="279706"/>
                    <a:pt x="55216" y="279073"/>
                    <a:pt x="58374" y="279073"/>
                  </a:cubicBezTo>
                  <a:cubicBezTo>
                    <a:pt x="74162" y="279073"/>
                    <a:pt x="110792" y="280339"/>
                    <a:pt x="123422" y="280971"/>
                  </a:cubicBezTo>
                  <a:lnTo>
                    <a:pt x="123422" y="251238"/>
                  </a:lnTo>
                  <a:cubicBezTo>
                    <a:pt x="112055" y="251238"/>
                    <a:pt x="100055" y="248075"/>
                    <a:pt x="100055" y="244279"/>
                  </a:cubicBezTo>
                  <a:cubicBezTo>
                    <a:pt x="100055" y="243646"/>
                    <a:pt x="100055" y="243014"/>
                    <a:pt x="104476" y="237953"/>
                  </a:cubicBezTo>
                  <a:lnTo>
                    <a:pt x="165735" y="168996"/>
                  </a:lnTo>
                  <a:lnTo>
                    <a:pt x="235204" y="251238"/>
                  </a:lnTo>
                  <a:lnTo>
                    <a:pt x="210574" y="251238"/>
                  </a:lnTo>
                  <a:lnTo>
                    <a:pt x="210574" y="280971"/>
                  </a:lnTo>
                  <a:cubicBezTo>
                    <a:pt x="226994" y="280339"/>
                    <a:pt x="265518" y="279073"/>
                    <a:pt x="286359" y="279073"/>
                  </a:cubicBezTo>
                  <a:cubicBezTo>
                    <a:pt x="306568" y="279073"/>
                    <a:pt x="334987" y="280339"/>
                    <a:pt x="355828" y="280971"/>
                  </a:cubicBezTo>
                  <a:lnTo>
                    <a:pt x="355828" y="251238"/>
                  </a:lnTo>
                  <a:lnTo>
                    <a:pt x="310989" y="251238"/>
                  </a:lnTo>
                  <a:lnTo>
                    <a:pt x="204891" y="125345"/>
                  </a:ln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FDED6D-458B-99B3-5EE2-20CEFAB8409D}"/>
                </a:ext>
              </a:extLst>
            </p:cNvPr>
            <p:cNvSpPr/>
            <p:nvPr/>
          </p:nvSpPr>
          <p:spPr>
            <a:xfrm>
              <a:off x="19405890" y="8521559"/>
              <a:ext cx="73889" cy="189155"/>
            </a:xfrm>
            <a:custGeom>
              <a:avLst/>
              <a:gdLst>
                <a:gd name="connsiteX0" fmla="*/ 74168 w 73889"/>
                <a:gd name="connsiteY0" fmla="*/ 66511 h 189155"/>
                <a:gd name="connsiteX1" fmla="*/ 33750 w 73889"/>
                <a:gd name="connsiteY1" fmla="*/ 85 h 189155"/>
                <a:gd name="connsiteX2" fmla="*/ 279 w 73889"/>
                <a:gd name="connsiteY2" fmla="*/ 33614 h 189155"/>
                <a:gd name="connsiteX3" fmla="*/ 33750 w 73889"/>
                <a:gd name="connsiteY3" fmla="*/ 67143 h 189155"/>
                <a:gd name="connsiteX4" fmla="*/ 55854 w 73889"/>
                <a:gd name="connsiteY4" fmla="*/ 58919 h 189155"/>
                <a:gd name="connsiteX5" fmla="*/ 59012 w 73889"/>
                <a:gd name="connsiteY5" fmla="*/ 57021 h 189155"/>
                <a:gd name="connsiteX6" fmla="*/ 60275 w 73889"/>
                <a:gd name="connsiteY6" fmla="*/ 66511 h 189155"/>
                <a:gd name="connsiteX7" fmla="*/ 17330 w 73889"/>
                <a:gd name="connsiteY7" fmla="*/ 172159 h 189155"/>
                <a:gd name="connsiteX8" fmla="*/ 10383 w 73889"/>
                <a:gd name="connsiteY8" fmla="*/ 182281 h 189155"/>
                <a:gd name="connsiteX9" fmla="*/ 16699 w 73889"/>
                <a:gd name="connsiteY9" fmla="*/ 189240 h 189155"/>
                <a:gd name="connsiteX10" fmla="*/ 74168 w 73889"/>
                <a:gd name="connsiteY10" fmla="*/ 66511 h 18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889" h="189155">
                  <a:moveTo>
                    <a:pt x="74168" y="66511"/>
                  </a:moveTo>
                  <a:cubicBezTo>
                    <a:pt x="74168" y="24757"/>
                    <a:pt x="58380" y="85"/>
                    <a:pt x="33750" y="85"/>
                  </a:cubicBezTo>
                  <a:cubicBezTo>
                    <a:pt x="12909" y="85"/>
                    <a:pt x="279" y="15900"/>
                    <a:pt x="279" y="33614"/>
                  </a:cubicBezTo>
                  <a:cubicBezTo>
                    <a:pt x="279" y="50695"/>
                    <a:pt x="12909" y="67143"/>
                    <a:pt x="33750" y="67143"/>
                  </a:cubicBezTo>
                  <a:cubicBezTo>
                    <a:pt x="41329" y="67143"/>
                    <a:pt x="49538" y="64613"/>
                    <a:pt x="55854" y="58919"/>
                  </a:cubicBezTo>
                  <a:cubicBezTo>
                    <a:pt x="57748" y="57654"/>
                    <a:pt x="58380" y="57021"/>
                    <a:pt x="59012" y="57021"/>
                  </a:cubicBezTo>
                  <a:cubicBezTo>
                    <a:pt x="59643" y="57021"/>
                    <a:pt x="60275" y="57654"/>
                    <a:pt x="60275" y="66511"/>
                  </a:cubicBezTo>
                  <a:cubicBezTo>
                    <a:pt x="60275" y="113325"/>
                    <a:pt x="38171" y="151283"/>
                    <a:pt x="17330" y="172159"/>
                  </a:cubicBezTo>
                  <a:cubicBezTo>
                    <a:pt x="10383" y="179118"/>
                    <a:pt x="10383" y="180384"/>
                    <a:pt x="10383" y="182281"/>
                  </a:cubicBezTo>
                  <a:cubicBezTo>
                    <a:pt x="10383" y="186710"/>
                    <a:pt x="13541" y="189240"/>
                    <a:pt x="16699" y="189240"/>
                  </a:cubicBezTo>
                  <a:cubicBezTo>
                    <a:pt x="23645" y="189240"/>
                    <a:pt x="74168" y="140528"/>
                    <a:pt x="74168" y="66511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0E2619-7546-DA29-0F92-AD678F77D92D}"/>
                </a:ext>
              </a:extLst>
            </p:cNvPr>
            <p:cNvSpPr/>
            <p:nvPr/>
          </p:nvSpPr>
          <p:spPr>
            <a:xfrm>
              <a:off x="19652468" y="8302670"/>
              <a:ext cx="347345" cy="413738"/>
            </a:xfrm>
            <a:custGeom>
              <a:avLst/>
              <a:gdLst>
                <a:gd name="connsiteX0" fmla="*/ 344471 w 347345"/>
                <a:gd name="connsiteY0" fmla="*/ 47532 h 413738"/>
                <a:gd name="connsiteX1" fmla="*/ 347629 w 347345"/>
                <a:gd name="connsiteY1" fmla="*/ 32981 h 413738"/>
                <a:gd name="connsiteX2" fmla="*/ 317946 w 347345"/>
                <a:gd name="connsiteY2" fmla="*/ 5146 h 413738"/>
                <a:gd name="connsiteX3" fmla="*/ 273107 w 347345"/>
                <a:gd name="connsiteY3" fmla="*/ 51960 h 413738"/>
                <a:gd name="connsiteX4" fmla="*/ 256687 w 347345"/>
                <a:gd name="connsiteY4" fmla="*/ 117753 h 413738"/>
                <a:gd name="connsiteX5" fmla="*/ 230163 w 347345"/>
                <a:gd name="connsiteY5" fmla="*/ 222770 h 413738"/>
                <a:gd name="connsiteX6" fmla="*/ 205533 w 347345"/>
                <a:gd name="connsiteY6" fmla="*/ 253136 h 413738"/>
                <a:gd name="connsiteX7" fmla="*/ 162588 w 347345"/>
                <a:gd name="connsiteY7" fmla="*/ 268319 h 413738"/>
                <a:gd name="connsiteX8" fmla="*/ 124696 w 347345"/>
                <a:gd name="connsiteY8" fmla="*/ 222137 h 413738"/>
                <a:gd name="connsiteX9" fmla="*/ 161957 w 347345"/>
                <a:gd name="connsiteY9" fmla="*/ 88652 h 413738"/>
                <a:gd name="connsiteX10" fmla="*/ 170167 w 347345"/>
                <a:gd name="connsiteY10" fmla="*/ 57021 h 413738"/>
                <a:gd name="connsiteX11" fmla="*/ 98803 w 347345"/>
                <a:gd name="connsiteY11" fmla="*/ 85 h 413738"/>
                <a:gd name="connsiteX12" fmla="*/ 283 w 347345"/>
                <a:gd name="connsiteY12" fmla="*/ 98775 h 413738"/>
                <a:gd name="connsiteX13" fmla="*/ 15440 w 347345"/>
                <a:gd name="connsiteY13" fmla="*/ 107631 h 413738"/>
                <a:gd name="connsiteX14" fmla="*/ 29965 w 347345"/>
                <a:gd name="connsiteY14" fmla="*/ 99407 h 413738"/>
                <a:gd name="connsiteX15" fmla="*/ 95014 w 347345"/>
                <a:gd name="connsiteY15" fmla="*/ 22859 h 413738"/>
                <a:gd name="connsiteX16" fmla="*/ 105750 w 347345"/>
                <a:gd name="connsiteY16" fmla="*/ 36144 h 413738"/>
                <a:gd name="connsiteX17" fmla="*/ 95014 w 347345"/>
                <a:gd name="connsiteY17" fmla="*/ 77265 h 413738"/>
                <a:gd name="connsiteX18" fmla="*/ 57121 w 347345"/>
                <a:gd name="connsiteY18" fmla="*/ 208852 h 413738"/>
                <a:gd name="connsiteX19" fmla="*/ 157536 w 347345"/>
                <a:gd name="connsiteY19" fmla="*/ 291093 h 413738"/>
                <a:gd name="connsiteX20" fmla="*/ 218163 w 347345"/>
                <a:gd name="connsiteY20" fmla="*/ 272115 h 413738"/>
                <a:gd name="connsiteX21" fmla="*/ 109539 w 347345"/>
                <a:gd name="connsiteY21" fmla="*/ 391049 h 413738"/>
                <a:gd name="connsiteX22" fmla="*/ 71015 w 347345"/>
                <a:gd name="connsiteY22" fmla="*/ 382192 h 413738"/>
                <a:gd name="connsiteX23" fmla="*/ 101329 w 347345"/>
                <a:gd name="connsiteY23" fmla="*/ 339806 h 413738"/>
                <a:gd name="connsiteX24" fmla="*/ 70384 w 347345"/>
                <a:gd name="connsiteY24" fmla="*/ 310705 h 413738"/>
                <a:gd name="connsiteX25" fmla="*/ 24913 w 347345"/>
                <a:gd name="connsiteY25" fmla="*/ 358785 h 413738"/>
                <a:gd name="connsiteX26" fmla="*/ 109539 w 347345"/>
                <a:gd name="connsiteY26" fmla="*/ 413823 h 413738"/>
                <a:gd name="connsiteX27" fmla="*/ 285106 w 347345"/>
                <a:gd name="connsiteY27" fmla="*/ 286665 h 413738"/>
                <a:gd name="connsiteX28" fmla="*/ 344471 w 347345"/>
                <a:gd name="connsiteY28" fmla="*/ 47532 h 41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7345" h="413738">
                  <a:moveTo>
                    <a:pt x="344471" y="47532"/>
                  </a:moveTo>
                  <a:cubicBezTo>
                    <a:pt x="347629" y="36144"/>
                    <a:pt x="347629" y="34879"/>
                    <a:pt x="347629" y="32981"/>
                  </a:cubicBezTo>
                  <a:cubicBezTo>
                    <a:pt x="347629" y="19063"/>
                    <a:pt x="337524" y="5146"/>
                    <a:pt x="317946" y="5146"/>
                  </a:cubicBezTo>
                  <a:cubicBezTo>
                    <a:pt x="285106" y="5146"/>
                    <a:pt x="277528" y="34879"/>
                    <a:pt x="273107" y="51960"/>
                  </a:cubicBezTo>
                  <a:lnTo>
                    <a:pt x="256687" y="117753"/>
                  </a:lnTo>
                  <a:cubicBezTo>
                    <a:pt x="249109" y="148120"/>
                    <a:pt x="237109" y="196832"/>
                    <a:pt x="230163" y="222770"/>
                  </a:cubicBezTo>
                  <a:cubicBezTo>
                    <a:pt x="227005" y="236687"/>
                    <a:pt x="207427" y="251870"/>
                    <a:pt x="205533" y="253136"/>
                  </a:cubicBezTo>
                  <a:cubicBezTo>
                    <a:pt x="198586" y="257564"/>
                    <a:pt x="183429" y="268319"/>
                    <a:pt x="162588" y="268319"/>
                  </a:cubicBezTo>
                  <a:cubicBezTo>
                    <a:pt x="125327" y="268319"/>
                    <a:pt x="124696" y="236687"/>
                    <a:pt x="124696" y="222137"/>
                  </a:cubicBezTo>
                  <a:cubicBezTo>
                    <a:pt x="124696" y="183547"/>
                    <a:pt x="144273" y="134202"/>
                    <a:pt x="161957" y="88652"/>
                  </a:cubicBezTo>
                  <a:cubicBezTo>
                    <a:pt x="168272" y="72204"/>
                    <a:pt x="170167" y="67776"/>
                    <a:pt x="170167" y="57021"/>
                  </a:cubicBezTo>
                  <a:cubicBezTo>
                    <a:pt x="170167" y="20329"/>
                    <a:pt x="133537" y="85"/>
                    <a:pt x="98803" y="85"/>
                  </a:cubicBezTo>
                  <a:cubicBezTo>
                    <a:pt x="31860" y="85"/>
                    <a:pt x="283" y="86122"/>
                    <a:pt x="283" y="98775"/>
                  </a:cubicBezTo>
                  <a:cubicBezTo>
                    <a:pt x="283" y="107631"/>
                    <a:pt x="9756" y="107631"/>
                    <a:pt x="15440" y="107631"/>
                  </a:cubicBezTo>
                  <a:cubicBezTo>
                    <a:pt x="23018" y="107631"/>
                    <a:pt x="27439" y="107631"/>
                    <a:pt x="29965" y="99407"/>
                  </a:cubicBezTo>
                  <a:cubicBezTo>
                    <a:pt x="50806" y="29185"/>
                    <a:pt x="85541" y="22859"/>
                    <a:pt x="95014" y="22859"/>
                  </a:cubicBezTo>
                  <a:cubicBezTo>
                    <a:pt x="99434" y="22859"/>
                    <a:pt x="105750" y="22859"/>
                    <a:pt x="105750" y="36144"/>
                  </a:cubicBezTo>
                  <a:cubicBezTo>
                    <a:pt x="105750" y="50695"/>
                    <a:pt x="98803" y="67143"/>
                    <a:pt x="95014" y="77265"/>
                  </a:cubicBezTo>
                  <a:cubicBezTo>
                    <a:pt x="70384" y="140528"/>
                    <a:pt x="57121" y="176588"/>
                    <a:pt x="57121" y="208852"/>
                  </a:cubicBezTo>
                  <a:cubicBezTo>
                    <a:pt x="57121" y="280971"/>
                    <a:pt x="120275" y="291093"/>
                    <a:pt x="157536" y="291093"/>
                  </a:cubicBezTo>
                  <a:cubicBezTo>
                    <a:pt x="173324" y="291093"/>
                    <a:pt x="194797" y="288563"/>
                    <a:pt x="218163" y="272115"/>
                  </a:cubicBezTo>
                  <a:cubicBezTo>
                    <a:pt x="200480" y="349928"/>
                    <a:pt x="153115" y="391049"/>
                    <a:pt x="109539" y="391049"/>
                  </a:cubicBezTo>
                  <a:cubicBezTo>
                    <a:pt x="101329" y="391049"/>
                    <a:pt x="83646" y="389783"/>
                    <a:pt x="71015" y="382192"/>
                  </a:cubicBezTo>
                  <a:cubicBezTo>
                    <a:pt x="91224" y="373968"/>
                    <a:pt x="101329" y="356887"/>
                    <a:pt x="101329" y="339806"/>
                  </a:cubicBezTo>
                  <a:cubicBezTo>
                    <a:pt x="101329" y="317031"/>
                    <a:pt x="83014" y="310705"/>
                    <a:pt x="70384" y="310705"/>
                  </a:cubicBezTo>
                  <a:cubicBezTo>
                    <a:pt x="47017" y="310705"/>
                    <a:pt x="24913" y="330949"/>
                    <a:pt x="24913" y="358785"/>
                  </a:cubicBezTo>
                  <a:cubicBezTo>
                    <a:pt x="24913" y="391049"/>
                    <a:pt x="58384" y="413823"/>
                    <a:pt x="109539" y="413823"/>
                  </a:cubicBezTo>
                  <a:cubicBezTo>
                    <a:pt x="182166" y="413823"/>
                    <a:pt x="265529" y="365111"/>
                    <a:pt x="285106" y="286665"/>
                  </a:cubicBezTo>
                  <a:lnTo>
                    <a:pt x="344471" y="47532"/>
                  </a:ln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91C7935-2A99-2365-A8A0-1DD3E2DBFD45}"/>
                </a:ext>
              </a:extLst>
            </p:cNvPr>
            <p:cNvSpPr/>
            <p:nvPr/>
          </p:nvSpPr>
          <p:spPr>
            <a:xfrm>
              <a:off x="20082743" y="8315955"/>
              <a:ext cx="68837" cy="394759"/>
            </a:xfrm>
            <a:custGeom>
              <a:avLst/>
              <a:gdLst>
                <a:gd name="connsiteX0" fmla="*/ 67232 w 68837"/>
                <a:gd name="connsiteY0" fmla="*/ 33614 h 394759"/>
                <a:gd name="connsiteX1" fmla="*/ 33761 w 68837"/>
                <a:gd name="connsiteY1" fmla="*/ 85 h 394759"/>
                <a:gd name="connsiteX2" fmla="*/ 289 w 68837"/>
                <a:gd name="connsiteY2" fmla="*/ 33614 h 394759"/>
                <a:gd name="connsiteX3" fmla="*/ 33761 w 68837"/>
                <a:gd name="connsiteY3" fmla="*/ 67143 h 394759"/>
                <a:gd name="connsiteX4" fmla="*/ 67232 w 68837"/>
                <a:gd name="connsiteY4" fmla="*/ 33614 h 394759"/>
                <a:gd name="connsiteX5" fmla="*/ 55233 w 68837"/>
                <a:gd name="connsiteY5" fmla="*/ 265788 h 394759"/>
                <a:gd name="connsiteX6" fmla="*/ 14815 w 68837"/>
                <a:gd name="connsiteY6" fmla="*/ 379661 h 394759"/>
                <a:gd name="connsiteX7" fmla="*/ 10394 w 68837"/>
                <a:gd name="connsiteY7" fmla="*/ 387885 h 394759"/>
                <a:gd name="connsiteX8" fmla="*/ 16709 w 68837"/>
                <a:gd name="connsiteY8" fmla="*/ 394844 h 394759"/>
                <a:gd name="connsiteX9" fmla="*/ 69127 w 68837"/>
                <a:gd name="connsiteY9" fmla="*/ 270849 h 394759"/>
                <a:gd name="connsiteX10" fmla="*/ 33761 w 68837"/>
                <a:gd name="connsiteY10" fmla="*/ 205689 h 394759"/>
                <a:gd name="connsiteX11" fmla="*/ 289 w 68837"/>
                <a:gd name="connsiteY11" fmla="*/ 239218 h 394759"/>
                <a:gd name="connsiteX12" fmla="*/ 33761 w 68837"/>
                <a:gd name="connsiteY12" fmla="*/ 272747 h 394759"/>
                <a:gd name="connsiteX13" fmla="*/ 38813 w 68837"/>
                <a:gd name="connsiteY13" fmla="*/ 272115 h 394759"/>
                <a:gd name="connsiteX14" fmla="*/ 55233 w 68837"/>
                <a:gd name="connsiteY14" fmla="*/ 265788 h 39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8837" h="394759">
                  <a:moveTo>
                    <a:pt x="67232" y="33614"/>
                  </a:moveTo>
                  <a:cubicBezTo>
                    <a:pt x="67232" y="15268"/>
                    <a:pt x="52075" y="85"/>
                    <a:pt x="33761" y="85"/>
                  </a:cubicBezTo>
                  <a:cubicBezTo>
                    <a:pt x="15446" y="85"/>
                    <a:pt x="289" y="15268"/>
                    <a:pt x="289" y="33614"/>
                  </a:cubicBezTo>
                  <a:cubicBezTo>
                    <a:pt x="289" y="51960"/>
                    <a:pt x="15446" y="67143"/>
                    <a:pt x="33761" y="67143"/>
                  </a:cubicBezTo>
                  <a:cubicBezTo>
                    <a:pt x="52075" y="67143"/>
                    <a:pt x="67232" y="51960"/>
                    <a:pt x="67232" y="33614"/>
                  </a:cubicBezTo>
                  <a:close/>
                  <a:moveTo>
                    <a:pt x="55233" y="265788"/>
                  </a:moveTo>
                  <a:cubicBezTo>
                    <a:pt x="55233" y="283502"/>
                    <a:pt x="55233" y="332847"/>
                    <a:pt x="14815" y="379661"/>
                  </a:cubicBezTo>
                  <a:cubicBezTo>
                    <a:pt x="10394" y="384722"/>
                    <a:pt x="10394" y="385988"/>
                    <a:pt x="10394" y="387885"/>
                  </a:cubicBezTo>
                  <a:cubicBezTo>
                    <a:pt x="10394" y="392314"/>
                    <a:pt x="13552" y="394844"/>
                    <a:pt x="16709" y="394844"/>
                  </a:cubicBezTo>
                  <a:cubicBezTo>
                    <a:pt x="23656" y="394844"/>
                    <a:pt x="69127" y="344234"/>
                    <a:pt x="69127" y="270849"/>
                  </a:cubicBezTo>
                  <a:cubicBezTo>
                    <a:pt x="69127" y="252503"/>
                    <a:pt x="67864" y="205689"/>
                    <a:pt x="33761" y="205689"/>
                  </a:cubicBezTo>
                  <a:cubicBezTo>
                    <a:pt x="11657" y="205689"/>
                    <a:pt x="289" y="222770"/>
                    <a:pt x="289" y="239218"/>
                  </a:cubicBezTo>
                  <a:cubicBezTo>
                    <a:pt x="289" y="255666"/>
                    <a:pt x="11025" y="272747"/>
                    <a:pt x="33761" y="272747"/>
                  </a:cubicBezTo>
                  <a:cubicBezTo>
                    <a:pt x="36918" y="272747"/>
                    <a:pt x="38181" y="272747"/>
                    <a:pt x="38813" y="272115"/>
                  </a:cubicBezTo>
                  <a:cubicBezTo>
                    <a:pt x="43234" y="271482"/>
                    <a:pt x="50181" y="270217"/>
                    <a:pt x="55233" y="265788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3EDF56C-F892-97F0-3D51-E733D2B1AD5B}"/>
                </a:ext>
              </a:extLst>
            </p:cNvPr>
            <p:cNvSpPr/>
            <p:nvPr/>
          </p:nvSpPr>
          <p:spPr>
            <a:xfrm>
              <a:off x="20324900" y="8307731"/>
              <a:ext cx="492598" cy="283417"/>
            </a:xfrm>
            <a:custGeom>
              <a:avLst/>
              <a:gdLst>
                <a:gd name="connsiteX0" fmla="*/ 449948 w 492598"/>
                <a:gd name="connsiteY0" fmla="*/ 43103 h 283417"/>
                <a:gd name="connsiteX1" fmla="*/ 492893 w 492598"/>
                <a:gd name="connsiteY1" fmla="*/ 29818 h 283417"/>
                <a:gd name="connsiteX2" fmla="*/ 492893 w 492598"/>
                <a:gd name="connsiteY2" fmla="*/ 85 h 283417"/>
                <a:gd name="connsiteX3" fmla="*/ 444264 w 492598"/>
                <a:gd name="connsiteY3" fmla="*/ 1983 h 283417"/>
                <a:gd name="connsiteX4" fmla="*/ 383637 w 492598"/>
                <a:gd name="connsiteY4" fmla="*/ 85 h 283417"/>
                <a:gd name="connsiteX5" fmla="*/ 383637 w 492598"/>
                <a:gd name="connsiteY5" fmla="*/ 29818 h 283417"/>
                <a:gd name="connsiteX6" fmla="*/ 420266 w 492598"/>
                <a:gd name="connsiteY6" fmla="*/ 37410 h 283417"/>
                <a:gd name="connsiteX7" fmla="*/ 417740 w 492598"/>
                <a:gd name="connsiteY7" fmla="*/ 45001 h 283417"/>
                <a:gd name="connsiteX8" fmla="*/ 351428 w 492598"/>
                <a:gd name="connsiteY8" fmla="*/ 206954 h 283417"/>
                <a:gd name="connsiteX9" fmla="*/ 279433 w 492598"/>
                <a:gd name="connsiteY9" fmla="*/ 29818 h 283417"/>
                <a:gd name="connsiteX10" fmla="*/ 314799 w 492598"/>
                <a:gd name="connsiteY10" fmla="*/ 29818 h 283417"/>
                <a:gd name="connsiteX11" fmla="*/ 314799 w 492598"/>
                <a:gd name="connsiteY11" fmla="*/ 85 h 283417"/>
                <a:gd name="connsiteX12" fmla="*/ 242804 w 492598"/>
                <a:gd name="connsiteY12" fmla="*/ 1983 h 283417"/>
                <a:gd name="connsiteX13" fmla="*/ 179650 w 492598"/>
                <a:gd name="connsiteY13" fmla="*/ 85 h 283417"/>
                <a:gd name="connsiteX14" fmla="*/ 179650 w 492598"/>
                <a:gd name="connsiteY14" fmla="*/ 29818 h 283417"/>
                <a:gd name="connsiteX15" fmla="*/ 216911 w 492598"/>
                <a:gd name="connsiteY15" fmla="*/ 29818 h 283417"/>
                <a:gd name="connsiteX16" fmla="*/ 230173 w 492598"/>
                <a:gd name="connsiteY16" fmla="*/ 63347 h 283417"/>
                <a:gd name="connsiteX17" fmla="*/ 227647 w 492598"/>
                <a:gd name="connsiteY17" fmla="*/ 71572 h 283417"/>
                <a:gd name="connsiteX18" fmla="*/ 177756 w 492598"/>
                <a:gd name="connsiteY18" fmla="*/ 193036 h 283417"/>
                <a:gd name="connsiteX19" fmla="*/ 111444 w 492598"/>
                <a:gd name="connsiteY19" fmla="*/ 29818 h 283417"/>
                <a:gd name="connsiteX20" fmla="*/ 146810 w 492598"/>
                <a:gd name="connsiteY20" fmla="*/ 29818 h 283417"/>
                <a:gd name="connsiteX21" fmla="*/ 146810 w 492598"/>
                <a:gd name="connsiteY21" fmla="*/ 85 h 283417"/>
                <a:gd name="connsiteX22" fmla="*/ 69131 w 492598"/>
                <a:gd name="connsiteY22" fmla="*/ 1983 h 283417"/>
                <a:gd name="connsiteX23" fmla="*/ 294 w 492598"/>
                <a:gd name="connsiteY23" fmla="*/ 85 h 283417"/>
                <a:gd name="connsiteX24" fmla="*/ 294 w 492598"/>
                <a:gd name="connsiteY24" fmla="*/ 29818 h 283417"/>
                <a:gd name="connsiteX25" fmla="*/ 37554 w 492598"/>
                <a:gd name="connsiteY25" fmla="*/ 29818 h 283417"/>
                <a:gd name="connsiteX26" fmla="*/ 134180 w 492598"/>
                <a:gd name="connsiteY26" fmla="*/ 266421 h 283417"/>
                <a:gd name="connsiteX27" fmla="*/ 156915 w 492598"/>
                <a:gd name="connsiteY27" fmla="*/ 283502 h 283417"/>
                <a:gd name="connsiteX28" fmla="*/ 179650 w 492598"/>
                <a:gd name="connsiteY28" fmla="*/ 266421 h 283417"/>
                <a:gd name="connsiteX29" fmla="*/ 246593 w 492598"/>
                <a:gd name="connsiteY29" fmla="*/ 102570 h 283417"/>
                <a:gd name="connsiteX30" fmla="*/ 313536 w 492598"/>
                <a:gd name="connsiteY30" fmla="*/ 266421 h 283417"/>
                <a:gd name="connsiteX31" fmla="*/ 336272 w 492598"/>
                <a:gd name="connsiteY31" fmla="*/ 283502 h 283417"/>
                <a:gd name="connsiteX32" fmla="*/ 359007 w 492598"/>
                <a:gd name="connsiteY32" fmla="*/ 266421 h 283417"/>
                <a:gd name="connsiteX33" fmla="*/ 449948 w 492598"/>
                <a:gd name="connsiteY33" fmla="*/ 43103 h 28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92598" h="283417">
                  <a:moveTo>
                    <a:pt x="449948" y="43103"/>
                  </a:moveTo>
                  <a:cubicBezTo>
                    <a:pt x="453106" y="34879"/>
                    <a:pt x="455632" y="29818"/>
                    <a:pt x="492893" y="29818"/>
                  </a:cubicBezTo>
                  <a:lnTo>
                    <a:pt x="492893" y="85"/>
                  </a:lnTo>
                  <a:cubicBezTo>
                    <a:pt x="478367" y="1350"/>
                    <a:pt x="459421" y="1983"/>
                    <a:pt x="444264" y="1983"/>
                  </a:cubicBezTo>
                  <a:cubicBezTo>
                    <a:pt x="427213" y="1983"/>
                    <a:pt x="397531" y="717"/>
                    <a:pt x="383637" y="85"/>
                  </a:cubicBezTo>
                  <a:lnTo>
                    <a:pt x="383637" y="29818"/>
                  </a:lnTo>
                  <a:cubicBezTo>
                    <a:pt x="389321" y="29818"/>
                    <a:pt x="420266" y="30451"/>
                    <a:pt x="420266" y="37410"/>
                  </a:cubicBezTo>
                  <a:cubicBezTo>
                    <a:pt x="420266" y="39308"/>
                    <a:pt x="418371" y="43103"/>
                    <a:pt x="417740" y="45001"/>
                  </a:cubicBezTo>
                  <a:lnTo>
                    <a:pt x="351428" y="206954"/>
                  </a:lnTo>
                  <a:lnTo>
                    <a:pt x="279433" y="29818"/>
                  </a:lnTo>
                  <a:lnTo>
                    <a:pt x="314799" y="29818"/>
                  </a:lnTo>
                  <a:lnTo>
                    <a:pt x="314799" y="85"/>
                  </a:lnTo>
                  <a:cubicBezTo>
                    <a:pt x="294590" y="717"/>
                    <a:pt x="261750" y="1983"/>
                    <a:pt x="242804" y="1983"/>
                  </a:cubicBezTo>
                  <a:cubicBezTo>
                    <a:pt x="216279" y="1983"/>
                    <a:pt x="189755" y="717"/>
                    <a:pt x="179650" y="85"/>
                  </a:cubicBezTo>
                  <a:lnTo>
                    <a:pt x="179650" y="29818"/>
                  </a:lnTo>
                  <a:lnTo>
                    <a:pt x="216911" y="29818"/>
                  </a:lnTo>
                  <a:cubicBezTo>
                    <a:pt x="230173" y="61450"/>
                    <a:pt x="230173" y="62715"/>
                    <a:pt x="230173" y="63347"/>
                  </a:cubicBezTo>
                  <a:cubicBezTo>
                    <a:pt x="230173" y="65878"/>
                    <a:pt x="228279" y="69674"/>
                    <a:pt x="227647" y="71572"/>
                  </a:cubicBezTo>
                  <a:lnTo>
                    <a:pt x="177756" y="193036"/>
                  </a:lnTo>
                  <a:lnTo>
                    <a:pt x="111444" y="29818"/>
                  </a:lnTo>
                  <a:lnTo>
                    <a:pt x="146810" y="29818"/>
                  </a:lnTo>
                  <a:lnTo>
                    <a:pt x="146810" y="85"/>
                  </a:lnTo>
                  <a:cubicBezTo>
                    <a:pt x="120917" y="1350"/>
                    <a:pt x="95024" y="1983"/>
                    <a:pt x="69131" y="1983"/>
                  </a:cubicBezTo>
                  <a:cubicBezTo>
                    <a:pt x="49554" y="1983"/>
                    <a:pt x="21766" y="717"/>
                    <a:pt x="294" y="85"/>
                  </a:cubicBezTo>
                  <a:lnTo>
                    <a:pt x="294" y="29818"/>
                  </a:lnTo>
                  <a:lnTo>
                    <a:pt x="37554" y="29818"/>
                  </a:lnTo>
                  <a:lnTo>
                    <a:pt x="134180" y="266421"/>
                  </a:lnTo>
                  <a:cubicBezTo>
                    <a:pt x="138600" y="277176"/>
                    <a:pt x="141126" y="283502"/>
                    <a:pt x="156915" y="283502"/>
                  </a:cubicBezTo>
                  <a:cubicBezTo>
                    <a:pt x="172703" y="283502"/>
                    <a:pt x="175229" y="277176"/>
                    <a:pt x="179650" y="266421"/>
                  </a:cubicBezTo>
                  <a:lnTo>
                    <a:pt x="246593" y="102570"/>
                  </a:lnTo>
                  <a:lnTo>
                    <a:pt x="313536" y="266421"/>
                  </a:lnTo>
                  <a:cubicBezTo>
                    <a:pt x="317957" y="277176"/>
                    <a:pt x="320483" y="283502"/>
                    <a:pt x="336272" y="283502"/>
                  </a:cubicBezTo>
                  <a:cubicBezTo>
                    <a:pt x="352060" y="283502"/>
                    <a:pt x="354586" y="277176"/>
                    <a:pt x="359007" y="266421"/>
                  </a:cubicBezTo>
                  <a:lnTo>
                    <a:pt x="449948" y="43103"/>
                  </a:ln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5194D38-F556-2EF0-AEF3-2E84766C896F}"/>
                </a:ext>
              </a:extLst>
            </p:cNvPr>
            <p:cNvSpPr/>
            <p:nvPr/>
          </p:nvSpPr>
          <p:spPr>
            <a:xfrm>
              <a:off x="20879721" y="8114147"/>
              <a:ext cx="146516" cy="632627"/>
            </a:xfrm>
            <a:custGeom>
              <a:avLst/>
              <a:gdLst>
                <a:gd name="connsiteX0" fmla="*/ 146819 w 146516"/>
                <a:gd name="connsiteY0" fmla="*/ 316399 h 632627"/>
                <a:gd name="connsiteX1" fmla="*/ 105137 w 146516"/>
                <a:gd name="connsiteY1" fmla="*/ 119019 h 632627"/>
                <a:gd name="connsiteX2" fmla="*/ 6618 w 146516"/>
                <a:gd name="connsiteY2" fmla="*/ 85 h 632627"/>
                <a:gd name="connsiteX3" fmla="*/ 302 w 146516"/>
                <a:gd name="connsiteY3" fmla="*/ 6411 h 632627"/>
                <a:gd name="connsiteX4" fmla="*/ 12301 w 146516"/>
                <a:gd name="connsiteY4" fmla="*/ 20961 h 632627"/>
                <a:gd name="connsiteX5" fmla="*/ 110190 w 146516"/>
                <a:gd name="connsiteY5" fmla="*/ 316399 h 632627"/>
                <a:gd name="connsiteX6" fmla="*/ 8512 w 146516"/>
                <a:gd name="connsiteY6" fmla="*/ 615631 h 632627"/>
                <a:gd name="connsiteX7" fmla="*/ 302 w 146516"/>
                <a:gd name="connsiteY7" fmla="*/ 626386 h 632627"/>
                <a:gd name="connsiteX8" fmla="*/ 6618 w 146516"/>
                <a:gd name="connsiteY8" fmla="*/ 632712 h 632627"/>
                <a:gd name="connsiteX9" fmla="*/ 107032 w 146516"/>
                <a:gd name="connsiteY9" fmla="*/ 509350 h 632627"/>
                <a:gd name="connsiteX10" fmla="*/ 146819 w 146516"/>
                <a:gd name="connsiteY10" fmla="*/ 316399 h 632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516" h="632627">
                  <a:moveTo>
                    <a:pt x="146819" y="316399"/>
                  </a:moveTo>
                  <a:cubicBezTo>
                    <a:pt x="146819" y="267054"/>
                    <a:pt x="139872" y="190506"/>
                    <a:pt x="105137" y="119019"/>
                  </a:cubicBezTo>
                  <a:cubicBezTo>
                    <a:pt x="67245" y="41206"/>
                    <a:pt x="12933" y="85"/>
                    <a:pt x="6618" y="85"/>
                  </a:cubicBezTo>
                  <a:cubicBezTo>
                    <a:pt x="2828" y="85"/>
                    <a:pt x="302" y="2615"/>
                    <a:pt x="302" y="6411"/>
                  </a:cubicBezTo>
                  <a:cubicBezTo>
                    <a:pt x="302" y="8309"/>
                    <a:pt x="302" y="9574"/>
                    <a:pt x="12301" y="20961"/>
                  </a:cubicBezTo>
                  <a:cubicBezTo>
                    <a:pt x="74192" y="83592"/>
                    <a:pt x="110190" y="184179"/>
                    <a:pt x="110190" y="316399"/>
                  </a:cubicBezTo>
                  <a:cubicBezTo>
                    <a:pt x="110190" y="424578"/>
                    <a:pt x="86823" y="535920"/>
                    <a:pt x="8512" y="615631"/>
                  </a:cubicBezTo>
                  <a:cubicBezTo>
                    <a:pt x="302" y="623223"/>
                    <a:pt x="302" y="624488"/>
                    <a:pt x="302" y="626386"/>
                  </a:cubicBezTo>
                  <a:cubicBezTo>
                    <a:pt x="302" y="630182"/>
                    <a:pt x="2828" y="632712"/>
                    <a:pt x="6618" y="632712"/>
                  </a:cubicBezTo>
                  <a:cubicBezTo>
                    <a:pt x="12933" y="632712"/>
                    <a:pt x="69771" y="589694"/>
                    <a:pt x="107032" y="509350"/>
                  </a:cubicBezTo>
                  <a:cubicBezTo>
                    <a:pt x="139240" y="439761"/>
                    <a:pt x="146819" y="369539"/>
                    <a:pt x="146819" y="316399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</p:grp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AF8EBE8-6E02-EAEF-71D2-CEE0FB9C5610}"/>
              </a:ext>
            </a:extLst>
          </p:cNvPr>
          <p:cNvSpPr>
            <a:spLocks noGrp="1"/>
          </p:cNvSpPr>
          <p:nvPr/>
        </p:nvSpPr>
        <p:spPr>
          <a:xfrm>
            <a:off x="838200" y="15901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Nunito" pitchFamily="2" charset="0"/>
            </a:endParaRPr>
          </a:p>
          <a:p>
            <a:endParaRPr lang="en-US" sz="2400" dirty="0">
              <a:latin typeface="Nunito" pitchFamily="2" charset="0"/>
            </a:endParaRPr>
          </a:p>
          <a:p>
            <a:endParaRPr lang="en-US" sz="2400" dirty="0">
              <a:latin typeface="Nunito" pitchFamily="2" charset="0"/>
            </a:endParaRPr>
          </a:p>
          <a:p>
            <a:endParaRPr lang="en-US" sz="2400" dirty="0">
              <a:latin typeface="Nunito" pitchFamily="2" charset="0"/>
            </a:endParaRPr>
          </a:p>
          <a:p>
            <a:endParaRPr lang="en-US" sz="2400" dirty="0">
              <a:latin typeface="Nunito" pitchFamily="2" charset="0"/>
            </a:endParaRPr>
          </a:p>
          <a:p>
            <a:r>
              <a:rPr lang="en-US" sz="2400" dirty="0">
                <a:latin typeface="Nunito" pitchFamily="2" charset="0"/>
              </a:rPr>
              <a:t>The score of a tree is defined by the sum of constituent scores</a:t>
            </a:r>
          </a:p>
        </p:txBody>
      </p:sp>
    </p:spTree>
    <p:extLst>
      <p:ext uri="{BB962C8B-B14F-4D97-AF65-F5344CB8AC3E}">
        <p14:creationId xmlns:p14="http://schemas.microsoft.com/office/powerpoint/2010/main" val="1332559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DAE88-EACE-7931-93A0-2AF5C1C1D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Constituency Parsing: Modeling and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A05C8-22D8-97CA-DB5B-921715978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751" y="1325562"/>
            <a:ext cx="11382498" cy="55324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Each span score can be modeled with a neural network.</a:t>
            </a:r>
          </a:p>
          <a:p>
            <a:pPr marL="0" indent="0">
              <a:buNone/>
            </a:pPr>
            <a:r>
              <a:rPr lang="en-CA" dirty="0"/>
              <a:t>Training objective (Kitaev and Klein, 2018): let the collection of the true spans have </a:t>
            </a:r>
            <a:r>
              <a:rPr lang="en-CA" dirty="0">
                <a:solidFill>
                  <a:srgbClr val="0070C0"/>
                </a:solidFill>
              </a:rPr>
              <a:t>the highest accumulated span scores among all parses</a:t>
            </a:r>
            <a:r>
              <a:rPr lang="en-CA" dirty="0"/>
              <a:t>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sz="1400" dirty="0"/>
          </a:p>
          <a:p>
            <a:pPr marL="0" indent="0">
              <a:buNone/>
            </a:pPr>
            <a:r>
              <a:rPr lang="en-CA" dirty="0"/>
              <a:t>How do we calculate this?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0626D-CF33-BA55-D267-EDA950787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19</a:t>
            </a:fld>
            <a:endParaRPr lang="en-CA"/>
          </a:p>
        </p:txBody>
      </p:sp>
      <p:grpSp>
        <p:nvGrpSpPr>
          <p:cNvPr id="5" name="Group 4" descr="\documentclass{article}&#10;\usepackage{amsmath,bm,amssymb}&#10;\pagestyle{empty}&#10;\begin{document}&#10;&#10;\newcommand{\score}{\textrm{score}}&#10;\newcommand{\classify}{\textrm{classify}}&#10;\newcommand{\bx}{\mathbf{x}}&#10;&#10;\begin{align*}&#10;\text{score}(\mathbf{x}, \bm{y}; \mathbf{w}) = \sum_{s \in \bm{y}} \text{span-score}(s;\mathbf{x}, \mathbf{w})&#10;\end{align*}&#10;&#10;&#10;\end{document}" title="IguanaTex Vector Display">
            <a:extLst>
              <a:ext uri="{FF2B5EF4-FFF2-40B4-BE49-F238E27FC236}">
                <a16:creationId xmlns:a16="http://schemas.microsoft.com/office/drawing/2014/main" id="{1B038FD4-0763-B3DA-D5EA-1DE861B43A30}"/>
              </a:ext>
            </a:extLst>
          </p:cNvPr>
          <p:cNvGrpSpPr>
            <a:grpSpLocks noChangeAspect="1"/>
          </p:cNvGrpSpPr>
          <p:nvPr/>
        </p:nvGrpSpPr>
        <p:grpSpPr>
          <a:xfrm>
            <a:off x="3118021" y="1298463"/>
            <a:ext cx="5955958" cy="802700"/>
            <a:chOff x="6185654" y="7404634"/>
            <a:chExt cx="5955958" cy="80270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93A2CA4-547D-A88E-D49F-707557D80F5C}"/>
                </a:ext>
              </a:extLst>
            </p:cNvPr>
            <p:cNvSpPr/>
            <p:nvPr/>
          </p:nvSpPr>
          <p:spPr>
            <a:xfrm>
              <a:off x="6185654" y="7584414"/>
              <a:ext cx="115675" cy="164378"/>
            </a:xfrm>
            <a:custGeom>
              <a:avLst/>
              <a:gdLst>
                <a:gd name="connsiteX0" fmla="*/ 62055 w 115675"/>
                <a:gd name="connsiteY0" fmla="*/ 91048 h 164378"/>
                <a:gd name="connsiteX1" fmla="*/ 98845 w 115675"/>
                <a:gd name="connsiteY1" fmla="*/ 123995 h 164378"/>
                <a:gd name="connsiteX2" fmla="*/ 58871 w 115675"/>
                <a:gd name="connsiteY2" fmla="*/ 156584 h 164378"/>
                <a:gd name="connsiteX3" fmla="*/ 9700 w 115675"/>
                <a:gd name="connsiteY3" fmla="*/ 105731 h 164378"/>
                <a:gd name="connsiteX4" fmla="*/ 4748 w 115675"/>
                <a:gd name="connsiteY4" fmla="*/ 99643 h 164378"/>
                <a:gd name="connsiteX5" fmla="*/ 149 w 115675"/>
                <a:gd name="connsiteY5" fmla="*/ 108596 h 164378"/>
                <a:gd name="connsiteX6" fmla="*/ 149 w 115675"/>
                <a:gd name="connsiteY6" fmla="*/ 155868 h 164378"/>
                <a:gd name="connsiteX7" fmla="*/ 4040 w 115675"/>
                <a:gd name="connsiteY7" fmla="*/ 164463 h 164378"/>
                <a:gd name="connsiteX8" fmla="*/ 12884 w 115675"/>
                <a:gd name="connsiteY8" fmla="*/ 157300 h 164378"/>
                <a:gd name="connsiteX9" fmla="*/ 19959 w 115675"/>
                <a:gd name="connsiteY9" fmla="*/ 149064 h 164378"/>
                <a:gd name="connsiteX10" fmla="*/ 58871 w 115675"/>
                <a:gd name="connsiteY10" fmla="*/ 164463 h 164378"/>
                <a:gd name="connsiteX11" fmla="*/ 115824 w 115675"/>
                <a:gd name="connsiteY11" fmla="*/ 114684 h 164378"/>
                <a:gd name="connsiteX12" fmla="*/ 100967 w 115675"/>
                <a:gd name="connsiteY12" fmla="*/ 80662 h 164378"/>
                <a:gd name="connsiteX13" fmla="*/ 60640 w 115675"/>
                <a:gd name="connsiteY13" fmla="*/ 63472 h 164378"/>
                <a:gd name="connsiteX14" fmla="*/ 17129 w 115675"/>
                <a:gd name="connsiteY14" fmla="*/ 34106 h 164378"/>
                <a:gd name="connsiteX15" fmla="*/ 56749 w 115675"/>
                <a:gd name="connsiteY15" fmla="*/ 6889 h 164378"/>
                <a:gd name="connsiteX16" fmla="*/ 98137 w 115675"/>
                <a:gd name="connsiteY16" fmla="*/ 50222 h 164378"/>
                <a:gd name="connsiteX17" fmla="*/ 102382 w 115675"/>
                <a:gd name="connsiteY17" fmla="*/ 53445 h 164378"/>
                <a:gd name="connsiteX18" fmla="*/ 106981 w 115675"/>
                <a:gd name="connsiteY18" fmla="*/ 44850 h 164378"/>
                <a:gd name="connsiteX19" fmla="*/ 106981 w 115675"/>
                <a:gd name="connsiteY19" fmla="*/ 8680 h 164378"/>
                <a:gd name="connsiteX20" fmla="*/ 103090 w 115675"/>
                <a:gd name="connsiteY20" fmla="*/ 85 h 164378"/>
                <a:gd name="connsiteX21" fmla="*/ 96015 w 115675"/>
                <a:gd name="connsiteY21" fmla="*/ 4382 h 164378"/>
                <a:gd name="connsiteX22" fmla="*/ 90001 w 115675"/>
                <a:gd name="connsiteY22" fmla="*/ 10112 h 164378"/>
                <a:gd name="connsiteX23" fmla="*/ 56749 w 115675"/>
                <a:gd name="connsiteY23" fmla="*/ 85 h 164378"/>
                <a:gd name="connsiteX24" fmla="*/ 149 w 115675"/>
                <a:gd name="connsiteY24" fmla="*/ 44134 h 164378"/>
                <a:gd name="connsiteX25" fmla="*/ 15360 w 115675"/>
                <a:gd name="connsiteY25" fmla="*/ 74574 h 164378"/>
                <a:gd name="connsiteX26" fmla="*/ 62055 w 115675"/>
                <a:gd name="connsiteY26" fmla="*/ 91048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675" h="164378">
                  <a:moveTo>
                    <a:pt x="62055" y="91048"/>
                  </a:moveTo>
                  <a:cubicBezTo>
                    <a:pt x="69837" y="92480"/>
                    <a:pt x="98845" y="98210"/>
                    <a:pt x="98845" y="123995"/>
                  </a:cubicBezTo>
                  <a:cubicBezTo>
                    <a:pt x="98845" y="142259"/>
                    <a:pt x="86463" y="156584"/>
                    <a:pt x="58871" y="156584"/>
                  </a:cubicBezTo>
                  <a:cubicBezTo>
                    <a:pt x="29156" y="156584"/>
                    <a:pt x="16421" y="136171"/>
                    <a:pt x="9700" y="105731"/>
                  </a:cubicBezTo>
                  <a:cubicBezTo>
                    <a:pt x="8639" y="101075"/>
                    <a:pt x="8285" y="99643"/>
                    <a:pt x="4748" y="99643"/>
                  </a:cubicBezTo>
                  <a:cubicBezTo>
                    <a:pt x="149" y="99643"/>
                    <a:pt x="149" y="102150"/>
                    <a:pt x="149" y="108596"/>
                  </a:cubicBezTo>
                  <a:lnTo>
                    <a:pt x="149" y="155868"/>
                  </a:lnTo>
                  <a:cubicBezTo>
                    <a:pt x="149" y="161956"/>
                    <a:pt x="149" y="164463"/>
                    <a:pt x="4040" y="164463"/>
                  </a:cubicBezTo>
                  <a:cubicBezTo>
                    <a:pt x="5809" y="164463"/>
                    <a:pt x="6163" y="164105"/>
                    <a:pt x="12884" y="157300"/>
                  </a:cubicBezTo>
                  <a:cubicBezTo>
                    <a:pt x="13591" y="156584"/>
                    <a:pt x="13591" y="155868"/>
                    <a:pt x="19959" y="149064"/>
                  </a:cubicBezTo>
                  <a:cubicBezTo>
                    <a:pt x="35524" y="164105"/>
                    <a:pt x="51442" y="164463"/>
                    <a:pt x="58871" y="164463"/>
                  </a:cubicBezTo>
                  <a:cubicBezTo>
                    <a:pt x="99552" y="164463"/>
                    <a:pt x="115824" y="140469"/>
                    <a:pt x="115824" y="114684"/>
                  </a:cubicBezTo>
                  <a:cubicBezTo>
                    <a:pt x="115824" y="95703"/>
                    <a:pt x="105212" y="84960"/>
                    <a:pt x="100967" y="80662"/>
                  </a:cubicBezTo>
                  <a:cubicBezTo>
                    <a:pt x="89293" y="69202"/>
                    <a:pt x="75497" y="66337"/>
                    <a:pt x="60640" y="63472"/>
                  </a:cubicBezTo>
                  <a:cubicBezTo>
                    <a:pt x="40830" y="59533"/>
                    <a:pt x="17129" y="54877"/>
                    <a:pt x="17129" y="34106"/>
                  </a:cubicBezTo>
                  <a:cubicBezTo>
                    <a:pt x="17129" y="21572"/>
                    <a:pt x="26326" y="6889"/>
                    <a:pt x="56749" y="6889"/>
                  </a:cubicBezTo>
                  <a:cubicBezTo>
                    <a:pt x="95661" y="6889"/>
                    <a:pt x="97430" y="39120"/>
                    <a:pt x="98137" y="50222"/>
                  </a:cubicBezTo>
                  <a:cubicBezTo>
                    <a:pt x="98491" y="53445"/>
                    <a:pt x="101675" y="53445"/>
                    <a:pt x="102382" y="53445"/>
                  </a:cubicBezTo>
                  <a:cubicBezTo>
                    <a:pt x="106981" y="53445"/>
                    <a:pt x="106981" y="51654"/>
                    <a:pt x="106981" y="44850"/>
                  </a:cubicBezTo>
                  <a:lnTo>
                    <a:pt x="106981" y="8680"/>
                  </a:lnTo>
                  <a:cubicBezTo>
                    <a:pt x="106981" y="2592"/>
                    <a:pt x="106981" y="85"/>
                    <a:pt x="103090" y="85"/>
                  </a:cubicBezTo>
                  <a:cubicBezTo>
                    <a:pt x="101321" y="85"/>
                    <a:pt x="100613" y="85"/>
                    <a:pt x="96015" y="4382"/>
                  </a:cubicBezTo>
                  <a:cubicBezTo>
                    <a:pt x="94953" y="5815"/>
                    <a:pt x="91416" y="9038"/>
                    <a:pt x="90001" y="10112"/>
                  </a:cubicBezTo>
                  <a:cubicBezTo>
                    <a:pt x="76559" y="85"/>
                    <a:pt x="62055" y="85"/>
                    <a:pt x="56749" y="85"/>
                  </a:cubicBezTo>
                  <a:cubicBezTo>
                    <a:pt x="13591" y="85"/>
                    <a:pt x="149" y="24079"/>
                    <a:pt x="149" y="44134"/>
                  </a:cubicBezTo>
                  <a:cubicBezTo>
                    <a:pt x="149" y="56668"/>
                    <a:pt x="5809" y="66695"/>
                    <a:pt x="15360" y="74574"/>
                  </a:cubicBezTo>
                  <a:cubicBezTo>
                    <a:pt x="26680" y="83885"/>
                    <a:pt x="36585" y="86034"/>
                    <a:pt x="62055" y="9104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B0D859C-BB03-A0BA-69B7-078B18D287C4}"/>
                </a:ext>
              </a:extLst>
            </p:cNvPr>
            <p:cNvSpPr/>
            <p:nvPr/>
          </p:nvSpPr>
          <p:spPr>
            <a:xfrm>
              <a:off x="6325541" y="7584414"/>
              <a:ext cx="134777" cy="164378"/>
            </a:xfrm>
            <a:custGeom>
              <a:avLst/>
              <a:gdLst>
                <a:gd name="connsiteX0" fmla="*/ 29514 w 134777"/>
                <a:gd name="connsiteY0" fmla="*/ 82453 h 164378"/>
                <a:gd name="connsiteX1" fmla="*/ 77270 w 134777"/>
                <a:gd name="connsiteY1" fmla="*/ 9038 h 164378"/>
                <a:gd name="connsiteX2" fmla="*/ 115121 w 134777"/>
                <a:gd name="connsiteY2" fmla="*/ 22288 h 164378"/>
                <a:gd name="connsiteX3" fmla="*/ 98495 w 134777"/>
                <a:gd name="connsiteY3" fmla="*/ 38762 h 164378"/>
                <a:gd name="connsiteX4" fmla="*/ 114767 w 134777"/>
                <a:gd name="connsiteY4" fmla="*/ 55236 h 164378"/>
                <a:gd name="connsiteX5" fmla="*/ 131040 w 134777"/>
                <a:gd name="connsiteY5" fmla="*/ 38404 h 164378"/>
                <a:gd name="connsiteX6" fmla="*/ 76916 w 134777"/>
                <a:gd name="connsiteY6" fmla="*/ 85 h 164378"/>
                <a:gd name="connsiteX7" fmla="*/ 153 w 134777"/>
                <a:gd name="connsiteY7" fmla="*/ 83169 h 164378"/>
                <a:gd name="connsiteX8" fmla="*/ 76209 w 134777"/>
                <a:gd name="connsiteY8" fmla="*/ 164463 h 164378"/>
                <a:gd name="connsiteX9" fmla="*/ 134931 w 134777"/>
                <a:gd name="connsiteY9" fmla="*/ 117907 h 164378"/>
                <a:gd name="connsiteX10" fmla="*/ 130332 w 134777"/>
                <a:gd name="connsiteY10" fmla="*/ 114326 h 164378"/>
                <a:gd name="connsiteX11" fmla="*/ 125733 w 134777"/>
                <a:gd name="connsiteY11" fmla="*/ 117907 h 164378"/>
                <a:gd name="connsiteX12" fmla="*/ 79392 w 134777"/>
                <a:gd name="connsiteY12" fmla="*/ 155510 h 164378"/>
                <a:gd name="connsiteX13" fmla="*/ 29514 w 134777"/>
                <a:gd name="connsiteY13" fmla="*/ 82453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4777" h="164378">
                  <a:moveTo>
                    <a:pt x="29514" y="82453"/>
                  </a:moveTo>
                  <a:cubicBezTo>
                    <a:pt x="29514" y="24079"/>
                    <a:pt x="58521" y="9038"/>
                    <a:pt x="77270" y="9038"/>
                  </a:cubicBezTo>
                  <a:cubicBezTo>
                    <a:pt x="80454" y="9038"/>
                    <a:pt x="102740" y="9396"/>
                    <a:pt x="115121" y="22288"/>
                  </a:cubicBezTo>
                  <a:cubicBezTo>
                    <a:pt x="100617" y="23363"/>
                    <a:pt x="98495" y="34106"/>
                    <a:pt x="98495" y="38762"/>
                  </a:cubicBezTo>
                  <a:cubicBezTo>
                    <a:pt x="98495" y="48073"/>
                    <a:pt x="104862" y="55236"/>
                    <a:pt x="114767" y="55236"/>
                  </a:cubicBezTo>
                  <a:cubicBezTo>
                    <a:pt x="123965" y="55236"/>
                    <a:pt x="131040" y="49147"/>
                    <a:pt x="131040" y="38404"/>
                  </a:cubicBezTo>
                  <a:cubicBezTo>
                    <a:pt x="131040" y="14051"/>
                    <a:pt x="104155" y="85"/>
                    <a:pt x="76916" y="85"/>
                  </a:cubicBezTo>
                  <a:cubicBezTo>
                    <a:pt x="32698" y="85"/>
                    <a:pt x="153" y="38762"/>
                    <a:pt x="153" y="83169"/>
                  </a:cubicBezTo>
                  <a:cubicBezTo>
                    <a:pt x="153" y="129009"/>
                    <a:pt x="35174" y="164463"/>
                    <a:pt x="76209" y="164463"/>
                  </a:cubicBezTo>
                  <a:cubicBezTo>
                    <a:pt x="123611" y="164463"/>
                    <a:pt x="134931" y="121488"/>
                    <a:pt x="134931" y="117907"/>
                  </a:cubicBezTo>
                  <a:cubicBezTo>
                    <a:pt x="134931" y="114326"/>
                    <a:pt x="131393" y="114326"/>
                    <a:pt x="130332" y="114326"/>
                  </a:cubicBezTo>
                  <a:cubicBezTo>
                    <a:pt x="127148" y="114326"/>
                    <a:pt x="126441" y="115758"/>
                    <a:pt x="125733" y="117907"/>
                  </a:cubicBezTo>
                  <a:cubicBezTo>
                    <a:pt x="115475" y="151212"/>
                    <a:pt x="92481" y="155510"/>
                    <a:pt x="79392" y="155510"/>
                  </a:cubicBezTo>
                  <a:cubicBezTo>
                    <a:pt x="60644" y="155510"/>
                    <a:pt x="29514" y="140111"/>
                    <a:pt x="29514" y="82453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E35237-E51A-770D-EAFC-2F1E789B5C05}"/>
                </a:ext>
              </a:extLst>
            </p:cNvPr>
            <p:cNvSpPr/>
            <p:nvPr/>
          </p:nvSpPr>
          <p:spPr>
            <a:xfrm>
              <a:off x="6480640" y="7584414"/>
              <a:ext cx="156710" cy="164378"/>
            </a:xfrm>
            <a:custGeom>
              <a:avLst/>
              <a:gdLst>
                <a:gd name="connsiteX0" fmla="*/ 156868 w 156710"/>
                <a:gd name="connsiteY0" fmla="*/ 83885 h 164378"/>
                <a:gd name="connsiteX1" fmla="*/ 78689 w 156710"/>
                <a:gd name="connsiteY1" fmla="*/ 85 h 164378"/>
                <a:gd name="connsiteX2" fmla="*/ 157 w 156710"/>
                <a:gd name="connsiteY2" fmla="*/ 83885 h 164378"/>
                <a:gd name="connsiteX3" fmla="*/ 78336 w 156710"/>
                <a:gd name="connsiteY3" fmla="*/ 164463 h 164378"/>
                <a:gd name="connsiteX4" fmla="*/ 156868 w 156710"/>
                <a:gd name="connsiteY4" fmla="*/ 83885 h 164378"/>
                <a:gd name="connsiteX5" fmla="*/ 78689 w 156710"/>
                <a:gd name="connsiteY5" fmla="*/ 155510 h 164378"/>
                <a:gd name="connsiteX6" fmla="*/ 38362 w 156710"/>
                <a:gd name="connsiteY6" fmla="*/ 131516 h 164378"/>
                <a:gd name="connsiteX7" fmla="*/ 29518 w 156710"/>
                <a:gd name="connsiteY7" fmla="*/ 81020 h 164378"/>
                <a:gd name="connsiteX8" fmla="*/ 38008 w 156710"/>
                <a:gd name="connsiteY8" fmla="*/ 31958 h 164378"/>
                <a:gd name="connsiteX9" fmla="*/ 78336 w 156710"/>
                <a:gd name="connsiteY9" fmla="*/ 7963 h 164378"/>
                <a:gd name="connsiteX10" fmla="*/ 118309 w 156710"/>
                <a:gd name="connsiteY10" fmla="*/ 31241 h 164378"/>
                <a:gd name="connsiteX11" fmla="*/ 127506 w 156710"/>
                <a:gd name="connsiteY11" fmla="*/ 81020 h 164378"/>
                <a:gd name="connsiteX12" fmla="*/ 119724 w 156710"/>
                <a:gd name="connsiteY12" fmla="*/ 129009 h 164378"/>
                <a:gd name="connsiteX13" fmla="*/ 78689 w 156710"/>
                <a:gd name="connsiteY13" fmla="*/ 155510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6710" h="164378">
                  <a:moveTo>
                    <a:pt x="156868" y="83885"/>
                  </a:moveTo>
                  <a:cubicBezTo>
                    <a:pt x="156868" y="38046"/>
                    <a:pt x="121493" y="85"/>
                    <a:pt x="78689" y="85"/>
                  </a:cubicBezTo>
                  <a:cubicBezTo>
                    <a:pt x="34471" y="85"/>
                    <a:pt x="157" y="39120"/>
                    <a:pt x="157" y="83885"/>
                  </a:cubicBezTo>
                  <a:cubicBezTo>
                    <a:pt x="157" y="130083"/>
                    <a:pt x="36947" y="164463"/>
                    <a:pt x="78336" y="164463"/>
                  </a:cubicBezTo>
                  <a:cubicBezTo>
                    <a:pt x="121139" y="164463"/>
                    <a:pt x="156868" y="129367"/>
                    <a:pt x="156868" y="83885"/>
                  </a:cubicBezTo>
                  <a:close/>
                  <a:moveTo>
                    <a:pt x="78689" y="155510"/>
                  </a:moveTo>
                  <a:cubicBezTo>
                    <a:pt x="63478" y="155510"/>
                    <a:pt x="47913" y="147989"/>
                    <a:pt x="38362" y="131516"/>
                  </a:cubicBezTo>
                  <a:cubicBezTo>
                    <a:pt x="29518" y="115758"/>
                    <a:pt x="29518" y="93913"/>
                    <a:pt x="29518" y="81020"/>
                  </a:cubicBezTo>
                  <a:cubicBezTo>
                    <a:pt x="29518" y="67054"/>
                    <a:pt x="29518" y="47715"/>
                    <a:pt x="38008" y="31958"/>
                  </a:cubicBezTo>
                  <a:cubicBezTo>
                    <a:pt x="47560" y="15484"/>
                    <a:pt x="64186" y="7963"/>
                    <a:pt x="78336" y="7963"/>
                  </a:cubicBezTo>
                  <a:cubicBezTo>
                    <a:pt x="93901" y="7963"/>
                    <a:pt x="109112" y="15842"/>
                    <a:pt x="118309" y="31241"/>
                  </a:cubicBezTo>
                  <a:cubicBezTo>
                    <a:pt x="127507" y="46641"/>
                    <a:pt x="127506" y="67412"/>
                    <a:pt x="127506" y="81020"/>
                  </a:cubicBezTo>
                  <a:cubicBezTo>
                    <a:pt x="127506" y="93913"/>
                    <a:pt x="127506" y="113251"/>
                    <a:pt x="119724" y="129009"/>
                  </a:cubicBezTo>
                  <a:cubicBezTo>
                    <a:pt x="111942" y="145124"/>
                    <a:pt x="96377" y="155510"/>
                    <a:pt x="78689" y="155510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E7CC559-64A2-62C6-191D-C6EB3C739290}"/>
                </a:ext>
              </a:extLst>
            </p:cNvPr>
            <p:cNvSpPr/>
            <p:nvPr/>
          </p:nvSpPr>
          <p:spPr>
            <a:xfrm>
              <a:off x="6657515" y="7586563"/>
              <a:ext cx="118859" cy="158290"/>
            </a:xfrm>
            <a:custGeom>
              <a:avLst/>
              <a:gdLst>
                <a:gd name="connsiteX0" fmla="*/ 49333 w 118859"/>
                <a:gd name="connsiteY0" fmla="*/ 39478 h 158290"/>
                <a:gd name="connsiteX1" fmla="*/ 49333 w 118859"/>
                <a:gd name="connsiteY1" fmla="*/ 85 h 158290"/>
                <a:gd name="connsiteX2" fmla="*/ 162 w 118859"/>
                <a:gd name="connsiteY2" fmla="*/ 4024 h 158290"/>
                <a:gd name="connsiteX3" fmla="*/ 162 w 118859"/>
                <a:gd name="connsiteY3" fmla="*/ 15126 h 158290"/>
                <a:gd name="connsiteX4" fmla="*/ 27755 w 118859"/>
                <a:gd name="connsiteY4" fmla="*/ 35181 h 158290"/>
                <a:gd name="connsiteX5" fmla="*/ 27755 w 118859"/>
                <a:gd name="connsiteY5" fmla="*/ 131157 h 158290"/>
                <a:gd name="connsiteX6" fmla="*/ 162 w 118859"/>
                <a:gd name="connsiteY6" fmla="*/ 147273 h 158290"/>
                <a:gd name="connsiteX7" fmla="*/ 162 w 118859"/>
                <a:gd name="connsiteY7" fmla="*/ 158375 h 158290"/>
                <a:gd name="connsiteX8" fmla="*/ 40490 w 118859"/>
                <a:gd name="connsiteY8" fmla="*/ 157300 h 158290"/>
                <a:gd name="connsiteX9" fmla="*/ 85416 w 118859"/>
                <a:gd name="connsiteY9" fmla="*/ 158375 h 158290"/>
                <a:gd name="connsiteX10" fmla="*/ 85416 w 118859"/>
                <a:gd name="connsiteY10" fmla="*/ 147273 h 158290"/>
                <a:gd name="connsiteX11" fmla="*/ 77987 w 118859"/>
                <a:gd name="connsiteY11" fmla="*/ 147273 h 158290"/>
                <a:gd name="connsiteX12" fmla="*/ 51102 w 118859"/>
                <a:gd name="connsiteY12" fmla="*/ 130441 h 158290"/>
                <a:gd name="connsiteX13" fmla="*/ 51102 w 118859"/>
                <a:gd name="connsiteY13" fmla="*/ 75290 h 158290"/>
                <a:gd name="connsiteX14" fmla="*/ 92844 w 118859"/>
                <a:gd name="connsiteY14" fmla="*/ 7963 h 158290"/>
                <a:gd name="connsiteX15" fmla="*/ 96735 w 118859"/>
                <a:gd name="connsiteY15" fmla="*/ 8322 h 158290"/>
                <a:gd name="connsiteX16" fmla="*/ 88599 w 118859"/>
                <a:gd name="connsiteY16" fmla="*/ 22288 h 158290"/>
                <a:gd name="connsiteX17" fmla="*/ 103810 w 118859"/>
                <a:gd name="connsiteY17" fmla="*/ 37688 h 158290"/>
                <a:gd name="connsiteX18" fmla="*/ 119022 w 118859"/>
                <a:gd name="connsiteY18" fmla="*/ 21930 h 158290"/>
                <a:gd name="connsiteX19" fmla="*/ 92844 w 118859"/>
                <a:gd name="connsiteY19" fmla="*/ 85 h 158290"/>
                <a:gd name="connsiteX20" fmla="*/ 49333 w 118859"/>
                <a:gd name="connsiteY20" fmla="*/ 39478 h 158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8859" h="158290">
                  <a:moveTo>
                    <a:pt x="49333" y="39478"/>
                  </a:moveTo>
                  <a:lnTo>
                    <a:pt x="49333" y="85"/>
                  </a:lnTo>
                  <a:lnTo>
                    <a:pt x="162" y="4024"/>
                  </a:lnTo>
                  <a:lnTo>
                    <a:pt x="162" y="15126"/>
                  </a:lnTo>
                  <a:cubicBezTo>
                    <a:pt x="24925" y="15126"/>
                    <a:pt x="27755" y="17633"/>
                    <a:pt x="27755" y="35181"/>
                  </a:cubicBezTo>
                  <a:lnTo>
                    <a:pt x="27755" y="131157"/>
                  </a:lnTo>
                  <a:cubicBezTo>
                    <a:pt x="27755" y="147273"/>
                    <a:pt x="23864" y="147273"/>
                    <a:pt x="162" y="147273"/>
                  </a:cubicBezTo>
                  <a:lnTo>
                    <a:pt x="162" y="158375"/>
                  </a:lnTo>
                  <a:cubicBezTo>
                    <a:pt x="13959" y="158017"/>
                    <a:pt x="30585" y="157300"/>
                    <a:pt x="40490" y="157300"/>
                  </a:cubicBezTo>
                  <a:cubicBezTo>
                    <a:pt x="54640" y="157300"/>
                    <a:pt x="71266" y="157300"/>
                    <a:pt x="85416" y="158375"/>
                  </a:cubicBezTo>
                  <a:lnTo>
                    <a:pt x="85416" y="147273"/>
                  </a:lnTo>
                  <a:lnTo>
                    <a:pt x="77987" y="147273"/>
                  </a:lnTo>
                  <a:cubicBezTo>
                    <a:pt x="51810" y="147273"/>
                    <a:pt x="51102" y="143334"/>
                    <a:pt x="51102" y="130441"/>
                  </a:cubicBezTo>
                  <a:lnTo>
                    <a:pt x="51102" y="75290"/>
                  </a:lnTo>
                  <a:cubicBezTo>
                    <a:pt x="51102" y="39836"/>
                    <a:pt x="65959" y="7963"/>
                    <a:pt x="92844" y="7963"/>
                  </a:cubicBezTo>
                  <a:cubicBezTo>
                    <a:pt x="95320" y="7963"/>
                    <a:pt x="96028" y="7963"/>
                    <a:pt x="96735" y="8322"/>
                  </a:cubicBezTo>
                  <a:cubicBezTo>
                    <a:pt x="95674" y="8680"/>
                    <a:pt x="88599" y="12977"/>
                    <a:pt x="88599" y="22288"/>
                  </a:cubicBezTo>
                  <a:cubicBezTo>
                    <a:pt x="88599" y="32316"/>
                    <a:pt x="96028" y="37688"/>
                    <a:pt x="103810" y="37688"/>
                  </a:cubicBezTo>
                  <a:cubicBezTo>
                    <a:pt x="110178" y="37688"/>
                    <a:pt x="119022" y="33390"/>
                    <a:pt x="119022" y="21930"/>
                  </a:cubicBezTo>
                  <a:cubicBezTo>
                    <a:pt x="119022" y="10470"/>
                    <a:pt x="108055" y="85"/>
                    <a:pt x="92844" y="85"/>
                  </a:cubicBezTo>
                  <a:cubicBezTo>
                    <a:pt x="67021" y="85"/>
                    <a:pt x="54286" y="24079"/>
                    <a:pt x="49333" y="3947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A114BB7-75EB-3F6E-FC2F-B1A134A206CC}"/>
                </a:ext>
              </a:extLst>
            </p:cNvPr>
            <p:cNvSpPr/>
            <p:nvPr/>
          </p:nvSpPr>
          <p:spPr>
            <a:xfrm>
              <a:off x="6796066" y="7584414"/>
              <a:ext cx="136900" cy="164378"/>
            </a:xfrm>
            <a:custGeom>
              <a:avLst/>
              <a:gdLst>
                <a:gd name="connsiteX0" fmla="*/ 29881 w 136900"/>
                <a:gd name="connsiteY0" fmla="*/ 70277 h 164378"/>
                <a:gd name="connsiteX1" fmla="*/ 73746 w 136900"/>
                <a:gd name="connsiteY1" fmla="*/ 7963 h 164378"/>
                <a:gd name="connsiteX2" fmla="*/ 113719 w 136900"/>
                <a:gd name="connsiteY2" fmla="*/ 70277 h 164378"/>
                <a:gd name="connsiteX3" fmla="*/ 29881 w 136900"/>
                <a:gd name="connsiteY3" fmla="*/ 70277 h 164378"/>
                <a:gd name="connsiteX4" fmla="*/ 29527 w 136900"/>
                <a:gd name="connsiteY4" fmla="*/ 77797 h 164378"/>
                <a:gd name="connsiteX5" fmla="*/ 128223 w 136900"/>
                <a:gd name="connsiteY5" fmla="*/ 77797 h 164378"/>
                <a:gd name="connsiteX6" fmla="*/ 137067 w 136900"/>
                <a:gd name="connsiteY6" fmla="*/ 70277 h 164378"/>
                <a:gd name="connsiteX7" fmla="*/ 73746 w 136900"/>
                <a:gd name="connsiteY7" fmla="*/ 85 h 164378"/>
                <a:gd name="connsiteX8" fmla="*/ 166 w 136900"/>
                <a:gd name="connsiteY8" fmla="*/ 81737 h 164378"/>
                <a:gd name="connsiteX9" fmla="*/ 77991 w 136900"/>
                <a:gd name="connsiteY9" fmla="*/ 164463 h 164378"/>
                <a:gd name="connsiteX10" fmla="*/ 137067 w 136900"/>
                <a:gd name="connsiteY10" fmla="*/ 117907 h 164378"/>
                <a:gd name="connsiteX11" fmla="*/ 132468 w 136900"/>
                <a:gd name="connsiteY11" fmla="*/ 113609 h 164378"/>
                <a:gd name="connsiteX12" fmla="*/ 127869 w 136900"/>
                <a:gd name="connsiteY12" fmla="*/ 118623 h 164378"/>
                <a:gd name="connsiteX13" fmla="*/ 80113 w 136900"/>
                <a:gd name="connsiteY13" fmla="*/ 155510 h 164378"/>
                <a:gd name="connsiteX14" fmla="*/ 40140 w 136900"/>
                <a:gd name="connsiteY14" fmla="*/ 131516 h 164378"/>
                <a:gd name="connsiteX15" fmla="*/ 29527 w 136900"/>
                <a:gd name="connsiteY15" fmla="*/ 77797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900" h="164378">
                  <a:moveTo>
                    <a:pt x="29881" y="70277"/>
                  </a:moveTo>
                  <a:cubicBezTo>
                    <a:pt x="32004" y="16916"/>
                    <a:pt x="61718" y="7963"/>
                    <a:pt x="73746" y="7963"/>
                  </a:cubicBezTo>
                  <a:cubicBezTo>
                    <a:pt x="110182" y="7963"/>
                    <a:pt x="113719" y="56310"/>
                    <a:pt x="113719" y="70277"/>
                  </a:cubicBezTo>
                  <a:lnTo>
                    <a:pt x="29881" y="70277"/>
                  </a:lnTo>
                  <a:close/>
                  <a:moveTo>
                    <a:pt x="29527" y="77797"/>
                  </a:moveTo>
                  <a:lnTo>
                    <a:pt x="128223" y="77797"/>
                  </a:lnTo>
                  <a:cubicBezTo>
                    <a:pt x="136005" y="77797"/>
                    <a:pt x="137067" y="77797"/>
                    <a:pt x="137067" y="70277"/>
                  </a:cubicBezTo>
                  <a:cubicBezTo>
                    <a:pt x="137067" y="34823"/>
                    <a:pt x="117964" y="85"/>
                    <a:pt x="73746" y="85"/>
                  </a:cubicBezTo>
                  <a:cubicBezTo>
                    <a:pt x="32711" y="85"/>
                    <a:pt x="166" y="36971"/>
                    <a:pt x="166" y="81737"/>
                  </a:cubicBezTo>
                  <a:cubicBezTo>
                    <a:pt x="166" y="129725"/>
                    <a:pt x="37310" y="164463"/>
                    <a:pt x="77991" y="164463"/>
                  </a:cubicBezTo>
                  <a:cubicBezTo>
                    <a:pt x="121148" y="164463"/>
                    <a:pt x="137067" y="124711"/>
                    <a:pt x="137067" y="117907"/>
                  </a:cubicBezTo>
                  <a:cubicBezTo>
                    <a:pt x="137067" y="114326"/>
                    <a:pt x="134237" y="113609"/>
                    <a:pt x="132468" y="113609"/>
                  </a:cubicBezTo>
                  <a:cubicBezTo>
                    <a:pt x="129284" y="113609"/>
                    <a:pt x="128577" y="115758"/>
                    <a:pt x="127869" y="118623"/>
                  </a:cubicBezTo>
                  <a:cubicBezTo>
                    <a:pt x="115488" y="155510"/>
                    <a:pt x="83651" y="155510"/>
                    <a:pt x="80113" y="155510"/>
                  </a:cubicBezTo>
                  <a:cubicBezTo>
                    <a:pt x="62426" y="155510"/>
                    <a:pt x="48276" y="144766"/>
                    <a:pt x="40140" y="131516"/>
                  </a:cubicBezTo>
                  <a:cubicBezTo>
                    <a:pt x="29527" y="114326"/>
                    <a:pt x="29527" y="90690"/>
                    <a:pt x="29527" y="77797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946CBA0-BC81-1DB0-5D66-87349D35879E}"/>
                </a:ext>
              </a:extLst>
            </p:cNvPr>
            <p:cNvSpPr/>
            <p:nvPr/>
          </p:nvSpPr>
          <p:spPr>
            <a:xfrm>
              <a:off x="6978402" y="7476261"/>
              <a:ext cx="82069" cy="358122"/>
            </a:xfrm>
            <a:custGeom>
              <a:avLst/>
              <a:gdLst>
                <a:gd name="connsiteX0" fmla="*/ 82240 w 82069"/>
                <a:gd name="connsiteY0" fmla="*/ 354626 h 358122"/>
                <a:gd name="connsiteX1" fmla="*/ 76226 w 82069"/>
                <a:gd name="connsiteY1" fmla="*/ 346747 h 358122"/>
                <a:gd name="connsiteX2" fmla="*/ 20688 w 82069"/>
                <a:gd name="connsiteY2" fmla="*/ 179146 h 358122"/>
                <a:gd name="connsiteX3" fmla="*/ 77641 w 82069"/>
                <a:gd name="connsiteY3" fmla="*/ 9754 h 358122"/>
                <a:gd name="connsiteX4" fmla="*/ 82240 w 82069"/>
                <a:gd name="connsiteY4" fmla="*/ 3666 h 358122"/>
                <a:gd name="connsiteX5" fmla="*/ 78703 w 82069"/>
                <a:gd name="connsiteY5" fmla="*/ 85 h 358122"/>
                <a:gd name="connsiteX6" fmla="*/ 22457 w 82069"/>
                <a:gd name="connsiteY6" fmla="*/ 69919 h 358122"/>
                <a:gd name="connsiteX7" fmla="*/ 171 w 82069"/>
                <a:gd name="connsiteY7" fmla="*/ 179146 h 358122"/>
                <a:gd name="connsiteX8" fmla="*/ 23518 w 82069"/>
                <a:gd name="connsiteY8" fmla="*/ 290880 h 358122"/>
                <a:gd name="connsiteX9" fmla="*/ 78703 w 82069"/>
                <a:gd name="connsiteY9" fmla="*/ 358207 h 358122"/>
                <a:gd name="connsiteX10" fmla="*/ 82240 w 82069"/>
                <a:gd name="connsiteY10" fmla="*/ 354626 h 358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58122">
                  <a:moveTo>
                    <a:pt x="82240" y="354626"/>
                  </a:moveTo>
                  <a:cubicBezTo>
                    <a:pt x="82240" y="353551"/>
                    <a:pt x="82240" y="352835"/>
                    <a:pt x="76226" y="346747"/>
                  </a:cubicBezTo>
                  <a:cubicBezTo>
                    <a:pt x="32008" y="301624"/>
                    <a:pt x="20688" y="233939"/>
                    <a:pt x="20688" y="179146"/>
                  </a:cubicBezTo>
                  <a:cubicBezTo>
                    <a:pt x="20688" y="116833"/>
                    <a:pt x="34131" y="54519"/>
                    <a:pt x="77641" y="9754"/>
                  </a:cubicBezTo>
                  <a:cubicBezTo>
                    <a:pt x="82240" y="5457"/>
                    <a:pt x="82240" y="4740"/>
                    <a:pt x="82240" y="3666"/>
                  </a:cubicBezTo>
                  <a:cubicBezTo>
                    <a:pt x="82240" y="1159"/>
                    <a:pt x="80825" y="85"/>
                    <a:pt x="78703" y="85"/>
                  </a:cubicBezTo>
                  <a:cubicBezTo>
                    <a:pt x="75165" y="85"/>
                    <a:pt x="43328" y="24437"/>
                    <a:pt x="22457" y="69919"/>
                  </a:cubicBezTo>
                  <a:cubicBezTo>
                    <a:pt x="4416" y="109312"/>
                    <a:pt x="171" y="149064"/>
                    <a:pt x="171" y="179146"/>
                  </a:cubicBezTo>
                  <a:cubicBezTo>
                    <a:pt x="171" y="207079"/>
                    <a:pt x="4062" y="250412"/>
                    <a:pt x="23518" y="290880"/>
                  </a:cubicBezTo>
                  <a:cubicBezTo>
                    <a:pt x="44743" y="334929"/>
                    <a:pt x="75165" y="358207"/>
                    <a:pt x="78703" y="358207"/>
                  </a:cubicBezTo>
                  <a:cubicBezTo>
                    <a:pt x="80825" y="358207"/>
                    <a:pt x="82240" y="357133"/>
                    <a:pt x="82240" y="354626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F9B1373-8DF4-27BE-7D3D-048693A96664}"/>
                </a:ext>
              </a:extLst>
            </p:cNvPr>
            <p:cNvSpPr/>
            <p:nvPr/>
          </p:nvSpPr>
          <p:spPr>
            <a:xfrm>
              <a:off x="7088732" y="7585846"/>
              <a:ext cx="199159" cy="159006"/>
            </a:xfrm>
            <a:custGeom>
              <a:avLst/>
              <a:gdLst>
                <a:gd name="connsiteX0" fmla="*/ 114789 w 199159"/>
                <a:gd name="connsiteY0" fmla="*/ 70993 h 159006"/>
                <a:gd name="connsiteX1" fmla="*/ 156177 w 199159"/>
                <a:gd name="connsiteY1" fmla="*/ 24437 h 159006"/>
                <a:gd name="connsiteX2" fmla="*/ 192259 w 199159"/>
                <a:gd name="connsiteY2" fmla="*/ 16916 h 159006"/>
                <a:gd name="connsiteX3" fmla="*/ 192259 w 199159"/>
                <a:gd name="connsiteY3" fmla="*/ 85 h 159006"/>
                <a:gd name="connsiteX4" fmla="*/ 159715 w 199159"/>
                <a:gd name="connsiteY4" fmla="*/ 1159 h 159006"/>
                <a:gd name="connsiteX5" fmla="*/ 123279 w 199159"/>
                <a:gd name="connsiteY5" fmla="*/ 85 h 159006"/>
                <a:gd name="connsiteX6" fmla="*/ 123279 w 199159"/>
                <a:gd name="connsiteY6" fmla="*/ 16916 h 159006"/>
                <a:gd name="connsiteX7" fmla="*/ 136721 w 199159"/>
                <a:gd name="connsiteY7" fmla="*/ 20140 h 159006"/>
                <a:gd name="connsiteX8" fmla="*/ 133891 w 199159"/>
                <a:gd name="connsiteY8" fmla="*/ 24437 h 159006"/>
                <a:gd name="connsiteX9" fmla="*/ 104176 w 199159"/>
                <a:gd name="connsiteY9" fmla="*/ 58100 h 159006"/>
                <a:gd name="connsiteX10" fmla="*/ 69509 w 199159"/>
                <a:gd name="connsiteY10" fmla="*/ 16916 h 159006"/>
                <a:gd name="connsiteX11" fmla="*/ 83659 w 199159"/>
                <a:gd name="connsiteY11" fmla="*/ 16916 h 159006"/>
                <a:gd name="connsiteX12" fmla="*/ 83659 w 199159"/>
                <a:gd name="connsiteY12" fmla="*/ 85 h 159006"/>
                <a:gd name="connsiteX13" fmla="*/ 40856 w 199159"/>
                <a:gd name="connsiteY13" fmla="*/ 1159 h 159006"/>
                <a:gd name="connsiteX14" fmla="*/ 1943 w 199159"/>
                <a:gd name="connsiteY14" fmla="*/ 85 h 159006"/>
                <a:gd name="connsiteX15" fmla="*/ 1943 w 199159"/>
                <a:gd name="connsiteY15" fmla="*/ 16916 h 159006"/>
                <a:gd name="connsiteX16" fmla="*/ 27059 w 199159"/>
                <a:gd name="connsiteY16" fmla="*/ 16916 h 159006"/>
                <a:gd name="connsiteX17" fmla="*/ 82244 w 199159"/>
                <a:gd name="connsiteY17" fmla="*/ 82811 h 159006"/>
                <a:gd name="connsiteX18" fmla="*/ 35903 w 199159"/>
                <a:gd name="connsiteY18" fmla="*/ 135455 h 159006"/>
                <a:gd name="connsiteX19" fmla="*/ 175 w 199159"/>
                <a:gd name="connsiteY19" fmla="*/ 142259 h 159006"/>
                <a:gd name="connsiteX20" fmla="*/ 175 w 199159"/>
                <a:gd name="connsiteY20" fmla="*/ 159091 h 159006"/>
                <a:gd name="connsiteX21" fmla="*/ 32719 w 199159"/>
                <a:gd name="connsiteY21" fmla="*/ 158017 h 159006"/>
                <a:gd name="connsiteX22" fmla="*/ 69155 w 199159"/>
                <a:gd name="connsiteY22" fmla="*/ 159091 h 159006"/>
                <a:gd name="connsiteX23" fmla="*/ 69155 w 199159"/>
                <a:gd name="connsiteY23" fmla="*/ 142259 h 159006"/>
                <a:gd name="connsiteX24" fmla="*/ 56067 w 199159"/>
                <a:gd name="connsiteY24" fmla="*/ 138320 h 159006"/>
                <a:gd name="connsiteX25" fmla="*/ 58543 w 199159"/>
                <a:gd name="connsiteY25" fmla="*/ 134739 h 159006"/>
                <a:gd name="connsiteX26" fmla="*/ 92856 w 199159"/>
                <a:gd name="connsiteY26" fmla="*/ 95703 h 159006"/>
                <a:gd name="connsiteX27" fmla="*/ 131769 w 199159"/>
                <a:gd name="connsiteY27" fmla="*/ 142259 h 159006"/>
                <a:gd name="connsiteX28" fmla="*/ 117973 w 199159"/>
                <a:gd name="connsiteY28" fmla="*/ 142259 h 159006"/>
                <a:gd name="connsiteX29" fmla="*/ 117973 w 199159"/>
                <a:gd name="connsiteY29" fmla="*/ 159091 h 159006"/>
                <a:gd name="connsiteX30" fmla="*/ 160422 w 199159"/>
                <a:gd name="connsiteY30" fmla="*/ 158017 h 159006"/>
                <a:gd name="connsiteX31" fmla="*/ 199334 w 199159"/>
                <a:gd name="connsiteY31" fmla="*/ 159091 h 159006"/>
                <a:gd name="connsiteX32" fmla="*/ 199334 w 199159"/>
                <a:gd name="connsiteY32" fmla="*/ 142259 h 159006"/>
                <a:gd name="connsiteX33" fmla="*/ 174218 w 199159"/>
                <a:gd name="connsiteY33" fmla="*/ 142259 h 159006"/>
                <a:gd name="connsiteX34" fmla="*/ 114789 w 199159"/>
                <a:gd name="connsiteY34" fmla="*/ 70993 h 159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9159" h="159006">
                  <a:moveTo>
                    <a:pt x="114789" y="70993"/>
                  </a:moveTo>
                  <a:lnTo>
                    <a:pt x="156177" y="24437"/>
                  </a:lnTo>
                  <a:cubicBezTo>
                    <a:pt x="160776" y="19423"/>
                    <a:pt x="162898" y="16916"/>
                    <a:pt x="192259" y="16916"/>
                  </a:cubicBezTo>
                  <a:lnTo>
                    <a:pt x="192259" y="85"/>
                  </a:lnTo>
                  <a:cubicBezTo>
                    <a:pt x="179878" y="801"/>
                    <a:pt x="161483" y="1159"/>
                    <a:pt x="159715" y="1159"/>
                  </a:cubicBezTo>
                  <a:cubicBezTo>
                    <a:pt x="150871" y="1159"/>
                    <a:pt x="133184" y="443"/>
                    <a:pt x="123279" y="85"/>
                  </a:cubicBezTo>
                  <a:lnTo>
                    <a:pt x="123279" y="16916"/>
                  </a:lnTo>
                  <a:cubicBezTo>
                    <a:pt x="128231" y="16916"/>
                    <a:pt x="132476" y="17633"/>
                    <a:pt x="136721" y="20140"/>
                  </a:cubicBezTo>
                  <a:cubicBezTo>
                    <a:pt x="135306" y="22288"/>
                    <a:pt x="135306" y="23005"/>
                    <a:pt x="133891" y="24437"/>
                  </a:cubicBezTo>
                  <a:lnTo>
                    <a:pt x="104176" y="58100"/>
                  </a:lnTo>
                  <a:lnTo>
                    <a:pt x="69509" y="16916"/>
                  </a:lnTo>
                  <a:lnTo>
                    <a:pt x="83659" y="16916"/>
                  </a:lnTo>
                  <a:lnTo>
                    <a:pt x="83659" y="85"/>
                  </a:lnTo>
                  <a:cubicBezTo>
                    <a:pt x="74462" y="443"/>
                    <a:pt x="52175" y="1159"/>
                    <a:pt x="40856" y="1159"/>
                  </a:cubicBezTo>
                  <a:cubicBezTo>
                    <a:pt x="29536" y="1159"/>
                    <a:pt x="13617" y="443"/>
                    <a:pt x="1943" y="85"/>
                  </a:cubicBezTo>
                  <a:lnTo>
                    <a:pt x="1943" y="16916"/>
                  </a:lnTo>
                  <a:lnTo>
                    <a:pt x="27059" y="16916"/>
                  </a:lnTo>
                  <a:lnTo>
                    <a:pt x="82244" y="82811"/>
                  </a:lnTo>
                  <a:lnTo>
                    <a:pt x="35903" y="135455"/>
                  </a:lnTo>
                  <a:cubicBezTo>
                    <a:pt x="29889" y="142259"/>
                    <a:pt x="17155" y="142259"/>
                    <a:pt x="175" y="142259"/>
                  </a:cubicBezTo>
                  <a:lnTo>
                    <a:pt x="175" y="159091"/>
                  </a:lnTo>
                  <a:cubicBezTo>
                    <a:pt x="12556" y="158375"/>
                    <a:pt x="30951" y="158017"/>
                    <a:pt x="32719" y="158017"/>
                  </a:cubicBezTo>
                  <a:cubicBezTo>
                    <a:pt x="41563" y="158017"/>
                    <a:pt x="62080" y="158733"/>
                    <a:pt x="69155" y="159091"/>
                  </a:cubicBezTo>
                  <a:lnTo>
                    <a:pt x="69155" y="142259"/>
                  </a:lnTo>
                  <a:cubicBezTo>
                    <a:pt x="62788" y="142259"/>
                    <a:pt x="56067" y="140469"/>
                    <a:pt x="56067" y="138320"/>
                  </a:cubicBezTo>
                  <a:cubicBezTo>
                    <a:pt x="56067" y="137962"/>
                    <a:pt x="56067" y="137604"/>
                    <a:pt x="58543" y="134739"/>
                  </a:cubicBezTo>
                  <a:lnTo>
                    <a:pt x="92856" y="95703"/>
                  </a:lnTo>
                  <a:lnTo>
                    <a:pt x="131769" y="142259"/>
                  </a:lnTo>
                  <a:lnTo>
                    <a:pt x="117973" y="142259"/>
                  </a:lnTo>
                  <a:lnTo>
                    <a:pt x="117973" y="159091"/>
                  </a:lnTo>
                  <a:cubicBezTo>
                    <a:pt x="127170" y="158733"/>
                    <a:pt x="148749" y="158017"/>
                    <a:pt x="160422" y="158017"/>
                  </a:cubicBezTo>
                  <a:cubicBezTo>
                    <a:pt x="171742" y="158017"/>
                    <a:pt x="187661" y="158733"/>
                    <a:pt x="199334" y="159091"/>
                  </a:cubicBezTo>
                  <a:lnTo>
                    <a:pt x="199334" y="142259"/>
                  </a:lnTo>
                  <a:lnTo>
                    <a:pt x="174218" y="142259"/>
                  </a:lnTo>
                  <a:lnTo>
                    <a:pt x="114789" y="70993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9C61CC0-8263-09DB-DE64-217EFB892056}"/>
                </a:ext>
              </a:extLst>
            </p:cNvPr>
            <p:cNvSpPr/>
            <p:nvPr/>
          </p:nvSpPr>
          <p:spPr>
            <a:xfrm>
              <a:off x="7326076" y="7706892"/>
              <a:ext cx="41388" cy="107078"/>
            </a:xfrm>
            <a:custGeom>
              <a:avLst/>
              <a:gdLst>
                <a:gd name="connsiteX0" fmla="*/ 41569 w 41388"/>
                <a:gd name="connsiteY0" fmla="*/ 37688 h 107078"/>
                <a:gd name="connsiteX1" fmla="*/ 18929 w 41388"/>
                <a:gd name="connsiteY1" fmla="*/ 85 h 107078"/>
                <a:gd name="connsiteX2" fmla="*/ 181 w 41388"/>
                <a:gd name="connsiteY2" fmla="*/ 19065 h 107078"/>
                <a:gd name="connsiteX3" fmla="*/ 18929 w 41388"/>
                <a:gd name="connsiteY3" fmla="*/ 38046 h 107078"/>
                <a:gd name="connsiteX4" fmla="*/ 31310 w 41388"/>
                <a:gd name="connsiteY4" fmla="*/ 33390 h 107078"/>
                <a:gd name="connsiteX5" fmla="*/ 33079 w 41388"/>
                <a:gd name="connsiteY5" fmla="*/ 32316 h 107078"/>
                <a:gd name="connsiteX6" fmla="*/ 33787 w 41388"/>
                <a:gd name="connsiteY6" fmla="*/ 37688 h 107078"/>
                <a:gd name="connsiteX7" fmla="*/ 9732 w 41388"/>
                <a:gd name="connsiteY7" fmla="*/ 97494 h 107078"/>
                <a:gd name="connsiteX8" fmla="*/ 5841 w 41388"/>
                <a:gd name="connsiteY8" fmla="*/ 103224 h 107078"/>
                <a:gd name="connsiteX9" fmla="*/ 9378 w 41388"/>
                <a:gd name="connsiteY9" fmla="*/ 107163 h 107078"/>
                <a:gd name="connsiteX10" fmla="*/ 41569 w 41388"/>
                <a:gd name="connsiteY10" fmla="*/ 37688 h 10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388" h="107078">
                  <a:moveTo>
                    <a:pt x="41569" y="37688"/>
                  </a:moveTo>
                  <a:cubicBezTo>
                    <a:pt x="41569" y="14051"/>
                    <a:pt x="32725" y="85"/>
                    <a:pt x="18929" y="85"/>
                  </a:cubicBezTo>
                  <a:cubicBezTo>
                    <a:pt x="7256" y="85"/>
                    <a:pt x="181" y="9038"/>
                    <a:pt x="181" y="19065"/>
                  </a:cubicBezTo>
                  <a:cubicBezTo>
                    <a:pt x="181" y="28734"/>
                    <a:pt x="7256" y="38046"/>
                    <a:pt x="18929" y="38046"/>
                  </a:cubicBezTo>
                  <a:cubicBezTo>
                    <a:pt x="23174" y="38046"/>
                    <a:pt x="27773" y="36613"/>
                    <a:pt x="31310" y="33390"/>
                  </a:cubicBezTo>
                  <a:cubicBezTo>
                    <a:pt x="32372" y="32674"/>
                    <a:pt x="32725" y="32316"/>
                    <a:pt x="33079" y="32316"/>
                  </a:cubicBezTo>
                  <a:cubicBezTo>
                    <a:pt x="33433" y="32316"/>
                    <a:pt x="33787" y="32674"/>
                    <a:pt x="33787" y="37688"/>
                  </a:cubicBezTo>
                  <a:cubicBezTo>
                    <a:pt x="33787" y="64189"/>
                    <a:pt x="21406" y="85676"/>
                    <a:pt x="9732" y="97494"/>
                  </a:cubicBezTo>
                  <a:cubicBezTo>
                    <a:pt x="5841" y="101433"/>
                    <a:pt x="5841" y="102150"/>
                    <a:pt x="5841" y="103224"/>
                  </a:cubicBezTo>
                  <a:cubicBezTo>
                    <a:pt x="5841" y="105731"/>
                    <a:pt x="7609" y="107163"/>
                    <a:pt x="9378" y="107163"/>
                  </a:cubicBezTo>
                  <a:cubicBezTo>
                    <a:pt x="13269" y="107163"/>
                    <a:pt x="41569" y="79588"/>
                    <a:pt x="41569" y="3768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F677C94-D549-DA76-B8DF-F0020F07DA75}"/>
                </a:ext>
              </a:extLst>
            </p:cNvPr>
            <p:cNvSpPr/>
            <p:nvPr/>
          </p:nvSpPr>
          <p:spPr>
            <a:xfrm>
              <a:off x="7464194" y="7582981"/>
              <a:ext cx="194561" cy="234211"/>
            </a:xfrm>
            <a:custGeom>
              <a:avLst/>
              <a:gdLst>
                <a:gd name="connsiteX0" fmla="*/ 192977 w 194561"/>
                <a:gd name="connsiteY0" fmla="*/ 26944 h 234211"/>
                <a:gd name="connsiteX1" fmla="*/ 194746 w 194561"/>
                <a:gd name="connsiteY1" fmla="*/ 18707 h 234211"/>
                <a:gd name="connsiteX2" fmla="*/ 178120 w 194561"/>
                <a:gd name="connsiteY2" fmla="*/ 2950 h 234211"/>
                <a:gd name="connsiteX3" fmla="*/ 153004 w 194561"/>
                <a:gd name="connsiteY3" fmla="*/ 29451 h 234211"/>
                <a:gd name="connsiteX4" fmla="*/ 143807 w 194561"/>
                <a:gd name="connsiteY4" fmla="*/ 66695 h 234211"/>
                <a:gd name="connsiteX5" fmla="*/ 128949 w 194561"/>
                <a:gd name="connsiteY5" fmla="*/ 126144 h 234211"/>
                <a:gd name="connsiteX6" fmla="*/ 115153 w 194561"/>
                <a:gd name="connsiteY6" fmla="*/ 143334 h 234211"/>
                <a:gd name="connsiteX7" fmla="*/ 91098 w 194561"/>
                <a:gd name="connsiteY7" fmla="*/ 151929 h 234211"/>
                <a:gd name="connsiteX8" fmla="*/ 69873 w 194561"/>
                <a:gd name="connsiteY8" fmla="*/ 125786 h 234211"/>
                <a:gd name="connsiteX9" fmla="*/ 90744 w 194561"/>
                <a:gd name="connsiteY9" fmla="*/ 50222 h 234211"/>
                <a:gd name="connsiteX10" fmla="*/ 95343 w 194561"/>
                <a:gd name="connsiteY10" fmla="*/ 32316 h 234211"/>
                <a:gd name="connsiteX11" fmla="*/ 55370 w 194561"/>
                <a:gd name="connsiteY11" fmla="*/ 85 h 234211"/>
                <a:gd name="connsiteX12" fmla="*/ 185 w 194561"/>
                <a:gd name="connsiteY12" fmla="*/ 55952 h 234211"/>
                <a:gd name="connsiteX13" fmla="*/ 8675 w 194561"/>
                <a:gd name="connsiteY13" fmla="*/ 60965 h 234211"/>
                <a:gd name="connsiteX14" fmla="*/ 16811 w 194561"/>
                <a:gd name="connsiteY14" fmla="*/ 56310 h 234211"/>
                <a:gd name="connsiteX15" fmla="*/ 53247 w 194561"/>
                <a:gd name="connsiteY15" fmla="*/ 12977 h 234211"/>
                <a:gd name="connsiteX16" fmla="*/ 59261 w 194561"/>
                <a:gd name="connsiteY16" fmla="*/ 20498 h 234211"/>
                <a:gd name="connsiteX17" fmla="*/ 53247 w 194561"/>
                <a:gd name="connsiteY17" fmla="*/ 43776 h 234211"/>
                <a:gd name="connsiteX18" fmla="*/ 32022 w 194561"/>
                <a:gd name="connsiteY18" fmla="*/ 118265 h 234211"/>
                <a:gd name="connsiteX19" fmla="*/ 88268 w 194561"/>
                <a:gd name="connsiteY19" fmla="*/ 164821 h 234211"/>
                <a:gd name="connsiteX20" fmla="*/ 122228 w 194561"/>
                <a:gd name="connsiteY20" fmla="*/ 154077 h 234211"/>
                <a:gd name="connsiteX21" fmla="*/ 61383 w 194561"/>
                <a:gd name="connsiteY21" fmla="*/ 221404 h 234211"/>
                <a:gd name="connsiteX22" fmla="*/ 39805 w 194561"/>
                <a:gd name="connsiteY22" fmla="*/ 216391 h 234211"/>
                <a:gd name="connsiteX23" fmla="*/ 56785 w 194561"/>
                <a:gd name="connsiteY23" fmla="*/ 192396 h 234211"/>
                <a:gd name="connsiteX24" fmla="*/ 39451 w 194561"/>
                <a:gd name="connsiteY24" fmla="*/ 175923 h 234211"/>
                <a:gd name="connsiteX25" fmla="*/ 13981 w 194561"/>
                <a:gd name="connsiteY25" fmla="*/ 203140 h 234211"/>
                <a:gd name="connsiteX26" fmla="*/ 61383 w 194561"/>
                <a:gd name="connsiteY26" fmla="*/ 234297 h 234211"/>
                <a:gd name="connsiteX27" fmla="*/ 159725 w 194561"/>
                <a:gd name="connsiteY27" fmla="*/ 162314 h 234211"/>
                <a:gd name="connsiteX28" fmla="*/ 192977 w 194561"/>
                <a:gd name="connsiteY28" fmla="*/ 26944 h 234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94561" h="234211">
                  <a:moveTo>
                    <a:pt x="192977" y="26944"/>
                  </a:moveTo>
                  <a:cubicBezTo>
                    <a:pt x="194746" y="20498"/>
                    <a:pt x="194746" y="19781"/>
                    <a:pt x="194746" y="18707"/>
                  </a:cubicBezTo>
                  <a:cubicBezTo>
                    <a:pt x="194746" y="10828"/>
                    <a:pt x="189086" y="2950"/>
                    <a:pt x="178120" y="2950"/>
                  </a:cubicBezTo>
                  <a:cubicBezTo>
                    <a:pt x="159725" y="2950"/>
                    <a:pt x="155480" y="19781"/>
                    <a:pt x="153004" y="29451"/>
                  </a:cubicBezTo>
                  <a:lnTo>
                    <a:pt x="143807" y="66695"/>
                  </a:lnTo>
                  <a:cubicBezTo>
                    <a:pt x="139562" y="83885"/>
                    <a:pt x="132840" y="111461"/>
                    <a:pt x="128949" y="126144"/>
                  </a:cubicBezTo>
                  <a:cubicBezTo>
                    <a:pt x="127180" y="134022"/>
                    <a:pt x="116214" y="142617"/>
                    <a:pt x="115153" y="143334"/>
                  </a:cubicBezTo>
                  <a:cubicBezTo>
                    <a:pt x="111262" y="145840"/>
                    <a:pt x="102772" y="151929"/>
                    <a:pt x="91098" y="151929"/>
                  </a:cubicBezTo>
                  <a:cubicBezTo>
                    <a:pt x="70227" y="151929"/>
                    <a:pt x="69873" y="134022"/>
                    <a:pt x="69873" y="125786"/>
                  </a:cubicBezTo>
                  <a:cubicBezTo>
                    <a:pt x="69873" y="103940"/>
                    <a:pt x="80840" y="76007"/>
                    <a:pt x="90744" y="50222"/>
                  </a:cubicBezTo>
                  <a:cubicBezTo>
                    <a:pt x="94282" y="40911"/>
                    <a:pt x="95343" y="38404"/>
                    <a:pt x="95343" y="32316"/>
                  </a:cubicBezTo>
                  <a:cubicBezTo>
                    <a:pt x="95343" y="11545"/>
                    <a:pt x="74826" y="85"/>
                    <a:pt x="55370" y="85"/>
                  </a:cubicBezTo>
                  <a:cubicBezTo>
                    <a:pt x="17872" y="85"/>
                    <a:pt x="185" y="48789"/>
                    <a:pt x="185" y="55952"/>
                  </a:cubicBezTo>
                  <a:cubicBezTo>
                    <a:pt x="185" y="60965"/>
                    <a:pt x="5491" y="60965"/>
                    <a:pt x="8675" y="60965"/>
                  </a:cubicBezTo>
                  <a:cubicBezTo>
                    <a:pt x="12920" y="60965"/>
                    <a:pt x="15396" y="60965"/>
                    <a:pt x="16811" y="56310"/>
                  </a:cubicBezTo>
                  <a:cubicBezTo>
                    <a:pt x="28485" y="16558"/>
                    <a:pt x="47941" y="12977"/>
                    <a:pt x="53247" y="12977"/>
                  </a:cubicBezTo>
                  <a:cubicBezTo>
                    <a:pt x="55723" y="12977"/>
                    <a:pt x="59261" y="12977"/>
                    <a:pt x="59261" y="20498"/>
                  </a:cubicBezTo>
                  <a:cubicBezTo>
                    <a:pt x="59261" y="28734"/>
                    <a:pt x="55370" y="38046"/>
                    <a:pt x="53247" y="43776"/>
                  </a:cubicBezTo>
                  <a:cubicBezTo>
                    <a:pt x="39451" y="79588"/>
                    <a:pt x="32022" y="100001"/>
                    <a:pt x="32022" y="118265"/>
                  </a:cubicBezTo>
                  <a:cubicBezTo>
                    <a:pt x="32022" y="159091"/>
                    <a:pt x="67397" y="164821"/>
                    <a:pt x="88268" y="164821"/>
                  </a:cubicBezTo>
                  <a:cubicBezTo>
                    <a:pt x="97112" y="164821"/>
                    <a:pt x="109139" y="163388"/>
                    <a:pt x="122228" y="154077"/>
                  </a:cubicBezTo>
                  <a:cubicBezTo>
                    <a:pt x="112323" y="198126"/>
                    <a:pt x="85792" y="221404"/>
                    <a:pt x="61383" y="221404"/>
                  </a:cubicBezTo>
                  <a:cubicBezTo>
                    <a:pt x="56785" y="221404"/>
                    <a:pt x="46880" y="220688"/>
                    <a:pt x="39805" y="216391"/>
                  </a:cubicBezTo>
                  <a:cubicBezTo>
                    <a:pt x="51125" y="211735"/>
                    <a:pt x="56785" y="202066"/>
                    <a:pt x="56785" y="192396"/>
                  </a:cubicBezTo>
                  <a:cubicBezTo>
                    <a:pt x="56785" y="179504"/>
                    <a:pt x="46526" y="175923"/>
                    <a:pt x="39451" y="175923"/>
                  </a:cubicBezTo>
                  <a:cubicBezTo>
                    <a:pt x="26362" y="175923"/>
                    <a:pt x="13981" y="187383"/>
                    <a:pt x="13981" y="203140"/>
                  </a:cubicBezTo>
                  <a:cubicBezTo>
                    <a:pt x="13981" y="221404"/>
                    <a:pt x="32730" y="234297"/>
                    <a:pt x="61383" y="234297"/>
                  </a:cubicBezTo>
                  <a:cubicBezTo>
                    <a:pt x="102064" y="234297"/>
                    <a:pt x="148759" y="206721"/>
                    <a:pt x="159725" y="162314"/>
                  </a:cubicBezTo>
                  <a:lnTo>
                    <a:pt x="192977" y="26944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ED21AA3-CC47-2114-F276-F42370749A93}"/>
                </a:ext>
              </a:extLst>
            </p:cNvPr>
            <p:cNvSpPr/>
            <p:nvPr/>
          </p:nvSpPr>
          <p:spPr>
            <a:xfrm>
              <a:off x="7705206" y="7590502"/>
              <a:ext cx="38558" cy="223468"/>
            </a:xfrm>
            <a:custGeom>
              <a:avLst/>
              <a:gdLst>
                <a:gd name="connsiteX0" fmla="*/ 37689 w 38558"/>
                <a:gd name="connsiteY0" fmla="*/ 19065 h 223468"/>
                <a:gd name="connsiteX1" fmla="*/ 18940 w 38558"/>
                <a:gd name="connsiteY1" fmla="*/ 85 h 223468"/>
                <a:gd name="connsiteX2" fmla="*/ 191 w 38558"/>
                <a:gd name="connsiteY2" fmla="*/ 19065 h 223468"/>
                <a:gd name="connsiteX3" fmla="*/ 18940 w 38558"/>
                <a:gd name="connsiteY3" fmla="*/ 38046 h 223468"/>
                <a:gd name="connsiteX4" fmla="*/ 37689 w 38558"/>
                <a:gd name="connsiteY4" fmla="*/ 19065 h 223468"/>
                <a:gd name="connsiteX5" fmla="*/ 30967 w 38558"/>
                <a:gd name="connsiteY5" fmla="*/ 150496 h 223468"/>
                <a:gd name="connsiteX6" fmla="*/ 8328 w 38558"/>
                <a:gd name="connsiteY6" fmla="*/ 214958 h 223468"/>
                <a:gd name="connsiteX7" fmla="*/ 5851 w 38558"/>
                <a:gd name="connsiteY7" fmla="*/ 219614 h 223468"/>
                <a:gd name="connsiteX8" fmla="*/ 9389 w 38558"/>
                <a:gd name="connsiteY8" fmla="*/ 223553 h 223468"/>
                <a:gd name="connsiteX9" fmla="*/ 38750 w 38558"/>
                <a:gd name="connsiteY9" fmla="*/ 153361 h 223468"/>
                <a:gd name="connsiteX10" fmla="*/ 18940 w 38558"/>
                <a:gd name="connsiteY10" fmla="*/ 116474 h 223468"/>
                <a:gd name="connsiteX11" fmla="*/ 191 w 38558"/>
                <a:gd name="connsiteY11" fmla="*/ 135455 h 223468"/>
                <a:gd name="connsiteX12" fmla="*/ 18940 w 38558"/>
                <a:gd name="connsiteY12" fmla="*/ 154435 h 223468"/>
                <a:gd name="connsiteX13" fmla="*/ 21770 w 38558"/>
                <a:gd name="connsiteY13" fmla="*/ 154077 h 223468"/>
                <a:gd name="connsiteX14" fmla="*/ 30967 w 38558"/>
                <a:gd name="connsiteY14" fmla="*/ 150496 h 223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558" h="223468">
                  <a:moveTo>
                    <a:pt x="37689" y="19065"/>
                  </a:moveTo>
                  <a:cubicBezTo>
                    <a:pt x="37689" y="8680"/>
                    <a:pt x="29199" y="85"/>
                    <a:pt x="18940" y="85"/>
                  </a:cubicBezTo>
                  <a:cubicBezTo>
                    <a:pt x="8681" y="85"/>
                    <a:pt x="191" y="8680"/>
                    <a:pt x="191" y="19065"/>
                  </a:cubicBezTo>
                  <a:cubicBezTo>
                    <a:pt x="191" y="29451"/>
                    <a:pt x="8681" y="38046"/>
                    <a:pt x="18940" y="38046"/>
                  </a:cubicBezTo>
                  <a:cubicBezTo>
                    <a:pt x="29199" y="38046"/>
                    <a:pt x="37689" y="29451"/>
                    <a:pt x="37689" y="19065"/>
                  </a:cubicBezTo>
                  <a:close/>
                  <a:moveTo>
                    <a:pt x="30967" y="150496"/>
                  </a:moveTo>
                  <a:cubicBezTo>
                    <a:pt x="30967" y="160523"/>
                    <a:pt x="30967" y="188457"/>
                    <a:pt x="8328" y="214958"/>
                  </a:cubicBezTo>
                  <a:cubicBezTo>
                    <a:pt x="5851" y="217823"/>
                    <a:pt x="5851" y="218539"/>
                    <a:pt x="5851" y="219614"/>
                  </a:cubicBezTo>
                  <a:cubicBezTo>
                    <a:pt x="5851" y="222120"/>
                    <a:pt x="7620" y="223553"/>
                    <a:pt x="9389" y="223553"/>
                  </a:cubicBezTo>
                  <a:cubicBezTo>
                    <a:pt x="13280" y="223553"/>
                    <a:pt x="38750" y="194903"/>
                    <a:pt x="38750" y="153361"/>
                  </a:cubicBezTo>
                  <a:cubicBezTo>
                    <a:pt x="38750" y="142975"/>
                    <a:pt x="38042" y="116474"/>
                    <a:pt x="18940" y="116474"/>
                  </a:cubicBezTo>
                  <a:cubicBezTo>
                    <a:pt x="6559" y="116474"/>
                    <a:pt x="191" y="126144"/>
                    <a:pt x="191" y="135455"/>
                  </a:cubicBezTo>
                  <a:cubicBezTo>
                    <a:pt x="191" y="144766"/>
                    <a:pt x="6205" y="154435"/>
                    <a:pt x="18940" y="154435"/>
                  </a:cubicBezTo>
                  <a:cubicBezTo>
                    <a:pt x="20709" y="154435"/>
                    <a:pt x="21416" y="154435"/>
                    <a:pt x="21770" y="154077"/>
                  </a:cubicBezTo>
                  <a:cubicBezTo>
                    <a:pt x="24246" y="153719"/>
                    <a:pt x="28137" y="153003"/>
                    <a:pt x="30967" y="150496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16D95BA-2276-401A-1772-94BBC02ECC6F}"/>
                </a:ext>
              </a:extLst>
            </p:cNvPr>
            <p:cNvSpPr/>
            <p:nvPr/>
          </p:nvSpPr>
          <p:spPr>
            <a:xfrm>
              <a:off x="7840848" y="7585846"/>
              <a:ext cx="275922" cy="160438"/>
            </a:xfrm>
            <a:custGeom>
              <a:avLst/>
              <a:gdLst>
                <a:gd name="connsiteX0" fmla="*/ 252064 w 275922"/>
                <a:gd name="connsiteY0" fmla="*/ 24437 h 160438"/>
                <a:gd name="connsiteX1" fmla="*/ 276119 w 275922"/>
                <a:gd name="connsiteY1" fmla="*/ 16916 h 160438"/>
                <a:gd name="connsiteX2" fmla="*/ 276119 w 275922"/>
                <a:gd name="connsiteY2" fmla="*/ 85 h 160438"/>
                <a:gd name="connsiteX3" fmla="*/ 248880 w 275922"/>
                <a:gd name="connsiteY3" fmla="*/ 1159 h 160438"/>
                <a:gd name="connsiteX4" fmla="*/ 214920 w 275922"/>
                <a:gd name="connsiteY4" fmla="*/ 85 h 160438"/>
                <a:gd name="connsiteX5" fmla="*/ 214920 w 275922"/>
                <a:gd name="connsiteY5" fmla="*/ 16916 h 160438"/>
                <a:gd name="connsiteX6" fmla="*/ 235438 w 275922"/>
                <a:gd name="connsiteY6" fmla="*/ 21214 h 160438"/>
                <a:gd name="connsiteX7" fmla="*/ 234023 w 275922"/>
                <a:gd name="connsiteY7" fmla="*/ 25511 h 160438"/>
                <a:gd name="connsiteX8" fmla="*/ 196879 w 275922"/>
                <a:gd name="connsiteY8" fmla="*/ 117191 h 160438"/>
                <a:gd name="connsiteX9" fmla="*/ 156552 w 275922"/>
                <a:gd name="connsiteY9" fmla="*/ 16916 h 160438"/>
                <a:gd name="connsiteX10" fmla="*/ 176362 w 275922"/>
                <a:gd name="connsiteY10" fmla="*/ 16916 h 160438"/>
                <a:gd name="connsiteX11" fmla="*/ 176362 w 275922"/>
                <a:gd name="connsiteY11" fmla="*/ 85 h 160438"/>
                <a:gd name="connsiteX12" fmla="*/ 136035 w 275922"/>
                <a:gd name="connsiteY12" fmla="*/ 1159 h 160438"/>
                <a:gd name="connsiteX13" fmla="*/ 100660 w 275922"/>
                <a:gd name="connsiteY13" fmla="*/ 85 h 160438"/>
                <a:gd name="connsiteX14" fmla="*/ 100660 w 275922"/>
                <a:gd name="connsiteY14" fmla="*/ 16916 h 160438"/>
                <a:gd name="connsiteX15" fmla="*/ 121531 w 275922"/>
                <a:gd name="connsiteY15" fmla="*/ 16916 h 160438"/>
                <a:gd name="connsiteX16" fmla="*/ 128960 w 275922"/>
                <a:gd name="connsiteY16" fmla="*/ 35897 h 160438"/>
                <a:gd name="connsiteX17" fmla="*/ 127545 w 275922"/>
                <a:gd name="connsiteY17" fmla="*/ 40552 h 160438"/>
                <a:gd name="connsiteX18" fmla="*/ 99599 w 275922"/>
                <a:gd name="connsiteY18" fmla="*/ 109312 h 160438"/>
                <a:gd name="connsiteX19" fmla="*/ 62455 w 275922"/>
                <a:gd name="connsiteY19" fmla="*/ 16916 h 160438"/>
                <a:gd name="connsiteX20" fmla="*/ 82265 w 275922"/>
                <a:gd name="connsiteY20" fmla="*/ 16916 h 160438"/>
                <a:gd name="connsiteX21" fmla="*/ 82265 w 275922"/>
                <a:gd name="connsiteY21" fmla="*/ 85 h 160438"/>
                <a:gd name="connsiteX22" fmla="*/ 38754 w 275922"/>
                <a:gd name="connsiteY22" fmla="*/ 1159 h 160438"/>
                <a:gd name="connsiteX23" fmla="*/ 196 w 275922"/>
                <a:gd name="connsiteY23" fmla="*/ 85 h 160438"/>
                <a:gd name="connsiteX24" fmla="*/ 196 w 275922"/>
                <a:gd name="connsiteY24" fmla="*/ 16916 h 160438"/>
                <a:gd name="connsiteX25" fmla="*/ 21067 w 275922"/>
                <a:gd name="connsiteY25" fmla="*/ 16916 h 160438"/>
                <a:gd name="connsiteX26" fmla="*/ 75190 w 275922"/>
                <a:gd name="connsiteY26" fmla="*/ 150854 h 160438"/>
                <a:gd name="connsiteX27" fmla="*/ 87925 w 275922"/>
                <a:gd name="connsiteY27" fmla="*/ 160523 h 160438"/>
                <a:gd name="connsiteX28" fmla="*/ 100660 w 275922"/>
                <a:gd name="connsiteY28" fmla="*/ 150854 h 160438"/>
                <a:gd name="connsiteX29" fmla="*/ 138157 w 275922"/>
                <a:gd name="connsiteY29" fmla="*/ 58100 h 160438"/>
                <a:gd name="connsiteX30" fmla="*/ 175654 w 275922"/>
                <a:gd name="connsiteY30" fmla="*/ 150854 h 160438"/>
                <a:gd name="connsiteX31" fmla="*/ 188389 w 275922"/>
                <a:gd name="connsiteY31" fmla="*/ 160523 h 160438"/>
                <a:gd name="connsiteX32" fmla="*/ 201124 w 275922"/>
                <a:gd name="connsiteY32" fmla="*/ 150854 h 160438"/>
                <a:gd name="connsiteX33" fmla="*/ 252064 w 275922"/>
                <a:gd name="connsiteY33" fmla="*/ 24437 h 160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5922" h="160438">
                  <a:moveTo>
                    <a:pt x="252064" y="24437"/>
                  </a:moveTo>
                  <a:cubicBezTo>
                    <a:pt x="253833" y="19781"/>
                    <a:pt x="255248" y="16916"/>
                    <a:pt x="276119" y="16916"/>
                  </a:cubicBezTo>
                  <a:lnTo>
                    <a:pt x="276119" y="85"/>
                  </a:lnTo>
                  <a:cubicBezTo>
                    <a:pt x="267983" y="801"/>
                    <a:pt x="257370" y="1159"/>
                    <a:pt x="248880" y="1159"/>
                  </a:cubicBezTo>
                  <a:cubicBezTo>
                    <a:pt x="239329" y="1159"/>
                    <a:pt x="222703" y="443"/>
                    <a:pt x="214920" y="85"/>
                  </a:cubicBezTo>
                  <a:lnTo>
                    <a:pt x="214920" y="16916"/>
                  </a:lnTo>
                  <a:cubicBezTo>
                    <a:pt x="218104" y="16916"/>
                    <a:pt x="235438" y="17275"/>
                    <a:pt x="235438" y="21214"/>
                  </a:cubicBezTo>
                  <a:cubicBezTo>
                    <a:pt x="235438" y="22288"/>
                    <a:pt x="234377" y="24437"/>
                    <a:pt x="234023" y="25511"/>
                  </a:cubicBezTo>
                  <a:lnTo>
                    <a:pt x="196879" y="117191"/>
                  </a:lnTo>
                  <a:lnTo>
                    <a:pt x="156552" y="16916"/>
                  </a:lnTo>
                  <a:lnTo>
                    <a:pt x="176362" y="16916"/>
                  </a:lnTo>
                  <a:lnTo>
                    <a:pt x="176362" y="85"/>
                  </a:lnTo>
                  <a:cubicBezTo>
                    <a:pt x="165042" y="443"/>
                    <a:pt x="146647" y="1159"/>
                    <a:pt x="136035" y="1159"/>
                  </a:cubicBezTo>
                  <a:cubicBezTo>
                    <a:pt x="121177" y="1159"/>
                    <a:pt x="106320" y="443"/>
                    <a:pt x="100660" y="85"/>
                  </a:cubicBezTo>
                  <a:lnTo>
                    <a:pt x="100660" y="16916"/>
                  </a:lnTo>
                  <a:lnTo>
                    <a:pt x="121531" y="16916"/>
                  </a:lnTo>
                  <a:cubicBezTo>
                    <a:pt x="128960" y="34823"/>
                    <a:pt x="128960" y="35539"/>
                    <a:pt x="128960" y="35897"/>
                  </a:cubicBezTo>
                  <a:cubicBezTo>
                    <a:pt x="128960" y="37329"/>
                    <a:pt x="127899" y="39478"/>
                    <a:pt x="127545" y="40552"/>
                  </a:cubicBezTo>
                  <a:lnTo>
                    <a:pt x="99599" y="109312"/>
                  </a:lnTo>
                  <a:lnTo>
                    <a:pt x="62455" y="16916"/>
                  </a:lnTo>
                  <a:lnTo>
                    <a:pt x="82265" y="16916"/>
                  </a:lnTo>
                  <a:lnTo>
                    <a:pt x="82265" y="85"/>
                  </a:lnTo>
                  <a:cubicBezTo>
                    <a:pt x="67762" y="801"/>
                    <a:pt x="53258" y="1159"/>
                    <a:pt x="38754" y="1159"/>
                  </a:cubicBezTo>
                  <a:cubicBezTo>
                    <a:pt x="27788" y="1159"/>
                    <a:pt x="12223" y="443"/>
                    <a:pt x="196" y="85"/>
                  </a:cubicBezTo>
                  <a:lnTo>
                    <a:pt x="196" y="16916"/>
                  </a:lnTo>
                  <a:lnTo>
                    <a:pt x="21067" y="16916"/>
                  </a:lnTo>
                  <a:lnTo>
                    <a:pt x="75190" y="150854"/>
                  </a:lnTo>
                  <a:cubicBezTo>
                    <a:pt x="77666" y="156942"/>
                    <a:pt x="79081" y="160523"/>
                    <a:pt x="87925" y="160523"/>
                  </a:cubicBezTo>
                  <a:cubicBezTo>
                    <a:pt x="96769" y="160523"/>
                    <a:pt x="98184" y="156942"/>
                    <a:pt x="100660" y="150854"/>
                  </a:cubicBezTo>
                  <a:lnTo>
                    <a:pt x="138157" y="58100"/>
                  </a:lnTo>
                  <a:lnTo>
                    <a:pt x="175654" y="150854"/>
                  </a:lnTo>
                  <a:cubicBezTo>
                    <a:pt x="178131" y="156942"/>
                    <a:pt x="179546" y="160523"/>
                    <a:pt x="188389" y="160523"/>
                  </a:cubicBezTo>
                  <a:cubicBezTo>
                    <a:pt x="197233" y="160523"/>
                    <a:pt x="198648" y="156942"/>
                    <a:pt x="201124" y="150854"/>
                  </a:cubicBezTo>
                  <a:lnTo>
                    <a:pt x="252064" y="24437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1A3BA05-924B-6ED2-2B07-6273D253FF93}"/>
                </a:ext>
              </a:extLst>
            </p:cNvPr>
            <p:cNvSpPr/>
            <p:nvPr/>
          </p:nvSpPr>
          <p:spPr>
            <a:xfrm>
              <a:off x="8151623" y="7476261"/>
              <a:ext cx="82069" cy="358122"/>
            </a:xfrm>
            <a:custGeom>
              <a:avLst/>
              <a:gdLst>
                <a:gd name="connsiteX0" fmla="*/ 82274 w 82069"/>
                <a:gd name="connsiteY0" fmla="*/ 179146 h 358122"/>
                <a:gd name="connsiteX1" fmla="*/ 58926 w 82069"/>
                <a:gd name="connsiteY1" fmla="*/ 67412 h 358122"/>
                <a:gd name="connsiteX2" fmla="*/ 3742 w 82069"/>
                <a:gd name="connsiteY2" fmla="*/ 85 h 358122"/>
                <a:gd name="connsiteX3" fmla="*/ 204 w 82069"/>
                <a:gd name="connsiteY3" fmla="*/ 3666 h 358122"/>
                <a:gd name="connsiteX4" fmla="*/ 6925 w 82069"/>
                <a:gd name="connsiteY4" fmla="*/ 11903 h 358122"/>
                <a:gd name="connsiteX5" fmla="*/ 61756 w 82069"/>
                <a:gd name="connsiteY5" fmla="*/ 179146 h 358122"/>
                <a:gd name="connsiteX6" fmla="*/ 4803 w 82069"/>
                <a:gd name="connsiteY6" fmla="*/ 348538 h 358122"/>
                <a:gd name="connsiteX7" fmla="*/ 204 w 82069"/>
                <a:gd name="connsiteY7" fmla="*/ 354626 h 358122"/>
                <a:gd name="connsiteX8" fmla="*/ 3742 w 82069"/>
                <a:gd name="connsiteY8" fmla="*/ 358207 h 358122"/>
                <a:gd name="connsiteX9" fmla="*/ 59988 w 82069"/>
                <a:gd name="connsiteY9" fmla="*/ 288373 h 358122"/>
                <a:gd name="connsiteX10" fmla="*/ 82274 w 82069"/>
                <a:gd name="connsiteY10" fmla="*/ 179146 h 358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58122">
                  <a:moveTo>
                    <a:pt x="82274" y="179146"/>
                  </a:moveTo>
                  <a:cubicBezTo>
                    <a:pt x="82274" y="151212"/>
                    <a:pt x="78382" y="107879"/>
                    <a:pt x="58926" y="67412"/>
                  </a:cubicBezTo>
                  <a:cubicBezTo>
                    <a:pt x="37701" y="23363"/>
                    <a:pt x="7279" y="85"/>
                    <a:pt x="3742" y="85"/>
                  </a:cubicBezTo>
                  <a:cubicBezTo>
                    <a:pt x="1619" y="85"/>
                    <a:pt x="204" y="1517"/>
                    <a:pt x="204" y="3666"/>
                  </a:cubicBezTo>
                  <a:cubicBezTo>
                    <a:pt x="204" y="4740"/>
                    <a:pt x="204" y="5457"/>
                    <a:pt x="6925" y="11903"/>
                  </a:cubicBezTo>
                  <a:cubicBezTo>
                    <a:pt x="41593" y="47357"/>
                    <a:pt x="61756" y="104298"/>
                    <a:pt x="61756" y="179146"/>
                  </a:cubicBezTo>
                  <a:cubicBezTo>
                    <a:pt x="61756" y="240385"/>
                    <a:pt x="48668" y="303414"/>
                    <a:pt x="4803" y="348538"/>
                  </a:cubicBezTo>
                  <a:cubicBezTo>
                    <a:pt x="204" y="352835"/>
                    <a:pt x="204" y="353551"/>
                    <a:pt x="204" y="354626"/>
                  </a:cubicBezTo>
                  <a:cubicBezTo>
                    <a:pt x="204" y="356774"/>
                    <a:pt x="1619" y="358207"/>
                    <a:pt x="3742" y="358207"/>
                  </a:cubicBezTo>
                  <a:cubicBezTo>
                    <a:pt x="7279" y="358207"/>
                    <a:pt x="39116" y="333855"/>
                    <a:pt x="59988" y="288373"/>
                  </a:cubicBezTo>
                  <a:cubicBezTo>
                    <a:pt x="78029" y="248980"/>
                    <a:pt x="82274" y="209228"/>
                    <a:pt x="82274" y="179146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E94DA7B-C6D2-0D8B-5420-96B147ED1E84}"/>
                </a:ext>
              </a:extLst>
            </p:cNvPr>
            <p:cNvSpPr/>
            <p:nvPr/>
          </p:nvSpPr>
          <p:spPr>
            <a:xfrm>
              <a:off x="8387099" y="7613422"/>
              <a:ext cx="235242" cy="83800"/>
            </a:xfrm>
            <a:custGeom>
              <a:avLst/>
              <a:gdLst>
                <a:gd name="connsiteX0" fmla="*/ 223425 w 235242"/>
                <a:gd name="connsiteY0" fmla="*/ 14410 h 83800"/>
                <a:gd name="connsiteX1" fmla="*/ 235453 w 235242"/>
                <a:gd name="connsiteY1" fmla="*/ 7247 h 83800"/>
                <a:gd name="connsiteX2" fmla="*/ 223779 w 235242"/>
                <a:gd name="connsiteY2" fmla="*/ 85 h 83800"/>
                <a:gd name="connsiteX3" fmla="*/ 11885 w 235242"/>
                <a:gd name="connsiteY3" fmla="*/ 85 h 83800"/>
                <a:gd name="connsiteX4" fmla="*/ 211 w 235242"/>
                <a:gd name="connsiteY4" fmla="*/ 7247 h 83800"/>
                <a:gd name="connsiteX5" fmla="*/ 12238 w 235242"/>
                <a:gd name="connsiteY5" fmla="*/ 14410 h 83800"/>
                <a:gd name="connsiteX6" fmla="*/ 223425 w 235242"/>
                <a:gd name="connsiteY6" fmla="*/ 14410 h 83800"/>
                <a:gd name="connsiteX7" fmla="*/ 223779 w 235242"/>
                <a:gd name="connsiteY7" fmla="*/ 83885 h 83800"/>
                <a:gd name="connsiteX8" fmla="*/ 235453 w 235242"/>
                <a:gd name="connsiteY8" fmla="*/ 76723 h 83800"/>
                <a:gd name="connsiteX9" fmla="*/ 223425 w 235242"/>
                <a:gd name="connsiteY9" fmla="*/ 69560 h 83800"/>
                <a:gd name="connsiteX10" fmla="*/ 12238 w 235242"/>
                <a:gd name="connsiteY10" fmla="*/ 69560 h 83800"/>
                <a:gd name="connsiteX11" fmla="*/ 211 w 235242"/>
                <a:gd name="connsiteY11" fmla="*/ 76723 h 83800"/>
                <a:gd name="connsiteX12" fmla="*/ 11885 w 235242"/>
                <a:gd name="connsiteY12" fmla="*/ 83885 h 83800"/>
                <a:gd name="connsiteX13" fmla="*/ 223779 w 235242"/>
                <a:gd name="connsiteY13" fmla="*/ 83885 h 8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242" h="83800">
                  <a:moveTo>
                    <a:pt x="223425" y="14410"/>
                  </a:moveTo>
                  <a:cubicBezTo>
                    <a:pt x="228732" y="14410"/>
                    <a:pt x="235453" y="14410"/>
                    <a:pt x="235453" y="7247"/>
                  </a:cubicBezTo>
                  <a:cubicBezTo>
                    <a:pt x="235453" y="85"/>
                    <a:pt x="228732" y="85"/>
                    <a:pt x="223779" y="85"/>
                  </a:cubicBezTo>
                  <a:lnTo>
                    <a:pt x="11885" y="85"/>
                  </a:lnTo>
                  <a:cubicBezTo>
                    <a:pt x="6932" y="85"/>
                    <a:pt x="211" y="85"/>
                    <a:pt x="211" y="7247"/>
                  </a:cubicBezTo>
                  <a:cubicBezTo>
                    <a:pt x="211" y="14410"/>
                    <a:pt x="6932" y="14410"/>
                    <a:pt x="12238" y="14410"/>
                  </a:cubicBezTo>
                  <a:lnTo>
                    <a:pt x="223425" y="14410"/>
                  </a:lnTo>
                  <a:close/>
                  <a:moveTo>
                    <a:pt x="223779" y="83885"/>
                  </a:moveTo>
                  <a:cubicBezTo>
                    <a:pt x="228732" y="83885"/>
                    <a:pt x="235453" y="83885"/>
                    <a:pt x="235453" y="76723"/>
                  </a:cubicBezTo>
                  <a:cubicBezTo>
                    <a:pt x="235453" y="69560"/>
                    <a:pt x="228732" y="69560"/>
                    <a:pt x="223425" y="69560"/>
                  </a:cubicBezTo>
                  <a:lnTo>
                    <a:pt x="12238" y="69560"/>
                  </a:lnTo>
                  <a:cubicBezTo>
                    <a:pt x="6932" y="69560"/>
                    <a:pt x="211" y="69560"/>
                    <a:pt x="211" y="76723"/>
                  </a:cubicBezTo>
                  <a:cubicBezTo>
                    <a:pt x="211" y="83885"/>
                    <a:pt x="6932" y="83885"/>
                    <a:pt x="11885" y="83885"/>
                  </a:cubicBezTo>
                  <a:lnTo>
                    <a:pt x="223779" y="83885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C5E6438-5537-BEEE-660D-2B0DC6E3B650}"/>
                </a:ext>
              </a:extLst>
            </p:cNvPr>
            <p:cNvSpPr/>
            <p:nvPr/>
          </p:nvSpPr>
          <p:spPr>
            <a:xfrm>
              <a:off x="8760498" y="7404634"/>
              <a:ext cx="470837" cy="501371"/>
            </a:xfrm>
            <a:custGeom>
              <a:avLst/>
              <a:gdLst>
                <a:gd name="connsiteX0" fmla="*/ 428256 w 470837"/>
                <a:gd name="connsiteY0" fmla="*/ 501446 h 501371"/>
                <a:gd name="connsiteX1" fmla="*/ 471059 w 470837"/>
                <a:gd name="connsiteY1" fmla="*/ 386847 h 501371"/>
                <a:gd name="connsiteX2" fmla="*/ 462215 w 470837"/>
                <a:gd name="connsiteY2" fmla="*/ 386847 h 501371"/>
                <a:gd name="connsiteX3" fmla="*/ 370241 w 470837"/>
                <a:gd name="connsiteY3" fmla="*/ 459188 h 501371"/>
                <a:gd name="connsiteX4" fmla="*/ 260226 w 470837"/>
                <a:gd name="connsiteY4" fmla="*/ 470290 h 501371"/>
                <a:gd name="connsiteX5" fmla="*/ 46916 w 470837"/>
                <a:gd name="connsiteY5" fmla="*/ 470290 h 501371"/>
                <a:gd name="connsiteX6" fmla="*/ 226973 w 470837"/>
                <a:gd name="connsiteY6" fmla="*/ 256491 h 501371"/>
                <a:gd name="connsiteX7" fmla="*/ 230157 w 470837"/>
                <a:gd name="connsiteY7" fmla="*/ 250761 h 501371"/>
                <a:gd name="connsiteX8" fmla="*/ 227681 w 470837"/>
                <a:gd name="connsiteY8" fmla="*/ 245389 h 501371"/>
                <a:gd name="connsiteX9" fmla="*/ 62835 w 470837"/>
                <a:gd name="connsiteY9" fmla="*/ 17265 h 501371"/>
                <a:gd name="connsiteX10" fmla="*/ 256688 w 470837"/>
                <a:gd name="connsiteY10" fmla="*/ 17265 h 501371"/>
                <a:gd name="connsiteX11" fmla="*/ 339465 w 470837"/>
                <a:gd name="connsiteY11" fmla="*/ 22995 h 501371"/>
                <a:gd name="connsiteX12" fmla="*/ 417290 w 470837"/>
                <a:gd name="connsiteY12" fmla="*/ 49854 h 501371"/>
                <a:gd name="connsiteX13" fmla="*/ 462215 w 470837"/>
                <a:gd name="connsiteY13" fmla="*/ 100708 h 501371"/>
                <a:gd name="connsiteX14" fmla="*/ 471059 w 470837"/>
                <a:gd name="connsiteY14" fmla="*/ 100708 h 501371"/>
                <a:gd name="connsiteX15" fmla="*/ 428256 w 470837"/>
                <a:gd name="connsiteY15" fmla="*/ 75 h 501371"/>
                <a:gd name="connsiteX16" fmla="*/ 10126 w 470837"/>
                <a:gd name="connsiteY16" fmla="*/ 75 h 501371"/>
                <a:gd name="connsiteX17" fmla="*/ 575 w 470837"/>
                <a:gd name="connsiteY17" fmla="*/ 2582 h 501371"/>
                <a:gd name="connsiteX18" fmla="*/ 221 w 470837"/>
                <a:gd name="connsiteY18" fmla="*/ 14400 h 501371"/>
                <a:gd name="connsiteX19" fmla="*/ 187354 w 470837"/>
                <a:gd name="connsiteY19" fmla="*/ 273681 h 501371"/>
                <a:gd name="connsiteX20" fmla="*/ 4113 w 470837"/>
                <a:gd name="connsiteY20" fmla="*/ 491061 h 501371"/>
                <a:gd name="connsiteX21" fmla="*/ 575 w 470837"/>
                <a:gd name="connsiteY21" fmla="*/ 497507 h 501371"/>
                <a:gd name="connsiteX22" fmla="*/ 10126 w 470837"/>
                <a:gd name="connsiteY22" fmla="*/ 501446 h 501371"/>
                <a:gd name="connsiteX23" fmla="*/ 428256 w 470837"/>
                <a:gd name="connsiteY23" fmla="*/ 501446 h 501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70837" h="501371">
                  <a:moveTo>
                    <a:pt x="428256" y="501446"/>
                  </a:moveTo>
                  <a:lnTo>
                    <a:pt x="471059" y="386847"/>
                  </a:lnTo>
                  <a:lnTo>
                    <a:pt x="462215" y="386847"/>
                  </a:lnTo>
                  <a:cubicBezTo>
                    <a:pt x="448419" y="424092"/>
                    <a:pt x="410922" y="448444"/>
                    <a:pt x="370241" y="459188"/>
                  </a:cubicBezTo>
                  <a:cubicBezTo>
                    <a:pt x="362812" y="460979"/>
                    <a:pt x="328145" y="470290"/>
                    <a:pt x="260226" y="470290"/>
                  </a:cubicBezTo>
                  <a:lnTo>
                    <a:pt x="46916" y="470290"/>
                  </a:lnTo>
                  <a:lnTo>
                    <a:pt x="226973" y="256491"/>
                  </a:lnTo>
                  <a:cubicBezTo>
                    <a:pt x="229450" y="253626"/>
                    <a:pt x="230157" y="252551"/>
                    <a:pt x="230157" y="250761"/>
                  </a:cubicBezTo>
                  <a:cubicBezTo>
                    <a:pt x="230157" y="250045"/>
                    <a:pt x="230157" y="248970"/>
                    <a:pt x="227681" y="245389"/>
                  </a:cubicBezTo>
                  <a:lnTo>
                    <a:pt x="62835" y="17265"/>
                  </a:lnTo>
                  <a:lnTo>
                    <a:pt x="256688" y="17265"/>
                  </a:lnTo>
                  <a:cubicBezTo>
                    <a:pt x="304090" y="17265"/>
                    <a:pt x="336281" y="22279"/>
                    <a:pt x="339465" y="22995"/>
                  </a:cubicBezTo>
                  <a:cubicBezTo>
                    <a:pt x="358567" y="25860"/>
                    <a:pt x="389343" y="31948"/>
                    <a:pt x="417290" y="49854"/>
                  </a:cubicBezTo>
                  <a:cubicBezTo>
                    <a:pt x="426133" y="55584"/>
                    <a:pt x="450188" y="71700"/>
                    <a:pt x="462215" y="100708"/>
                  </a:cubicBezTo>
                  <a:lnTo>
                    <a:pt x="471059" y="100708"/>
                  </a:lnTo>
                  <a:lnTo>
                    <a:pt x="428256" y="75"/>
                  </a:lnTo>
                  <a:lnTo>
                    <a:pt x="10126" y="75"/>
                  </a:lnTo>
                  <a:cubicBezTo>
                    <a:pt x="1990" y="75"/>
                    <a:pt x="1636" y="433"/>
                    <a:pt x="575" y="2582"/>
                  </a:cubicBezTo>
                  <a:cubicBezTo>
                    <a:pt x="221" y="3656"/>
                    <a:pt x="221" y="10461"/>
                    <a:pt x="221" y="14400"/>
                  </a:cubicBezTo>
                  <a:lnTo>
                    <a:pt x="187354" y="273681"/>
                  </a:lnTo>
                  <a:lnTo>
                    <a:pt x="4113" y="491061"/>
                  </a:lnTo>
                  <a:cubicBezTo>
                    <a:pt x="575" y="495358"/>
                    <a:pt x="575" y="497149"/>
                    <a:pt x="575" y="497507"/>
                  </a:cubicBezTo>
                  <a:cubicBezTo>
                    <a:pt x="575" y="501446"/>
                    <a:pt x="3759" y="501446"/>
                    <a:pt x="10126" y="501446"/>
                  </a:cubicBezTo>
                  <a:lnTo>
                    <a:pt x="428256" y="501446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FF081E1-8201-BA34-96B0-635331552D49}"/>
                </a:ext>
              </a:extLst>
            </p:cNvPr>
            <p:cNvSpPr/>
            <p:nvPr/>
          </p:nvSpPr>
          <p:spPr>
            <a:xfrm>
              <a:off x="8763276" y="8046143"/>
              <a:ext cx="98801" cy="113059"/>
            </a:xfrm>
            <a:custGeom>
              <a:avLst/>
              <a:gdLst>
                <a:gd name="connsiteX0" fmla="*/ 89366 w 98801"/>
                <a:gd name="connsiteY0" fmla="*/ 16391 h 113059"/>
                <a:gd name="connsiteX1" fmla="*/ 78966 w 98801"/>
                <a:gd name="connsiteY1" fmla="*/ 28173 h 113059"/>
                <a:gd name="connsiteX2" fmla="*/ 87137 w 98801"/>
                <a:gd name="connsiteY2" fmla="*/ 36195 h 113059"/>
                <a:gd name="connsiteX3" fmla="*/ 99023 w 98801"/>
                <a:gd name="connsiteY3" fmla="*/ 21906 h 113059"/>
                <a:gd name="connsiteX4" fmla="*/ 66089 w 98801"/>
                <a:gd name="connsiteY4" fmla="*/ 96 h 113059"/>
                <a:gd name="connsiteX5" fmla="*/ 20527 w 98801"/>
                <a:gd name="connsiteY5" fmla="*/ 36696 h 113059"/>
                <a:gd name="connsiteX6" fmla="*/ 29193 w 98801"/>
                <a:gd name="connsiteY6" fmla="*/ 54996 h 113059"/>
                <a:gd name="connsiteX7" fmla="*/ 57175 w 98801"/>
                <a:gd name="connsiteY7" fmla="*/ 64021 h 113059"/>
                <a:gd name="connsiteX8" fmla="*/ 78223 w 98801"/>
                <a:gd name="connsiteY8" fmla="*/ 80566 h 113059"/>
                <a:gd name="connsiteX9" fmla="*/ 65099 w 98801"/>
                <a:gd name="connsiteY9" fmla="*/ 100621 h 113059"/>
                <a:gd name="connsiteX10" fmla="*/ 40336 w 98801"/>
                <a:gd name="connsiteY10" fmla="*/ 106136 h 113059"/>
                <a:gd name="connsiteX11" fmla="*/ 10622 w 98801"/>
                <a:gd name="connsiteY11" fmla="*/ 95607 h 113059"/>
                <a:gd name="connsiteX12" fmla="*/ 24241 w 98801"/>
                <a:gd name="connsiteY12" fmla="*/ 81318 h 113059"/>
                <a:gd name="connsiteX13" fmla="*/ 14584 w 98801"/>
                <a:gd name="connsiteY13" fmla="*/ 72043 h 113059"/>
                <a:gd name="connsiteX14" fmla="*/ 222 w 98801"/>
                <a:gd name="connsiteY14" fmla="*/ 88839 h 113059"/>
                <a:gd name="connsiteX15" fmla="*/ 40089 w 98801"/>
                <a:gd name="connsiteY15" fmla="*/ 113155 h 113059"/>
                <a:gd name="connsiteX16" fmla="*/ 94071 w 98801"/>
                <a:gd name="connsiteY16" fmla="*/ 71792 h 113059"/>
                <a:gd name="connsiteX17" fmla="*/ 59899 w 98801"/>
                <a:gd name="connsiteY17" fmla="*/ 42462 h 113059"/>
                <a:gd name="connsiteX18" fmla="*/ 49994 w 98801"/>
                <a:gd name="connsiteY18" fmla="*/ 40457 h 113059"/>
                <a:gd name="connsiteX19" fmla="*/ 36375 w 98801"/>
                <a:gd name="connsiteY19" fmla="*/ 27922 h 113059"/>
                <a:gd name="connsiteX20" fmla="*/ 46279 w 98801"/>
                <a:gd name="connsiteY20" fmla="*/ 11878 h 113059"/>
                <a:gd name="connsiteX21" fmla="*/ 65842 w 98801"/>
                <a:gd name="connsiteY21" fmla="*/ 7115 h 113059"/>
                <a:gd name="connsiteX22" fmla="*/ 89366 w 98801"/>
                <a:gd name="connsiteY22" fmla="*/ 16391 h 113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8801" h="113059">
                  <a:moveTo>
                    <a:pt x="89366" y="16391"/>
                  </a:moveTo>
                  <a:cubicBezTo>
                    <a:pt x="82928" y="17895"/>
                    <a:pt x="78966" y="23159"/>
                    <a:pt x="78966" y="28173"/>
                  </a:cubicBezTo>
                  <a:cubicBezTo>
                    <a:pt x="78966" y="33939"/>
                    <a:pt x="83918" y="36195"/>
                    <a:pt x="87137" y="36195"/>
                  </a:cubicBezTo>
                  <a:cubicBezTo>
                    <a:pt x="89613" y="36195"/>
                    <a:pt x="99023" y="34691"/>
                    <a:pt x="99023" y="21906"/>
                  </a:cubicBezTo>
                  <a:cubicBezTo>
                    <a:pt x="99023" y="5611"/>
                    <a:pt x="81194" y="96"/>
                    <a:pt x="66089" y="96"/>
                  </a:cubicBezTo>
                  <a:cubicBezTo>
                    <a:pt x="27460" y="96"/>
                    <a:pt x="20527" y="28925"/>
                    <a:pt x="20527" y="36696"/>
                  </a:cubicBezTo>
                  <a:cubicBezTo>
                    <a:pt x="20527" y="45972"/>
                    <a:pt x="25727" y="51988"/>
                    <a:pt x="29193" y="54996"/>
                  </a:cubicBezTo>
                  <a:cubicBezTo>
                    <a:pt x="35632" y="60010"/>
                    <a:pt x="40089" y="61013"/>
                    <a:pt x="57175" y="64021"/>
                  </a:cubicBezTo>
                  <a:cubicBezTo>
                    <a:pt x="62375" y="65024"/>
                    <a:pt x="78223" y="68032"/>
                    <a:pt x="78223" y="80566"/>
                  </a:cubicBezTo>
                  <a:cubicBezTo>
                    <a:pt x="78223" y="84828"/>
                    <a:pt x="75499" y="94354"/>
                    <a:pt x="65099" y="100621"/>
                  </a:cubicBezTo>
                  <a:cubicBezTo>
                    <a:pt x="55441" y="106136"/>
                    <a:pt x="43308" y="106136"/>
                    <a:pt x="40336" y="106136"/>
                  </a:cubicBezTo>
                  <a:cubicBezTo>
                    <a:pt x="30432" y="106136"/>
                    <a:pt x="16317" y="103880"/>
                    <a:pt x="10622" y="95607"/>
                  </a:cubicBezTo>
                  <a:cubicBezTo>
                    <a:pt x="18793" y="94605"/>
                    <a:pt x="24241" y="88337"/>
                    <a:pt x="24241" y="81318"/>
                  </a:cubicBezTo>
                  <a:cubicBezTo>
                    <a:pt x="24241" y="75051"/>
                    <a:pt x="19784" y="72043"/>
                    <a:pt x="14584" y="72043"/>
                  </a:cubicBezTo>
                  <a:cubicBezTo>
                    <a:pt x="7403" y="72043"/>
                    <a:pt x="222" y="77809"/>
                    <a:pt x="222" y="88839"/>
                  </a:cubicBezTo>
                  <a:cubicBezTo>
                    <a:pt x="222" y="103880"/>
                    <a:pt x="16069" y="113155"/>
                    <a:pt x="40089" y="113155"/>
                  </a:cubicBezTo>
                  <a:cubicBezTo>
                    <a:pt x="85652" y="113155"/>
                    <a:pt x="94071" y="81569"/>
                    <a:pt x="94071" y="71792"/>
                  </a:cubicBezTo>
                  <a:cubicBezTo>
                    <a:pt x="94071" y="48729"/>
                    <a:pt x="69061" y="44217"/>
                    <a:pt x="59899" y="42462"/>
                  </a:cubicBezTo>
                  <a:cubicBezTo>
                    <a:pt x="57670" y="41961"/>
                    <a:pt x="51480" y="40958"/>
                    <a:pt x="49994" y="40457"/>
                  </a:cubicBezTo>
                  <a:cubicBezTo>
                    <a:pt x="40832" y="38702"/>
                    <a:pt x="36375" y="33437"/>
                    <a:pt x="36375" y="27922"/>
                  </a:cubicBezTo>
                  <a:cubicBezTo>
                    <a:pt x="36375" y="22156"/>
                    <a:pt x="40832" y="15388"/>
                    <a:pt x="46279" y="11878"/>
                  </a:cubicBezTo>
                  <a:cubicBezTo>
                    <a:pt x="52965" y="7617"/>
                    <a:pt x="61632" y="7115"/>
                    <a:pt x="65842" y="7115"/>
                  </a:cubicBezTo>
                  <a:cubicBezTo>
                    <a:pt x="71042" y="7115"/>
                    <a:pt x="83918" y="7867"/>
                    <a:pt x="89366" y="16391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F20F469-65AC-3FA6-ADAD-589903DAF00F}"/>
                </a:ext>
              </a:extLst>
            </p:cNvPr>
            <p:cNvSpPr/>
            <p:nvPr/>
          </p:nvSpPr>
          <p:spPr>
            <a:xfrm>
              <a:off x="8905954" y="8012050"/>
              <a:ext cx="136935" cy="163697"/>
            </a:xfrm>
            <a:custGeom>
              <a:avLst/>
              <a:gdLst>
                <a:gd name="connsiteX0" fmla="*/ 127256 w 136935"/>
                <a:gd name="connsiteY0" fmla="*/ 88087 h 163697"/>
                <a:gd name="connsiteX1" fmla="*/ 137161 w 136935"/>
                <a:gd name="connsiteY1" fmla="*/ 82070 h 163697"/>
                <a:gd name="connsiteX2" fmla="*/ 127256 w 136935"/>
                <a:gd name="connsiteY2" fmla="*/ 75803 h 163697"/>
                <a:gd name="connsiteX3" fmla="*/ 12606 w 136935"/>
                <a:gd name="connsiteY3" fmla="*/ 75803 h 163697"/>
                <a:gd name="connsiteX4" fmla="*/ 84912 w 136935"/>
                <a:gd name="connsiteY4" fmla="*/ 12380 h 163697"/>
                <a:gd name="connsiteX5" fmla="*/ 127256 w 136935"/>
                <a:gd name="connsiteY5" fmla="*/ 12380 h 163697"/>
                <a:gd name="connsiteX6" fmla="*/ 137161 w 136935"/>
                <a:gd name="connsiteY6" fmla="*/ 6363 h 163697"/>
                <a:gd name="connsiteX7" fmla="*/ 127256 w 136935"/>
                <a:gd name="connsiteY7" fmla="*/ 96 h 163697"/>
                <a:gd name="connsiteX8" fmla="*/ 83922 w 136935"/>
                <a:gd name="connsiteY8" fmla="*/ 96 h 163697"/>
                <a:gd name="connsiteX9" fmla="*/ 225 w 136935"/>
                <a:gd name="connsiteY9" fmla="*/ 81820 h 163697"/>
                <a:gd name="connsiteX10" fmla="*/ 83922 w 136935"/>
                <a:gd name="connsiteY10" fmla="*/ 163794 h 163697"/>
                <a:gd name="connsiteX11" fmla="*/ 127256 w 136935"/>
                <a:gd name="connsiteY11" fmla="*/ 163794 h 163697"/>
                <a:gd name="connsiteX12" fmla="*/ 137161 w 136935"/>
                <a:gd name="connsiteY12" fmla="*/ 157777 h 163697"/>
                <a:gd name="connsiteX13" fmla="*/ 127256 w 136935"/>
                <a:gd name="connsiteY13" fmla="*/ 151510 h 163697"/>
                <a:gd name="connsiteX14" fmla="*/ 84912 w 136935"/>
                <a:gd name="connsiteY14" fmla="*/ 151510 h 163697"/>
                <a:gd name="connsiteX15" fmla="*/ 12606 w 136935"/>
                <a:gd name="connsiteY15" fmla="*/ 88087 h 163697"/>
                <a:gd name="connsiteX16" fmla="*/ 127256 w 136935"/>
                <a:gd name="connsiteY16" fmla="*/ 88087 h 16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6935" h="163697">
                  <a:moveTo>
                    <a:pt x="127256" y="88087"/>
                  </a:moveTo>
                  <a:cubicBezTo>
                    <a:pt x="131218" y="88087"/>
                    <a:pt x="137161" y="88087"/>
                    <a:pt x="137161" y="82070"/>
                  </a:cubicBezTo>
                  <a:cubicBezTo>
                    <a:pt x="137161" y="75803"/>
                    <a:pt x="131466" y="75803"/>
                    <a:pt x="127256" y="75803"/>
                  </a:cubicBezTo>
                  <a:lnTo>
                    <a:pt x="12606" y="75803"/>
                  </a:lnTo>
                  <a:cubicBezTo>
                    <a:pt x="16321" y="39454"/>
                    <a:pt x="46283" y="12380"/>
                    <a:pt x="84912" y="12380"/>
                  </a:cubicBezTo>
                  <a:lnTo>
                    <a:pt x="127256" y="12380"/>
                  </a:lnTo>
                  <a:cubicBezTo>
                    <a:pt x="131218" y="12380"/>
                    <a:pt x="137161" y="12380"/>
                    <a:pt x="137161" y="6363"/>
                  </a:cubicBezTo>
                  <a:cubicBezTo>
                    <a:pt x="137161" y="96"/>
                    <a:pt x="131466" y="96"/>
                    <a:pt x="127256" y="96"/>
                  </a:cubicBezTo>
                  <a:lnTo>
                    <a:pt x="83922" y="96"/>
                  </a:lnTo>
                  <a:cubicBezTo>
                    <a:pt x="37864" y="96"/>
                    <a:pt x="225" y="36696"/>
                    <a:pt x="225" y="81820"/>
                  </a:cubicBezTo>
                  <a:cubicBezTo>
                    <a:pt x="225" y="127946"/>
                    <a:pt x="38359" y="163794"/>
                    <a:pt x="83922" y="163794"/>
                  </a:cubicBezTo>
                  <a:lnTo>
                    <a:pt x="127256" y="163794"/>
                  </a:lnTo>
                  <a:cubicBezTo>
                    <a:pt x="131218" y="163794"/>
                    <a:pt x="137161" y="163794"/>
                    <a:pt x="137161" y="157777"/>
                  </a:cubicBezTo>
                  <a:cubicBezTo>
                    <a:pt x="137161" y="151510"/>
                    <a:pt x="131466" y="151510"/>
                    <a:pt x="127256" y="151510"/>
                  </a:cubicBezTo>
                  <a:lnTo>
                    <a:pt x="84912" y="151510"/>
                  </a:lnTo>
                  <a:cubicBezTo>
                    <a:pt x="46283" y="151510"/>
                    <a:pt x="16321" y="124436"/>
                    <a:pt x="12606" y="88087"/>
                  </a:cubicBezTo>
                  <a:lnTo>
                    <a:pt x="127256" y="88087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A1A956E-D60B-E742-3373-6D607B8C4BD5}"/>
                </a:ext>
              </a:extLst>
            </p:cNvPr>
            <p:cNvSpPr/>
            <p:nvPr/>
          </p:nvSpPr>
          <p:spPr>
            <a:xfrm>
              <a:off x="9080738" y="8043386"/>
              <a:ext cx="151545" cy="163948"/>
            </a:xfrm>
            <a:custGeom>
              <a:avLst/>
              <a:gdLst>
                <a:gd name="connsiteX0" fmla="*/ 127757 w 151545"/>
                <a:gd name="connsiteY0" fmla="*/ 113907 h 163948"/>
                <a:gd name="connsiteX1" fmla="*/ 150786 w 151545"/>
                <a:gd name="connsiteY1" fmla="*/ 20903 h 163948"/>
                <a:gd name="connsiteX2" fmla="*/ 151776 w 151545"/>
                <a:gd name="connsiteY2" fmla="*/ 14636 h 163948"/>
                <a:gd name="connsiteX3" fmla="*/ 138900 w 151545"/>
                <a:gd name="connsiteY3" fmla="*/ 2102 h 163948"/>
                <a:gd name="connsiteX4" fmla="*/ 119833 w 151545"/>
                <a:gd name="connsiteY4" fmla="*/ 21655 h 163948"/>
                <a:gd name="connsiteX5" fmla="*/ 113394 w 151545"/>
                <a:gd name="connsiteY5" fmla="*/ 47726 h 163948"/>
                <a:gd name="connsiteX6" fmla="*/ 105718 w 151545"/>
                <a:gd name="connsiteY6" fmla="*/ 79062 h 163948"/>
                <a:gd name="connsiteX7" fmla="*/ 100518 w 151545"/>
                <a:gd name="connsiteY7" fmla="*/ 90092 h 163948"/>
                <a:gd name="connsiteX8" fmla="*/ 74270 w 151545"/>
                <a:gd name="connsiteY8" fmla="*/ 103880 h 163948"/>
                <a:gd name="connsiteX9" fmla="*/ 57432 w 151545"/>
                <a:gd name="connsiteY9" fmla="*/ 85580 h 163948"/>
                <a:gd name="connsiteX10" fmla="*/ 71546 w 151545"/>
                <a:gd name="connsiteY10" fmla="*/ 36696 h 163948"/>
                <a:gd name="connsiteX11" fmla="*/ 75260 w 151545"/>
                <a:gd name="connsiteY11" fmla="*/ 23159 h 163948"/>
                <a:gd name="connsiteX12" fmla="*/ 43317 w 151545"/>
                <a:gd name="connsiteY12" fmla="*/ 96 h 163948"/>
                <a:gd name="connsiteX13" fmla="*/ 231 w 151545"/>
                <a:gd name="connsiteY13" fmla="*/ 39203 h 163948"/>
                <a:gd name="connsiteX14" fmla="*/ 8155 w 151545"/>
                <a:gd name="connsiteY14" fmla="*/ 43715 h 163948"/>
                <a:gd name="connsiteX15" fmla="*/ 16326 w 151545"/>
                <a:gd name="connsiteY15" fmla="*/ 38200 h 163948"/>
                <a:gd name="connsiteX16" fmla="*/ 41831 w 151545"/>
                <a:gd name="connsiteY16" fmla="*/ 11628 h 163948"/>
                <a:gd name="connsiteX17" fmla="*/ 46041 w 151545"/>
                <a:gd name="connsiteY17" fmla="*/ 17644 h 163948"/>
                <a:gd name="connsiteX18" fmla="*/ 42079 w 151545"/>
                <a:gd name="connsiteY18" fmla="*/ 31933 h 163948"/>
                <a:gd name="connsiteX19" fmla="*/ 27717 w 151545"/>
                <a:gd name="connsiteY19" fmla="*/ 80817 h 163948"/>
                <a:gd name="connsiteX20" fmla="*/ 72289 w 151545"/>
                <a:gd name="connsiteY20" fmla="*/ 115412 h 163948"/>
                <a:gd name="connsiteX21" fmla="*/ 98537 w 151545"/>
                <a:gd name="connsiteY21" fmla="*/ 107891 h 163948"/>
                <a:gd name="connsiteX22" fmla="*/ 52974 w 151545"/>
                <a:gd name="connsiteY22" fmla="*/ 152513 h 163948"/>
                <a:gd name="connsiteX23" fmla="*/ 40098 w 151545"/>
                <a:gd name="connsiteY23" fmla="*/ 150508 h 163948"/>
                <a:gd name="connsiteX24" fmla="*/ 48765 w 151545"/>
                <a:gd name="connsiteY24" fmla="*/ 134464 h 163948"/>
                <a:gd name="connsiteX25" fmla="*/ 34898 w 151545"/>
                <a:gd name="connsiteY25" fmla="*/ 121177 h 163948"/>
                <a:gd name="connsiteX26" fmla="*/ 15088 w 151545"/>
                <a:gd name="connsiteY26" fmla="*/ 141984 h 163948"/>
                <a:gd name="connsiteX27" fmla="*/ 52727 w 151545"/>
                <a:gd name="connsiteY27" fmla="*/ 164044 h 163948"/>
                <a:gd name="connsiteX28" fmla="*/ 127757 w 151545"/>
                <a:gd name="connsiteY28" fmla="*/ 113907 h 16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51545" h="163948">
                  <a:moveTo>
                    <a:pt x="127757" y="113907"/>
                  </a:moveTo>
                  <a:lnTo>
                    <a:pt x="150786" y="20903"/>
                  </a:lnTo>
                  <a:cubicBezTo>
                    <a:pt x="151776" y="16892"/>
                    <a:pt x="151776" y="15639"/>
                    <a:pt x="151776" y="14636"/>
                  </a:cubicBezTo>
                  <a:cubicBezTo>
                    <a:pt x="151776" y="5862"/>
                    <a:pt x="145090" y="2102"/>
                    <a:pt x="138900" y="2102"/>
                  </a:cubicBezTo>
                  <a:cubicBezTo>
                    <a:pt x="124785" y="2102"/>
                    <a:pt x="121566" y="14636"/>
                    <a:pt x="119833" y="21655"/>
                  </a:cubicBezTo>
                  <a:lnTo>
                    <a:pt x="113394" y="47726"/>
                  </a:lnTo>
                  <a:lnTo>
                    <a:pt x="105718" y="79062"/>
                  </a:lnTo>
                  <a:cubicBezTo>
                    <a:pt x="103985" y="85831"/>
                    <a:pt x="103985" y="86332"/>
                    <a:pt x="100518" y="90092"/>
                  </a:cubicBezTo>
                  <a:cubicBezTo>
                    <a:pt x="94080" y="97362"/>
                    <a:pt x="85413" y="103880"/>
                    <a:pt x="74270" y="103880"/>
                  </a:cubicBezTo>
                  <a:cubicBezTo>
                    <a:pt x="57432" y="103880"/>
                    <a:pt x="57432" y="90594"/>
                    <a:pt x="57432" y="85580"/>
                  </a:cubicBezTo>
                  <a:cubicBezTo>
                    <a:pt x="57432" y="71792"/>
                    <a:pt x="64117" y="54746"/>
                    <a:pt x="71546" y="36696"/>
                  </a:cubicBezTo>
                  <a:cubicBezTo>
                    <a:pt x="74270" y="29677"/>
                    <a:pt x="75260" y="26919"/>
                    <a:pt x="75260" y="23159"/>
                  </a:cubicBezTo>
                  <a:cubicBezTo>
                    <a:pt x="75260" y="8118"/>
                    <a:pt x="59165" y="96"/>
                    <a:pt x="43317" y="96"/>
                  </a:cubicBezTo>
                  <a:cubicBezTo>
                    <a:pt x="15088" y="96"/>
                    <a:pt x="231" y="31933"/>
                    <a:pt x="231" y="39203"/>
                  </a:cubicBezTo>
                  <a:cubicBezTo>
                    <a:pt x="231" y="43715"/>
                    <a:pt x="4440" y="43715"/>
                    <a:pt x="8155" y="43715"/>
                  </a:cubicBezTo>
                  <a:cubicBezTo>
                    <a:pt x="14345" y="43715"/>
                    <a:pt x="14840" y="43214"/>
                    <a:pt x="16326" y="38200"/>
                  </a:cubicBezTo>
                  <a:cubicBezTo>
                    <a:pt x="20536" y="23911"/>
                    <a:pt x="31184" y="11628"/>
                    <a:pt x="41831" y="11628"/>
                  </a:cubicBezTo>
                  <a:cubicBezTo>
                    <a:pt x="43317" y="11628"/>
                    <a:pt x="46041" y="11628"/>
                    <a:pt x="46041" y="17644"/>
                  </a:cubicBezTo>
                  <a:cubicBezTo>
                    <a:pt x="46041" y="22407"/>
                    <a:pt x="44308" y="26919"/>
                    <a:pt x="42079" y="31933"/>
                  </a:cubicBezTo>
                  <a:cubicBezTo>
                    <a:pt x="32917" y="54495"/>
                    <a:pt x="27717" y="69035"/>
                    <a:pt x="27717" y="80817"/>
                  </a:cubicBezTo>
                  <a:cubicBezTo>
                    <a:pt x="27717" y="108643"/>
                    <a:pt x="51489" y="115412"/>
                    <a:pt x="72289" y="115412"/>
                  </a:cubicBezTo>
                  <a:cubicBezTo>
                    <a:pt x="79718" y="115412"/>
                    <a:pt x="86899" y="114659"/>
                    <a:pt x="98537" y="107891"/>
                  </a:cubicBezTo>
                  <a:cubicBezTo>
                    <a:pt x="92099" y="136970"/>
                    <a:pt x="71051" y="152513"/>
                    <a:pt x="52974" y="152513"/>
                  </a:cubicBezTo>
                  <a:cubicBezTo>
                    <a:pt x="50993" y="152513"/>
                    <a:pt x="45793" y="152513"/>
                    <a:pt x="40098" y="150508"/>
                  </a:cubicBezTo>
                  <a:cubicBezTo>
                    <a:pt x="46784" y="146246"/>
                    <a:pt x="48765" y="137723"/>
                    <a:pt x="48765" y="134464"/>
                  </a:cubicBezTo>
                  <a:cubicBezTo>
                    <a:pt x="48765" y="127194"/>
                    <a:pt x="43317" y="121177"/>
                    <a:pt x="34898" y="121177"/>
                  </a:cubicBezTo>
                  <a:cubicBezTo>
                    <a:pt x="24002" y="121177"/>
                    <a:pt x="15088" y="130703"/>
                    <a:pt x="15088" y="141984"/>
                  </a:cubicBezTo>
                  <a:cubicBezTo>
                    <a:pt x="15088" y="154769"/>
                    <a:pt x="27964" y="164044"/>
                    <a:pt x="52727" y="164044"/>
                  </a:cubicBezTo>
                  <a:cubicBezTo>
                    <a:pt x="82689" y="164044"/>
                    <a:pt x="119585" y="146998"/>
                    <a:pt x="127757" y="113907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0CAE2A3-8BFB-C676-CC2A-9D17DC1850E3}"/>
                </a:ext>
              </a:extLst>
            </p:cNvPr>
            <p:cNvSpPr/>
            <p:nvPr/>
          </p:nvSpPr>
          <p:spPr>
            <a:xfrm>
              <a:off x="9322287" y="7584414"/>
              <a:ext cx="115675" cy="164378"/>
            </a:xfrm>
            <a:custGeom>
              <a:avLst/>
              <a:gdLst>
                <a:gd name="connsiteX0" fmla="*/ 62143 w 115675"/>
                <a:gd name="connsiteY0" fmla="*/ 91048 h 164378"/>
                <a:gd name="connsiteX1" fmla="*/ 98933 w 115675"/>
                <a:gd name="connsiteY1" fmla="*/ 123995 h 164378"/>
                <a:gd name="connsiteX2" fmla="*/ 58959 w 115675"/>
                <a:gd name="connsiteY2" fmla="*/ 156584 h 164378"/>
                <a:gd name="connsiteX3" fmla="*/ 9789 w 115675"/>
                <a:gd name="connsiteY3" fmla="*/ 105731 h 164378"/>
                <a:gd name="connsiteX4" fmla="*/ 4836 w 115675"/>
                <a:gd name="connsiteY4" fmla="*/ 99643 h 164378"/>
                <a:gd name="connsiteX5" fmla="*/ 237 w 115675"/>
                <a:gd name="connsiteY5" fmla="*/ 108596 h 164378"/>
                <a:gd name="connsiteX6" fmla="*/ 237 w 115675"/>
                <a:gd name="connsiteY6" fmla="*/ 155868 h 164378"/>
                <a:gd name="connsiteX7" fmla="*/ 4129 w 115675"/>
                <a:gd name="connsiteY7" fmla="*/ 164463 h 164378"/>
                <a:gd name="connsiteX8" fmla="*/ 12972 w 115675"/>
                <a:gd name="connsiteY8" fmla="*/ 157300 h 164378"/>
                <a:gd name="connsiteX9" fmla="*/ 20047 w 115675"/>
                <a:gd name="connsiteY9" fmla="*/ 149064 h 164378"/>
                <a:gd name="connsiteX10" fmla="*/ 58959 w 115675"/>
                <a:gd name="connsiteY10" fmla="*/ 164463 h 164378"/>
                <a:gd name="connsiteX11" fmla="*/ 115913 w 115675"/>
                <a:gd name="connsiteY11" fmla="*/ 114684 h 164378"/>
                <a:gd name="connsiteX12" fmla="*/ 101055 w 115675"/>
                <a:gd name="connsiteY12" fmla="*/ 80662 h 164378"/>
                <a:gd name="connsiteX13" fmla="*/ 60728 w 115675"/>
                <a:gd name="connsiteY13" fmla="*/ 63472 h 164378"/>
                <a:gd name="connsiteX14" fmla="*/ 17217 w 115675"/>
                <a:gd name="connsiteY14" fmla="*/ 34106 h 164378"/>
                <a:gd name="connsiteX15" fmla="*/ 56837 w 115675"/>
                <a:gd name="connsiteY15" fmla="*/ 6889 h 164378"/>
                <a:gd name="connsiteX16" fmla="*/ 98225 w 115675"/>
                <a:gd name="connsiteY16" fmla="*/ 50222 h 164378"/>
                <a:gd name="connsiteX17" fmla="*/ 102470 w 115675"/>
                <a:gd name="connsiteY17" fmla="*/ 53445 h 164378"/>
                <a:gd name="connsiteX18" fmla="*/ 107069 w 115675"/>
                <a:gd name="connsiteY18" fmla="*/ 44850 h 164378"/>
                <a:gd name="connsiteX19" fmla="*/ 107069 w 115675"/>
                <a:gd name="connsiteY19" fmla="*/ 8680 h 164378"/>
                <a:gd name="connsiteX20" fmla="*/ 103178 w 115675"/>
                <a:gd name="connsiteY20" fmla="*/ 85 h 164378"/>
                <a:gd name="connsiteX21" fmla="*/ 96103 w 115675"/>
                <a:gd name="connsiteY21" fmla="*/ 4382 h 164378"/>
                <a:gd name="connsiteX22" fmla="*/ 90089 w 115675"/>
                <a:gd name="connsiteY22" fmla="*/ 10112 h 164378"/>
                <a:gd name="connsiteX23" fmla="*/ 56837 w 115675"/>
                <a:gd name="connsiteY23" fmla="*/ 85 h 164378"/>
                <a:gd name="connsiteX24" fmla="*/ 237 w 115675"/>
                <a:gd name="connsiteY24" fmla="*/ 44134 h 164378"/>
                <a:gd name="connsiteX25" fmla="*/ 15449 w 115675"/>
                <a:gd name="connsiteY25" fmla="*/ 74574 h 164378"/>
                <a:gd name="connsiteX26" fmla="*/ 62143 w 115675"/>
                <a:gd name="connsiteY26" fmla="*/ 91048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675" h="164378">
                  <a:moveTo>
                    <a:pt x="62143" y="91048"/>
                  </a:moveTo>
                  <a:cubicBezTo>
                    <a:pt x="69926" y="92480"/>
                    <a:pt x="98933" y="98210"/>
                    <a:pt x="98933" y="123995"/>
                  </a:cubicBezTo>
                  <a:cubicBezTo>
                    <a:pt x="98933" y="142259"/>
                    <a:pt x="86552" y="156584"/>
                    <a:pt x="58959" y="156584"/>
                  </a:cubicBezTo>
                  <a:cubicBezTo>
                    <a:pt x="29245" y="156584"/>
                    <a:pt x="16510" y="136171"/>
                    <a:pt x="9789" y="105731"/>
                  </a:cubicBezTo>
                  <a:cubicBezTo>
                    <a:pt x="8727" y="101075"/>
                    <a:pt x="8374" y="99643"/>
                    <a:pt x="4836" y="99643"/>
                  </a:cubicBezTo>
                  <a:cubicBezTo>
                    <a:pt x="237" y="99643"/>
                    <a:pt x="237" y="102150"/>
                    <a:pt x="237" y="108596"/>
                  </a:cubicBezTo>
                  <a:lnTo>
                    <a:pt x="237" y="155868"/>
                  </a:lnTo>
                  <a:cubicBezTo>
                    <a:pt x="237" y="161956"/>
                    <a:pt x="237" y="164463"/>
                    <a:pt x="4129" y="164463"/>
                  </a:cubicBezTo>
                  <a:cubicBezTo>
                    <a:pt x="5897" y="164463"/>
                    <a:pt x="6251" y="164105"/>
                    <a:pt x="12972" y="157300"/>
                  </a:cubicBezTo>
                  <a:cubicBezTo>
                    <a:pt x="13680" y="156584"/>
                    <a:pt x="13680" y="155868"/>
                    <a:pt x="20047" y="149064"/>
                  </a:cubicBezTo>
                  <a:cubicBezTo>
                    <a:pt x="35612" y="164105"/>
                    <a:pt x="51531" y="164463"/>
                    <a:pt x="58959" y="164463"/>
                  </a:cubicBezTo>
                  <a:cubicBezTo>
                    <a:pt x="99640" y="164463"/>
                    <a:pt x="115913" y="140469"/>
                    <a:pt x="115913" y="114684"/>
                  </a:cubicBezTo>
                  <a:cubicBezTo>
                    <a:pt x="115913" y="95703"/>
                    <a:pt x="105300" y="84960"/>
                    <a:pt x="101055" y="80662"/>
                  </a:cubicBezTo>
                  <a:cubicBezTo>
                    <a:pt x="89382" y="69202"/>
                    <a:pt x="75586" y="66337"/>
                    <a:pt x="60728" y="63472"/>
                  </a:cubicBezTo>
                  <a:cubicBezTo>
                    <a:pt x="40918" y="59533"/>
                    <a:pt x="17217" y="54877"/>
                    <a:pt x="17217" y="34106"/>
                  </a:cubicBezTo>
                  <a:cubicBezTo>
                    <a:pt x="17217" y="21572"/>
                    <a:pt x="26415" y="6889"/>
                    <a:pt x="56837" y="6889"/>
                  </a:cubicBezTo>
                  <a:cubicBezTo>
                    <a:pt x="95749" y="6889"/>
                    <a:pt x="97518" y="39120"/>
                    <a:pt x="98225" y="50222"/>
                  </a:cubicBezTo>
                  <a:cubicBezTo>
                    <a:pt x="98579" y="53445"/>
                    <a:pt x="101763" y="53445"/>
                    <a:pt x="102470" y="53445"/>
                  </a:cubicBezTo>
                  <a:cubicBezTo>
                    <a:pt x="107069" y="53445"/>
                    <a:pt x="107069" y="51654"/>
                    <a:pt x="107069" y="44850"/>
                  </a:cubicBezTo>
                  <a:lnTo>
                    <a:pt x="107069" y="8680"/>
                  </a:lnTo>
                  <a:cubicBezTo>
                    <a:pt x="107069" y="2592"/>
                    <a:pt x="107069" y="85"/>
                    <a:pt x="103178" y="85"/>
                  </a:cubicBezTo>
                  <a:cubicBezTo>
                    <a:pt x="101409" y="85"/>
                    <a:pt x="100702" y="85"/>
                    <a:pt x="96103" y="4382"/>
                  </a:cubicBezTo>
                  <a:cubicBezTo>
                    <a:pt x="95042" y="5815"/>
                    <a:pt x="91504" y="9038"/>
                    <a:pt x="90089" y="10112"/>
                  </a:cubicBezTo>
                  <a:cubicBezTo>
                    <a:pt x="76647" y="85"/>
                    <a:pt x="62143" y="85"/>
                    <a:pt x="56837" y="85"/>
                  </a:cubicBezTo>
                  <a:cubicBezTo>
                    <a:pt x="13680" y="85"/>
                    <a:pt x="237" y="24079"/>
                    <a:pt x="237" y="44134"/>
                  </a:cubicBezTo>
                  <a:cubicBezTo>
                    <a:pt x="237" y="56668"/>
                    <a:pt x="5897" y="66695"/>
                    <a:pt x="15449" y="74574"/>
                  </a:cubicBezTo>
                  <a:cubicBezTo>
                    <a:pt x="26768" y="83885"/>
                    <a:pt x="36673" y="86034"/>
                    <a:pt x="62143" y="9104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E0B8AFC-1F57-7030-77B5-826DAC2F6298}"/>
                </a:ext>
              </a:extLst>
            </p:cNvPr>
            <p:cNvSpPr/>
            <p:nvPr/>
          </p:nvSpPr>
          <p:spPr>
            <a:xfrm>
              <a:off x="9460053" y="7586563"/>
              <a:ext cx="174397" cy="227765"/>
            </a:xfrm>
            <a:custGeom>
              <a:avLst/>
              <a:gdLst>
                <a:gd name="connsiteX0" fmla="*/ 51181 w 174397"/>
                <a:gd name="connsiteY0" fmla="*/ 23721 h 227765"/>
                <a:gd name="connsiteX1" fmla="*/ 51181 w 174397"/>
                <a:gd name="connsiteY1" fmla="*/ 85 h 227765"/>
                <a:gd name="connsiteX2" fmla="*/ 241 w 174397"/>
                <a:gd name="connsiteY2" fmla="*/ 4024 h 227765"/>
                <a:gd name="connsiteX3" fmla="*/ 241 w 174397"/>
                <a:gd name="connsiteY3" fmla="*/ 15126 h 227765"/>
                <a:gd name="connsiteX4" fmla="*/ 27834 w 174397"/>
                <a:gd name="connsiteY4" fmla="*/ 33032 h 227765"/>
                <a:gd name="connsiteX5" fmla="*/ 27834 w 174397"/>
                <a:gd name="connsiteY5" fmla="*/ 200633 h 227765"/>
                <a:gd name="connsiteX6" fmla="*/ 241 w 174397"/>
                <a:gd name="connsiteY6" fmla="*/ 216749 h 227765"/>
                <a:gd name="connsiteX7" fmla="*/ 241 w 174397"/>
                <a:gd name="connsiteY7" fmla="*/ 227850 h 227765"/>
                <a:gd name="connsiteX8" fmla="*/ 39861 w 174397"/>
                <a:gd name="connsiteY8" fmla="*/ 226776 h 227765"/>
                <a:gd name="connsiteX9" fmla="*/ 79835 w 174397"/>
                <a:gd name="connsiteY9" fmla="*/ 227850 h 227765"/>
                <a:gd name="connsiteX10" fmla="*/ 79835 w 174397"/>
                <a:gd name="connsiteY10" fmla="*/ 216749 h 227765"/>
                <a:gd name="connsiteX11" fmla="*/ 52242 w 174397"/>
                <a:gd name="connsiteY11" fmla="*/ 200633 h 227765"/>
                <a:gd name="connsiteX12" fmla="*/ 52242 w 174397"/>
                <a:gd name="connsiteY12" fmla="*/ 140469 h 227765"/>
                <a:gd name="connsiteX13" fmla="*/ 52242 w 174397"/>
                <a:gd name="connsiteY13" fmla="*/ 137246 h 227765"/>
                <a:gd name="connsiteX14" fmla="*/ 95753 w 174397"/>
                <a:gd name="connsiteY14" fmla="*/ 162314 h 227765"/>
                <a:gd name="connsiteX15" fmla="*/ 174639 w 174397"/>
                <a:gd name="connsiteY15" fmla="*/ 81020 h 227765"/>
                <a:gd name="connsiteX16" fmla="*/ 100706 w 174397"/>
                <a:gd name="connsiteY16" fmla="*/ 85 h 227765"/>
                <a:gd name="connsiteX17" fmla="*/ 51181 w 174397"/>
                <a:gd name="connsiteY17" fmla="*/ 23721 h 227765"/>
                <a:gd name="connsiteX18" fmla="*/ 52242 w 174397"/>
                <a:gd name="connsiteY18" fmla="*/ 117549 h 227765"/>
                <a:gd name="connsiteX19" fmla="*/ 52242 w 174397"/>
                <a:gd name="connsiteY19" fmla="*/ 37688 h 227765"/>
                <a:gd name="connsiteX20" fmla="*/ 97876 w 174397"/>
                <a:gd name="connsiteY20" fmla="*/ 9038 h 227765"/>
                <a:gd name="connsiteX21" fmla="*/ 145278 w 174397"/>
                <a:gd name="connsiteY21" fmla="*/ 81020 h 227765"/>
                <a:gd name="connsiteX22" fmla="*/ 94338 w 174397"/>
                <a:gd name="connsiteY22" fmla="*/ 154435 h 227765"/>
                <a:gd name="connsiteX23" fmla="*/ 57195 w 174397"/>
                <a:gd name="connsiteY23" fmla="*/ 132590 h 227765"/>
                <a:gd name="connsiteX24" fmla="*/ 52242 w 174397"/>
                <a:gd name="connsiteY24" fmla="*/ 117549 h 227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4397" h="227765">
                  <a:moveTo>
                    <a:pt x="51181" y="23721"/>
                  </a:moveTo>
                  <a:lnTo>
                    <a:pt x="51181" y="85"/>
                  </a:lnTo>
                  <a:lnTo>
                    <a:pt x="241" y="4024"/>
                  </a:lnTo>
                  <a:lnTo>
                    <a:pt x="241" y="15126"/>
                  </a:lnTo>
                  <a:cubicBezTo>
                    <a:pt x="25357" y="15126"/>
                    <a:pt x="27834" y="17275"/>
                    <a:pt x="27834" y="33032"/>
                  </a:cubicBezTo>
                  <a:lnTo>
                    <a:pt x="27834" y="200633"/>
                  </a:lnTo>
                  <a:cubicBezTo>
                    <a:pt x="27834" y="216749"/>
                    <a:pt x="23942" y="216749"/>
                    <a:pt x="241" y="216749"/>
                  </a:cubicBezTo>
                  <a:lnTo>
                    <a:pt x="241" y="227850"/>
                  </a:lnTo>
                  <a:cubicBezTo>
                    <a:pt x="12269" y="227492"/>
                    <a:pt x="30664" y="226776"/>
                    <a:pt x="39861" y="226776"/>
                  </a:cubicBezTo>
                  <a:cubicBezTo>
                    <a:pt x="49412" y="226776"/>
                    <a:pt x="67453" y="227492"/>
                    <a:pt x="79835" y="227850"/>
                  </a:cubicBezTo>
                  <a:lnTo>
                    <a:pt x="79835" y="216749"/>
                  </a:lnTo>
                  <a:cubicBezTo>
                    <a:pt x="56133" y="216749"/>
                    <a:pt x="52242" y="216749"/>
                    <a:pt x="52242" y="200633"/>
                  </a:cubicBezTo>
                  <a:lnTo>
                    <a:pt x="52242" y="140469"/>
                  </a:lnTo>
                  <a:lnTo>
                    <a:pt x="52242" y="137246"/>
                  </a:lnTo>
                  <a:cubicBezTo>
                    <a:pt x="54011" y="142975"/>
                    <a:pt x="68868" y="162314"/>
                    <a:pt x="95753" y="162314"/>
                  </a:cubicBezTo>
                  <a:cubicBezTo>
                    <a:pt x="137849" y="162314"/>
                    <a:pt x="174639" y="127218"/>
                    <a:pt x="174639" y="81020"/>
                  </a:cubicBezTo>
                  <a:cubicBezTo>
                    <a:pt x="174639" y="35539"/>
                    <a:pt x="140325" y="85"/>
                    <a:pt x="100706" y="85"/>
                  </a:cubicBezTo>
                  <a:cubicBezTo>
                    <a:pt x="73113" y="85"/>
                    <a:pt x="58256" y="15842"/>
                    <a:pt x="51181" y="23721"/>
                  </a:cubicBezTo>
                  <a:close/>
                  <a:moveTo>
                    <a:pt x="52242" y="117549"/>
                  </a:moveTo>
                  <a:lnTo>
                    <a:pt x="52242" y="37688"/>
                  </a:lnTo>
                  <a:cubicBezTo>
                    <a:pt x="62501" y="19423"/>
                    <a:pt x="79835" y="9038"/>
                    <a:pt x="97876" y="9038"/>
                  </a:cubicBezTo>
                  <a:cubicBezTo>
                    <a:pt x="123699" y="9038"/>
                    <a:pt x="145278" y="40552"/>
                    <a:pt x="145278" y="81020"/>
                  </a:cubicBezTo>
                  <a:cubicBezTo>
                    <a:pt x="145278" y="124353"/>
                    <a:pt x="120515" y="154435"/>
                    <a:pt x="94338" y="154435"/>
                  </a:cubicBezTo>
                  <a:cubicBezTo>
                    <a:pt x="80188" y="154435"/>
                    <a:pt x="66746" y="147273"/>
                    <a:pt x="57195" y="132590"/>
                  </a:cubicBezTo>
                  <a:cubicBezTo>
                    <a:pt x="52242" y="125069"/>
                    <a:pt x="52242" y="124711"/>
                    <a:pt x="52242" y="117549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EFD7D8F-D049-FAEF-04C3-8ABB4D38B002}"/>
                </a:ext>
              </a:extLst>
            </p:cNvPr>
            <p:cNvSpPr/>
            <p:nvPr/>
          </p:nvSpPr>
          <p:spPr>
            <a:xfrm>
              <a:off x="9661532" y="7584414"/>
              <a:ext cx="159540" cy="164378"/>
            </a:xfrm>
            <a:custGeom>
              <a:avLst/>
              <a:gdLst>
                <a:gd name="connsiteX0" fmla="*/ 103187 w 159540"/>
                <a:gd name="connsiteY0" fmla="*/ 133306 h 164378"/>
                <a:gd name="connsiteX1" fmla="*/ 130780 w 159540"/>
                <a:gd name="connsiteY1" fmla="*/ 162672 h 164378"/>
                <a:gd name="connsiteX2" fmla="*/ 159787 w 159540"/>
                <a:gd name="connsiteY2" fmla="*/ 128651 h 164378"/>
                <a:gd name="connsiteX3" fmla="*/ 159787 w 159540"/>
                <a:gd name="connsiteY3" fmla="*/ 108596 h 164378"/>
                <a:gd name="connsiteX4" fmla="*/ 150943 w 159540"/>
                <a:gd name="connsiteY4" fmla="*/ 108596 h 164378"/>
                <a:gd name="connsiteX5" fmla="*/ 150943 w 159540"/>
                <a:gd name="connsiteY5" fmla="*/ 128651 h 164378"/>
                <a:gd name="connsiteX6" fmla="*/ 138208 w 159540"/>
                <a:gd name="connsiteY6" fmla="*/ 151570 h 164378"/>
                <a:gd name="connsiteX7" fmla="*/ 125120 w 159540"/>
                <a:gd name="connsiteY7" fmla="*/ 133664 h 164378"/>
                <a:gd name="connsiteX8" fmla="*/ 125120 w 159540"/>
                <a:gd name="connsiteY8" fmla="*/ 62040 h 164378"/>
                <a:gd name="connsiteX9" fmla="*/ 112385 w 159540"/>
                <a:gd name="connsiteY9" fmla="*/ 19781 h 164378"/>
                <a:gd name="connsiteX10" fmla="*/ 63921 w 159540"/>
                <a:gd name="connsiteY10" fmla="*/ 85 h 164378"/>
                <a:gd name="connsiteX11" fmla="*/ 10506 w 159540"/>
                <a:gd name="connsiteY11" fmla="*/ 40553 h 164378"/>
                <a:gd name="connsiteX12" fmla="*/ 26778 w 159540"/>
                <a:gd name="connsiteY12" fmla="*/ 57384 h 164378"/>
                <a:gd name="connsiteX13" fmla="*/ 43050 w 159540"/>
                <a:gd name="connsiteY13" fmla="*/ 40911 h 164378"/>
                <a:gd name="connsiteX14" fmla="*/ 25009 w 159540"/>
                <a:gd name="connsiteY14" fmla="*/ 24437 h 164378"/>
                <a:gd name="connsiteX15" fmla="*/ 63214 w 159540"/>
                <a:gd name="connsiteY15" fmla="*/ 7963 h 164378"/>
                <a:gd name="connsiteX16" fmla="*/ 100711 w 159540"/>
                <a:gd name="connsiteY16" fmla="*/ 53803 h 164378"/>
                <a:gd name="connsiteX17" fmla="*/ 100711 w 159540"/>
                <a:gd name="connsiteY17" fmla="*/ 67054 h 164378"/>
                <a:gd name="connsiteX18" fmla="*/ 35622 w 159540"/>
                <a:gd name="connsiteY18" fmla="*/ 79946 h 164378"/>
                <a:gd name="connsiteX19" fmla="*/ 247 w 159540"/>
                <a:gd name="connsiteY19" fmla="*/ 126502 h 164378"/>
                <a:gd name="connsiteX20" fmla="*/ 56846 w 159540"/>
                <a:gd name="connsiteY20" fmla="*/ 164463 h 164378"/>
                <a:gd name="connsiteX21" fmla="*/ 103187 w 159540"/>
                <a:gd name="connsiteY21" fmla="*/ 133306 h 164378"/>
                <a:gd name="connsiteX22" fmla="*/ 100711 w 159540"/>
                <a:gd name="connsiteY22" fmla="*/ 74574 h 164378"/>
                <a:gd name="connsiteX23" fmla="*/ 100711 w 159540"/>
                <a:gd name="connsiteY23" fmla="*/ 110386 h 164378"/>
                <a:gd name="connsiteX24" fmla="*/ 59323 w 159540"/>
                <a:gd name="connsiteY24" fmla="*/ 156584 h 164378"/>
                <a:gd name="connsiteX25" fmla="*/ 27485 w 159540"/>
                <a:gd name="connsiteY25" fmla="*/ 126144 h 164378"/>
                <a:gd name="connsiteX26" fmla="*/ 100711 w 159540"/>
                <a:gd name="connsiteY26" fmla="*/ 74574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9540" h="164378">
                  <a:moveTo>
                    <a:pt x="103187" y="133306"/>
                  </a:moveTo>
                  <a:cubicBezTo>
                    <a:pt x="104602" y="147631"/>
                    <a:pt x="114154" y="162672"/>
                    <a:pt x="130780" y="162672"/>
                  </a:cubicBezTo>
                  <a:cubicBezTo>
                    <a:pt x="138208" y="162672"/>
                    <a:pt x="159787" y="157658"/>
                    <a:pt x="159787" y="128651"/>
                  </a:cubicBezTo>
                  <a:lnTo>
                    <a:pt x="159787" y="108596"/>
                  </a:lnTo>
                  <a:lnTo>
                    <a:pt x="150943" y="108596"/>
                  </a:lnTo>
                  <a:lnTo>
                    <a:pt x="150943" y="128651"/>
                  </a:lnTo>
                  <a:cubicBezTo>
                    <a:pt x="150943" y="149422"/>
                    <a:pt x="142100" y="151570"/>
                    <a:pt x="138208" y="151570"/>
                  </a:cubicBezTo>
                  <a:cubicBezTo>
                    <a:pt x="126535" y="151570"/>
                    <a:pt x="125120" y="135455"/>
                    <a:pt x="125120" y="133664"/>
                  </a:cubicBezTo>
                  <a:lnTo>
                    <a:pt x="125120" y="62040"/>
                  </a:lnTo>
                  <a:cubicBezTo>
                    <a:pt x="125120" y="46999"/>
                    <a:pt x="125120" y="33032"/>
                    <a:pt x="112385" y="19781"/>
                  </a:cubicBezTo>
                  <a:cubicBezTo>
                    <a:pt x="98589" y="5815"/>
                    <a:pt x="80901" y="85"/>
                    <a:pt x="63921" y="85"/>
                  </a:cubicBezTo>
                  <a:cubicBezTo>
                    <a:pt x="34914" y="85"/>
                    <a:pt x="10506" y="16916"/>
                    <a:pt x="10506" y="40553"/>
                  </a:cubicBezTo>
                  <a:cubicBezTo>
                    <a:pt x="10506" y="51296"/>
                    <a:pt x="17581" y="57384"/>
                    <a:pt x="26778" y="57384"/>
                  </a:cubicBezTo>
                  <a:cubicBezTo>
                    <a:pt x="36683" y="57384"/>
                    <a:pt x="43050" y="50222"/>
                    <a:pt x="43050" y="40911"/>
                  </a:cubicBezTo>
                  <a:cubicBezTo>
                    <a:pt x="43050" y="36613"/>
                    <a:pt x="41282" y="24795"/>
                    <a:pt x="25009" y="24437"/>
                  </a:cubicBezTo>
                  <a:cubicBezTo>
                    <a:pt x="34560" y="11903"/>
                    <a:pt x="51894" y="7963"/>
                    <a:pt x="63214" y="7963"/>
                  </a:cubicBezTo>
                  <a:cubicBezTo>
                    <a:pt x="80548" y="7963"/>
                    <a:pt x="100711" y="21930"/>
                    <a:pt x="100711" y="53803"/>
                  </a:cubicBezTo>
                  <a:lnTo>
                    <a:pt x="100711" y="67054"/>
                  </a:lnTo>
                  <a:cubicBezTo>
                    <a:pt x="82670" y="68128"/>
                    <a:pt x="57908" y="69202"/>
                    <a:pt x="35622" y="79946"/>
                  </a:cubicBezTo>
                  <a:cubicBezTo>
                    <a:pt x="9091" y="92122"/>
                    <a:pt x="247" y="110744"/>
                    <a:pt x="247" y="126502"/>
                  </a:cubicBezTo>
                  <a:cubicBezTo>
                    <a:pt x="247" y="155510"/>
                    <a:pt x="34560" y="164463"/>
                    <a:pt x="56846" y="164463"/>
                  </a:cubicBezTo>
                  <a:cubicBezTo>
                    <a:pt x="80194" y="164463"/>
                    <a:pt x="96466" y="150138"/>
                    <a:pt x="103187" y="133306"/>
                  </a:cubicBezTo>
                  <a:close/>
                  <a:moveTo>
                    <a:pt x="100711" y="74574"/>
                  </a:moveTo>
                  <a:lnTo>
                    <a:pt x="100711" y="110386"/>
                  </a:lnTo>
                  <a:cubicBezTo>
                    <a:pt x="100711" y="144408"/>
                    <a:pt x="75241" y="156584"/>
                    <a:pt x="59323" y="156584"/>
                  </a:cubicBezTo>
                  <a:cubicBezTo>
                    <a:pt x="41989" y="156584"/>
                    <a:pt x="27485" y="144050"/>
                    <a:pt x="27485" y="126144"/>
                  </a:cubicBezTo>
                  <a:cubicBezTo>
                    <a:pt x="27485" y="106447"/>
                    <a:pt x="42343" y="76723"/>
                    <a:pt x="100711" y="74574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47FB4DB-B969-A609-C248-C7783D13DF1F}"/>
                </a:ext>
              </a:extLst>
            </p:cNvPr>
            <p:cNvSpPr/>
            <p:nvPr/>
          </p:nvSpPr>
          <p:spPr>
            <a:xfrm>
              <a:off x="9834869" y="7586563"/>
              <a:ext cx="177934" cy="158290"/>
            </a:xfrm>
            <a:custGeom>
              <a:avLst/>
              <a:gdLst>
                <a:gd name="connsiteX0" fmla="*/ 27844 w 177934"/>
                <a:gd name="connsiteY0" fmla="*/ 35181 h 158290"/>
                <a:gd name="connsiteX1" fmla="*/ 27844 w 177934"/>
                <a:gd name="connsiteY1" fmla="*/ 131157 h 158290"/>
                <a:gd name="connsiteX2" fmla="*/ 252 w 177934"/>
                <a:gd name="connsiteY2" fmla="*/ 147273 h 158290"/>
                <a:gd name="connsiteX3" fmla="*/ 252 w 177934"/>
                <a:gd name="connsiteY3" fmla="*/ 158375 h 158290"/>
                <a:gd name="connsiteX4" fmla="*/ 40225 w 177934"/>
                <a:gd name="connsiteY4" fmla="*/ 157300 h 158290"/>
                <a:gd name="connsiteX5" fmla="*/ 79845 w 177934"/>
                <a:gd name="connsiteY5" fmla="*/ 158375 h 158290"/>
                <a:gd name="connsiteX6" fmla="*/ 79845 w 177934"/>
                <a:gd name="connsiteY6" fmla="*/ 147273 h 158290"/>
                <a:gd name="connsiteX7" fmla="*/ 52253 w 177934"/>
                <a:gd name="connsiteY7" fmla="*/ 131157 h 158290"/>
                <a:gd name="connsiteX8" fmla="*/ 52253 w 177934"/>
                <a:gd name="connsiteY8" fmla="*/ 65263 h 158290"/>
                <a:gd name="connsiteX9" fmla="*/ 100009 w 177934"/>
                <a:gd name="connsiteY9" fmla="*/ 7963 h 158290"/>
                <a:gd name="connsiteX10" fmla="*/ 126186 w 177934"/>
                <a:gd name="connsiteY10" fmla="*/ 47715 h 158290"/>
                <a:gd name="connsiteX11" fmla="*/ 126186 w 177934"/>
                <a:gd name="connsiteY11" fmla="*/ 131157 h 158290"/>
                <a:gd name="connsiteX12" fmla="*/ 98594 w 177934"/>
                <a:gd name="connsiteY12" fmla="*/ 147273 h 158290"/>
                <a:gd name="connsiteX13" fmla="*/ 98594 w 177934"/>
                <a:gd name="connsiteY13" fmla="*/ 158375 h 158290"/>
                <a:gd name="connsiteX14" fmla="*/ 138567 w 177934"/>
                <a:gd name="connsiteY14" fmla="*/ 157300 h 158290"/>
                <a:gd name="connsiteX15" fmla="*/ 178187 w 177934"/>
                <a:gd name="connsiteY15" fmla="*/ 158375 h 158290"/>
                <a:gd name="connsiteX16" fmla="*/ 178187 w 177934"/>
                <a:gd name="connsiteY16" fmla="*/ 147273 h 158290"/>
                <a:gd name="connsiteX17" fmla="*/ 150595 w 177934"/>
                <a:gd name="connsiteY17" fmla="*/ 136529 h 158290"/>
                <a:gd name="connsiteX18" fmla="*/ 150595 w 177934"/>
                <a:gd name="connsiteY18" fmla="*/ 68128 h 158290"/>
                <a:gd name="connsiteX19" fmla="*/ 139628 w 177934"/>
                <a:gd name="connsiteY19" fmla="*/ 13335 h 158290"/>
                <a:gd name="connsiteX20" fmla="*/ 102485 w 177934"/>
                <a:gd name="connsiteY20" fmla="*/ 85 h 158290"/>
                <a:gd name="connsiteX21" fmla="*/ 50130 w 177934"/>
                <a:gd name="connsiteY21" fmla="*/ 37688 h 158290"/>
                <a:gd name="connsiteX22" fmla="*/ 50130 w 177934"/>
                <a:gd name="connsiteY22" fmla="*/ 85 h 158290"/>
                <a:gd name="connsiteX23" fmla="*/ 252 w 177934"/>
                <a:gd name="connsiteY23" fmla="*/ 4024 h 158290"/>
                <a:gd name="connsiteX24" fmla="*/ 252 w 177934"/>
                <a:gd name="connsiteY24" fmla="*/ 15126 h 158290"/>
                <a:gd name="connsiteX25" fmla="*/ 27844 w 177934"/>
                <a:gd name="connsiteY25" fmla="*/ 35181 h 158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7934" h="158290">
                  <a:moveTo>
                    <a:pt x="27844" y="35181"/>
                  </a:moveTo>
                  <a:lnTo>
                    <a:pt x="27844" y="131157"/>
                  </a:lnTo>
                  <a:cubicBezTo>
                    <a:pt x="27844" y="147273"/>
                    <a:pt x="23953" y="147273"/>
                    <a:pt x="252" y="147273"/>
                  </a:cubicBezTo>
                  <a:lnTo>
                    <a:pt x="252" y="158375"/>
                  </a:lnTo>
                  <a:cubicBezTo>
                    <a:pt x="12633" y="158017"/>
                    <a:pt x="30674" y="157300"/>
                    <a:pt x="40225" y="157300"/>
                  </a:cubicBezTo>
                  <a:cubicBezTo>
                    <a:pt x="49423" y="157300"/>
                    <a:pt x="67818" y="158017"/>
                    <a:pt x="79845" y="158375"/>
                  </a:cubicBezTo>
                  <a:lnTo>
                    <a:pt x="79845" y="147273"/>
                  </a:lnTo>
                  <a:cubicBezTo>
                    <a:pt x="56144" y="147273"/>
                    <a:pt x="52253" y="147273"/>
                    <a:pt x="52253" y="131157"/>
                  </a:cubicBezTo>
                  <a:lnTo>
                    <a:pt x="52253" y="65263"/>
                  </a:lnTo>
                  <a:cubicBezTo>
                    <a:pt x="52253" y="28018"/>
                    <a:pt x="77369" y="7963"/>
                    <a:pt x="100009" y="7963"/>
                  </a:cubicBezTo>
                  <a:cubicBezTo>
                    <a:pt x="122295" y="7963"/>
                    <a:pt x="126186" y="27302"/>
                    <a:pt x="126186" y="47715"/>
                  </a:cubicBezTo>
                  <a:lnTo>
                    <a:pt x="126186" y="131157"/>
                  </a:lnTo>
                  <a:cubicBezTo>
                    <a:pt x="126186" y="147273"/>
                    <a:pt x="122295" y="147273"/>
                    <a:pt x="98594" y="147273"/>
                  </a:cubicBezTo>
                  <a:lnTo>
                    <a:pt x="98594" y="158375"/>
                  </a:lnTo>
                  <a:cubicBezTo>
                    <a:pt x="110975" y="158017"/>
                    <a:pt x="129016" y="157300"/>
                    <a:pt x="138567" y="157300"/>
                  </a:cubicBezTo>
                  <a:cubicBezTo>
                    <a:pt x="147765" y="157300"/>
                    <a:pt x="166159" y="158017"/>
                    <a:pt x="178187" y="158375"/>
                  </a:cubicBezTo>
                  <a:lnTo>
                    <a:pt x="178187" y="147273"/>
                  </a:lnTo>
                  <a:cubicBezTo>
                    <a:pt x="159792" y="147273"/>
                    <a:pt x="150948" y="147273"/>
                    <a:pt x="150595" y="136529"/>
                  </a:cubicBezTo>
                  <a:lnTo>
                    <a:pt x="150595" y="68128"/>
                  </a:lnTo>
                  <a:cubicBezTo>
                    <a:pt x="150595" y="37329"/>
                    <a:pt x="150595" y="26228"/>
                    <a:pt x="139628" y="13335"/>
                  </a:cubicBezTo>
                  <a:cubicBezTo>
                    <a:pt x="134676" y="7247"/>
                    <a:pt x="123002" y="85"/>
                    <a:pt x="102485" y="85"/>
                  </a:cubicBezTo>
                  <a:cubicBezTo>
                    <a:pt x="76661" y="85"/>
                    <a:pt x="60035" y="15484"/>
                    <a:pt x="50130" y="37688"/>
                  </a:cubicBezTo>
                  <a:lnTo>
                    <a:pt x="50130" y="85"/>
                  </a:lnTo>
                  <a:lnTo>
                    <a:pt x="252" y="4024"/>
                  </a:lnTo>
                  <a:lnTo>
                    <a:pt x="252" y="15126"/>
                  </a:lnTo>
                  <a:cubicBezTo>
                    <a:pt x="25014" y="15126"/>
                    <a:pt x="27844" y="17633"/>
                    <a:pt x="27844" y="35181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6F1E65B-6B7C-1608-7E00-B116C6954249}"/>
                </a:ext>
              </a:extLst>
            </p:cNvPr>
            <p:cNvSpPr/>
            <p:nvPr/>
          </p:nvSpPr>
          <p:spPr>
            <a:xfrm>
              <a:off x="10023967" y="7657113"/>
              <a:ext cx="93743" cy="20771"/>
            </a:xfrm>
            <a:custGeom>
              <a:avLst/>
              <a:gdLst>
                <a:gd name="connsiteX0" fmla="*/ 94000 w 93743"/>
                <a:gd name="connsiteY0" fmla="*/ 20856 h 20771"/>
                <a:gd name="connsiteX1" fmla="*/ 94000 w 93743"/>
                <a:gd name="connsiteY1" fmla="*/ 85 h 20771"/>
                <a:gd name="connsiteX2" fmla="*/ 257 w 93743"/>
                <a:gd name="connsiteY2" fmla="*/ 85 h 20771"/>
                <a:gd name="connsiteX3" fmla="*/ 257 w 93743"/>
                <a:gd name="connsiteY3" fmla="*/ 20856 h 20771"/>
                <a:gd name="connsiteX4" fmla="*/ 94000 w 93743"/>
                <a:gd name="connsiteY4" fmla="*/ 20856 h 2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43" h="20771">
                  <a:moveTo>
                    <a:pt x="94000" y="20856"/>
                  </a:moveTo>
                  <a:lnTo>
                    <a:pt x="94000" y="85"/>
                  </a:lnTo>
                  <a:lnTo>
                    <a:pt x="257" y="85"/>
                  </a:lnTo>
                  <a:lnTo>
                    <a:pt x="257" y="20856"/>
                  </a:lnTo>
                  <a:lnTo>
                    <a:pt x="94000" y="20856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CB5809F-415A-7F62-6135-DDC9236DE66B}"/>
                </a:ext>
              </a:extLst>
            </p:cNvPr>
            <p:cNvSpPr/>
            <p:nvPr/>
          </p:nvSpPr>
          <p:spPr>
            <a:xfrm>
              <a:off x="10149666" y="7584414"/>
              <a:ext cx="115675" cy="164378"/>
            </a:xfrm>
            <a:custGeom>
              <a:avLst/>
              <a:gdLst>
                <a:gd name="connsiteX0" fmla="*/ 62167 w 115675"/>
                <a:gd name="connsiteY0" fmla="*/ 91048 h 164378"/>
                <a:gd name="connsiteX1" fmla="*/ 98956 w 115675"/>
                <a:gd name="connsiteY1" fmla="*/ 123995 h 164378"/>
                <a:gd name="connsiteX2" fmla="*/ 58983 w 115675"/>
                <a:gd name="connsiteY2" fmla="*/ 156584 h 164378"/>
                <a:gd name="connsiteX3" fmla="*/ 9812 w 115675"/>
                <a:gd name="connsiteY3" fmla="*/ 105731 h 164378"/>
                <a:gd name="connsiteX4" fmla="*/ 4859 w 115675"/>
                <a:gd name="connsiteY4" fmla="*/ 99643 h 164378"/>
                <a:gd name="connsiteX5" fmla="*/ 261 w 115675"/>
                <a:gd name="connsiteY5" fmla="*/ 108596 h 164378"/>
                <a:gd name="connsiteX6" fmla="*/ 261 w 115675"/>
                <a:gd name="connsiteY6" fmla="*/ 155868 h 164378"/>
                <a:gd name="connsiteX7" fmla="*/ 4152 w 115675"/>
                <a:gd name="connsiteY7" fmla="*/ 164463 h 164378"/>
                <a:gd name="connsiteX8" fmla="*/ 12996 w 115675"/>
                <a:gd name="connsiteY8" fmla="*/ 157300 h 164378"/>
                <a:gd name="connsiteX9" fmla="*/ 20071 w 115675"/>
                <a:gd name="connsiteY9" fmla="*/ 149064 h 164378"/>
                <a:gd name="connsiteX10" fmla="*/ 58983 w 115675"/>
                <a:gd name="connsiteY10" fmla="*/ 164463 h 164378"/>
                <a:gd name="connsiteX11" fmla="*/ 115936 w 115675"/>
                <a:gd name="connsiteY11" fmla="*/ 114684 h 164378"/>
                <a:gd name="connsiteX12" fmla="*/ 101079 w 115675"/>
                <a:gd name="connsiteY12" fmla="*/ 80662 h 164378"/>
                <a:gd name="connsiteX13" fmla="*/ 60752 w 115675"/>
                <a:gd name="connsiteY13" fmla="*/ 63472 h 164378"/>
                <a:gd name="connsiteX14" fmla="*/ 17241 w 115675"/>
                <a:gd name="connsiteY14" fmla="*/ 34106 h 164378"/>
                <a:gd name="connsiteX15" fmla="*/ 56860 w 115675"/>
                <a:gd name="connsiteY15" fmla="*/ 6889 h 164378"/>
                <a:gd name="connsiteX16" fmla="*/ 98249 w 115675"/>
                <a:gd name="connsiteY16" fmla="*/ 50222 h 164378"/>
                <a:gd name="connsiteX17" fmla="*/ 102494 w 115675"/>
                <a:gd name="connsiteY17" fmla="*/ 53445 h 164378"/>
                <a:gd name="connsiteX18" fmla="*/ 107092 w 115675"/>
                <a:gd name="connsiteY18" fmla="*/ 44850 h 164378"/>
                <a:gd name="connsiteX19" fmla="*/ 107092 w 115675"/>
                <a:gd name="connsiteY19" fmla="*/ 8680 h 164378"/>
                <a:gd name="connsiteX20" fmla="*/ 103201 w 115675"/>
                <a:gd name="connsiteY20" fmla="*/ 85 h 164378"/>
                <a:gd name="connsiteX21" fmla="*/ 96126 w 115675"/>
                <a:gd name="connsiteY21" fmla="*/ 4382 h 164378"/>
                <a:gd name="connsiteX22" fmla="*/ 90113 w 115675"/>
                <a:gd name="connsiteY22" fmla="*/ 10112 h 164378"/>
                <a:gd name="connsiteX23" fmla="*/ 56860 w 115675"/>
                <a:gd name="connsiteY23" fmla="*/ 85 h 164378"/>
                <a:gd name="connsiteX24" fmla="*/ 261 w 115675"/>
                <a:gd name="connsiteY24" fmla="*/ 44134 h 164378"/>
                <a:gd name="connsiteX25" fmla="*/ 15472 w 115675"/>
                <a:gd name="connsiteY25" fmla="*/ 74574 h 164378"/>
                <a:gd name="connsiteX26" fmla="*/ 62167 w 115675"/>
                <a:gd name="connsiteY26" fmla="*/ 91048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675" h="164378">
                  <a:moveTo>
                    <a:pt x="62167" y="91048"/>
                  </a:moveTo>
                  <a:cubicBezTo>
                    <a:pt x="69949" y="92480"/>
                    <a:pt x="98956" y="98210"/>
                    <a:pt x="98956" y="123995"/>
                  </a:cubicBezTo>
                  <a:cubicBezTo>
                    <a:pt x="98956" y="142259"/>
                    <a:pt x="86575" y="156584"/>
                    <a:pt x="58983" y="156584"/>
                  </a:cubicBezTo>
                  <a:cubicBezTo>
                    <a:pt x="29268" y="156584"/>
                    <a:pt x="16533" y="136171"/>
                    <a:pt x="9812" y="105731"/>
                  </a:cubicBezTo>
                  <a:cubicBezTo>
                    <a:pt x="8751" y="101075"/>
                    <a:pt x="8397" y="99643"/>
                    <a:pt x="4859" y="99643"/>
                  </a:cubicBezTo>
                  <a:cubicBezTo>
                    <a:pt x="261" y="99643"/>
                    <a:pt x="261" y="102150"/>
                    <a:pt x="261" y="108596"/>
                  </a:cubicBezTo>
                  <a:lnTo>
                    <a:pt x="261" y="155868"/>
                  </a:lnTo>
                  <a:cubicBezTo>
                    <a:pt x="261" y="161956"/>
                    <a:pt x="261" y="164463"/>
                    <a:pt x="4152" y="164463"/>
                  </a:cubicBezTo>
                  <a:cubicBezTo>
                    <a:pt x="5921" y="164463"/>
                    <a:pt x="6274" y="164105"/>
                    <a:pt x="12996" y="157300"/>
                  </a:cubicBezTo>
                  <a:cubicBezTo>
                    <a:pt x="13703" y="156584"/>
                    <a:pt x="13703" y="155868"/>
                    <a:pt x="20071" y="149064"/>
                  </a:cubicBezTo>
                  <a:cubicBezTo>
                    <a:pt x="35635" y="164105"/>
                    <a:pt x="51554" y="164463"/>
                    <a:pt x="58983" y="164463"/>
                  </a:cubicBezTo>
                  <a:cubicBezTo>
                    <a:pt x="99664" y="164463"/>
                    <a:pt x="115936" y="140469"/>
                    <a:pt x="115936" y="114684"/>
                  </a:cubicBezTo>
                  <a:cubicBezTo>
                    <a:pt x="115936" y="95703"/>
                    <a:pt x="105324" y="84960"/>
                    <a:pt x="101079" y="80662"/>
                  </a:cubicBezTo>
                  <a:cubicBezTo>
                    <a:pt x="89405" y="69202"/>
                    <a:pt x="75609" y="66337"/>
                    <a:pt x="60752" y="63472"/>
                  </a:cubicBezTo>
                  <a:cubicBezTo>
                    <a:pt x="40942" y="59533"/>
                    <a:pt x="17241" y="54877"/>
                    <a:pt x="17241" y="34106"/>
                  </a:cubicBezTo>
                  <a:cubicBezTo>
                    <a:pt x="17241" y="21572"/>
                    <a:pt x="26438" y="6889"/>
                    <a:pt x="56860" y="6889"/>
                  </a:cubicBezTo>
                  <a:cubicBezTo>
                    <a:pt x="95773" y="6889"/>
                    <a:pt x="97541" y="39120"/>
                    <a:pt x="98249" y="50222"/>
                  </a:cubicBezTo>
                  <a:cubicBezTo>
                    <a:pt x="98603" y="53445"/>
                    <a:pt x="101786" y="53445"/>
                    <a:pt x="102494" y="53445"/>
                  </a:cubicBezTo>
                  <a:cubicBezTo>
                    <a:pt x="107092" y="53445"/>
                    <a:pt x="107092" y="51654"/>
                    <a:pt x="107092" y="44850"/>
                  </a:cubicBezTo>
                  <a:lnTo>
                    <a:pt x="107092" y="8680"/>
                  </a:lnTo>
                  <a:cubicBezTo>
                    <a:pt x="107092" y="2592"/>
                    <a:pt x="107092" y="85"/>
                    <a:pt x="103201" y="85"/>
                  </a:cubicBezTo>
                  <a:cubicBezTo>
                    <a:pt x="101432" y="85"/>
                    <a:pt x="100725" y="85"/>
                    <a:pt x="96126" y="4382"/>
                  </a:cubicBezTo>
                  <a:cubicBezTo>
                    <a:pt x="95065" y="5815"/>
                    <a:pt x="91528" y="9038"/>
                    <a:pt x="90113" y="10112"/>
                  </a:cubicBezTo>
                  <a:cubicBezTo>
                    <a:pt x="76670" y="85"/>
                    <a:pt x="62167" y="85"/>
                    <a:pt x="56860" y="85"/>
                  </a:cubicBezTo>
                  <a:cubicBezTo>
                    <a:pt x="13703" y="85"/>
                    <a:pt x="261" y="24079"/>
                    <a:pt x="261" y="44134"/>
                  </a:cubicBezTo>
                  <a:cubicBezTo>
                    <a:pt x="261" y="56668"/>
                    <a:pt x="5921" y="66695"/>
                    <a:pt x="15472" y="74574"/>
                  </a:cubicBezTo>
                  <a:cubicBezTo>
                    <a:pt x="26792" y="83885"/>
                    <a:pt x="36697" y="86034"/>
                    <a:pt x="62167" y="9104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DCBB9D3-BFE9-A035-F336-1C57E75CB72F}"/>
                </a:ext>
              </a:extLst>
            </p:cNvPr>
            <p:cNvSpPr/>
            <p:nvPr/>
          </p:nvSpPr>
          <p:spPr>
            <a:xfrm>
              <a:off x="10289553" y="7584414"/>
              <a:ext cx="134777" cy="164378"/>
            </a:xfrm>
            <a:custGeom>
              <a:avLst/>
              <a:gdLst>
                <a:gd name="connsiteX0" fmla="*/ 29626 w 134777"/>
                <a:gd name="connsiteY0" fmla="*/ 82453 h 164378"/>
                <a:gd name="connsiteX1" fmla="*/ 77382 w 134777"/>
                <a:gd name="connsiteY1" fmla="*/ 9038 h 164378"/>
                <a:gd name="connsiteX2" fmla="*/ 115233 w 134777"/>
                <a:gd name="connsiteY2" fmla="*/ 22288 h 164378"/>
                <a:gd name="connsiteX3" fmla="*/ 98606 w 134777"/>
                <a:gd name="connsiteY3" fmla="*/ 38762 h 164378"/>
                <a:gd name="connsiteX4" fmla="*/ 114879 w 134777"/>
                <a:gd name="connsiteY4" fmla="*/ 55236 h 164378"/>
                <a:gd name="connsiteX5" fmla="*/ 131151 w 134777"/>
                <a:gd name="connsiteY5" fmla="*/ 38404 h 164378"/>
                <a:gd name="connsiteX6" fmla="*/ 77028 w 134777"/>
                <a:gd name="connsiteY6" fmla="*/ 85 h 164378"/>
                <a:gd name="connsiteX7" fmla="*/ 265 w 134777"/>
                <a:gd name="connsiteY7" fmla="*/ 83169 h 164378"/>
                <a:gd name="connsiteX8" fmla="*/ 76320 w 134777"/>
                <a:gd name="connsiteY8" fmla="*/ 164463 h 164378"/>
                <a:gd name="connsiteX9" fmla="*/ 135042 w 134777"/>
                <a:gd name="connsiteY9" fmla="*/ 117907 h 164378"/>
                <a:gd name="connsiteX10" fmla="*/ 130444 w 134777"/>
                <a:gd name="connsiteY10" fmla="*/ 114326 h 164378"/>
                <a:gd name="connsiteX11" fmla="*/ 125845 w 134777"/>
                <a:gd name="connsiteY11" fmla="*/ 117907 h 164378"/>
                <a:gd name="connsiteX12" fmla="*/ 79504 w 134777"/>
                <a:gd name="connsiteY12" fmla="*/ 155510 h 164378"/>
                <a:gd name="connsiteX13" fmla="*/ 29626 w 134777"/>
                <a:gd name="connsiteY13" fmla="*/ 82453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4777" h="164378">
                  <a:moveTo>
                    <a:pt x="29626" y="82453"/>
                  </a:moveTo>
                  <a:cubicBezTo>
                    <a:pt x="29626" y="24079"/>
                    <a:pt x="58633" y="9038"/>
                    <a:pt x="77382" y="9038"/>
                  </a:cubicBezTo>
                  <a:cubicBezTo>
                    <a:pt x="80565" y="9038"/>
                    <a:pt x="102851" y="9396"/>
                    <a:pt x="115233" y="22288"/>
                  </a:cubicBezTo>
                  <a:cubicBezTo>
                    <a:pt x="100729" y="23363"/>
                    <a:pt x="98606" y="34106"/>
                    <a:pt x="98606" y="38762"/>
                  </a:cubicBezTo>
                  <a:cubicBezTo>
                    <a:pt x="98606" y="48073"/>
                    <a:pt x="104974" y="55236"/>
                    <a:pt x="114879" y="55236"/>
                  </a:cubicBezTo>
                  <a:cubicBezTo>
                    <a:pt x="124076" y="55236"/>
                    <a:pt x="131151" y="49147"/>
                    <a:pt x="131151" y="38404"/>
                  </a:cubicBezTo>
                  <a:cubicBezTo>
                    <a:pt x="131151" y="14051"/>
                    <a:pt x="104266" y="85"/>
                    <a:pt x="77028" y="85"/>
                  </a:cubicBezTo>
                  <a:cubicBezTo>
                    <a:pt x="32809" y="85"/>
                    <a:pt x="265" y="38762"/>
                    <a:pt x="265" y="83169"/>
                  </a:cubicBezTo>
                  <a:cubicBezTo>
                    <a:pt x="265" y="129009"/>
                    <a:pt x="35286" y="164463"/>
                    <a:pt x="76320" y="164463"/>
                  </a:cubicBezTo>
                  <a:cubicBezTo>
                    <a:pt x="123722" y="164463"/>
                    <a:pt x="135042" y="121488"/>
                    <a:pt x="135042" y="117907"/>
                  </a:cubicBezTo>
                  <a:cubicBezTo>
                    <a:pt x="135042" y="114326"/>
                    <a:pt x="131505" y="114326"/>
                    <a:pt x="130444" y="114326"/>
                  </a:cubicBezTo>
                  <a:cubicBezTo>
                    <a:pt x="127260" y="114326"/>
                    <a:pt x="126552" y="115758"/>
                    <a:pt x="125845" y="117907"/>
                  </a:cubicBezTo>
                  <a:cubicBezTo>
                    <a:pt x="115586" y="151212"/>
                    <a:pt x="92593" y="155510"/>
                    <a:pt x="79504" y="155510"/>
                  </a:cubicBezTo>
                  <a:cubicBezTo>
                    <a:pt x="60755" y="155510"/>
                    <a:pt x="29626" y="140111"/>
                    <a:pt x="29626" y="82453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1543FB6-6BA8-2EC3-B303-4CDC33D20599}"/>
                </a:ext>
              </a:extLst>
            </p:cNvPr>
            <p:cNvSpPr/>
            <p:nvPr/>
          </p:nvSpPr>
          <p:spPr>
            <a:xfrm>
              <a:off x="10444652" y="7584414"/>
              <a:ext cx="156710" cy="164378"/>
            </a:xfrm>
            <a:custGeom>
              <a:avLst/>
              <a:gdLst>
                <a:gd name="connsiteX0" fmla="*/ 156979 w 156710"/>
                <a:gd name="connsiteY0" fmla="*/ 83885 h 164378"/>
                <a:gd name="connsiteX1" fmla="*/ 78801 w 156710"/>
                <a:gd name="connsiteY1" fmla="*/ 85 h 164378"/>
                <a:gd name="connsiteX2" fmla="*/ 269 w 156710"/>
                <a:gd name="connsiteY2" fmla="*/ 83885 h 164378"/>
                <a:gd name="connsiteX3" fmla="*/ 78447 w 156710"/>
                <a:gd name="connsiteY3" fmla="*/ 164463 h 164378"/>
                <a:gd name="connsiteX4" fmla="*/ 156979 w 156710"/>
                <a:gd name="connsiteY4" fmla="*/ 83885 h 164378"/>
                <a:gd name="connsiteX5" fmla="*/ 78801 w 156710"/>
                <a:gd name="connsiteY5" fmla="*/ 155510 h 164378"/>
                <a:gd name="connsiteX6" fmla="*/ 38474 w 156710"/>
                <a:gd name="connsiteY6" fmla="*/ 131516 h 164378"/>
                <a:gd name="connsiteX7" fmla="*/ 29630 w 156710"/>
                <a:gd name="connsiteY7" fmla="*/ 81020 h 164378"/>
                <a:gd name="connsiteX8" fmla="*/ 38120 w 156710"/>
                <a:gd name="connsiteY8" fmla="*/ 31958 h 164378"/>
                <a:gd name="connsiteX9" fmla="*/ 78447 w 156710"/>
                <a:gd name="connsiteY9" fmla="*/ 7963 h 164378"/>
                <a:gd name="connsiteX10" fmla="*/ 118421 w 156710"/>
                <a:gd name="connsiteY10" fmla="*/ 31241 h 164378"/>
                <a:gd name="connsiteX11" fmla="*/ 127618 w 156710"/>
                <a:gd name="connsiteY11" fmla="*/ 81020 h 164378"/>
                <a:gd name="connsiteX12" fmla="*/ 119836 w 156710"/>
                <a:gd name="connsiteY12" fmla="*/ 129009 h 164378"/>
                <a:gd name="connsiteX13" fmla="*/ 78801 w 156710"/>
                <a:gd name="connsiteY13" fmla="*/ 155510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6710" h="164378">
                  <a:moveTo>
                    <a:pt x="156979" y="83885"/>
                  </a:moveTo>
                  <a:cubicBezTo>
                    <a:pt x="156979" y="38046"/>
                    <a:pt x="121604" y="85"/>
                    <a:pt x="78801" y="85"/>
                  </a:cubicBezTo>
                  <a:cubicBezTo>
                    <a:pt x="34583" y="85"/>
                    <a:pt x="269" y="39120"/>
                    <a:pt x="269" y="83885"/>
                  </a:cubicBezTo>
                  <a:cubicBezTo>
                    <a:pt x="269" y="130083"/>
                    <a:pt x="37059" y="164463"/>
                    <a:pt x="78447" y="164463"/>
                  </a:cubicBezTo>
                  <a:cubicBezTo>
                    <a:pt x="121251" y="164463"/>
                    <a:pt x="156979" y="129367"/>
                    <a:pt x="156979" y="83885"/>
                  </a:cubicBezTo>
                  <a:close/>
                  <a:moveTo>
                    <a:pt x="78801" y="155510"/>
                  </a:moveTo>
                  <a:cubicBezTo>
                    <a:pt x="63590" y="155510"/>
                    <a:pt x="48025" y="147989"/>
                    <a:pt x="38474" y="131516"/>
                  </a:cubicBezTo>
                  <a:cubicBezTo>
                    <a:pt x="29630" y="115758"/>
                    <a:pt x="29630" y="93913"/>
                    <a:pt x="29630" y="81020"/>
                  </a:cubicBezTo>
                  <a:cubicBezTo>
                    <a:pt x="29630" y="67054"/>
                    <a:pt x="29630" y="47715"/>
                    <a:pt x="38120" y="31958"/>
                  </a:cubicBezTo>
                  <a:cubicBezTo>
                    <a:pt x="47671" y="15484"/>
                    <a:pt x="64297" y="7963"/>
                    <a:pt x="78447" y="7963"/>
                  </a:cubicBezTo>
                  <a:cubicBezTo>
                    <a:pt x="94012" y="7963"/>
                    <a:pt x="109223" y="15842"/>
                    <a:pt x="118421" y="31241"/>
                  </a:cubicBezTo>
                  <a:cubicBezTo>
                    <a:pt x="127618" y="46641"/>
                    <a:pt x="127618" y="67412"/>
                    <a:pt x="127618" y="81020"/>
                  </a:cubicBezTo>
                  <a:cubicBezTo>
                    <a:pt x="127618" y="93913"/>
                    <a:pt x="127618" y="113251"/>
                    <a:pt x="119836" y="129009"/>
                  </a:cubicBezTo>
                  <a:cubicBezTo>
                    <a:pt x="112053" y="145124"/>
                    <a:pt x="96488" y="155510"/>
                    <a:pt x="78801" y="155510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E755D31-2F40-F051-C9A8-05C2F3FC7141}"/>
                </a:ext>
              </a:extLst>
            </p:cNvPr>
            <p:cNvSpPr/>
            <p:nvPr/>
          </p:nvSpPr>
          <p:spPr>
            <a:xfrm>
              <a:off x="10621527" y="7586563"/>
              <a:ext cx="118859" cy="158290"/>
            </a:xfrm>
            <a:custGeom>
              <a:avLst/>
              <a:gdLst>
                <a:gd name="connsiteX0" fmla="*/ 49445 w 118859"/>
                <a:gd name="connsiteY0" fmla="*/ 39478 h 158290"/>
                <a:gd name="connsiteX1" fmla="*/ 49445 w 118859"/>
                <a:gd name="connsiteY1" fmla="*/ 85 h 158290"/>
                <a:gd name="connsiteX2" fmla="*/ 274 w 118859"/>
                <a:gd name="connsiteY2" fmla="*/ 4024 h 158290"/>
                <a:gd name="connsiteX3" fmla="*/ 274 w 118859"/>
                <a:gd name="connsiteY3" fmla="*/ 15126 h 158290"/>
                <a:gd name="connsiteX4" fmla="*/ 27866 w 118859"/>
                <a:gd name="connsiteY4" fmla="*/ 35181 h 158290"/>
                <a:gd name="connsiteX5" fmla="*/ 27866 w 118859"/>
                <a:gd name="connsiteY5" fmla="*/ 131157 h 158290"/>
                <a:gd name="connsiteX6" fmla="*/ 274 w 118859"/>
                <a:gd name="connsiteY6" fmla="*/ 147273 h 158290"/>
                <a:gd name="connsiteX7" fmla="*/ 274 w 118859"/>
                <a:gd name="connsiteY7" fmla="*/ 158375 h 158290"/>
                <a:gd name="connsiteX8" fmla="*/ 40601 w 118859"/>
                <a:gd name="connsiteY8" fmla="*/ 157300 h 158290"/>
                <a:gd name="connsiteX9" fmla="*/ 85527 w 118859"/>
                <a:gd name="connsiteY9" fmla="*/ 158375 h 158290"/>
                <a:gd name="connsiteX10" fmla="*/ 85527 w 118859"/>
                <a:gd name="connsiteY10" fmla="*/ 147273 h 158290"/>
                <a:gd name="connsiteX11" fmla="*/ 78099 w 118859"/>
                <a:gd name="connsiteY11" fmla="*/ 147273 h 158290"/>
                <a:gd name="connsiteX12" fmla="*/ 51214 w 118859"/>
                <a:gd name="connsiteY12" fmla="*/ 130441 h 158290"/>
                <a:gd name="connsiteX13" fmla="*/ 51214 w 118859"/>
                <a:gd name="connsiteY13" fmla="*/ 75290 h 158290"/>
                <a:gd name="connsiteX14" fmla="*/ 92956 w 118859"/>
                <a:gd name="connsiteY14" fmla="*/ 7963 h 158290"/>
                <a:gd name="connsiteX15" fmla="*/ 96847 w 118859"/>
                <a:gd name="connsiteY15" fmla="*/ 8322 h 158290"/>
                <a:gd name="connsiteX16" fmla="*/ 88711 w 118859"/>
                <a:gd name="connsiteY16" fmla="*/ 22288 h 158290"/>
                <a:gd name="connsiteX17" fmla="*/ 103922 w 118859"/>
                <a:gd name="connsiteY17" fmla="*/ 37688 h 158290"/>
                <a:gd name="connsiteX18" fmla="*/ 119133 w 118859"/>
                <a:gd name="connsiteY18" fmla="*/ 21930 h 158290"/>
                <a:gd name="connsiteX19" fmla="*/ 92956 w 118859"/>
                <a:gd name="connsiteY19" fmla="*/ 85 h 158290"/>
                <a:gd name="connsiteX20" fmla="*/ 49445 w 118859"/>
                <a:gd name="connsiteY20" fmla="*/ 39478 h 158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8859" h="158290">
                  <a:moveTo>
                    <a:pt x="49445" y="39478"/>
                  </a:moveTo>
                  <a:lnTo>
                    <a:pt x="49445" y="85"/>
                  </a:lnTo>
                  <a:lnTo>
                    <a:pt x="274" y="4024"/>
                  </a:lnTo>
                  <a:lnTo>
                    <a:pt x="274" y="15126"/>
                  </a:lnTo>
                  <a:cubicBezTo>
                    <a:pt x="25036" y="15126"/>
                    <a:pt x="27866" y="17633"/>
                    <a:pt x="27866" y="35181"/>
                  </a:cubicBezTo>
                  <a:lnTo>
                    <a:pt x="27866" y="131157"/>
                  </a:lnTo>
                  <a:cubicBezTo>
                    <a:pt x="27866" y="147273"/>
                    <a:pt x="23975" y="147273"/>
                    <a:pt x="274" y="147273"/>
                  </a:cubicBezTo>
                  <a:lnTo>
                    <a:pt x="274" y="158375"/>
                  </a:lnTo>
                  <a:cubicBezTo>
                    <a:pt x="14070" y="158017"/>
                    <a:pt x="30696" y="157300"/>
                    <a:pt x="40601" y="157300"/>
                  </a:cubicBezTo>
                  <a:cubicBezTo>
                    <a:pt x="54751" y="157300"/>
                    <a:pt x="71377" y="157300"/>
                    <a:pt x="85527" y="158375"/>
                  </a:cubicBezTo>
                  <a:lnTo>
                    <a:pt x="85527" y="147273"/>
                  </a:lnTo>
                  <a:lnTo>
                    <a:pt x="78099" y="147273"/>
                  </a:lnTo>
                  <a:cubicBezTo>
                    <a:pt x="51921" y="147273"/>
                    <a:pt x="51214" y="143334"/>
                    <a:pt x="51214" y="130441"/>
                  </a:cubicBezTo>
                  <a:lnTo>
                    <a:pt x="51214" y="75290"/>
                  </a:lnTo>
                  <a:cubicBezTo>
                    <a:pt x="51214" y="39836"/>
                    <a:pt x="66071" y="7963"/>
                    <a:pt x="92956" y="7963"/>
                  </a:cubicBezTo>
                  <a:cubicBezTo>
                    <a:pt x="95432" y="7963"/>
                    <a:pt x="96140" y="7963"/>
                    <a:pt x="96847" y="8322"/>
                  </a:cubicBezTo>
                  <a:cubicBezTo>
                    <a:pt x="95786" y="8680"/>
                    <a:pt x="88711" y="12977"/>
                    <a:pt x="88711" y="22288"/>
                  </a:cubicBezTo>
                  <a:cubicBezTo>
                    <a:pt x="88711" y="32316"/>
                    <a:pt x="96140" y="37688"/>
                    <a:pt x="103922" y="37688"/>
                  </a:cubicBezTo>
                  <a:cubicBezTo>
                    <a:pt x="110290" y="37688"/>
                    <a:pt x="119133" y="33390"/>
                    <a:pt x="119133" y="21930"/>
                  </a:cubicBezTo>
                  <a:cubicBezTo>
                    <a:pt x="119133" y="10470"/>
                    <a:pt x="108167" y="85"/>
                    <a:pt x="92956" y="85"/>
                  </a:cubicBezTo>
                  <a:cubicBezTo>
                    <a:pt x="67132" y="85"/>
                    <a:pt x="54397" y="24079"/>
                    <a:pt x="49445" y="3947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DF890C3-90A8-7B76-A769-2A135F832AFE}"/>
                </a:ext>
              </a:extLst>
            </p:cNvPr>
            <p:cNvSpPr/>
            <p:nvPr/>
          </p:nvSpPr>
          <p:spPr>
            <a:xfrm>
              <a:off x="10760078" y="7584414"/>
              <a:ext cx="136900" cy="164378"/>
            </a:xfrm>
            <a:custGeom>
              <a:avLst/>
              <a:gdLst>
                <a:gd name="connsiteX0" fmla="*/ 29993 w 136900"/>
                <a:gd name="connsiteY0" fmla="*/ 70277 h 164378"/>
                <a:gd name="connsiteX1" fmla="*/ 73857 w 136900"/>
                <a:gd name="connsiteY1" fmla="*/ 7963 h 164378"/>
                <a:gd name="connsiteX2" fmla="*/ 113831 w 136900"/>
                <a:gd name="connsiteY2" fmla="*/ 70277 h 164378"/>
                <a:gd name="connsiteX3" fmla="*/ 29993 w 136900"/>
                <a:gd name="connsiteY3" fmla="*/ 70277 h 164378"/>
                <a:gd name="connsiteX4" fmla="*/ 29639 w 136900"/>
                <a:gd name="connsiteY4" fmla="*/ 77797 h 164378"/>
                <a:gd name="connsiteX5" fmla="*/ 128335 w 136900"/>
                <a:gd name="connsiteY5" fmla="*/ 77797 h 164378"/>
                <a:gd name="connsiteX6" fmla="*/ 137178 w 136900"/>
                <a:gd name="connsiteY6" fmla="*/ 70277 h 164378"/>
                <a:gd name="connsiteX7" fmla="*/ 73857 w 136900"/>
                <a:gd name="connsiteY7" fmla="*/ 85 h 164378"/>
                <a:gd name="connsiteX8" fmla="*/ 278 w 136900"/>
                <a:gd name="connsiteY8" fmla="*/ 81737 h 164378"/>
                <a:gd name="connsiteX9" fmla="*/ 78102 w 136900"/>
                <a:gd name="connsiteY9" fmla="*/ 164463 h 164378"/>
                <a:gd name="connsiteX10" fmla="*/ 137178 w 136900"/>
                <a:gd name="connsiteY10" fmla="*/ 117907 h 164378"/>
                <a:gd name="connsiteX11" fmla="*/ 132579 w 136900"/>
                <a:gd name="connsiteY11" fmla="*/ 113609 h 164378"/>
                <a:gd name="connsiteX12" fmla="*/ 127981 w 136900"/>
                <a:gd name="connsiteY12" fmla="*/ 118623 h 164378"/>
                <a:gd name="connsiteX13" fmla="*/ 80225 w 136900"/>
                <a:gd name="connsiteY13" fmla="*/ 155510 h 164378"/>
                <a:gd name="connsiteX14" fmla="*/ 40251 w 136900"/>
                <a:gd name="connsiteY14" fmla="*/ 131516 h 164378"/>
                <a:gd name="connsiteX15" fmla="*/ 29639 w 136900"/>
                <a:gd name="connsiteY15" fmla="*/ 77797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900" h="164378">
                  <a:moveTo>
                    <a:pt x="29993" y="70277"/>
                  </a:moveTo>
                  <a:cubicBezTo>
                    <a:pt x="32115" y="16916"/>
                    <a:pt x="61830" y="7963"/>
                    <a:pt x="73857" y="7963"/>
                  </a:cubicBezTo>
                  <a:cubicBezTo>
                    <a:pt x="110293" y="7963"/>
                    <a:pt x="113831" y="56310"/>
                    <a:pt x="113831" y="70277"/>
                  </a:cubicBezTo>
                  <a:lnTo>
                    <a:pt x="29993" y="70277"/>
                  </a:lnTo>
                  <a:close/>
                  <a:moveTo>
                    <a:pt x="29639" y="77797"/>
                  </a:moveTo>
                  <a:lnTo>
                    <a:pt x="128335" y="77797"/>
                  </a:lnTo>
                  <a:cubicBezTo>
                    <a:pt x="136117" y="77797"/>
                    <a:pt x="137178" y="77797"/>
                    <a:pt x="137178" y="70277"/>
                  </a:cubicBezTo>
                  <a:cubicBezTo>
                    <a:pt x="137178" y="34823"/>
                    <a:pt x="118076" y="85"/>
                    <a:pt x="73857" y="85"/>
                  </a:cubicBezTo>
                  <a:cubicBezTo>
                    <a:pt x="32823" y="85"/>
                    <a:pt x="278" y="36971"/>
                    <a:pt x="278" y="81737"/>
                  </a:cubicBezTo>
                  <a:cubicBezTo>
                    <a:pt x="278" y="129725"/>
                    <a:pt x="37421" y="164463"/>
                    <a:pt x="78102" y="164463"/>
                  </a:cubicBezTo>
                  <a:cubicBezTo>
                    <a:pt x="121260" y="164463"/>
                    <a:pt x="137178" y="124711"/>
                    <a:pt x="137178" y="117907"/>
                  </a:cubicBezTo>
                  <a:cubicBezTo>
                    <a:pt x="137178" y="114326"/>
                    <a:pt x="134348" y="113609"/>
                    <a:pt x="132579" y="113609"/>
                  </a:cubicBezTo>
                  <a:cubicBezTo>
                    <a:pt x="129396" y="113609"/>
                    <a:pt x="128688" y="115758"/>
                    <a:pt x="127981" y="118623"/>
                  </a:cubicBezTo>
                  <a:cubicBezTo>
                    <a:pt x="115600" y="155510"/>
                    <a:pt x="83762" y="155510"/>
                    <a:pt x="80225" y="155510"/>
                  </a:cubicBezTo>
                  <a:cubicBezTo>
                    <a:pt x="62538" y="155510"/>
                    <a:pt x="48388" y="144766"/>
                    <a:pt x="40251" y="131516"/>
                  </a:cubicBezTo>
                  <a:cubicBezTo>
                    <a:pt x="29639" y="114326"/>
                    <a:pt x="29639" y="90690"/>
                    <a:pt x="29639" y="77797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7809E43-D8F7-C549-393A-D9E123342685}"/>
                </a:ext>
              </a:extLst>
            </p:cNvPr>
            <p:cNvSpPr/>
            <p:nvPr/>
          </p:nvSpPr>
          <p:spPr>
            <a:xfrm>
              <a:off x="10942413" y="7476261"/>
              <a:ext cx="82069" cy="358122"/>
            </a:xfrm>
            <a:custGeom>
              <a:avLst/>
              <a:gdLst>
                <a:gd name="connsiteX0" fmla="*/ 82352 w 82069"/>
                <a:gd name="connsiteY0" fmla="*/ 354626 h 358122"/>
                <a:gd name="connsiteX1" fmla="*/ 76338 w 82069"/>
                <a:gd name="connsiteY1" fmla="*/ 346747 h 358122"/>
                <a:gd name="connsiteX2" fmla="*/ 20800 w 82069"/>
                <a:gd name="connsiteY2" fmla="*/ 179146 h 358122"/>
                <a:gd name="connsiteX3" fmla="*/ 77753 w 82069"/>
                <a:gd name="connsiteY3" fmla="*/ 9754 h 358122"/>
                <a:gd name="connsiteX4" fmla="*/ 82352 w 82069"/>
                <a:gd name="connsiteY4" fmla="*/ 3666 h 358122"/>
                <a:gd name="connsiteX5" fmla="*/ 78814 w 82069"/>
                <a:gd name="connsiteY5" fmla="*/ 85 h 358122"/>
                <a:gd name="connsiteX6" fmla="*/ 22569 w 82069"/>
                <a:gd name="connsiteY6" fmla="*/ 69919 h 358122"/>
                <a:gd name="connsiteX7" fmla="*/ 282 w 82069"/>
                <a:gd name="connsiteY7" fmla="*/ 179146 h 358122"/>
                <a:gd name="connsiteX8" fmla="*/ 23630 w 82069"/>
                <a:gd name="connsiteY8" fmla="*/ 290880 h 358122"/>
                <a:gd name="connsiteX9" fmla="*/ 78814 w 82069"/>
                <a:gd name="connsiteY9" fmla="*/ 358207 h 358122"/>
                <a:gd name="connsiteX10" fmla="*/ 82352 w 82069"/>
                <a:gd name="connsiteY10" fmla="*/ 354626 h 358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58122">
                  <a:moveTo>
                    <a:pt x="82352" y="354626"/>
                  </a:moveTo>
                  <a:cubicBezTo>
                    <a:pt x="82352" y="353551"/>
                    <a:pt x="82352" y="352835"/>
                    <a:pt x="76338" y="346747"/>
                  </a:cubicBezTo>
                  <a:cubicBezTo>
                    <a:pt x="32120" y="301624"/>
                    <a:pt x="20800" y="233939"/>
                    <a:pt x="20800" y="179146"/>
                  </a:cubicBezTo>
                  <a:cubicBezTo>
                    <a:pt x="20800" y="116833"/>
                    <a:pt x="34242" y="54519"/>
                    <a:pt x="77753" y="9754"/>
                  </a:cubicBezTo>
                  <a:cubicBezTo>
                    <a:pt x="82352" y="5457"/>
                    <a:pt x="82352" y="4740"/>
                    <a:pt x="82352" y="3666"/>
                  </a:cubicBezTo>
                  <a:cubicBezTo>
                    <a:pt x="82352" y="1159"/>
                    <a:pt x="80937" y="85"/>
                    <a:pt x="78814" y="85"/>
                  </a:cubicBezTo>
                  <a:cubicBezTo>
                    <a:pt x="75277" y="85"/>
                    <a:pt x="43440" y="24437"/>
                    <a:pt x="22569" y="69919"/>
                  </a:cubicBezTo>
                  <a:cubicBezTo>
                    <a:pt x="4527" y="109312"/>
                    <a:pt x="282" y="149064"/>
                    <a:pt x="282" y="179146"/>
                  </a:cubicBezTo>
                  <a:cubicBezTo>
                    <a:pt x="282" y="207079"/>
                    <a:pt x="4174" y="250412"/>
                    <a:pt x="23630" y="290880"/>
                  </a:cubicBezTo>
                  <a:cubicBezTo>
                    <a:pt x="44855" y="334929"/>
                    <a:pt x="75277" y="358207"/>
                    <a:pt x="78814" y="358207"/>
                  </a:cubicBezTo>
                  <a:cubicBezTo>
                    <a:pt x="80937" y="358207"/>
                    <a:pt x="82352" y="357133"/>
                    <a:pt x="82352" y="354626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B350979-9BCB-9873-2EFF-762456F424AA}"/>
                </a:ext>
              </a:extLst>
            </p:cNvPr>
            <p:cNvSpPr/>
            <p:nvPr/>
          </p:nvSpPr>
          <p:spPr>
            <a:xfrm>
              <a:off x="11063356" y="7586563"/>
              <a:ext cx="130179" cy="162229"/>
            </a:xfrm>
            <a:custGeom>
              <a:avLst/>
              <a:gdLst>
                <a:gd name="connsiteX0" fmla="*/ 120207 w 130179"/>
                <a:gd name="connsiteY0" fmla="*/ 24437 h 162229"/>
                <a:gd name="connsiteX1" fmla="*/ 103227 w 130179"/>
                <a:gd name="connsiteY1" fmla="*/ 40552 h 162229"/>
                <a:gd name="connsiteX2" fmla="*/ 114193 w 130179"/>
                <a:gd name="connsiteY2" fmla="*/ 50938 h 162229"/>
                <a:gd name="connsiteX3" fmla="*/ 130465 w 130179"/>
                <a:gd name="connsiteY3" fmla="*/ 30883 h 162229"/>
                <a:gd name="connsiteX4" fmla="*/ 88369 w 130179"/>
                <a:gd name="connsiteY4" fmla="*/ 85 h 162229"/>
                <a:gd name="connsiteX5" fmla="*/ 28586 w 130179"/>
                <a:gd name="connsiteY5" fmla="*/ 52371 h 162229"/>
                <a:gd name="connsiteX6" fmla="*/ 65022 w 130179"/>
                <a:gd name="connsiteY6" fmla="*/ 87825 h 162229"/>
                <a:gd name="connsiteX7" fmla="*/ 101812 w 130179"/>
                <a:gd name="connsiteY7" fmla="*/ 115042 h 162229"/>
                <a:gd name="connsiteX8" fmla="*/ 51226 w 130179"/>
                <a:gd name="connsiteY8" fmla="*/ 154435 h 162229"/>
                <a:gd name="connsiteX9" fmla="*/ 10899 w 130179"/>
                <a:gd name="connsiteY9" fmla="*/ 135455 h 162229"/>
                <a:gd name="connsiteX10" fmla="*/ 33185 w 130179"/>
                <a:gd name="connsiteY10" fmla="*/ 116474 h 162229"/>
                <a:gd name="connsiteX11" fmla="*/ 20096 w 130179"/>
                <a:gd name="connsiteY11" fmla="*/ 103940 h 162229"/>
                <a:gd name="connsiteX12" fmla="*/ 286 w 130179"/>
                <a:gd name="connsiteY12" fmla="*/ 127576 h 162229"/>
                <a:gd name="connsiteX13" fmla="*/ 50872 w 130179"/>
                <a:gd name="connsiteY13" fmla="*/ 162314 h 162229"/>
                <a:gd name="connsiteX14" fmla="*/ 121975 w 130179"/>
                <a:gd name="connsiteY14" fmla="*/ 102866 h 162229"/>
                <a:gd name="connsiteX15" fmla="*/ 111009 w 130179"/>
                <a:gd name="connsiteY15" fmla="*/ 76723 h 162229"/>
                <a:gd name="connsiteX16" fmla="*/ 75634 w 130179"/>
                <a:gd name="connsiteY16" fmla="*/ 61682 h 162229"/>
                <a:gd name="connsiteX17" fmla="*/ 48750 w 130179"/>
                <a:gd name="connsiteY17" fmla="*/ 40194 h 162229"/>
                <a:gd name="connsiteX18" fmla="*/ 88369 w 130179"/>
                <a:gd name="connsiteY18" fmla="*/ 7963 h 162229"/>
                <a:gd name="connsiteX19" fmla="*/ 120207 w 130179"/>
                <a:gd name="connsiteY19" fmla="*/ 24437 h 162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179" h="162229">
                  <a:moveTo>
                    <a:pt x="120207" y="24437"/>
                  </a:moveTo>
                  <a:cubicBezTo>
                    <a:pt x="110302" y="24795"/>
                    <a:pt x="103227" y="32674"/>
                    <a:pt x="103227" y="40552"/>
                  </a:cubicBezTo>
                  <a:cubicBezTo>
                    <a:pt x="103227" y="45566"/>
                    <a:pt x="106410" y="50938"/>
                    <a:pt x="114193" y="50938"/>
                  </a:cubicBezTo>
                  <a:cubicBezTo>
                    <a:pt x="121975" y="50938"/>
                    <a:pt x="130465" y="44850"/>
                    <a:pt x="130465" y="30883"/>
                  </a:cubicBezTo>
                  <a:cubicBezTo>
                    <a:pt x="130465" y="14768"/>
                    <a:pt x="115254" y="85"/>
                    <a:pt x="88369" y="85"/>
                  </a:cubicBezTo>
                  <a:cubicBezTo>
                    <a:pt x="41675" y="85"/>
                    <a:pt x="28586" y="36613"/>
                    <a:pt x="28586" y="52371"/>
                  </a:cubicBezTo>
                  <a:cubicBezTo>
                    <a:pt x="28586" y="80304"/>
                    <a:pt x="54763" y="85676"/>
                    <a:pt x="65022" y="87825"/>
                  </a:cubicBezTo>
                  <a:cubicBezTo>
                    <a:pt x="83417" y="91406"/>
                    <a:pt x="101812" y="95345"/>
                    <a:pt x="101812" y="115042"/>
                  </a:cubicBezTo>
                  <a:cubicBezTo>
                    <a:pt x="101812" y="124353"/>
                    <a:pt x="93676" y="154435"/>
                    <a:pt x="51226" y="154435"/>
                  </a:cubicBezTo>
                  <a:cubicBezTo>
                    <a:pt x="46273" y="154435"/>
                    <a:pt x="19035" y="154435"/>
                    <a:pt x="10899" y="135455"/>
                  </a:cubicBezTo>
                  <a:cubicBezTo>
                    <a:pt x="24341" y="137246"/>
                    <a:pt x="33185" y="126502"/>
                    <a:pt x="33185" y="116474"/>
                  </a:cubicBezTo>
                  <a:cubicBezTo>
                    <a:pt x="33185" y="108238"/>
                    <a:pt x="27525" y="103940"/>
                    <a:pt x="20096" y="103940"/>
                  </a:cubicBezTo>
                  <a:cubicBezTo>
                    <a:pt x="10899" y="103940"/>
                    <a:pt x="286" y="111461"/>
                    <a:pt x="286" y="127576"/>
                  </a:cubicBezTo>
                  <a:cubicBezTo>
                    <a:pt x="286" y="147989"/>
                    <a:pt x="20450" y="162314"/>
                    <a:pt x="50872" y="162314"/>
                  </a:cubicBezTo>
                  <a:cubicBezTo>
                    <a:pt x="108179" y="162314"/>
                    <a:pt x="121975" y="118981"/>
                    <a:pt x="121975" y="102866"/>
                  </a:cubicBezTo>
                  <a:cubicBezTo>
                    <a:pt x="121975" y="89973"/>
                    <a:pt x="115254" y="81020"/>
                    <a:pt x="111009" y="76723"/>
                  </a:cubicBezTo>
                  <a:cubicBezTo>
                    <a:pt x="101458" y="66695"/>
                    <a:pt x="91199" y="64905"/>
                    <a:pt x="75634" y="61682"/>
                  </a:cubicBezTo>
                  <a:cubicBezTo>
                    <a:pt x="62900" y="58817"/>
                    <a:pt x="48750" y="56310"/>
                    <a:pt x="48750" y="40194"/>
                  </a:cubicBezTo>
                  <a:cubicBezTo>
                    <a:pt x="48750" y="29809"/>
                    <a:pt x="57240" y="7963"/>
                    <a:pt x="88369" y="7963"/>
                  </a:cubicBezTo>
                  <a:cubicBezTo>
                    <a:pt x="97213" y="7963"/>
                    <a:pt x="114900" y="10470"/>
                    <a:pt x="120207" y="24437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C3CCBCA-5435-F59C-0824-EAE1C9E7C1C7}"/>
                </a:ext>
              </a:extLst>
            </p:cNvPr>
            <p:cNvSpPr/>
            <p:nvPr/>
          </p:nvSpPr>
          <p:spPr>
            <a:xfrm>
              <a:off x="11241202" y="7590502"/>
              <a:ext cx="38558" cy="223468"/>
            </a:xfrm>
            <a:custGeom>
              <a:avLst/>
              <a:gdLst>
                <a:gd name="connsiteX0" fmla="*/ 37788 w 38558"/>
                <a:gd name="connsiteY0" fmla="*/ 19065 h 223468"/>
                <a:gd name="connsiteX1" fmla="*/ 19040 w 38558"/>
                <a:gd name="connsiteY1" fmla="*/ 85 h 223468"/>
                <a:gd name="connsiteX2" fmla="*/ 291 w 38558"/>
                <a:gd name="connsiteY2" fmla="*/ 19065 h 223468"/>
                <a:gd name="connsiteX3" fmla="*/ 19040 w 38558"/>
                <a:gd name="connsiteY3" fmla="*/ 38046 h 223468"/>
                <a:gd name="connsiteX4" fmla="*/ 37788 w 38558"/>
                <a:gd name="connsiteY4" fmla="*/ 19065 h 223468"/>
                <a:gd name="connsiteX5" fmla="*/ 31067 w 38558"/>
                <a:gd name="connsiteY5" fmla="*/ 150496 h 223468"/>
                <a:gd name="connsiteX6" fmla="*/ 8427 w 38558"/>
                <a:gd name="connsiteY6" fmla="*/ 214958 h 223468"/>
                <a:gd name="connsiteX7" fmla="*/ 5951 w 38558"/>
                <a:gd name="connsiteY7" fmla="*/ 219614 h 223468"/>
                <a:gd name="connsiteX8" fmla="*/ 9488 w 38558"/>
                <a:gd name="connsiteY8" fmla="*/ 223553 h 223468"/>
                <a:gd name="connsiteX9" fmla="*/ 38849 w 38558"/>
                <a:gd name="connsiteY9" fmla="*/ 153361 h 223468"/>
                <a:gd name="connsiteX10" fmla="*/ 19040 w 38558"/>
                <a:gd name="connsiteY10" fmla="*/ 116474 h 223468"/>
                <a:gd name="connsiteX11" fmla="*/ 291 w 38558"/>
                <a:gd name="connsiteY11" fmla="*/ 135455 h 223468"/>
                <a:gd name="connsiteX12" fmla="*/ 19040 w 38558"/>
                <a:gd name="connsiteY12" fmla="*/ 154435 h 223468"/>
                <a:gd name="connsiteX13" fmla="*/ 21870 w 38558"/>
                <a:gd name="connsiteY13" fmla="*/ 154077 h 223468"/>
                <a:gd name="connsiteX14" fmla="*/ 31067 w 38558"/>
                <a:gd name="connsiteY14" fmla="*/ 150496 h 223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558" h="223468">
                  <a:moveTo>
                    <a:pt x="37788" y="19065"/>
                  </a:moveTo>
                  <a:cubicBezTo>
                    <a:pt x="37788" y="8680"/>
                    <a:pt x="29298" y="85"/>
                    <a:pt x="19040" y="85"/>
                  </a:cubicBezTo>
                  <a:cubicBezTo>
                    <a:pt x="8781" y="85"/>
                    <a:pt x="291" y="8680"/>
                    <a:pt x="291" y="19065"/>
                  </a:cubicBezTo>
                  <a:cubicBezTo>
                    <a:pt x="291" y="29451"/>
                    <a:pt x="8781" y="38046"/>
                    <a:pt x="19040" y="38046"/>
                  </a:cubicBezTo>
                  <a:cubicBezTo>
                    <a:pt x="29298" y="38046"/>
                    <a:pt x="37788" y="29451"/>
                    <a:pt x="37788" y="19065"/>
                  </a:cubicBezTo>
                  <a:close/>
                  <a:moveTo>
                    <a:pt x="31067" y="150496"/>
                  </a:moveTo>
                  <a:cubicBezTo>
                    <a:pt x="31067" y="160523"/>
                    <a:pt x="31067" y="188457"/>
                    <a:pt x="8427" y="214958"/>
                  </a:cubicBezTo>
                  <a:cubicBezTo>
                    <a:pt x="5951" y="217823"/>
                    <a:pt x="5951" y="218539"/>
                    <a:pt x="5951" y="219614"/>
                  </a:cubicBezTo>
                  <a:cubicBezTo>
                    <a:pt x="5951" y="222120"/>
                    <a:pt x="7720" y="223553"/>
                    <a:pt x="9488" y="223553"/>
                  </a:cubicBezTo>
                  <a:cubicBezTo>
                    <a:pt x="13380" y="223553"/>
                    <a:pt x="38849" y="194903"/>
                    <a:pt x="38849" y="153361"/>
                  </a:cubicBezTo>
                  <a:cubicBezTo>
                    <a:pt x="38849" y="142975"/>
                    <a:pt x="38142" y="116474"/>
                    <a:pt x="19040" y="116474"/>
                  </a:cubicBezTo>
                  <a:cubicBezTo>
                    <a:pt x="6658" y="116474"/>
                    <a:pt x="291" y="126144"/>
                    <a:pt x="291" y="135455"/>
                  </a:cubicBezTo>
                  <a:cubicBezTo>
                    <a:pt x="291" y="144766"/>
                    <a:pt x="6305" y="154435"/>
                    <a:pt x="19040" y="154435"/>
                  </a:cubicBezTo>
                  <a:cubicBezTo>
                    <a:pt x="20808" y="154435"/>
                    <a:pt x="21516" y="154435"/>
                    <a:pt x="21870" y="154077"/>
                  </a:cubicBezTo>
                  <a:cubicBezTo>
                    <a:pt x="24346" y="153719"/>
                    <a:pt x="28237" y="153003"/>
                    <a:pt x="31067" y="150496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B1C298B-8D3C-1150-C603-A5510D31CAAD}"/>
                </a:ext>
              </a:extLst>
            </p:cNvPr>
            <p:cNvSpPr/>
            <p:nvPr/>
          </p:nvSpPr>
          <p:spPr>
            <a:xfrm>
              <a:off x="11375782" y="7585846"/>
              <a:ext cx="199159" cy="159006"/>
            </a:xfrm>
            <a:custGeom>
              <a:avLst/>
              <a:gdLst>
                <a:gd name="connsiteX0" fmla="*/ 114910 w 199159"/>
                <a:gd name="connsiteY0" fmla="*/ 70993 h 159006"/>
                <a:gd name="connsiteX1" fmla="*/ 156298 w 199159"/>
                <a:gd name="connsiteY1" fmla="*/ 24437 h 159006"/>
                <a:gd name="connsiteX2" fmla="*/ 192380 w 199159"/>
                <a:gd name="connsiteY2" fmla="*/ 16916 h 159006"/>
                <a:gd name="connsiteX3" fmla="*/ 192380 w 199159"/>
                <a:gd name="connsiteY3" fmla="*/ 85 h 159006"/>
                <a:gd name="connsiteX4" fmla="*/ 159835 w 199159"/>
                <a:gd name="connsiteY4" fmla="*/ 1159 h 159006"/>
                <a:gd name="connsiteX5" fmla="*/ 123399 w 199159"/>
                <a:gd name="connsiteY5" fmla="*/ 85 h 159006"/>
                <a:gd name="connsiteX6" fmla="*/ 123399 w 199159"/>
                <a:gd name="connsiteY6" fmla="*/ 16916 h 159006"/>
                <a:gd name="connsiteX7" fmla="*/ 136842 w 199159"/>
                <a:gd name="connsiteY7" fmla="*/ 20140 h 159006"/>
                <a:gd name="connsiteX8" fmla="*/ 134012 w 199159"/>
                <a:gd name="connsiteY8" fmla="*/ 24437 h 159006"/>
                <a:gd name="connsiteX9" fmla="*/ 104297 w 199159"/>
                <a:gd name="connsiteY9" fmla="*/ 58100 h 159006"/>
                <a:gd name="connsiteX10" fmla="*/ 69630 w 199159"/>
                <a:gd name="connsiteY10" fmla="*/ 16916 h 159006"/>
                <a:gd name="connsiteX11" fmla="*/ 83780 w 199159"/>
                <a:gd name="connsiteY11" fmla="*/ 16916 h 159006"/>
                <a:gd name="connsiteX12" fmla="*/ 83780 w 199159"/>
                <a:gd name="connsiteY12" fmla="*/ 85 h 159006"/>
                <a:gd name="connsiteX13" fmla="*/ 40976 w 199159"/>
                <a:gd name="connsiteY13" fmla="*/ 1159 h 159006"/>
                <a:gd name="connsiteX14" fmla="*/ 2064 w 199159"/>
                <a:gd name="connsiteY14" fmla="*/ 85 h 159006"/>
                <a:gd name="connsiteX15" fmla="*/ 2064 w 199159"/>
                <a:gd name="connsiteY15" fmla="*/ 16916 h 159006"/>
                <a:gd name="connsiteX16" fmla="*/ 27180 w 199159"/>
                <a:gd name="connsiteY16" fmla="*/ 16916 h 159006"/>
                <a:gd name="connsiteX17" fmla="*/ 82365 w 199159"/>
                <a:gd name="connsiteY17" fmla="*/ 82811 h 159006"/>
                <a:gd name="connsiteX18" fmla="*/ 36024 w 199159"/>
                <a:gd name="connsiteY18" fmla="*/ 135455 h 159006"/>
                <a:gd name="connsiteX19" fmla="*/ 295 w 199159"/>
                <a:gd name="connsiteY19" fmla="*/ 142259 h 159006"/>
                <a:gd name="connsiteX20" fmla="*/ 295 w 199159"/>
                <a:gd name="connsiteY20" fmla="*/ 159091 h 159006"/>
                <a:gd name="connsiteX21" fmla="*/ 32840 w 199159"/>
                <a:gd name="connsiteY21" fmla="*/ 158017 h 159006"/>
                <a:gd name="connsiteX22" fmla="*/ 69276 w 199159"/>
                <a:gd name="connsiteY22" fmla="*/ 159091 h 159006"/>
                <a:gd name="connsiteX23" fmla="*/ 69276 w 199159"/>
                <a:gd name="connsiteY23" fmla="*/ 142259 h 159006"/>
                <a:gd name="connsiteX24" fmla="*/ 56187 w 199159"/>
                <a:gd name="connsiteY24" fmla="*/ 138320 h 159006"/>
                <a:gd name="connsiteX25" fmla="*/ 58664 w 199159"/>
                <a:gd name="connsiteY25" fmla="*/ 134739 h 159006"/>
                <a:gd name="connsiteX26" fmla="*/ 92977 w 199159"/>
                <a:gd name="connsiteY26" fmla="*/ 95703 h 159006"/>
                <a:gd name="connsiteX27" fmla="*/ 131889 w 199159"/>
                <a:gd name="connsiteY27" fmla="*/ 142259 h 159006"/>
                <a:gd name="connsiteX28" fmla="*/ 118093 w 199159"/>
                <a:gd name="connsiteY28" fmla="*/ 142259 h 159006"/>
                <a:gd name="connsiteX29" fmla="*/ 118093 w 199159"/>
                <a:gd name="connsiteY29" fmla="*/ 159091 h 159006"/>
                <a:gd name="connsiteX30" fmla="*/ 160543 w 199159"/>
                <a:gd name="connsiteY30" fmla="*/ 158017 h 159006"/>
                <a:gd name="connsiteX31" fmla="*/ 199455 w 199159"/>
                <a:gd name="connsiteY31" fmla="*/ 159091 h 159006"/>
                <a:gd name="connsiteX32" fmla="*/ 199455 w 199159"/>
                <a:gd name="connsiteY32" fmla="*/ 142259 h 159006"/>
                <a:gd name="connsiteX33" fmla="*/ 174339 w 199159"/>
                <a:gd name="connsiteY33" fmla="*/ 142259 h 159006"/>
                <a:gd name="connsiteX34" fmla="*/ 114910 w 199159"/>
                <a:gd name="connsiteY34" fmla="*/ 70993 h 159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9159" h="159006">
                  <a:moveTo>
                    <a:pt x="114910" y="70993"/>
                  </a:moveTo>
                  <a:lnTo>
                    <a:pt x="156298" y="24437"/>
                  </a:lnTo>
                  <a:cubicBezTo>
                    <a:pt x="160897" y="19423"/>
                    <a:pt x="163019" y="16916"/>
                    <a:pt x="192380" y="16916"/>
                  </a:cubicBezTo>
                  <a:lnTo>
                    <a:pt x="192380" y="85"/>
                  </a:lnTo>
                  <a:cubicBezTo>
                    <a:pt x="179999" y="801"/>
                    <a:pt x="161604" y="1159"/>
                    <a:pt x="159835" y="1159"/>
                  </a:cubicBezTo>
                  <a:cubicBezTo>
                    <a:pt x="150992" y="1159"/>
                    <a:pt x="133304" y="443"/>
                    <a:pt x="123399" y="85"/>
                  </a:cubicBezTo>
                  <a:lnTo>
                    <a:pt x="123399" y="16916"/>
                  </a:lnTo>
                  <a:cubicBezTo>
                    <a:pt x="128352" y="16916"/>
                    <a:pt x="132597" y="17633"/>
                    <a:pt x="136842" y="20140"/>
                  </a:cubicBezTo>
                  <a:cubicBezTo>
                    <a:pt x="135427" y="22288"/>
                    <a:pt x="135427" y="23005"/>
                    <a:pt x="134012" y="24437"/>
                  </a:cubicBezTo>
                  <a:lnTo>
                    <a:pt x="104297" y="58100"/>
                  </a:lnTo>
                  <a:lnTo>
                    <a:pt x="69630" y="16916"/>
                  </a:lnTo>
                  <a:lnTo>
                    <a:pt x="83780" y="16916"/>
                  </a:lnTo>
                  <a:lnTo>
                    <a:pt x="83780" y="85"/>
                  </a:lnTo>
                  <a:cubicBezTo>
                    <a:pt x="74582" y="443"/>
                    <a:pt x="52296" y="1159"/>
                    <a:pt x="40976" y="1159"/>
                  </a:cubicBezTo>
                  <a:cubicBezTo>
                    <a:pt x="29656" y="1159"/>
                    <a:pt x="13738" y="443"/>
                    <a:pt x="2064" y="85"/>
                  </a:cubicBezTo>
                  <a:lnTo>
                    <a:pt x="2064" y="16916"/>
                  </a:lnTo>
                  <a:lnTo>
                    <a:pt x="27180" y="16916"/>
                  </a:lnTo>
                  <a:lnTo>
                    <a:pt x="82365" y="82811"/>
                  </a:lnTo>
                  <a:lnTo>
                    <a:pt x="36024" y="135455"/>
                  </a:lnTo>
                  <a:cubicBezTo>
                    <a:pt x="30010" y="142259"/>
                    <a:pt x="17275" y="142259"/>
                    <a:pt x="295" y="142259"/>
                  </a:cubicBezTo>
                  <a:lnTo>
                    <a:pt x="295" y="159091"/>
                  </a:lnTo>
                  <a:cubicBezTo>
                    <a:pt x="12677" y="158375"/>
                    <a:pt x="31071" y="158017"/>
                    <a:pt x="32840" y="158017"/>
                  </a:cubicBezTo>
                  <a:cubicBezTo>
                    <a:pt x="41684" y="158017"/>
                    <a:pt x="62201" y="158733"/>
                    <a:pt x="69276" y="159091"/>
                  </a:cubicBezTo>
                  <a:lnTo>
                    <a:pt x="69276" y="142259"/>
                  </a:lnTo>
                  <a:cubicBezTo>
                    <a:pt x="62909" y="142259"/>
                    <a:pt x="56187" y="140469"/>
                    <a:pt x="56187" y="138320"/>
                  </a:cubicBezTo>
                  <a:cubicBezTo>
                    <a:pt x="56187" y="137962"/>
                    <a:pt x="56187" y="137604"/>
                    <a:pt x="58664" y="134739"/>
                  </a:cubicBezTo>
                  <a:lnTo>
                    <a:pt x="92977" y="95703"/>
                  </a:lnTo>
                  <a:lnTo>
                    <a:pt x="131889" y="142259"/>
                  </a:lnTo>
                  <a:lnTo>
                    <a:pt x="118093" y="142259"/>
                  </a:lnTo>
                  <a:lnTo>
                    <a:pt x="118093" y="159091"/>
                  </a:lnTo>
                  <a:cubicBezTo>
                    <a:pt x="127291" y="158733"/>
                    <a:pt x="148869" y="158017"/>
                    <a:pt x="160543" y="158017"/>
                  </a:cubicBezTo>
                  <a:cubicBezTo>
                    <a:pt x="171863" y="158017"/>
                    <a:pt x="187781" y="158733"/>
                    <a:pt x="199455" y="159091"/>
                  </a:cubicBezTo>
                  <a:lnTo>
                    <a:pt x="199455" y="142259"/>
                  </a:lnTo>
                  <a:lnTo>
                    <a:pt x="174339" y="142259"/>
                  </a:lnTo>
                  <a:lnTo>
                    <a:pt x="114910" y="70993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9578796-B996-3E22-9C3A-D3CCB67143CD}"/>
                </a:ext>
              </a:extLst>
            </p:cNvPr>
            <p:cNvSpPr/>
            <p:nvPr/>
          </p:nvSpPr>
          <p:spPr>
            <a:xfrm>
              <a:off x="11613126" y="7706892"/>
              <a:ext cx="41388" cy="107078"/>
            </a:xfrm>
            <a:custGeom>
              <a:avLst/>
              <a:gdLst>
                <a:gd name="connsiteX0" fmla="*/ 41690 w 41388"/>
                <a:gd name="connsiteY0" fmla="*/ 37688 h 107078"/>
                <a:gd name="connsiteX1" fmla="*/ 19050 w 41388"/>
                <a:gd name="connsiteY1" fmla="*/ 85 h 107078"/>
                <a:gd name="connsiteX2" fmla="*/ 301 w 41388"/>
                <a:gd name="connsiteY2" fmla="*/ 19065 h 107078"/>
                <a:gd name="connsiteX3" fmla="*/ 19050 w 41388"/>
                <a:gd name="connsiteY3" fmla="*/ 38046 h 107078"/>
                <a:gd name="connsiteX4" fmla="*/ 31431 w 41388"/>
                <a:gd name="connsiteY4" fmla="*/ 33390 h 107078"/>
                <a:gd name="connsiteX5" fmla="*/ 33200 w 41388"/>
                <a:gd name="connsiteY5" fmla="*/ 32316 h 107078"/>
                <a:gd name="connsiteX6" fmla="*/ 33907 w 41388"/>
                <a:gd name="connsiteY6" fmla="*/ 37688 h 107078"/>
                <a:gd name="connsiteX7" fmla="*/ 9853 w 41388"/>
                <a:gd name="connsiteY7" fmla="*/ 97494 h 107078"/>
                <a:gd name="connsiteX8" fmla="*/ 5961 w 41388"/>
                <a:gd name="connsiteY8" fmla="*/ 103224 h 107078"/>
                <a:gd name="connsiteX9" fmla="*/ 9499 w 41388"/>
                <a:gd name="connsiteY9" fmla="*/ 107163 h 107078"/>
                <a:gd name="connsiteX10" fmla="*/ 41690 w 41388"/>
                <a:gd name="connsiteY10" fmla="*/ 37688 h 10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388" h="107078">
                  <a:moveTo>
                    <a:pt x="41690" y="37688"/>
                  </a:moveTo>
                  <a:cubicBezTo>
                    <a:pt x="41690" y="14051"/>
                    <a:pt x="32846" y="85"/>
                    <a:pt x="19050" y="85"/>
                  </a:cubicBezTo>
                  <a:cubicBezTo>
                    <a:pt x="7376" y="85"/>
                    <a:pt x="301" y="9038"/>
                    <a:pt x="301" y="19065"/>
                  </a:cubicBezTo>
                  <a:cubicBezTo>
                    <a:pt x="301" y="28734"/>
                    <a:pt x="7376" y="38046"/>
                    <a:pt x="19050" y="38046"/>
                  </a:cubicBezTo>
                  <a:cubicBezTo>
                    <a:pt x="23295" y="38046"/>
                    <a:pt x="27894" y="36613"/>
                    <a:pt x="31431" y="33390"/>
                  </a:cubicBezTo>
                  <a:cubicBezTo>
                    <a:pt x="32492" y="32674"/>
                    <a:pt x="32846" y="32316"/>
                    <a:pt x="33200" y="32316"/>
                  </a:cubicBezTo>
                  <a:cubicBezTo>
                    <a:pt x="33554" y="32316"/>
                    <a:pt x="33907" y="32674"/>
                    <a:pt x="33907" y="37688"/>
                  </a:cubicBezTo>
                  <a:cubicBezTo>
                    <a:pt x="33907" y="64189"/>
                    <a:pt x="21526" y="85676"/>
                    <a:pt x="9853" y="97494"/>
                  </a:cubicBezTo>
                  <a:cubicBezTo>
                    <a:pt x="5961" y="101433"/>
                    <a:pt x="5961" y="102150"/>
                    <a:pt x="5961" y="103224"/>
                  </a:cubicBezTo>
                  <a:cubicBezTo>
                    <a:pt x="5961" y="105731"/>
                    <a:pt x="7730" y="107163"/>
                    <a:pt x="9499" y="107163"/>
                  </a:cubicBezTo>
                  <a:cubicBezTo>
                    <a:pt x="13390" y="107163"/>
                    <a:pt x="41690" y="79588"/>
                    <a:pt x="41690" y="3768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8A61FC1-60DE-49DB-C942-89346B7C4392}"/>
                </a:ext>
              </a:extLst>
            </p:cNvPr>
            <p:cNvSpPr/>
            <p:nvPr/>
          </p:nvSpPr>
          <p:spPr>
            <a:xfrm>
              <a:off x="11748767" y="7585846"/>
              <a:ext cx="275922" cy="160438"/>
            </a:xfrm>
            <a:custGeom>
              <a:avLst/>
              <a:gdLst>
                <a:gd name="connsiteX0" fmla="*/ 252174 w 275922"/>
                <a:gd name="connsiteY0" fmla="*/ 24437 h 160438"/>
                <a:gd name="connsiteX1" fmla="*/ 276229 w 275922"/>
                <a:gd name="connsiteY1" fmla="*/ 16916 h 160438"/>
                <a:gd name="connsiteX2" fmla="*/ 276229 w 275922"/>
                <a:gd name="connsiteY2" fmla="*/ 85 h 160438"/>
                <a:gd name="connsiteX3" fmla="*/ 248990 w 275922"/>
                <a:gd name="connsiteY3" fmla="*/ 1159 h 160438"/>
                <a:gd name="connsiteX4" fmla="*/ 215031 w 275922"/>
                <a:gd name="connsiteY4" fmla="*/ 85 h 160438"/>
                <a:gd name="connsiteX5" fmla="*/ 215031 w 275922"/>
                <a:gd name="connsiteY5" fmla="*/ 16916 h 160438"/>
                <a:gd name="connsiteX6" fmla="*/ 235548 w 275922"/>
                <a:gd name="connsiteY6" fmla="*/ 21214 h 160438"/>
                <a:gd name="connsiteX7" fmla="*/ 234133 w 275922"/>
                <a:gd name="connsiteY7" fmla="*/ 25511 h 160438"/>
                <a:gd name="connsiteX8" fmla="*/ 196989 w 275922"/>
                <a:gd name="connsiteY8" fmla="*/ 117191 h 160438"/>
                <a:gd name="connsiteX9" fmla="*/ 156662 w 275922"/>
                <a:gd name="connsiteY9" fmla="*/ 16916 h 160438"/>
                <a:gd name="connsiteX10" fmla="*/ 176472 w 275922"/>
                <a:gd name="connsiteY10" fmla="*/ 16916 h 160438"/>
                <a:gd name="connsiteX11" fmla="*/ 176472 w 275922"/>
                <a:gd name="connsiteY11" fmla="*/ 85 h 160438"/>
                <a:gd name="connsiteX12" fmla="*/ 136145 w 275922"/>
                <a:gd name="connsiteY12" fmla="*/ 1159 h 160438"/>
                <a:gd name="connsiteX13" fmla="*/ 100770 w 275922"/>
                <a:gd name="connsiteY13" fmla="*/ 85 h 160438"/>
                <a:gd name="connsiteX14" fmla="*/ 100770 w 275922"/>
                <a:gd name="connsiteY14" fmla="*/ 16916 h 160438"/>
                <a:gd name="connsiteX15" fmla="*/ 121641 w 275922"/>
                <a:gd name="connsiteY15" fmla="*/ 16916 h 160438"/>
                <a:gd name="connsiteX16" fmla="*/ 129070 w 275922"/>
                <a:gd name="connsiteY16" fmla="*/ 35897 h 160438"/>
                <a:gd name="connsiteX17" fmla="*/ 127655 w 275922"/>
                <a:gd name="connsiteY17" fmla="*/ 40552 h 160438"/>
                <a:gd name="connsiteX18" fmla="*/ 99709 w 275922"/>
                <a:gd name="connsiteY18" fmla="*/ 109312 h 160438"/>
                <a:gd name="connsiteX19" fmla="*/ 62565 w 275922"/>
                <a:gd name="connsiteY19" fmla="*/ 16916 h 160438"/>
                <a:gd name="connsiteX20" fmla="*/ 82375 w 275922"/>
                <a:gd name="connsiteY20" fmla="*/ 16916 h 160438"/>
                <a:gd name="connsiteX21" fmla="*/ 82375 w 275922"/>
                <a:gd name="connsiteY21" fmla="*/ 85 h 160438"/>
                <a:gd name="connsiteX22" fmla="*/ 38864 w 275922"/>
                <a:gd name="connsiteY22" fmla="*/ 1159 h 160438"/>
                <a:gd name="connsiteX23" fmla="*/ 306 w 275922"/>
                <a:gd name="connsiteY23" fmla="*/ 85 h 160438"/>
                <a:gd name="connsiteX24" fmla="*/ 306 w 275922"/>
                <a:gd name="connsiteY24" fmla="*/ 16916 h 160438"/>
                <a:gd name="connsiteX25" fmla="*/ 21177 w 275922"/>
                <a:gd name="connsiteY25" fmla="*/ 16916 h 160438"/>
                <a:gd name="connsiteX26" fmla="*/ 75300 w 275922"/>
                <a:gd name="connsiteY26" fmla="*/ 150854 h 160438"/>
                <a:gd name="connsiteX27" fmla="*/ 88035 w 275922"/>
                <a:gd name="connsiteY27" fmla="*/ 160523 h 160438"/>
                <a:gd name="connsiteX28" fmla="*/ 100770 w 275922"/>
                <a:gd name="connsiteY28" fmla="*/ 150854 h 160438"/>
                <a:gd name="connsiteX29" fmla="*/ 138267 w 275922"/>
                <a:gd name="connsiteY29" fmla="*/ 58100 h 160438"/>
                <a:gd name="connsiteX30" fmla="*/ 175765 w 275922"/>
                <a:gd name="connsiteY30" fmla="*/ 150854 h 160438"/>
                <a:gd name="connsiteX31" fmla="*/ 188499 w 275922"/>
                <a:gd name="connsiteY31" fmla="*/ 160523 h 160438"/>
                <a:gd name="connsiteX32" fmla="*/ 201234 w 275922"/>
                <a:gd name="connsiteY32" fmla="*/ 150854 h 160438"/>
                <a:gd name="connsiteX33" fmla="*/ 252174 w 275922"/>
                <a:gd name="connsiteY33" fmla="*/ 24437 h 160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5922" h="160438">
                  <a:moveTo>
                    <a:pt x="252174" y="24437"/>
                  </a:moveTo>
                  <a:cubicBezTo>
                    <a:pt x="253943" y="19781"/>
                    <a:pt x="255358" y="16916"/>
                    <a:pt x="276229" y="16916"/>
                  </a:cubicBezTo>
                  <a:lnTo>
                    <a:pt x="276229" y="85"/>
                  </a:lnTo>
                  <a:cubicBezTo>
                    <a:pt x="268093" y="801"/>
                    <a:pt x="257480" y="1159"/>
                    <a:pt x="248990" y="1159"/>
                  </a:cubicBezTo>
                  <a:cubicBezTo>
                    <a:pt x="239439" y="1159"/>
                    <a:pt x="222813" y="443"/>
                    <a:pt x="215031" y="85"/>
                  </a:cubicBezTo>
                  <a:lnTo>
                    <a:pt x="215031" y="16916"/>
                  </a:lnTo>
                  <a:cubicBezTo>
                    <a:pt x="218214" y="16916"/>
                    <a:pt x="235548" y="17275"/>
                    <a:pt x="235548" y="21214"/>
                  </a:cubicBezTo>
                  <a:cubicBezTo>
                    <a:pt x="235548" y="22288"/>
                    <a:pt x="234487" y="24437"/>
                    <a:pt x="234133" y="25511"/>
                  </a:cubicBezTo>
                  <a:lnTo>
                    <a:pt x="196989" y="117191"/>
                  </a:lnTo>
                  <a:lnTo>
                    <a:pt x="156662" y="16916"/>
                  </a:lnTo>
                  <a:lnTo>
                    <a:pt x="176472" y="16916"/>
                  </a:lnTo>
                  <a:lnTo>
                    <a:pt x="176472" y="85"/>
                  </a:lnTo>
                  <a:cubicBezTo>
                    <a:pt x="165152" y="443"/>
                    <a:pt x="146757" y="1159"/>
                    <a:pt x="136145" y="1159"/>
                  </a:cubicBezTo>
                  <a:cubicBezTo>
                    <a:pt x="121287" y="1159"/>
                    <a:pt x="106430" y="443"/>
                    <a:pt x="100770" y="85"/>
                  </a:cubicBezTo>
                  <a:lnTo>
                    <a:pt x="100770" y="16916"/>
                  </a:lnTo>
                  <a:lnTo>
                    <a:pt x="121641" y="16916"/>
                  </a:lnTo>
                  <a:cubicBezTo>
                    <a:pt x="129070" y="34823"/>
                    <a:pt x="129070" y="35539"/>
                    <a:pt x="129070" y="35897"/>
                  </a:cubicBezTo>
                  <a:cubicBezTo>
                    <a:pt x="129070" y="37329"/>
                    <a:pt x="128009" y="39478"/>
                    <a:pt x="127655" y="40552"/>
                  </a:cubicBezTo>
                  <a:lnTo>
                    <a:pt x="99709" y="109312"/>
                  </a:lnTo>
                  <a:lnTo>
                    <a:pt x="62565" y="16916"/>
                  </a:lnTo>
                  <a:lnTo>
                    <a:pt x="82375" y="16916"/>
                  </a:lnTo>
                  <a:lnTo>
                    <a:pt x="82375" y="85"/>
                  </a:lnTo>
                  <a:cubicBezTo>
                    <a:pt x="67872" y="801"/>
                    <a:pt x="53368" y="1159"/>
                    <a:pt x="38864" y="1159"/>
                  </a:cubicBezTo>
                  <a:cubicBezTo>
                    <a:pt x="27898" y="1159"/>
                    <a:pt x="12333" y="443"/>
                    <a:pt x="306" y="85"/>
                  </a:cubicBezTo>
                  <a:lnTo>
                    <a:pt x="306" y="16916"/>
                  </a:lnTo>
                  <a:lnTo>
                    <a:pt x="21177" y="16916"/>
                  </a:lnTo>
                  <a:lnTo>
                    <a:pt x="75300" y="150854"/>
                  </a:lnTo>
                  <a:cubicBezTo>
                    <a:pt x="77777" y="156942"/>
                    <a:pt x="79192" y="160523"/>
                    <a:pt x="88035" y="160523"/>
                  </a:cubicBezTo>
                  <a:cubicBezTo>
                    <a:pt x="96879" y="160523"/>
                    <a:pt x="98294" y="156942"/>
                    <a:pt x="100770" y="150854"/>
                  </a:cubicBezTo>
                  <a:lnTo>
                    <a:pt x="138267" y="58100"/>
                  </a:lnTo>
                  <a:lnTo>
                    <a:pt x="175765" y="150854"/>
                  </a:lnTo>
                  <a:cubicBezTo>
                    <a:pt x="178241" y="156942"/>
                    <a:pt x="179656" y="160523"/>
                    <a:pt x="188499" y="160523"/>
                  </a:cubicBezTo>
                  <a:cubicBezTo>
                    <a:pt x="197343" y="160523"/>
                    <a:pt x="198758" y="156942"/>
                    <a:pt x="201234" y="150854"/>
                  </a:cubicBezTo>
                  <a:lnTo>
                    <a:pt x="252174" y="24437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D3D6932-5115-D421-8E6F-E466887E13F0}"/>
                </a:ext>
              </a:extLst>
            </p:cNvPr>
            <p:cNvSpPr/>
            <p:nvPr/>
          </p:nvSpPr>
          <p:spPr>
            <a:xfrm>
              <a:off x="12059543" y="7476261"/>
              <a:ext cx="82069" cy="358122"/>
            </a:xfrm>
            <a:custGeom>
              <a:avLst/>
              <a:gdLst>
                <a:gd name="connsiteX0" fmla="*/ 82384 w 82069"/>
                <a:gd name="connsiteY0" fmla="*/ 179146 h 358122"/>
                <a:gd name="connsiteX1" fmla="*/ 59036 w 82069"/>
                <a:gd name="connsiteY1" fmla="*/ 67412 h 358122"/>
                <a:gd name="connsiteX2" fmla="*/ 3852 w 82069"/>
                <a:gd name="connsiteY2" fmla="*/ 85 h 358122"/>
                <a:gd name="connsiteX3" fmla="*/ 314 w 82069"/>
                <a:gd name="connsiteY3" fmla="*/ 3666 h 358122"/>
                <a:gd name="connsiteX4" fmla="*/ 7036 w 82069"/>
                <a:gd name="connsiteY4" fmla="*/ 11903 h 358122"/>
                <a:gd name="connsiteX5" fmla="*/ 61866 w 82069"/>
                <a:gd name="connsiteY5" fmla="*/ 179146 h 358122"/>
                <a:gd name="connsiteX6" fmla="*/ 4913 w 82069"/>
                <a:gd name="connsiteY6" fmla="*/ 348538 h 358122"/>
                <a:gd name="connsiteX7" fmla="*/ 314 w 82069"/>
                <a:gd name="connsiteY7" fmla="*/ 354626 h 358122"/>
                <a:gd name="connsiteX8" fmla="*/ 3852 w 82069"/>
                <a:gd name="connsiteY8" fmla="*/ 358207 h 358122"/>
                <a:gd name="connsiteX9" fmla="*/ 60098 w 82069"/>
                <a:gd name="connsiteY9" fmla="*/ 288373 h 358122"/>
                <a:gd name="connsiteX10" fmla="*/ 82384 w 82069"/>
                <a:gd name="connsiteY10" fmla="*/ 179146 h 358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58122">
                  <a:moveTo>
                    <a:pt x="82384" y="179146"/>
                  </a:moveTo>
                  <a:cubicBezTo>
                    <a:pt x="82384" y="151212"/>
                    <a:pt x="78492" y="107879"/>
                    <a:pt x="59036" y="67412"/>
                  </a:cubicBezTo>
                  <a:cubicBezTo>
                    <a:pt x="37812" y="23363"/>
                    <a:pt x="7389" y="85"/>
                    <a:pt x="3852" y="85"/>
                  </a:cubicBezTo>
                  <a:cubicBezTo>
                    <a:pt x="1729" y="85"/>
                    <a:pt x="314" y="1517"/>
                    <a:pt x="314" y="3666"/>
                  </a:cubicBezTo>
                  <a:cubicBezTo>
                    <a:pt x="314" y="4740"/>
                    <a:pt x="314" y="5457"/>
                    <a:pt x="7036" y="11903"/>
                  </a:cubicBezTo>
                  <a:cubicBezTo>
                    <a:pt x="41703" y="47357"/>
                    <a:pt x="61866" y="104298"/>
                    <a:pt x="61866" y="179146"/>
                  </a:cubicBezTo>
                  <a:cubicBezTo>
                    <a:pt x="61866" y="240385"/>
                    <a:pt x="48778" y="303414"/>
                    <a:pt x="4913" y="348538"/>
                  </a:cubicBezTo>
                  <a:cubicBezTo>
                    <a:pt x="314" y="352835"/>
                    <a:pt x="314" y="353551"/>
                    <a:pt x="314" y="354626"/>
                  </a:cubicBezTo>
                  <a:cubicBezTo>
                    <a:pt x="314" y="356774"/>
                    <a:pt x="1729" y="358207"/>
                    <a:pt x="3852" y="358207"/>
                  </a:cubicBezTo>
                  <a:cubicBezTo>
                    <a:pt x="7389" y="358207"/>
                    <a:pt x="39227" y="333855"/>
                    <a:pt x="60098" y="288373"/>
                  </a:cubicBezTo>
                  <a:cubicBezTo>
                    <a:pt x="78139" y="248980"/>
                    <a:pt x="82384" y="209228"/>
                    <a:pt x="82384" y="179146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1600">
                <a:latin typeface="Nunito" pitchFamily="2" charset="0"/>
              </a:endParaRPr>
            </a:p>
          </p:txBody>
        </p:sp>
      </p:grpSp>
      <p:grpSp>
        <p:nvGrpSpPr>
          <p:cNvPr id="150" name="Group 149" descr="\documentclass{article}&#10;\usepackage{nunito}&#10;\usepackage[linguistics]{forest}&#10;\usepackage{amsmath,amssymb,bm}&#10;\pagestyle{empty}&#10;\begin{document}&#10;&#10;\begin{align*}&#10;\text{Loss } \mathcal{L}(\mathbf{w}) = \max\left(0, &#10;\sum_{s\in \hat{\bm{y}}} \text{span-score}(s; \mathbf{x}, \mathbf{w}) &#10;-\sum_{s\in \bm{y}} \text{span-score}(s; \mathbf{x}, \mathbf{w}) &#10;+ \delta\right)&#10;\end{align*}&#10;&#10;&#10;\end{document}" title="IguanaTex Shape Display">
            <a:extLst>
              <a:ext uri="{FF2B5EF4-FFF2-40B4-BE49-F238E27FC236}">
                <a16:creationId xmlns:a16="http://schemas.microsoft.com/office/drawing/2014/main" id="{AF150D98-6D3D-2E7B-1846-4BC3188C4620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829799" y="3965589"/>
            <a:ext cx="10196967" cy="1092578"/>
            <a:chOff x="3747977" y="6883371"/>
            <a:chExt cx="10196967" cy="1092578"/>
          </a:xfrm>
        </p:grpSpPr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C5C86B09-1A4F-7CE6-DEA7-B445BADC1003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3747977" y="7289979"/>
              <a:ext cx="136140" cy="215599"/>
            </a:xfrm>
            <a:custGeom>
              <a:avLst/>
              <a:gdLst>
                <a:gd name="csX0" fmla="*/ 12828 w 136140"/>
                <a:gd name="csY0" fmla="*/ 215694 h 215599"/>
                <a:gd name="csX1" fmla="*/ 124658 w 136140"/>
                <a:gd name="csY1" fmla="*/ 215694 h 215599"/>
                <a:gd name="csX2" fmla="*/ 136205 w 136140"/>
                <a:gd name="csY2" fmla="*/ 204762 h 215599"/>
                <a:gd name="csX3" fmla="*/ 124658 w 136140"/>
                <a:gd name="csY3" fmla="*/ 193830 h 215599"/>
                <a:gd name="csX4" fmla="*/ 24983 w 136140"/>
                <a:gd name="csY4" fmla="*/ 193830 h 215599"/>
                <a:gd name="csX5" fmla="*/ 24983 w 136140"/>
                <a:gd name="csY5" fmla="*/ 13152 h 215599"/>
                <a:gd name="csX6" fmla="*/ 12524 w 136140"/>
                <a:gd name="csY6" fmla="*/ 94 h 215599"/>
                <a:gd name="csX7" fmla="*/ 65 w 136140"/>
                <a:gd name="csY7" fmla="*/ 13152 h 215599"/>
                <a:gd name="csX8" fmla="*/ 65 w 136140"/>
                <a:gd name="csY8" fmla="*/ 202636 h 215599"/>
                <a:gd name="csX9" fmla="*/ 12828 w 136140"/>
                <a:gd name="csY9" fmla="*/ 215694 h 215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36140" h="215599">
                  <a:moveTo>
                    <a:pt x="12828" y="215694"/>
                  </a:moveTo>
                  <a:lnTo>
                    <a:pt x="124658" y="215694"/>
                  </a:lnTo>
                  <a:cubicBezTo>
                    <a:pt x="132255" y="215694"/>
                    <a:pt x="136205" y="212050"/>
                    <a:pt x="136205" y="204762"/>
                  </a:cubicBezTo>
                  <a:cubicBezTo>
                    <a:pt x="136205" y="197474"/>
                    <a:pt x="132255" y="193830"/>
                    <a:pt x="124658" y="193830"/>
                  </a:cubicBezTo>
                  <a:lnTo>
                    <a:pt x="24983" y="193830"/>
                  </a:lnTo>
                  <a:lnTo>
                    <a:pt x="24983" y="13152"/>
                  </a:lnTo>
                  <a:cubicBezTo>
                    <a:pt x="24983" y="4649"/>
                    <a:pt x="20729" y="94"/>
                    <a:pt x="12524" y="94"/>
                  </a:cubicBezTo>
                  <a:cubicBezTo>
                    <a:pt x="4015" y="94"/>
                    <a:pt x="65" y="4649"/>
                    <a:pt x="65" y="13152"/>
                  </a:cubicBezTo>
                  <a:lnTo>
                    <a:pt x="65" y="202636"/>
                  </a:lnTo>
                  <a:cubicBezTo>
                    <a:pt x="65" y="211442"/>
                    <a:pt x="4319" y="215694"/>
                    <a:pt x="12828" y="215694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617B8BB4-C8DA-C078-0A8A-CCF8AC0EE1D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3899008" y="7355266"/>
              <a:ext cx="141003" cy="153045"/>
            </a:xfrm>
            <a:custGeom>
              <a:avLst/>
              <a:gdLst>
                <a:gd name="csX0" fmla="*/ 70571 w 141003"/>
                <a:gd name="csY0" fmla="*/ 153139 h 153045"/>
                <a:gd name="csX1" fmla="*/ 107646 w 141003"/>
                <a:gd name="csY1" fmla="*/ 143726 h 153045"/>
                <a:gd name="csX2" fmla="*/ 132260 w 141003"/>
                <a:gd name="csY2" fmla="*/ 117307 h 153045"/>
                <a:gd name="csX3" fmla="*/ 141073 w 141003"/>
                <a:gd name="csY3" fmla="*/ 76617 h 153045"/>
                <a:gd name="csX4" fmla="*/ 132260 w 141003"/>
                <a:gd name="csY4" fmla="*/ 36230 h 153045"/>
                <a:gd name="csX5" fmla="*/ 107646 w 141003"/>
                <a:gd name="csY5" fmla="*/ 9508 h 153045"/>
                <a:gd name="csX6" fmla="*/ 70571 w 141003"/>
                <a:gd name="csY6" fmla="*/ 94 h 153045"/>
                <a:gd name="csX7" fmla="*/ 33194 w 141003"/>
                <a:gd name="csY7" fmla="*/ 9508 h 153045"/>
                <a:gd name="csX8" fmla="*/ 8579 w 141003"/>
                <a:gd name="csY8" fmla="*/ 36230 h 153045"/>
                <a:gd name="csX9" fmla="*/ 70 w 141003"/>
                <a:gd name="csY9" fmla="*/ 76617 h 153045"/>
                <a:gd name="csX10" fmla="*/ 8579 w 141003"/>
                <a:gd name="csY10" fmla="*/ 117307 h 153045"/>
                <a:gd name="csX11" fmla="*/ 33194 w 141003"/>
                <a:gd name="csY11" fmla="*/ 143726 h 153045"/>
                <a:gd name="csX12" fmla="*/ 70571 w 141003"/>
                <a:gd name="csY12" fmla="*/ 153139 h 153045"/>
                <a:gd name="csX13" fmla="*/ 70571 w 141003"/>
                <a:gd name="csY13" fmla="*/ 133401 h 153045"/>
                <a:gd name="csX14" fmla="*/ 37144 w 141003"/>
                <a:gd name="csY14" fmla="*/ 118826 h 153045"/>
                <a:gd name="csX15" fmla="*/ 24989 w 141003"/>
                <a:gd name="csY15" fmla="*/ 76617 h 153045"/>
                <a:gd name="csX16" fmla="*/ 37144 w 141003"/>
                <a:gd name="csY16" fmla="*/ 34408 h 153045"/>
                <a:gd name="csX17" fmla="*/ 70571 w 141003"/>
                <a:gd name="csY17" fmla="*/ 19832 h 153045"/>
                <a:gd name="csX18" fmla="*/ 103695 w 141003"/>
                <a:gd name="csY18" fmla="*/ 34408 h 153045"/>
                <a:gd name="csX19" fmla="*/ 116154 w 141003"/>
                <a:gd name="csY19" fmla="*/ 76617 h 153045"/>
                <a:gd name="csX20" fmla="*/ 103695 w 141003"/>
                <a:gd name="csY20" fmla="*/ 118826 h 153045"/>
                <a:gd name="csX21" fmla="*/ 70571 w 141003"/>
                <a:gd name="csY21" fmla="*/ 133401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1003" h="153045">
                  <a:moveTo>
                    <a:pt x="70571" y="153139"/>
                  </a:moveTo>
                  <a:cubicBezTo>
                    <a:pt x="84550" y="153139"/>
                    <a:pt x="97010" y="150103"/>
                    <a:pt x="107646" y="143726"/>
                  </a:cubicBezTo>
                  <a:cubicBezTo>
                    <a:pt x="118282" y="137653"/>
                    <a:pt x="126486" y="128847"/>
                    <a:pt x="132260" y="117307"/>
                  </a:cubicBezTo>
                  <a:cubicBezTo>
                    <a:pt x="138034" y="105768"/>
                    <a:pt x="141073" y="92407"/>
                    <a:pt x="141073" y="76617"/>
                  </a:cubicBezTo>
                  <a:cubicBezTo>
                    <a:pt x="141073" y="61130"/>
                    <a:pt x="138034" y="47769"/>
                    <a:pt x="132260" y="36230"/>
                  </a:cubicBezTo>
                  <a:cubicBezTo>
                    <a:pt x="126486" y="24691"/>
                    <a:pt x="118282" y="15885"/>
                    <a:pt x="107646" y="9508"/>
                  </a:cubicBezTo>
                  <a:cubicBezTo>
                    <a:pt x="97010" y="3434"/>
                    <a:pt x="84550" y="94"/>
                    <a:pt x="70571" y="94"/>
                  </a:cubicBezTo>
                  <a:cubicBezTo>
                    <a:pt x="55985" y="94"/>
                    <a:pt x="43526" y="3434"/>
                    <a:pt x="33194" y="9508"/>
                  </a:cubicBezTo>
                  <a:cubicBezTo>
                    <a:pt x="22558" y="15885"/>
                    <a:pt x="14353" y="24691"/>
                    <a:pt x="8579" y="36230"/>
                  </a:cubicBezTo>
                  <a:cubicBezTo>
                    <a:pt x="2805" y="47769"/>
                    <a:pt x="70" y="61130"/>
                    <a:pt x="70" y="76617"/>
                  </a:cubicBezTo>
                  <a:cubicBezTo>
                    <a:pt x="70" y="92407"/>
                    <a:pt x="2805" y="105768"/>
                    <a:pt x="8579" y="117307"/>
                  </a:cubicBezTo>
                  <a:cubicBezTo>
                    <a:pt x="14353" y="128847"/>
                    <a:pt x="22558" y="137653"/>
                    <a:pt x="33194" y="143726"/>
                  </a:cubicBezTo>
                  <a:cubicBezTo>
                    <a:pt x="43526" y="150103"/>
                    <a:pt x="55985" y="153139"/>
                    <a:pt x="70571" y="153139"/>
                  </a:cubicBezTo>
                  <a:close/>
                  <a:moveTo>
                    <a:pt x="70571" y="133401"/>
                  </a:moveTo>
                  <a:cubicBezTo>
                    <a:pt x="56593" y="133401"/>
                    <a:pt x="45349" y="128543"/>
                    <a:pt x="37144" y="118826"/>
                  </a:cubicBezTo>
                  <a:cubicBezTo>
                    <a:pt x="28939" y="109109"/>
                    <a:pt x="24989" y="94836"/>
                    <a:pt x="24989" y="76617"/>
                  </a:cubicBezTo>
                  <a:cubicBezTo>
                    <a:pt x="24989" y="58397"/>
                    <a:pt x="28939" y="44125"/>
                    <a:pt x="37144" y="34408"/>
                  </a:cubicBezTo>
                  <a:cubicBezTo>
                    <a:pt x="45349" y="24691"/>
                    <a:pt x="56593" y="19832"/>
                    <a:pt x="70571" y="19832"/>
                  </a:cubicBezTo>
                  <a:cubicBezTo>
                    <a:pt x="84246" y="19832"/>
                    <a:pt x="95186" y="24691"/>
                    <a:pt x="103695" y="34408"/>
                  </a:cubicBezTo>
                  <a:cubicBezTo>
                    <a:pt x="111900" y="44125"/>
                    <a:pt x="116154" y="58397"/>
                    <a:pt x="116154" y="76617"/>
                  </a:cubicBezTo>
                  <a:cubicBezTo>
                    <a:pt x="116154" y="94836"/>
                    <a:pt x="111900" y="109109"/>
                    <a:pt x="103695" y="118826"/>
                  </a:cubicBezTo>
                  <a:cubicBezTo>
                    <a:pt x="95186" y="128543"/>
                    <a:pt x="84246" y="133401"/>
                    <a:pt x="70571" y="133401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95F2F80-D24B-C8F1-74D5-7A7A6294B708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4068273" y="7355266"/>
              <a:ext cx="117603" cy="153045"/>
            </a:xfrm>
            <a:custGeom>
              <a:avLst/>
              <a:gdLst>
                <a:gd name="csX0" fmla="*/ 58725 w 117603"/>
                <a:gd name="csY0" fmla="*/ 153139 h 153045"/>
                <a:gd name="csX1" fmla="*/ 101573 w 117603"/>
                <a:gd name="csY1" fmla="*/ 141600 h 153045"/>
                <a:gd name="csX2" fmla="*/ 117679 w 117603"/>
                <a:gd name="csY2" fmla="*/ 109412 h 153045"/>
                <a:gd name="csX3" fmla="*/ 107651 w 117603"/>
                <a:gd name="csY3" fmla="*/ 84512 h 153045"/>
                <a:gd name="csX4" fmla="*/ 78174 w 117603"/>
                <a:gd name="csY4" fmla="*/ 70847 h 153045"/>
                <a:gd name="csX5" fmla="*/ 50521 w 117603"/>
                <a:gd name="csY5" fmla="*/ 65078 h 153045"/>
                <a:gd name="csX6" fmla="*/ 28033 w 117603"/>
                <a:gd name="csY6" fmla="*/ 43214 h 153045"/>
                <a:gd name="csX7" fmla="*/ 36846 w 117603"/>
                <a:gd name="csY7" fmla="*/ 25602 h 153045"/>
                <a:gd name="csX8" fmla="*/ 62676 w 117603"/>
                <a:gd name="csY8" fmla="*/ 18921 h 153045"/>
                <a:gd name="csX9" fmla="*/ 81213 w 117603"/>
                <a:gd name="csY9" fmla="*/ 21958 h 153045"/>
                <a:gd name="csX10" fmla="*/ 99750 w 117603"/>
                <a:gd name="csY10" fmla="*/ 30764 h 153045"/>
                <a:gd name="csX11" fmla="*/ 109474 w 117603"/>
                <a:gd name="csY11" fmla="*/ 31675 h 153045"/>
                <a:gd name="csX12" fmla="*/ 114337 w 117603"/>
                <a:gd name="csY12" fmla="*/ 23476 h 153045"/>
                <a:gd name="csX13" fmla="*/ 109778 w 117603"/>
                <a:gd name="csY13" fmla="*/ 14670 h 153045"/>
                <a:gd name="csX14" fmla="*/ 87898 w 117603"/>
                <a:gd name="csY14" fmla="*/ 3738 h 153045"/>
                <a:gd name="csX15" fmla="*/ 62676 w 117603"/>
                <a:gd name="csY15" fmla="*/ 94 h 153045"/>
                <a:gd name="csX16" fmla="*/ 20740 w 117603"/>
                <a:gd name="csY16" fmla="*/ 12241 h 153045"/>
                <a:gd name="csX17" fmla="*/ 4938 w 117603"/>
                <a:gd name="csY17" fmla="*/ 44429 h 153045"/>
                <a:gd name="csX18" fmla="*/ 42620 w 117603"/>
                <a:gd name="csY18" fmla="*/ 83297 h 153045"/>
                <a:gd name="csX19" fmla="*/ 70273 w 117603"/>
                <a:gd name="csY19" fmla="*/ 89371 h 153045"/>
                <a:gd name="csX20" fmla="*/ 88506 w 117603"/>
                <a:gd name="csY20" fmla="*/ 97266 h 153045"/>
                <a:gd name="csX21" fmla="*/ 94280 w 117603"/>
                <a:gd name="csY21" fmla="*/ 110627 h 153045"/>
                <a:gd name="csX22" fmla="*/ 85467 w 117603"/>
                <a:gd name="csY22" fmla="*/ 127936 h 153045"/>
                <a:gd name="csX23" fmla="*/ 59333 w 117603"/>
                <a:gd name="csY23" fmla="*/ 134312 h 153045"/>
                <a:gd name="csX24" fmla="*/ 37150 w 117603"/>
                <a:gd name="csY24" fmla="*/ 131579 h 153045"/>
                <a:gd name="csX25" fmla="*/ 14358 w 117603"/>
                <a:gd name="csY25" fmla="*/ 121255 h 153045"/>
                <a:gd name="csX26" fmla="*/ 4330 w 117603"/>
                <a:gd name="csY26" fmla="*/ 121255 h 153045"/>
                <a:gd name="csX27" fmla="*/ 75 w 117603"/>
                <a:gd name="csY27" fmla="*/ 129758 h 153045"/>
                <a:gd name="csX28" fmla="*/ 5545 w 117603"/>
                <a:gd name="csY28" fmla="*/ 138260 h 153045"/>
                <a:gd name="csX29" fmla="*/ 31072 w 117603"/>
                <a:gd name="csY29" fmla="*/ 149799 h 153045"/>
                <a:gd name="csX30" fmla="*/ 58725 w 117603"/>
                <a:gd name="csY30" fmla="*/ 153139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17603" h="153045">
                  <a:moveTo>
                    <a:pt x="58725" y="153139"/>
                  </a:moveTo>
                  <a:cubicBezTo>
                    <a:pt x="76351" y="153139"/>
                    <a:pt x="90633" y="149496"/>
                    <a:pt x="101573" y="141600"/>
                  </a:cubicBezTo>
                  <a:cubicBezTo>
                    <a:pt x="112209" y="133705"/>
                    <a:pt x="117679" y="123077"/>
                    <a:pt x="117679" y="109412"/>
                  </a:cubicBezTo>
                  <a:cubicBezTo>
                    <a:pt x="117679" y="99088"/>
                    <a:pt x="114337" y="90585"/>
                    <a:pt x="107651" y="84512"/>
                  </a:cubicBezTo>
                  <a:cubicBezTo>
                    <a:pt x="100966" y="78439"/>
                    <a:pt x="90937" y="73884"/>
                    <a:pt x="78174" y="70847"/>
                  </a:cubicBezTo>
                  <a:lnTo>
                    <a:pt x="50521" y="65078"/>
                  </a:lnTo>
                  <a:cubicBezTo>
                    <a:pt x="35326" y="62041"/>
                    <a:pt x="28033" y="54753"/>
                    <a:pt x="28033" y="43214"/>
                  </a:cubicBezTo>
                  <a:cubicBezTo>
                    <a:pt x="28033" y="35926"/>
                    <a:pt x="30768" y="30157"/>
                    <a:pt x="36846" y="25602"/>
                  </a:cubicBezTo>
                  <a:cubicBezTo>
                    <a:pt x="42620" y="21350"/>
                    <a:pt x="51128" y="18921"/>
                    <a:pt x="62676" y="18921"/>
                  </a:cubicBezTo>
                  <a:cubicBezTo>
                    <a:pt x="68754" y="18921"/>
                    <a:pt x="74831" y="20136"/>
                    <a:pt x="81213" y="21958"/>
                  </a:cubicBezTo>
                  <a:cubicBezTo>
                    <a:pt x="87291" y="23780"/>
                    <a:pt x="93672" y="26816"/>
                    <a:pt x="99750" y="30764"/>
                  </a:cubicBezTo>
                  <a:cubicBezTo>
                    <a:pt x="103397" y="33193"/>
                    <a:pt x="106739" y="33497"/>
                    <a:pt x="109474" y="31675"/>
                  </a:cubicBezTo>
                  <a:cubicBezTo>
                    <a:pt x="112209" y="29853"/>
                    <a:pt x="113729" y="27120"/>
                    <a:pt x="114337" y="23476"/>
                  </a:cubicBezTo>
                  <a:cubicBezTo>
                    <a:pt x="114640" y="20136"/>
                    <a:pt x="113121" y="17099"/>
                    <a:pt x="109778" y="14670"/>
                  </a:cubicBezTo>
                  <a:cubicBezTo>
                    <a:pt x="103093" y="9811"/>
                    <a:pt x="95800" y="6167"/>
                    <a:pt x="87898" y="3738"/>
                  </a:cubicBezTo>
                  <a:cubicBezTo>
                    <a:pt x="79694" y="1309"/>
                    <a:pt x="71185" y="94"/>
                    <a:pt x="62676" y="94"/>
                  </a:cubicBezTo>
                  <a:cubicBezTo>
                    <a:pt x="45354" y="94"/>
                    <a:pt x="31376" y="4345"/>
                    <a:pt x="20740" y="12241"/>
                  </a:cubicBezTo>
                  <a:cubicBezTo>
                    <a:pt x="10104" y="20439"/>
                    <a:pt x="4938" y="31068"/>
                    <a:pt x="4938" y="44429"/>
                  </a:cubicBezTo>
                  <a:cubicBezTo>
                    <a:pt x="4938" y="65078"/>
                    <a:pt x="17397" y="77831"/>
                    <a:pt x="42620" y="83297"/>
                  </a:cubicBezTo>
                  <a:lnTo>
                    <a:pt x="70273" y="89371"/>
                  </a:lnTo>
                  <a:cubicBezTo>
                    <a:pt x="78478" y="91193"/>
                    <a:pt x="84556" y="93925"/>
                    <a:pt x="88506" y="97266"/>
                  </a:cubicBezTo>
                  <a:cubicBezTo>
                    <a:pt x="92153" y="100606"/>
                    <a:pt x="94280" y="105161"/>
                    <a:pt x="94280" y="110627"/>
                  </a:cubicBezTo>
                  <a:cubicBezTo>
                    <a:pt x="94280" y="117915"/>
                    <a:pt x="91241" y="123684"/>
                    <a:pt x="85467" y="127936"/>
                  </a:cubicBezTo>
                  <a:cubicBezTo>
                    <a:pt x="79390" y="132187"/>
                    <a:pt x="70881" y="134312"/>
                    <a:pt x="59333" y="134312"/>
                  </a:cubicBezTo>
                  <a:cubicBezTo>
                    <a:pt x="52040" y="134312"/>
                    <a:pt x="44443" y="133401"/>
                    <a:pt x="37150" y="131579"/>
                  </a:cubicBezTo>
                  <a:cubicBezTo>
                    <a:pt x="29856" y="129758"/>
                    <a:pt x="22259" y="126114"/>
                    <a:pt x="14358" y="121255"/>
                  </a:cubicBezTo>
                  <a:cubicBezTo>
                    <a:pt x="10104" y="119433"/>
                    <a:pt x="6761" y="119433"/>
                    <a:pt x="4330" y="121255"/>
                  </a:cubicBezTo>
                  <a:cubicBezTo>
                    <a:pt x="1595" y="123381"/>
                    <a:pt x="75" y="126114"/>
                    <a:pt x="75" y="129758"/>
                  </a:cubicBezTo>
                  <a:cubicBezTo>
                    <a:pt x="75" y="133401"/>
                    <a:pt x="1899" y="136134"/>
                    <a:pt x="5545" y="138260"/>
                  </a:cubicBezTo>
                  <a:cubicBezTo>
                    <a:pt x="13446" y="143726"/>
                    <a:pt x="21955" y="147370"/>
                    <a:pt x="31072" y="149799"/>
                  </a:cubicBezTo>
                  <a:cubicBezTo>
                    <a:pt x="40188" y="152228"/>
                    <a:pt x="49609" y="153139"/>
                    <a:pt x="58725" y="153139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E26BC6EA-9687-03EB-16DF-2D2A9EAF488B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4214442" y="7355266"/>
              <a:ext cx="117603" cy="153045"/>
            </a:xfrm>
            <a:custGeom>
              <a:avLst/>
              <a:gdLst>
                <a:gd name="csX0" fmla="*/ 58730 w 117603"/>
                <a:gd name="csY0" fmla="*/ 153139 h 153045"/>
                <a:gd name="csX1" fmla="*/ 101578 w 117603"/>
                <a:gd name="csY1" fmla="*/ 141600 h 153045"/>
                <a:gd name="csX2" fmla="*/ 117684 w 117603"/>
                <a:gd name="csY2" fmla="*/ 109412 h 153045"/>
                <a:gd name="csX3" fmla="*/ 107656 w 117603"/>
                <a:gd name="csY3" fmla="*/ 84512 h 153045"/>
                <a:gd name="csX4" fmla="*/ 78179 w 117603"/>
                <a:gd name="csY4" fmla="*/ 70847 h 153045"/>
                <a:gd name="csX5" fmla="*/ 50525 w 117603"/>
                <a:gd name="csY5" fmla="*/ 65078 h 153045"/>
                <a:gd name="csX6" fmla="*/ 28038 w 117603"/>
                <a:gd name="csY6" fmla="*/ 43214 h 153045"/>
                <a:gd name="csX7" fmla="*/ 36850 w 117603"/>
                <a:gd name="csY7" fmla="*/ 25602 h 153045"/>
                <a:gd name="csX8" fmla="*/ 62681 w 117603"/>
                <a:gd name="csY8" fmla="*/ 18921 h 153045"/>
                <a:gd name="csX9" fmla="*/ 81218 w 117603"/>
                <a:gd name="csY9" fmla="*/ 21958 h 153045"/>
                <a:gd name="csX10" fmla="*/ 99755 w 117603"/>
                <a:gd name="csY10" fmla="*/ 30764 h 153045"/>
                <a:gd name="csX11" fmla="*/ 109479 w 117603"/>
                <a:gd name="csY11" fmla="*/ 31675 h 153045"/>
                <a:gd name="csX12" fmla="*/ 114341 w 117603"/>
                <a:gd name="csY12" fmla="*/ 23476 h 153045"/>
                <a:gd name="csX13" fmla="*/ 109783 w 117603"/>
                <a:gd name="csY13" fmla="*/ 14670 h 153045"/>
                <a:gd name="csX14" fmla="*/ 87903 w 117603"/>
                <a:gd name="csY14" fmla="*/ 3738 h 153045"/>
                <a:gd name="csX15" fmla="*/ 62681 w 117603"/>
                <a:gd name="csY15" fmla="*/ 94 h 153045"/>
                <a:gd name="csX16" fmla="*/ 20745 w 117603"/>
                <a:gd name="csY16" fmla="*/ 12241 h 153045"/>
                <a:gd name="csX17" fmla="*/ 4942 w 117603"/>
                <a:gd name="csY17" fmla="*/ 44429 h 153045"/>
                <a:gd name="csX18" fmla="*/ 42624 w 117603"/>
                <a:gd name="csY18" fmla="*/ 83297 h 153045"/>
                <a:gd name="csX19" fmla="*/ 70278 w 117603"/>
                <a:gd name="csY19" fmla="*/ 89371 h 153045"/>
                <a:gd name="csX20" fmla="*/ 88511 w 117603"/>
                <a:gd name="csY20" fmla="*/ 97266 h 153045"/>
                <a:gd name="csX21" fmla="*/ 94285 w 117603"/>
                <a:gd name="csY21" fmla="*/ 110627 h 153045"/>
                <a:gd name="csX22" fmla="*/ 85472 w 117603"/>
                <a:gd name="csY22" fmla="*/ 127936 h 153045"/>
                <a:gd name="csX23" fmla="*/ 59338 w 117603"/>
                <a:gd name="csY23" fmla="*/ 134312 h 153045"/>
                <a:gd name="csX24" fmla="*/ 37154 w 117603"/>
                <a:gd name="csY24" fmla="*/ 131579 h 153045"/>
                <a:gd name="csX25" fmla="*/ 14363 w 117603"/>
                <a:gd name="csY25" fmla="*/ 121255 h 153045"/>
                <a:gd name="csX26" fmla="*/ 4335 w 117603"/>
                <a:gd name="csY26" fmla="*/ 121255 h 153045"/>
                <a:gd name="csX27" fmla="*/ 80 w 117603"/>
                <a:gd name="csY27" fmla="*/ 129758 h 153045"/>
                <a:gd name="csX28" fmla="*/ 5550 w 117603"/>
                <a:gd name="csY28" fmla="*/ 138260 h 153045"/>
                <a:gd name="csX29" fmla="*/ 31077 w 117603"/>
                <a:gd name="csY29" fmla="*/ 149799 h 153045"/>
                <a:gd name="csX30" fmla="*/ 58730 w 117603"/>
                <a:gd name="csY30" fmla="*/ 153139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17603" h="153045">
                  <a:moveTo>
                    <a:pt x="58730" y="153139"/>
                  </a:moveTo>
                  <a:cubicBezTo>
                    <a:pt x="76356" y="153139"/>
                    <a:pt x="90638" y="149496"/>
                    <a:pt x="101578" y="141600"/>
                  </a:cubicBezTo>
                  <a:cubicBezTo>
                    <a:pt x="112214" y="133705"/>
                    <a:pt x="117684" y="123077"/>
                    <a:pt x="117684" y="109412"/>
                  </a:cubicBezTo>
                  <a:cubicBezTo>
                    <a:pt x="117684" y="99088"/>
                    <a:pt x="114341" y="90585"/>
                    <a:pt x="107656" y="84512"/>
                  </a:cubicBezTo>
                  <a:cubicBezTo>
                    <a:pt x="100970" y="78439"/>
                    <a:pt x="90942" y="73884"/>
                    <a:pt x="78179" y="70847"/>
                  </a:cubicBezTo>
                  <a:lnTo>
                    <a:pt x="50525" y="65078"/>
                  </a:lnTo>
                  <a:cubicBezTo>
                    <a:pt x="35331" y="62041"/>
                    <a:pt x="28038" y="54753"/>
                    <a:pt x="28038" y="43214"/>
                  </a:cubicBezTo>
                  <a:cubicBezTo>
                    <a:pt x="28038" y="35926"/>
                    <a:pt x="30773" y="30157"/>
                    <a:pt x="36850" y="25602"/>
                  </a:cubicBezTo>
                  <a:cubicBezTo>
                    <a:pt x="42624" y="21350"/>
                    <a:pt x="51133" y="18921"/>
                    <a:pt x="62681" y="18921"/>
                  </a:cubicBezTo>
                  <a:cubicBezTo>
                    <a:pt x="68758" y="18921"/>
                    <a:pt x="74836" y="20136"/>
                    <a:pt x="81218" y="21958"/>
                  </a:cubicBezTo>
                  <a:cubicBezTo>
                    <a:pt x="87296" y="23780"/>
                    <a:pt x="93677" y="26816"/>
                    <a:pt x="99755" y="30764"/>
                  </a:cubicBezTo>
                  <a:cubicBezTo>
                    <a:pt x="103401" y="33193"/>
                    <a:pt x="106744" y="33497"/>
                    <a:pt x="109479" y="31675"/>
                  </a:cubicBezTo>
                  <a:cubicBezTo>
                    <a:pt x="112214" y="29853"/>
                    <a:pt x="113734" y="27120"/>
                    <a:pt x="114341" y="23476"/>
                  </a:cubicBezTo>
                  <a:cubicBezTo>
                    <a:pt x="114645" y="20136"/>
                    <a:pt x="113126" y="17099"/>
                    <a:pt x="109783" y="14670"/>
                  </a:cubicBezTo>
                  <a:cubicBezTo>
                    <a:pt x="103098" y="9811"/>
                    <a:pt x="95804" y="6167"/>
                    <a:pt x="87903" y="3738"/>
                  </a:cubicBezTo>
                  <a:cubicBezTo>
                    <a:pt x="79698" y="1309"/>
                    <a:pt x="71190" y="94"/>
                    <a:pt x="62681" y="94"/>
                  </a:cubicBezTo>
                  <a:cubicBezTo>
                    <a:pt x="45359" y="94"/>
                    <a:pt x="31381" y="4345"/>
                    <a:pt x="20745" y="12241"/>
                  </a:cubicBezTo>
                  <a:cubicBezTo>
                    <a:pt x="10109" y="20439"/>
                    <a:pt x="4942" y="31068"/>
                    <a:pt x="4942" y="44429"/>
                  </a:cubicBezTo>
                  <a:cubicBezTo>
                    <a:pt x="4942" y="65078"/>
                    <a:pt x="17402" y="77831"/>
                    <a:pt x="42624" y="83297"/>
                  </a:cubicBezTo>
                  <a:lnTo>
                    <a:pt x="70278" y="89371"/>
                  </a:lnTo>
                  <a:cubicBezTo>
                    <a:pt x="78483" y="91193"/>
                    <a:pt x="84561" y="93925"/>
                    <a:pt x="88511" y="97266"/>
                  </a:cubicBezTo>
                  <a:cubicBezTo>
                    <a:pt x="92158" y="100606"/>
                    <a:pt x="94285" y="105161"/>
                    <a:pt x="94285" y="110627"/>
                  </a:cubicBezTo>
                  <a:cubicBezTo>
                    <a:pt x="94285" y="117915"/>
                    <a:pt x="91246" y="123684"/>
                    <a:pt x="85472" y="127936"/>
                  </a:cubicBezTo>
                  <a:cubicBezTo>
                    <a:pt x="79394" y="132187"/>
                    <a:pt x="70886" y="134312"/>
                    <a:pt x="59338" y="134312"/>
                  </a:cubicBezTo>
                  <a:cubicBezTo>
                    <a:pt x="52045" y="134312"/>
                    <a:pt x="44448" y="133401"/>
                    <a:pt x="37154" y="131579"/>
                  </a:cubicBezTo>
                  <a:cubicBezTo>
                    <a:pt x="29861" y="129758"/>
                    <a:pt x="22264" y="126114"/>
                    <a:pt x="14363" y="121255"/>
                  </a:cubicBezTo>
                  <a:cubicBezTo>
                    <a:pt x="10109" y="119433"/>
                    <a:pt x="6766" y="119433"/>
                    <a:pt x="4335" y="121255"/>
                  </a:cubicBezTo>
                  <a:cubicBezTo>
                    <a:pt x="1600" y="123381"/>
                    <a:pt x="80" y="126114"/>
                    <a:pt x="80" y="129758"/>
                  </a:cubicBezTo>
                  <a:cubicBezTo>
                    <a:pt x="80" y="133401"/>
                    <a:pt x="1904" y="136134"/>
                    <a:pt x="5550" y="138260"/>
                  </a:cubicBezTo>
                  <a:cubicBezTo>
                    <a:pt x="13451" y="143726"/>
                    <a:pt x="21960" y="147370"/>
                    <a:pt x="31077" y="149799"/>
                  </a:cubicBezTo>
                  <a:cubicBezTo>
                    <a:pt x="40193" y="152228"/>
                    <a:pt x="49614" y="153139"/>
                    <a:pt x="58730" y="153139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586753B-BDE9-7346-1C4B-F3BE5AC5BA1F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4434151" y="7291497"/>
              <a:ext cx="189624" cy="220761"/>
            </a:xfrm>
            <a:custGeom>
              <a:avLst/>
              <a:gdLst>
                <a:gd name="csX0" fmla="*/ 45367 w 189624"/>
                <a:gd name="csY0" fmla="*/ 185935 h 220761"/>
                <a:gd name="csX1" fmla="*/ 70893 w 189624"/>
                <a:gd name="csY1" fmla="*/ 124899 h 220761"/>
                <a:gd name="csX2" fmla="*/ 111918 w 189624"/>
                <a:gd name="csY2" fmla="*/ 25602 h 220761"/>
                <a:gd name="csX3" fmla="*/ 127720 w 189624"/>
                <a:gd name="csY3" fmla="*/ 18921 h 220761"/>
                <a:gd name="csX4" fmla="*/ 149296 w 189624"/>
                <a:gd name="csY4" fmla="*/ 44125 h 220761"/>
                <a:gd name="csX5" fmla="*/ 147776 w 189624"/>
                <a:gd name="csY5" fmla="*/ 55360 h 220761"/>
                <a:gd name="csX6" fmla="*/ 149903 w 189624"/>
                <a:gd name="csY6" fmla="*/ 57486 h 220761"/>
                <a:gd name="csX7" fmla="*/ 170568 w 189624"/>
                <a:gd name="csY7" fmla="*/ 48680 h 220761"/>
                <a:gd name="csX8" fmla="*/ 178773 w 189624"/>
                <a:gd name="csY8" fmla="*/ 28942 h 220761"/>
                <a:gd name="csX9" fmla="*/ 153246 w 189624"/>
                <a:gd name="csY9" fmla="*/ 94 h 220761"/>
                <a:gd name="csX10" fmla="*/ 86999 w 189624"/>
                <a:gd name="csY10" fmla="*/ 32586 h 220761"/>
                <a:gd name="csX11" fmla="*/ 42632 w 189624"/>
                <a:gd name="csY11" fmla="*/ 134920 h 220761"/>
                <a:gd name="csX12" fmla="*/ 25614 w 189624"/>
                <a:gd name="csY12" fmla="*/ 183506 h 220761"/>
                <a:gd name="csX13" fmla="*/ 11331 w 189624"/>
                <a:gd name="csY13" fmla="*/ 204458 h 220761"/>
                <a:gd name="csX14" fmla="*/ 88 w 189624"/>
                <a:gd name="csY14" fmla="*/ 219034 h 220761"/>
                <a:gd name="csX15" fmla="*/ 2823 w 189624"/>
                <a:gd name="csY15" fmla="*/ 220856 h 220761"/>
                <a:gd name="csX16" fmla="*/ 18321 w 189624"/>
                <a:gd name="csY16" fmla="*/ 214479 h 220761"/>
                <a:gd name="csX17" fmla="*/ 31084 w 189624"/>
                <a:gd name="csY17" fmla="*/ 203547 h 220761"/>
                <a:gd name="csX18" fmla="*/ 76059 w 189624"/>
                <a:gd name="csY18" fmla="*/ 212050 h 220761"/>
                <a:gd name="csX19" fmla="*/ 122554 w 189624"/>
                <a:gd name="csY19" fmla="*/ 220856 h 220761"/>
                <a:gd name="csX20" fmla="*/ 181811 w 189624"/>
                <a:gd name="csY20" fmla="*/ 188971 h 220761"/>
                <a:gd name="csX21" fmla="*/ 189712 w 189624"/>
                <a:gd name="csY21" fmla="*/ 172270 h 220761"/>
                <a:gd name="csX22" fmla="*/ 187585 w 189624"/>
                <a:gd name="csY22" fmla="*/ 170144 h 220761"/>
                <a:gd name="csX23" fmla="*/ 170264 w 189624"/>
                <a:gd name="csY23" fmla="*/ 177129 h 220761"/>
                <a:gd name="csX24" fmla="*/ 159628 w 189624"/>
                <a:gd name="csY24" fmla="*/ 189275 h 220761"/>
                <a:gd name="csX25" fmla="*/ 155069 w 189624"/>
                <a:gd name="csY25" fmla="*/ 198385 h 220761"/>
                <a:gd name="csX26" fmla="*/ 147776 w 189624"/>
                <a:gd name="csY26" fmla="*/ 202029 h 220761"/>
                <a:gd name="csX27" fmla="*/ 97939 w 189624"/>
                <a:gd name="csY27" fmla="*/ 192008 h 220761"/>
                <a:gd name="csX28" fmla="*/ 57522 w 189624"/>
                <a:gd name="csY28" fmla="*/ 184720 h 220761"/>
                <a:gd name="csX29" fmla="*/ 45367 w 189624"/>
                <a:gd name="csY29" fmla="*/ 185935 h 220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89624" h="220761">
                  <a:moveTo>
                    <a:pt x="45367" y="185935"/>
                  </a:moveTo>
                  <a:cubicBezTo>
                    <a:pt x="61776" y="160427"/>
                    <a:pt x="66943" y="140993"/>
                    <a:pt x="70893" y="124899"/>
                  </a:cubicBezTo>
                  <a:cubicBezTo>
                    <a:pt x="81529" y="82994"/>
                    <a:pt x="93077" y="46554"/>
                    <a:pt x="111918" y="25602"/>
                  </a:cubicBezTo>
                  <a:cubicBezTo>
                    <a:pt x="115564" y="21654"/>
                    <a:pt x="117995" y="18921"/>
                    <a:pt x="127720" y="18921"/>
                  </a:cubicBezTo>
                  <a:cubicBezTo>
                    <a:pt x="148688" y="18921"/>
                    <a:pt x="149296" y="39874"/>
                    <a:pt x="149296" y="44125"/>
                  </a:cubicBezTo>
                  <a:cubicBezTo>
                    <a:pt x="149296" y="49591"/>
                    <a:pt x="147776" y="53842"/>
                    <a:pt x="147776" y="55360"/>
                  </a:cubicBezTo>
                  <a:cubicBezTo>
                    <a:pt x="147776" y="57486"/>
                    <a:pt x="149599" y="57486"/>
                    <a:pt x="149903" y="57486"/>
                  </a:cubicBezTo>
                  <a:cubicBezTo>
                    <a:pt x="154766" y="57486"/>
                    <a:pt x="162970" y="54146"/>
                    <a:pt x="170568" y="48680"/>
                  </a:cubicBezTo>
                  <a:cubicBezTo>
                    <a:pt x="176038" y="44429"/>
                    <a:pt x="178773" y="41392"/>
                    <a:pt x="178773" y="28942"/>
                  </a:cubicBezTo>
                  <a:cubicBezTo>
                    <a:pt x="178773" y="12544"/>
                    <a:pt x="170264" y="94"/>
                    <a:pt x="153246" y="94"/>
                  </a:cubicBezTo>
                  <a:cubicBezTo>
                    <a:pt x="143522" y="94"/>
                    <a:pt x="116780" y="2523"/>
                    <a:pt x="86999" y="32586"/>
                  </a:cubicBezTo>
                  <a:cubicBezTo>
                    <a:pt x="62688" y="57486"/>
                    <a:pt x="48405" y="112145"/>
                    <a:pt x="42632" y="134920"/>
                  </a:cubicBezTo>
                  <a:cubicBezTo>
                    <a:pt x="37162" y="155872"/>
                    <a:pt x="34731" y="165286"/>
                    <a:pt x="25614" y="183506"/>
                  </a:cubicBezTo>
                  <a:cubicBezTo>
                    <a:pt x="23487" y="187149"/>
                    <a:pt x="15586" y="200511"/>
                    <a:pt x="11331" y="204458"/>
                  </a:cubicBezTo>
                  <a:cubicBezTo>
                    <a:pt x="3126" y="212050"/>
                    <a:pt x="88" y="217516"/>
                    <a:pt x="88" y="219034"/>
                  </a:cubicBezTo>
                  <a:cubicBezTo>
                    <a:pt x="88" y="219641"/>
                    <a:pt x="695" y="220856"/>
                    <a:pt x="2823" y="220856"/>
                  </a:cubicBezTo>
                  <a:cubicBezTo>
                    <a:pt x="4038" y="220856"/>
                    <a:pt x="10420" y="219641"/>
                    <a:pt x="18321" y="214479"/>
                  </a:cubicBezTo>
                  <a:cubicBezTo>
                    <a:pt x="23487" y="211442"/>
                    <a:pt x="24095" y="210835"/>
                    <a:pt x="31084" y="203547"/>
                  </a:cubicBezTo>
                  <a:cubicBezTo>
                    <a:pt x="46278" y="203851"/>
                    <a:pt x="56914" y="206584"/>
                    <a:pt x="76059" y="212050"/>
                  </a:cubicBezTo>
                  <a:cubicBezTo>
                    <a:pt x="91557" y="216301"/>
                    <a:pt x="107055" y="220856"/>
                    <a:pt x="122554" y="220856"/>
                  </a:cubicBezTo>
                  <a:cubicBezTo>
                    <a:pt x="147168" y="220856"/>
                    <a:pt x="172087" y="202333"/>
                    <a:pt x="181811" y="188971"/>
                  </a:cubicBezTo>
                  <a:cubicBezTo>
                    <a:pt x="187889" y="180773"/>
                    <a:pt x="189712" y="173181"/>
                    <a:pt x="189712" y="172270"/>
                  </a:cubicBezTo>
                  <a:cubicBezTo>
                    <a:pt x="189712" y="170144"/>
                    <a:pt x="187889" y="170144"/>
                    <a:pt x="187585" y="170144"/>
                  </a:cubicBezTo>
                  <a:cubicBezTo>
                    <a:pt x="182723" y="170144"/>
                    <a:pt x="175430" y="173485"/>
                    <a:pt x="170264" y="177129"/>
                  </a:cubicBezTo>
                  <a:cubicBezTo>
                    <a:pt x="162059" y="182291"/>
                    <a:pt x="161451" y="184113"/>
                    <a:pt x="159628" y="189275"/>
                  </a:cubicBezTo>
                  <a:cubicBezTo>
                    <a:pt x="158108" y="194134"/>
                    <a:pt x="156285" y="196563"/>
                    <a:pt x="155069" y="198385"/>
                  </a:cubicBezTo>
                  <a:cubicBezTo>
                    <a:pt x="152638" y="202029"/>
                    <a:pt x="152334" y="202029"/>
                    <a:pt x="147776" y="202029"/>
                  </a:cubicBezTo>
                  <a:cubicBezTo>
                    <a:pt x="133190" y="202029"/>
                    <a:pt x="117995" y="197474"/>
                    <a:pt x="97939" y="192008"/>
                  </a:cubicBezTo>
                  <a:cubicBezTo>
                    <a:pt x="89430" y="189579"/>
                    <a:pt x="72716" y="184720"/>
                    <a:pt x="57522" y="184720"/>
                  </a:cubicBezTo>
                  <a:cubicBezTo>
                    <a:pt x="53572" y="184720"/>
                    <a:pt x="49317" y="185024"/>
                    <a:pt x="45367" y="185935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ABB9CCD-7026-7197-C02B-03A6EBFFD504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4664413" y="7277833"/>
              <a:ext cx="70501" cy="303661"/>
            </a:xfrm>
            <a:custGeom>
              <a:avLst/>
              <a:gdLst>
                <a:gd name="csX0" fmla="*/ 70596 w 70501"/>
                <a:gd name="csY0" fmla="*/ 300719 h 303661"/>
                <a:gd name="csX1" fmla="*/ 65430 w 70501"/>
                <a:gd name="csY1" fmla="*/ 294038 h 303661"/>
                <a:gd name="csX2" fmla="*/ 17720 w 70501"/>
                <a:gd name="csY2" fmla="*/ 151925 h 303661"/>
                <a:gd name="csX3" fmla="*/ 66646 w 70501"/>
                <a:gd name="csY3" fmla="*/ 8293 h 303661"/>
                <a:gd name="csX4" fmla="*/ 70596 w 70501"/>
                <a:gd name="csY4" fmla="*/ 3131 h 303661"/>
                <a:gd name="csX5" fmla="*/ 67557 w 70501"/>
                <a:gd name="csY5" fmla="*/ 94 h 303661"/>
                <a:gd name="csX6" fmla="*/ 19239 w 70501"/>
                <a:gd name="csY6" fmla="*/ 59308 h 303661"/>
                <a:gd name="csX7" fmla="*/ 95 w 70501"/>
                <a:gd name="csY7" fmla="*/ 151925 h 303661"/>
                <a:gd name="csX8" fmla="*/ 20151 w 70501"/>
                <a:gd name="csY8" fmla="*/ 246667 h 303661"/>
                <a:gd name="csX9" fmla="*/ 67557 w 70501"/>
                <a:gd name="csY9" fmla="*/ 303755 h 303661"/>
                <a:gd name="csX10" fmla="*/ 70596 w 70501"/>
                <a:gd name="csY10" fmla="*/ 300719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01" h="303661">
                  <a:moveTo>
                    <a:pt x="70596" y="300719"/>
                  </a:moveTo>
                  <a:cubicBezTo>
                    <a:pt x="70596" y="299808"/>
                    <a:pt x="70596" y="299200"/>
                    <a:pt x="65430" y="294038"/>
                  </a:cubicBezTo>
                  <a:cubicBezTo>
                    <a:pt x="27444" y="255777"/>
                    <a:pt x="17720" y="198385"/>
                    <a:pt x="17720" y="151925"/>
                  </a:cubicBezTo>
                  <a:cubicBezTo>
                    <a:pt x="17720" y="99088"/>
                    <a:pt x="29268" y="46251"/>
                    <a:pt x="66646" y="8293"/>
                  </a:cubicBezTo>
                  <a:cubicBezTo>
                    <a:pt x="70596" y="4649"/>
                    <a:pt x="70596" y="4042"/>
                    <a:pt x="70596" y="3131"/>
                  </a:cubicBezTo>
                  <a:cubicBezTo>
                    <a:pt x="70596" y="1005"/>
                    <a:pt x="69380" y="94"/>
                    <a:pt x="67557" y="94"/>
                  </a:cubicBezTo>
                  <a:cubicBezTo>
                    <a:pt x="64518" y="94"/>
                    <a:pt x="37169" y="20743"/>
                    <a:pt x="19239" y="59308"/>
                  </a:cubicBezTo>
                  <a:cubicBezTo>
                    <a:pt x="3741" y="92711"/>
                    <a:pt x="95" y="126417"/>
                    <a:pt x="95" y="151925"/>
                  </a:cubicBezTo>
                  <a:cubicBezTo>
                    <a:pt x="95" y="175610"/>
                    <a:pt x="3437" y="212353"/>
                    <a:pt x="20151" y="246667"/>
                  </a:cubicBezTo>
                  <a:cubicBezTo>
                    <a:pt x="38384" y="284017"/>
                    <a:pt x="64518" y="303755"/>
                    <a:pt x="67557" y="303755"/>
                  </a:cubicBezTo>
                  <a:cubicBezTo>
                    <a:pt x="69380" y="303755"/>
                    <a:pt x="70596" y="302844"/>
                    <a:pt x="70596" y="300719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5D25E40E-85F8-2F09-1B89-53D0CE6A36CC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4760103" y="7370753"/>
              <a:ext cx="237030" cy="136040"/>
            </a:xfrm>
            <a:custGeom>
              <a:avLst/>
              <a:gdLst>
                <a:gd name="csX0" fmla="*/ 216465 w 237030"/>
                <a:gd name="csY0" fmla="*/ 20743 h 136040"/>
                <a:gd name="csX1" fmla="*/ 237129 w 237030"/>
                <a:gd name="csY1" fmla="*/ 14366 h 136040"/>
                <a:gd name="csX2" fmla="*/ 237129 w 237030"/>
                <a:gd name="csY2" fmla="*/ 94 h 136040"/>
                <a:gd name="csX3" fmla="*/ 213730 w 237030"/>
                <a:gd name="csY3" fmla="*/ 1005 h 136040"/>
                <a:gd name="csX4" fmla="*/ 184557 w 237030"/>
                <a:gd name="csY4" fmla="*/ 94 h 136040"/>
                <a:gd name="csX5" fmla="*/ 184557 w 237030"/>
                <a:gd name="csY5" fmla="*/ 14366 h 136040"/>
                <a:gd name="csX6" fmla="*/ 202182 w 237030"/>
                <a:gd name="csY6" fmla="*/ 18010 h 136040"/>
                <a:gd name="csX7" fmla="*/ 200967 w 237030"/>
                <a:gd name="csY7" fmla="*/ 21654 h 136040"/>
                <a:gd name="csX8" fmla="*/ 169059 w 237030"/>
                <a:gd name="csY8" fmla="*/ 99391 h 136040"/>
                <a:gd name="csX9" fmla="*/ 134416 w 237030"/>
                <a:gd name="csY9" fmla="*/ 14366 h 136040"/>
                <a:gd name="csX10" fmla="*/ 151434 w 237030"/>
                <a:gd name="csY10" fmla="*/ 14366 h 136040"/>
                <a:gd name="csX11" fmla="*/ 151434 w 237030"/>
                <a:gd name="csY11" fmla="*/ 94 h 136040"/>
                <a:gd name="csX12" fmla="*/ 116791 w 237030"/>
                <a:gd name="csY12" fmla="*/ 1005 h 136040"/>
                <a:gd name="csX13" fmla="*/ 86402 w 237030"/>
                <a:gd name="csY13" fmla="*/ 94 h 136040"/>
                <a:gd name="csX14" fmla="*/ 86402 w 237030"/>
                <a:gd name="csY14" fmla="*/ 14366 h 136040"/>
                <a:gd name="csX15" fmla="*/ 104331 w 237030"/>
                <a:gd name="csY15" fmla="*/ 14366 h 136040"/>
                <a:gd name="csX16" fmla="*/ 110713 w 237030"/>
                <a:gd name="csY16" fmla="*/ 30460 h 136040"/>
                <a:gd name="csX17" fmla="*/ 109497 w 237030"/>
                <a:gd name="csY17" fmla="*/ 34408 h 136040"/>
                <a:gd name="csX18" fmla="*/ 85490 w 237030"/>
                <a:gd name="csY18" fmla="*/ 92711 h 136040"/>
                <a:gd name="csX19" fmla="*/ 53582 w 237030"/>
                <a:gd name="csY19" fmla="*/ 14366 h 136040"/>
                <a:gd name="csX20" fmla="*/ 70600 w 237030"/>
                <a:gd name="csY20" fmla="*/ 14366 h 136040"/>
                <a:gd name="csX21" fmla="*/ 70600 w 237030"/>
                <a:gd name="csY21" fmla="*/ 94 h 136040"/>
                <a:gd name="csX22" fmla="*/ 33222 w 237030"/>
                <a:gd name="csY22" fmla="*/ 1005 h 136040"/>
                <a:gd name="csX23" fmla="*/ 98 w 237030"/>
                <a:gd name="csY23" fmla="*/ 94 h 136040"/>
                <a:gd name="csX24" fmla="*/ 98 w 237030"/>
                <a:gd name="csY24" fmla="*/ 14366 h 136040"/>
                <a:gd name="csX25" fmla="*/ 18028 w 237030"/>
                <a:gd name="csY25" fmla="*/ 14366 h 136040"/>
                <a:gd name="csX26" fmla="*/ 64522 w 237030"/>
                <a:gd name="csY26" fmla="*/ 127936 h 136040"/>
                <a:gd name="csX27" fmla="*/ 75462 w 237030"/>
                <a:gd name="csY27" fmla="*/ 136134 h 136040"/>
                <a:gd name="csX28" fmla="*/ 86402 w 237030"/>
                <a:gd name="csY28" fmla="*/ 127936 h 136040"/>
                <a:gd name="csX29" fmla="*/ 118614 w 237030"/>
                <a:gd name="csY29" fmla="*/ 49287 h 136040"/>
                <a:gd name="csX30" fmla="*/ 150826 w 237030"/>
                <a:gd name="csY30" fmla="*/ 127936 h 136040"/>
                <a:gd name="csX31" fmla="*/ 161766 w 237030"/>
                <a:gd name="csY31" fmla="*/ 136134 h 136040"/>
                <a:gd name="csX32" fmla="*/ 172706 w 237030"/>
                <a:gd name="csY32" fmla="*/ 127936 h 136040"/>
                <a:gd name="csX33" fmla="*/ 216465 w 237030"/>
                <a:gd name="csY33" fmla="*/ 20743 h 1360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237030" h="136040">
                  <a:moveTo>
                    <a:pt x="216465" y="20743"/>
                  </a:moveTo>
                  <a:cubicBezTo>
                    <a:pt x="217985" y="16796"/>
                    <a:pt x="219200" y="14366"/>
                    <a:pt x="237129" y="14366"/>
                  </a:cubicBezTo>
                  <a:lnTo>
                    <a:pt x="237129" y="94"/>
                  </a:lnTo>
                  <a:cubicBezTo>
                    <a:pt x="230140" y="701"/>
                    <a:pt x="221023" y="1005"/>
                    <a:pt x="213730" y="1005"/>
                  </a:cubicBezTo>
                  <a:cubicBezTo>
                    <a:pt x="205525" y="1005"/>
                    <a:pt x="191243" y="398"/>
                    <a:pt x="184557" y="94"/>
                  </a:cubicBezTo>
                  <a:lnTo>
                    <a:pt x="184557" y="14366"/>
                  </a:lnTo>
                  <a:cubicBezTo>
                    <a:pt x="187292" y="14366"/>
                    <a:pt x="202182" y="14670"/>
                    <a:pt x="202182" y="18010"/>
                  </a:cubicBezTo>
                  <a:cubicBezTo>
                    <a:pt x="202182" y="18921"/>
                    <a:pt x="201271" y="20743"/>
                    <a:pt x="200967" y="21654"/>
                  </a:cubicBezTo>
                  <a:lnTo>
                    <a:pt x="169059" y="99391"/>
                  </a:lnTo>
                  <a:lnTo>
                    <a:pt x="134416" y="14366"/>
                  </a:lnTo>
                  <a:lnTo>
                    <a:pt x="151434" y="14366"/>
                  </a:lnTo>
                  <a:lnTo>
                    <a:pt x="151434" y="94"/>
                  </a:lnTo>
                  <a:cubicBezTo>
                    <a:pt x="141709" y="398"/>
                    <a:pt x="125907" y="1005"/>
                    <a:pt x="116791" y="1005"/>
                  </a:cubicBezTo>
                  <a:cubicBezTo>
                    <a:pt x="104027" y="1005"/>
                    <a:pt x="91264" y="398"/>
                    <a:pt x="86402" y="94"/>
                  </a:cubicBezTo>
                  <a:lnTo>
                    <a:pt x="86402" y="14366"/>
                  </a:lnTo>
                  <a:lnTo>
                    <a:pt x="104331" y="14366"/>
                  </a:lnTo>
                  <a:cubicBezTo>
                    <a:pt x="110713" y="29549"/>
                    <a:pt x="110713" y="30157"/>
                    <a:pt x="110713" y="30460"/>
                  </a:cubicBezTo>
                  <a:cubicBezTo>
                    <a:pt x="110713" y="31675"/>
                    <a:pt x="109801" y="33497"/>
                    <a:pt x="109497" y="34408"/>
                  </a:cubicBezTo>
                  <a:lnTo>
                    <a:pt x="85490" y="92711"/>
                  </a:lnTo>
                  <a:lnTo>
                    <a:pt x="53582" y="14366"/>
                  </a:lnTo>
                  <a:lnTo>
                    <a:pt x="70600" y="14366"/>
                  </a:lnTo>
                  <a:lnTo>
                    <a:pt x="70600" y="94"/>
                  </a:lnTo>
                  <a:cubicBezTo>
                    <a:pt x="58141" y="701"/>
                    <a:pt x="45681" y="1005"/>
                    <a:pt x="33222" y="1005"/>
                  </a:cubicBezTo>
                  <a:cubicBezTo>
                    <a:pt x="23801" y="1005"/>
                    <a:pt x="10431" y="398"/>
                    <a:pt x="98" y="94"/>
                  </a:cubicBezTo>
                  <a:lnTo>
                    <a:pt x="98" y="14366"/>
                  </a:lnTo>
                  <a:lnTo>
                    <a:pt x="18028" y="14366"/>
                  </a:lnTo>
                  <a:lnTo>
                    <a:pt x="64522" y="127936"/>
                  </a:lnTo>
                  <a:cubicBezTo>
                    <a:pt x="66649" y="133098"/>
                    <a:pt x="67865" y="136134"/>
                    <a:pt x="75462" y="136134"/>
                  </a:cubicBezTo>
                  <a:cubicBezTo>
                    <a:pt x="83059" y="136134"/>
                    <a:pt x="84275" y="133098"/>
                    <a:pt x="86402" y="127936"/>
                  </a:cubicBezTo>
                  <a:lnTo>
                    <a:pt x="118614" y="49287"/>
                  </a:lnTo>
                  <a:lnTo>
                    <a:pt x="150826" y="127936"/>
                  </a:lnTo>
                  <a:cubicBezTo>
                    <a:pt x="152953" y="133098"/>
                    <a:pt x="154169" y="136134"/>
                    <a:pt x="161766" y="136134"/>
                  </a:cubicBezTo>
                  <a:cubicBezTo>
                    <a:pt x="169363" y="136134"/>
                    <a:pt x="170578" y="133098"/>
                    <a:pt x="172706" y="127936"/>
                  </a:cubicBezTo>
                  <a:lnTo>
                    <a:pt x="216465" y="20743"/>
                  </a:ln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51371C6-32E7-B1CD-C1D7-861893E1FA2D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5027074" y="7277833"/>
              <a:ext cx="70501" cy="303661"/>
            </a:xfrm>
            <a:custGeom>
              <a:avLst/>
              <a:gdLst>
                <a:gd name="csX0" fmla="*/ 70608 w 70501"/>
                <a:gd name="csY0" fmla="*/ 151925 h 303661"/>
                <a:gd name="csX1" fmla="*/ 50552 w 70501"/>
                <a:gd name="csY1" fmla="*/ 57182 h 303661"/>
                <a:gd name="csX2" fmla="*/ 3146 w 70501"/>
                <a:gd name="csY2" fmla="*/ 94 h 303661"/>
                <a:gd name="csX3" fmla="*/ 107 w 70501"/>
                <a:gd name="csY3" fmla="*/ 3131 h 303661"/>
                <a:gd name="csX4" fmla="*/ 5881 w 70501"/>
                <a:gd name="csY4" fmla="*/ 10115 h 303661"/>
                <a:gd name="csX5" fmla="*/ 52983 w 70501"/>
                <a:gd name="csY5" fmla="*/ 151925 h 303661"/>
                <a:gd name="csX6" fmla="*/ 4057 w 70501"/>
                <a:gd name="csY6" fmla="*/ 295557 h 303661"/>
                <a:gd name="csX7" fmla="*/ 107 w 70501"/>
                <a:gd name="csY7" fmla="*/ 300719 h 303661"/>
                <a:gd name="csX8" fmla="*/ 3146 w 70501"/>
                <a:gd name="csY8" fmla="*/ 303755 h 303661"/>
                <a:gd name="csX9" fmla="*/ 51464 w 70501"/>
                <a:gd name="csY9" fmla="*/ 244541 h 303661"/>
                <a:gd name="csX10" fmla="*/ 70608 w 70501"/>
                <a:gd name="csY10" fmla="*/ 151925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01" h="303661">
                  <a:moveTo>
                    <a:pt x="70608" y="151925"/>
                  </a:moveTo>
                  <a:cubicBezTo>
                    <a:pt x="70608" y="128239"/>
                    <a:pt x="67266" y="91496"/>
                    <a:pt x="50552" y="57182"/>
                  </a:cubicBezTo>
                  <a:cubicBezTo>
                    <a:pt x="32319" y="19832"/>
                    <a:pt x="6185" y="94"/>
                    <a:pt x="3146" y="94"/>
                  </a:cubicBezTo>
                  <a:cubicBezTo>
                    <a:pt x="1322" y="94"/>
                    <a:pt x="107" y="1309"/>
                    <a:pt x="107" y="3131"/>
                  </a:cubicBezTo>
                  <a:cubicBezTo>
                    <a:pt x="107" y="4042"/>
                    <a:pt x="107" y="4649"/>
                    <a:pt x="5881" y="10115"/>
                  </a:cubicBezTo>
                  <a:cubicBezTo>
                    <a:pt x="35661" y="40177"/>
                    <a:pt x="52983" y="88460"/>
                    <a:pt x="52983" y="151925"/>
                  </a:cubicBezTo>
                  <a:cubicBezTo>
                    <a:pt x="52983" y="203851"/>
                    <a:pt x="41739" y="257295"/>
                    <a:pt x="4057" y="295557"/>
                  </a:cubicBezTo>
                  <a:cubicBezTo>
                    <a:pt x="107" y="299200"/>
                    <a:pt x="107" y="299808"/>
                    <a:pt x="107" y="300719"/>
                  </a:cubicBezTo>
                  <a:cubicBezTo>
                    <a:pt x="107" y="302541"/>
                    <a:pt x="1322" y="303755"/>
                    <a:pt x="3146" y="303755"/>
                  </a:cubicBezTo>
                  <a:cubicBezTo>
                    <a:pt x="6185" y="303755"/>
                    <a:pt x="33534" y="283106"/>
                    <a:pt x="51464" y="244541"/>
                  </a:cubicBezTo>
                  <a:cubicBezTo>
                    <a:pt x="66962" y="211139"/>
                    <a:pt x="70608" y="177432"/>
                    <a:pt x="70608" y="151925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53937AB-D2B9-83FF-6FD2-906102F1D775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5229359" y="7394135"/>
              <a:ext cx="202084" cy="71056"/>
            </a:xfrm>
            <a:custGeom>
              <a:avLst/>
              <a:gdLst>
                <a:gd name="csX0" fmla="*/ 191865 w 202084"/>
                <a:gd name="csY0" fmla="*/ 12241 h 71056"/>
                <a:gd name="csX1" fmla="*/ 202198 w 202084"/>
                <a:gd name="csY1" fmla="*/ 6167 h 71056"/>
                <a:gd name="csX2" fmla="*/ 192169 w 202084"/>
                <a:gd name="csY2" fmla="*/ 94 h 71056"/>
                <a:gd name="csX3" fmla="*/ 10142 w 202084"/>
                <a:gd name="csY3" fmla="*/ 94 h 71056"/>
                <a:gd name="csX4" fmla="*/ 113 w 202084"/>
                <a:gd name="csY4" fmla="*/ 6167 h 71056"/>
                <a:gd name="csX5" fmla="*/ 10446 w 202084"/>
                <a:gd name="csY5" fmla="*/ 12241 h 71056"/>
                <a:gd name="csX6" fmla="*/ 191865 w 202084"/>
                <a:gd name="csY6" fmla="*/ 12241 h 71056"/>
                <a:gd name="csX7" fmla="*/ 192169 w 202084"/>
                <a:gd name="csY7" fmla="*/ 71151 h 71056"/>
                <a:gd name="csX8" fmla="*/ 202198 w 202084"/>
                <a:gd name="csY8" fmla="*/ 65078 h 71056"/>
                <a:gd name="csX9" fmla="*/ 191865 w 202084"/>
                <a:gd name="csY9" fmla="*/ 59004 h 71056"/>
                <a:gd name="csX10" fmla="*/ 10446 w 202084"/>
                <a:gd name="csY10" fmla="*/ 59004 h 71056"/>
                <a:gd name="csX11" fmla="*/ 113 w 202084"/>
                <a:gd name="csY11" fmla="*/ 65078 h 71056"/>
                <a:gd name="csX12" fmla="*/ 10142 w 202084"/>
                <a:gd name="csY12" fmla="*/ 71151 h 71056"/>
                <a:gd name="csX13" fmla="*/ 192169 w 202084"/>
                <a:gd name="csY13" fmla="*/ 71151 h 71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2084" h="71056">
                  <a:moveTo>
                    <a:pt x="191865" y="12241"/>
                  </a:moveTo>
                  <a:cubicBezTo>
                    <a:pt x="196424" y="12241"/>
                    <a:pt x="202198" y="12241"/>
                    <a:pt x="202198" y="6167"/>
                  </a:cubicBezTo>
                  <a:cubicBezTo>
                    <a:pt x="202198" y="94"/>
                    <a:pt x="196424" y="94"/>
                    <a:pt x="192169" y="94"/>
                  </a:cubicBezTo>
                  <a:lnTo>
                    <a:pt x="10142" y="94"/>
                  </a:lnTo>
                  <a:cubicBezTo>
                    <a:pt x="5887" y="94"/>
                    <a:pt x="113" y="94"/>
                    <a:pt x="113" y="6167"/>
                  </a:cubicBezTo>
                  <a:cubicBezTo>
                    <a:pt x="113" y="12241"/>
                    <a:pt x="5887" y="12241"/>
                    <a:pt x="10446" y="12241"/>
                  </a:cubicBezTo>
                  <a:lnTo>
                    <a:pt x="191865" y="12241"/>
                  </a:lnTo>
                  <a:close/>
                  <a:moveTo>
                    <a:pt x="192169" y="71151"/>
                  </a:moveTo>
                  <a:cubicBezTo>
                    <a:pt x="196424" y="71151"/>
                    <a:pt x="202198" y="71151"/>
                    <a:pt x="202198" y="65078"/>
                  </a:cubicBezTo>
                  <a:cubicBezTo>
                    <a:pt x="202198" y="59004"/>
                    <a:pt x="196424" y="59004"/>
                    <a:pt x="191865" y="59004"/>
                  </a:cubicBezTo>
                  <a:lnTo>
                    <a:pt x="10446" y="59004"/>
                  </a:lnTo>
                  <a:cubicBezTo>
                    <a:pt x="5887" y="59004"/>
                    <a:pt x="113" y="59004"/>
                    <a:pt x="113" y="65078"/>
                  </a:cubicBezTo>
                  <a:cubicBezTo>
                    <a:pt x="113" y="71151"/>
                    <a:pt x="5887" y="71151"/>
                    <a:pt x="10142" y="71151"/>
                  </a:cubicBezTo>
                  <a:lnTo>
                    <a:pt x="192169" y="71151"/>
                  </a:ln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5997AC21-1D7F-5010-31B3-EE49FC239F39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5542833" y="7371360"/>
              <a:ext cx="237334" cy="134218"/>
            </a:xfrm>
            <a:custGeom>
              <a:avLst/>
              <a:gdLst>
                <a:gd name="csX0" fmla="*/ 23827 w 237334"/>
                <a:gd name="csY0" fmla="*/ 29853 h 134218"/>
                <a:gd name="csX1" fmla="*/ 23827 w 237334"/>
                <a:gd name="csY1" fmla="*/ 111234 h 134218"/>
                <a:gd name="csX2" fmla="*/ 124 w 237334"/>
                <a:gd name="csY2" fmla="*/ 124899 h 134218"/>
                <a:gd name="csX3" fmla="*/ 124 w 237334"/>
                <a:gd name="csY3" fmla="*/ 134312 h 134218"/>
                <a:gd name="csX4" fmla="*/ 34463 w 237334"/>
                <a:gd name="csY4" fmla="*/ 133401 h 134218"/>
                <a:gd name="csX5" fmla="*/ 68498 w 237334"/>
                <a:gd name="csY5" fmla="*/ 134312 h 134218"/>
                <a:gd name="csX6" fmla="*/ 68498 w 237334"/>
                <a:gd name="csY6" fmla="*/ 124899 h 134218"/>
                <a:gd name="csX7" fmla="*/ 44795 w 237334"/>
                <a:gd name="csY7" fmla="*/ 111234 h 134218"/>
                <a:gd name="csX8" fmla="*/ 44795 w 237334"/>
                <a:gd name="csY8" fmla="*/ 55361 h 134218"/>
                <a:gd name="csX9" fmla="*/ 85820 w 237334"/>
                <a:gd name="csY9" fmla="*/ 6775 h 134218"/>
                <a:gd name="csX10" fmla="*/ 108307 w 237334"/>
                <a:gd name="csY10" fmla="*/ 40481 h 134218"/>
                <a:gd name="csX11" fmla="*/ 108307 w 237334"/>
                <a:gd name="csY11" fmla="*/ 111234 h 134218"/>
                <a:gd name="csX12" fmla="*/ 84604 w 237334"/>
                <a:gd name="csY12" fmla="*/ 124899 h 134218"/>
                <a:gd name="csX13" fmla="*/ 84604 w 237334"/>
                <a:gd name="csY13" fmla="*/ 134312 h 134218"/>
                <a:gd name="csX14" fmla="*/ 118943 w 237334"/>
                <a:gd name="csY14" fmla="*/ 133401 h 134218"/>
                <a:gd name="csX15" fmla="*/ 152979 w 237334"/>
                <a:gd name="csY15" fmla="*/ 134312 h 134218"/>
                <a:gd name="csX16" fmla="*/ 152979 w 237334"/>
                <a:gd name="csY16" fmla="*/ 124899 h 134218"/>
                <a:gd name="csX17" fmla="*/ 129275 w 237334"/>
                <a:gd name="csY17" fmla="*/ 111234 h 134218"/>
                <a:gd name="csX18" fmla="*/ 129275 w 237334"/>
                <a:gd name="csY18" fmla="*/ 55361 h 134218"/>
                <a:gd name="csX19" fmla="*/ 170300 w 237334"/>
                <a:gd name="csY19" fmla="*/ 6775 h 134218"/>
                <a:gd name="csX20" fmla="*/ 192788 w 237334"/>
                <a:gd name="csY20" fmla="*/ 40481 h 134218"/>
                <a:gd name="csX21" fmla="*/ 192788 w 237334"/>
                <a:gd name="csY21" fmla="*/ 111234 h 134218"/>
                <a:gd name="csX22" fmla="*/ 169085 w 237334"/>
                <a:gd name="csY22" fmla="*/ 124899 h 134218"/>
                <a:gd name="csX23" fmla="*/ 169085 w 237334"/>
                <a:gd name="csY23" fmla="*/ 134312 h 134218"/>
                <a:gd name="csX24" fmla="*/ 203424 w 237334"/>
                <a:gd name="csY24" fmla="*/ 133401 h 134218"/>
                <a:gd name="csX25" fmla="*/ 237459 w 237334"/>
                <a:gd name="csY25" fmla="*/ 134312 h 134218"/>
                <a:gd name="csX26" fmla="*/ 237459 w 237334"/>
                <a:gd name="csY26" fmla="*/ 124899 h 134218"/>
                <a:gd name="csX27" fmla="*/ 213756 w 237334"/>
                <a:gd name="csY27" fmla="*/ 115789 h 134218"/>
                <a:gd name="csX28" fmla="*/ 213756 w 237334"/>
                <a:gd name="csY28" fmla="*/ 57790 h 134218"/>
                <a:gd name="csX29" fmla="*/ 204335 w 237334"/>
                <a:gd name="csY29" fmla="*/ 11330 h 134218"/>
                <a:gd name="csX30" fmla="*/ 172427 w 237334"/>
                <a:gd name="csY30" fmla="*/ 94 h 134218"/>
                <a:gd name="csX31" fmla="*/ 128364 w 237334"/>
                <a:gd name="csY31" fmla="*/ 29853 h 134218"/>
                <a:gd name="csX32" fmla="*/ 87947 w 237334"/>
                <a:gd name="csY32" fmla="*/ 94 h 134218"/>
                <a:gd name="csX33" fmla="*/ 42972 w 237334"/>
                <a:gd name="csY33" fmla="*/ 31979 h 134218"/>
                <a:gd name="csX34" fmla="*/ 42972 w 237334"/>
                <a:gd name="csY34" fmla="*/ 94 h 134218"/>
                <a:gd name="csX35" fmla="*/ 124 w 237334"/>
                <a:gd name="csY35" fmla="*/ 3434 h 134218"/>
                <a:gd name="csX36" fmla="*/ 124 w 237334"/>
                <a:gd name="csY36" fmla="*/ 12848 h 134218"/>
                <a:gd name="csX37" fmla="*/ 23827 w 237334"/>
                <a:gd name="csY37" fmla="*/ 29853 h 134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</a:cxnLst>
              <a:rect l="l" t="t" r="r" b="b"/>
              <a:pathLst>
                <a:path w="237334" h="134218">
                  <a:moveTo>
                    <a:pt x="23827" y="29853"/>
                  </a:moveTo>
                  <a:lnTo>
                    <a:pt x="23827" y="111234"/>
                  </a:lnTo>
                  <a:cubicBezTo>
                    <a:pt x="23827" y="124899"/>
                    <a:pt x="20484" y="124899"/>
                    <a:pt x="124" y="124899"/>
                  </a:cubicBezTo>
                  <a:lnTo>
                    <a:pt x="124" y="134312"/>
                  </a:lnTo>
                  <a:cubicBezTo>
                    <a:pt x="10760" y="134009"/>
                    <a:pt x="26258" y="133401"/>
                    <a:pt x="34463" y="133401"/>
                  </a:cubicBezTo>
                  <a:cubicBezTo>
                    <a:pt x="42364" y="133401"/>
                    <a:pt x="58166" y="134009"/>
                    <a:pt x="68498" y="134312"/>
                  </a:cubicBezTo>
                  <a:lnTo>
                    <a:pt x="68498" y="124899"/>
                  </a:lnTo>
                  <a:cubicBezTo>
                    <a:pt x="48138" y="124899"/>
                    <a:pt x="44795" y="124899"/>
                    <a:pt x="44795" y="111234"/>
                  </a:cubicBezTo>
                  <a:lnTo>
                    <a:pt x="44795" y="55361"/>
                  </a:lnTo>
                  <a:cubicBezTo>
                    <a:pt x="44795" y="23780"/>
                    <a:pt x="66371" y="6775"/>
                    <a:pt x="85820" y="6775"/>
                  </a:cubicBezTo>
                  <a:cubicBezTo>
                    <a:pt x="104965" y="6775"/>
                    <a:pt x="108307" y="23172"/>
                    <a:pt x="108307" y="40481"/>
                  </a:cubicBezTo>
                  <a:lnTo>
                    <a:pt x="108307" y="111234"/>
                  </a:lnTo>
                  <a:cubicBezTo>
                    <a:pt x="108307" y="124899"/>
                    <a:pt x="104965" y="124899"/>
                    <a:pt x="84604" y="124899"/>
                  </a:cubicBezTo>
                  <a:lnTo>
                    <a:pt x="84604" y="134312"/>
                  </a:lnTo>
                  <a:cubicBezTo>
                    <a:pt x="95240" y="134009"/>
                    <a:pt x="110738" y="133401"/>
                    <a:pt x="118943" y="133401"/>
                  </a:cubicBezTo>
                  <a:cubicBezTo>
                    <a:pt x="126844" y="133401"/>
                    <a:pt x="142646" y="134009"/>
                    <a:pt x="152979" y="134312"/>
                  </a:cubicBezTo>
                  <a:lnTo>
                    <a:pt x="152979" y="124899"/>
                  </a:lnTo>
                  <a:cubicBezTo>
                    <a:pt x="132618" y="124899"/>
                    <a:pt x="129275" y="124899"/>
                    <a:pt x="129275" y="111234"/>
                  </a:cubicBezTo>
                  <a:lnTo>
                    <a:pt x="129275" y="55361"/>
                  </a:lnTo>
                  <a:cubicBezTo>
                    <a:pt x="129275" y="23780"/>
                    <a:pt x="150851" y="6775"/>
                    <a:pt x="170300" y="6775"/>
                  </a:cubicBezTo>
                  <a:cubicBezTo>
                    <a:pt x="189445" y="6775"/>
                    <a:pt x="192788" y="23172"/>
                    <a:pt x="192788" y="40481"/>
                  </a:cubicBezTo>
                  <a:lnTo>
                    <a:pt x="192788" y="111234"/>
                  </a:lnTo>
                  <a:cubicBezTo>
                    <a:pt x="192788" y="124899"/>
                    <a:pt x="189445" y="124899"/>
                    <a:pt x="169085" y="124899"/>
                  </a:cubicBezTo>
                  <a:lnTo>
                    <a:pt x="169085" y="134312"/>
                  </a:lnTo>
                  <a:cubicBezTo>
                    <a:pt x="179721" y="134009"/>
                    <a:pt x="195219" y="133401"/>
                    <a:pt x="203424" y="133401"/>
                  </a:cubicBezTo>
                  <a:cubicBezTo>
                    <a:pt x="211325" y="133401"/>
                    <a:pt x="227127" y="134009"/>
                    <a:pt x="237459" y="134312"/>
                  </a:cubicBezTo>
                  <a:lnTo>
                    <a:pt x="237459" y="124899"/>
                  </a:lnTo>
                  <a:cubicBezTo>
                    <a:pt x="221657" y="124899"/>
                    <a:pt x="214060" y="124899"/>
                    <a:pt x="213756" y="115789"/>
                  </a:cubicBezTo>
                  <a:lnTo>
                    <a:pt x="213756" y="57790"/>
                  </a:lnTo>
                  <a:cubicBezTo>
                    <a:pt x="213756" y="31675"/>
                    <a:pt x="213756" y="22261"/>
                    <a:pt x="204335" y="11330"/>
                  </a:cubicBezTo>
                  <a:cubicBezTo>
                    <a:pt x="200081" y="6167"/>
                    <a:pt x="190053" y="94"/>
                    <a:pt x="172427" y="94"/>
                  </a:cubicBezTo>
                  <a:cubicBezTo>
                    <a:pt x="146901" y="94"/>
                    <a:pt x="133530" y="18314"/>
                    <a:pt x="128364" y="29853"/>
                  </a:cubicBezTo>
                  <a:cubicBezTo>
                    <a:pt x="124109" y="3434"/>
                    <a:pt x="101622" y="94"/>
                    <a:pt x="87947" y="94"/>
                  </a:cubicBezTo>
                  <a:cubicBezTo>
                    <a:pt x="65763" y="94"/>
                    <a:pt x="51481" y="13152"/>
                    <a:pt x="42972" y="31979"/>
                  </a:cubicBezTo>
                  <a:lnTo>
                    <a:pt x="42972" y="94"/>
                  </a:lnTo>
                  <a:lnTo>
                    <a:pt x="124" y="3434"/>
                  </a:lnTo>
                  <a:lnTo>
                    <a:pt x="124" y="12848"/>
                  </a:lnTo>
                  <a:cubicBezTo>
                    <a:pt x="21396" y="12848"/>
                    <a:pt x="23827" y="14974"/>
                    <a:pt x="23827" y="29853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EAF7A801-038F-FD61-2B50-6BD685E7B1DD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5799111" y="7369538"/>
              <a:ext cx="137052" cy="139380"/>
            </a:xfrm>
            <a:custGeom>
              <a:avLst/>
              <a:gdLst>
                <a:gd name="csX0" fmla="*/ 88563 w 137052"/>
                <a:gd name="csY0" fmla="*/ 113056 h 139380"/>
                <a:gd name="csX1" fmla="*/ 112266 w 137052"/>
                <a:gd name="csY1" fmla="*/ 137956 h 139380"/>
                <a:gd name="csX2" fmla="*/ 137185 w 137052"/>
                <a:gd name="csY2" fmla="*/ 109109 h 139380"/>
                <a:gd name="csX3" fmla="*/ 137185 w 137052"/>
                <a:gd name="csY3" fmla="*/ 92104 h 139380"/>
                <a:gd name="csX4" fmla="*/ 129588 w 137052"/>
                <a:gd name="csY4" fmla="*/ 92104 h 139380"/>
                <a:gd name="csX5" fmla="*/ 129588 w 137052"/>
                <a:gd name="csY5" fmla="*/ 109109 h 139380"/>
                <a:gd name="csX6" fmla="*/ 118648 w 137052"/>
                <a:gd name="csY6" fmla="*/ 128543 h 139380"/>
                <a:gd name="csX7" fmla="*/ 107404 w 137052"/>
                <a:gd name="csY7" fmla="*/ 113360 h 139380"/>
                <a:gd name="csX8" fmla="*/ 107404 w 137052"/>
                <a:gd name="csY8" fmla="*/ 52628 h 139380"/>
                <a:gd name="csX9" fmla="*/ 96464 w 137052"/>
                <a:gd name="csY9" fmla="*/ 16796 h 139380"/>
                <a:gd name="csX10" fmla="*/ 54832 w 137052"/>
                <a:gd name="csY10" fmla="*/ 94 h 139380"/>
                <a:gd name="csX11" fmla="*/ 8945 w 137052"/>
                <a:gd name="csY11" fmla="*/ 34408 h 139380"/>
                <a:gd name="csX12" fmla="*/ 22924 w 137052"/>
                <a:gd name="csY12" fmla="*/ 48680 h 139380"/>
                <a:gd name="csX13" fmla="*/ 36902 w 137052"/>
                <a:gd name="csY13" fmla="*/ 34712 h 139380"/>
                <a:gd name="csX14" fmla="*/ 21404 w 137052"/>
                <a:gd name="csY14" fmla="*/ 20743 h 139380"/>
                <a:gd name="csX15" fmla="*/ 54224 w 137052"/>
                <a:gd name="csY15" fmla="*/ 6775 h 139380"/>
                <a:gd name="csX16" fmla="*/ 86436 w 137052"/>
                <a:gd name="csY16" fmla="*/ 45643 h 139380"/>
                <a:gd name="csX17" fmla="*/ 86436 w 137052"/>
                <a:gd name="csY17" fmla="*/ 56879 h 139380"/>
                <a:gd name="csX18" fmla="*/ 30521 w 137052"/>
                <a:gd name="csY18" fmla="*/ 67811 h 139380"/>
                <a:gd name="csX19" fmla="*/ 132 w 137052"/>
                <a:gd name="csY19" fmla="*/ 107287 h 139380"/>
                <a:gd name="csX20" fmla="*/ 48754 w 137052"/>
                <a:gd name="csY20" fmla="*/ 139475 h 139380"/>
                <a:gd name="csX21" fmla="*/ 88563 w 137052"/>
                <a:gd name="csY21" fmla="*/ 113056 h 139380"/>
                <a:gd name="csX22" fmla="*/ 86436 w 137052"/>
                <a:gd name="csY22" fmla="*/ 63256 h 139380"/>
                <a:gd name="csX23" fmla="*/ 86436 w 137052"/>
                <a:gd name="csY23" fmla="*/ 93622 h 139380"/>
                <a:gd name="csX24" fmla="*/ 50881 w 137052"/>
                <a:gd name="csY24" fmla="*/ 132794 h 139380"/>
                <a:gd name="csX25" fmla="*/ 23531 w 137052"/>
                <a:gd name="csY25" fmla="*/ 106983 h 139380"/>
                <a:gd name="csX26" fmla="*/ 86436 w 137052"/>
                <a:gd name="csY26" fmla="*/ 63256 h 139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37052" h="139380">
                  <a:moveTo>
                    <a:pt x="88563" y="113056"/>
                  </a:moveTo>
                  <a:cubicBezTo>
                    <a:pt x="89779" y="125203"/>
                    <a:pt x="97984" y="137956"/>
                    <a:pt x="112266" y="137956"/>
                  </a:cubicBezTo>
                  <a:cubicBezTo>
                    <a:pt x="118648" y="137956"/>
                    <a:pt x="137185" y="133705"/>
                    <a:pt x="137185" y="109109"/>
                  </a:cubicBezTo>
                  <a:lnTo>
                    <a:pt x="137185" y="92104"/>
                  </a:lnTo>
                  <a:lnTo>
                    <a:pt x="129588" y="92104"/>
                  </a:lnTo>
                  <a:lnTo>
                    <a:pt x="129588" y="109109"/>
                  </a:lnTo>
                  <a:cubicBezTo>
                    <a:pt x="129588" y="126721"/>
                    <a:pt x="121991" y="128543"/>
                    <a:pt x="118648" y="128543"/>
                  </a:cubicBezTo>
                  <a:cubicBezTo>
                    <a:pt x="108620" y="128543"/>
                    <a:pt x="107404" y="114878"/>
                    <a:pt x="107404" y="113360"/>
                  </a:cubicBezTo>
                  <a:lnTo>
                    <a:pt x="107404" y="52628"/>
                  </a:lnTo>
                  <a:cubicBezTo>
                    <a:pt x="107404" y="39874"/>
                    <a:pt x="107404" y="28031"/>
                    <a:pt x="96464" y="16796"/>
                  </a:cubicBezTo>
                  <a:cubicBezTo>
                    <a:pt x="84613" y="4953"/>
                    <a:pt x="69418" y="94"/>
                    <a:pt x="54832" y="94"/>
                  </a:cubicBezTo>
                  <a:cubicBezTo>
                    <a:pt x="29913" y="94"/>
                    <a:pt x="8945" y="14366"/>
                    <a:pt x="8945" y="34408"/>
                  </a:cubicBezTo>
                  <a:cubicBezTo>
                    <a:pt x="8945" y="43518"/>
                    <a:pt x="15023" y="48680"/>
                    <a:pt x="22924" y="48680"/>
                  </a:cubicBezTo>
                  <a:cubicBezTo>
                    <a:pt x="31433" y="48680"/>
                    <a:pt x="36902" y="42607"/>
                    <a:pt x="36902" y="34712"/>
                  </a:cubicBezTo>
                  <a:cubicBezTo>
                    <a:pt x="36902" y="31068"/>
                    <a:pt x="35383" y="21047"/>
                    <a:pt x="21404" y="20743"/>
                  </a:cubicBezTo>
                  <a:cubicBezTo>
                    <a:pt x="29609" y="10115"/>
                    <a:pt x="44500" y="6775"/>
                    <a:pt x="54224" y="6775"/>
                  </a:cubicBezTo>
                  <a:cubicBezTo>
                    <a:pt x="69114" y="6775"/>
                    <a:pt x="86436" y="18617"/>
                    <a:pt x="86436" y="45643"/>
                  </a:cubicBezTo>
                  <a:lnTo>
                    <a:pt x="86436" y="56879"/>
                  </a:lnTo>
                  <a:cubicBezTo>
                    <a:pt x="70938" y="57790"/>
                    <a:pt x="49666" y="58701"/>
                    <a:pt x="30521" y="67811"/>
                  </a:cubicBezTo>
                  <a:cubicBezTo>
                    <a:pt x="7729" y="78135"/>
                    <a:pt x="132" y="93925"/>
                    <a:pt x="132" y="107287"/>
                  </a:cubicBezTo>
                  <a:cubicBezTo>
                    <a:pt x="132" y="131883"/>
                    <a:pt x="29609" y="139475"/>
                    <a:pt x="48754" y="139475"/>
                  </a:cubicBezTo>
                  <a:cubicBezTo>
                    <a:pt x="68810" y="139475"/>
                    <a:pt x="82789" y="127328"/>
                    <a:pt x="88563" y="113056"/>
                  </a:cubicBezTo>
                  <a:close/>
                  <a:moveTo>
                    <a:pt x="86436" y="63256"/>
                  </a:moveTo>
                  <a:lnTo>
                    <a:pt x="86436" y="93622"/>
                  </a:lnTo>
                  <a:cubicBezTo>
                    <a:pt x="86436" y="122470"/>
                    <a:pt x="64556" y="132794"/>
                    <a:pt x="50881" y="132794"/>
                  </a:cubicBezTo>
                  <a:cubicBezTo>
                    <a:pt x="35991" y="132794"/>
                    <a:pt x="23531" y="122166"/>
                    <a:pt x="23531" y="106983"/>
                  </a:cubicBezTo>
                  <a:cubicBezTo>
                    <a:pt x="23531" y="90282"/>
                    <a:pt x="36295" y="65078"/>
                    <a:pt x="86436" y="63256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AB21032B-A163-199B-C4B1-BC3946C8A6B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5941938" y="7374701"/>
              <a:ext cx="153158" cy="130878"/>
            </a:xfrm>
            <a:custGeom>
              <a:avLst/>
              <a:gdLst>
                <a:gd name="csX0" fmla="*/ 83706 w 153158"/>
                <a:gd name="csY0" fmla="*/ 59612 h 130878"/>
                <a:gd name="csX1" fmla="*/ 111663 w 153158"/>
                <a:gd name="csY1" fmla="*/ 25298 h 130878"/>
                <a:gd name="csX2" fmla="*/ 147826 w 153158"/>
                <a:gd name="csY2" fmla="*/ 9508 h 130878"/>
                <a:gd name="csX3" fmla="*/ 147826 w 153158"/>
                <a:gd name="csY3" fmla="*/ 94 h 130878"/>
                <a:gd name="csX4" fmla="*/ 122907 w 153158"/>
                <a:gd name="csY4" fmla="*/ 1005 h 130878"/>
                <a:gd name="csX5" fmla="*/ 93734 w 153158"/>
                <a:gd name="csY5" fmla="*/ 94 h 130878"/>
                <a:gd name="csX6" fmla="*/ 93734 w 153158"/>
                <a:gd name="csY6" fmla="*/ 9508 h 130878"/>
                <a:gd name="csX7" fmla="*/ 102547 w 153158"/>
                <a:gd name="csY7" fmla="*/ 18921 h 130878"/>
                <a:gd name="csX8" fmla="*/ 97989 w 153158"/>
                <a:gd name="csY8" fmla="*/ 29549 h 130878"/>
                <a:gd name="csX9" fmla="*/ 79148 w 153158"/>
                <a:gd name="csY9" fmla="*/ 53235 h 130878"/>
                <a:gd name="csX10" fmla="*/ 55444 w 153158"/>
                <a:gd name="csY10" fmla="*/ 22565 h 130878"/>
                <a:gd name="csX11" fmla="*/ 52709 w 153158"/>
                <a:gd name="csY11" fmla="*/ 17099 h 130878"/>
                <a:gd name="csX12" fmla="*/ 63346 w 153158"/>
                <a:gd name="csY12" fmla="*/ 9508 h 130878"/>
                <a:gd name="csX13" fmla="*/ 63346 w 153158"/>
                <a:gd name="csY13" fmla="*/ 94 h 130878"/>
                <a:gd name="csX14" fmla="*/ 30526 w 153158"/>
                <a:gd name="csY14" fmla="*/ 1005 h 130878"/>
                <a:gd name="csX15" fmla="*/ 1657 w 153158"/>
                <a:gd name="csY15" fmla="*/ 94 h 130878"/>
                <a:gd name="csX16" fmla="*/ 1657 w 153158"/>
                <a:gd name="csY16" fmla="*/ 9508 h 130878"/>
                <a:gd name="csX17" fmla="*/ 37515 w 153158"/>
                <a:gd name="csY17" fmla="*/ 28031 h 130878"/>
                <a:gd name="csX18" fmla="*/ 67600 w 153158"/>
                <a:gd name="csY18" fmla="*/ 67203 h 130878"/>
                <a:gd name="csX19" fmla="*/ 39035 w 153158"/>
                <a:gd name="csY19" fmla="*/ 103339 h 130878"/>
                <a:gd name="csX20" fmla="*/ 137 w 153158"/>
                <a:gd name="csY20" fmla="*/ 121559 h 130878"/>
                <a:gd name="csX21" fmla="*/ 137 w 153158"/>
                <a:gd name="csY21" fmla="*/ 130972 h 130878"/>
                <a:gd name="csX22" fmla="*/ 25360 w 153158"/>
                <a:gd name="csY22" fmla="*/ 130061 h 130878"/>
                <a:gd name="csX23" fmla="*/ 54229 w 153158"/>
                <a:gd name="csY23" fmla="*/ 130972 h 130878"/>
                <a:gd name="csX24" fmla="*/ 54229 w 153158"/>
                <a:gd name="csY24" fmla="*/ 121559 h 130878"/>
                <a:gd name="csX25" fmla="*/ 45416 w 153158"/>
                <a:gd name="csY25" fmla="*/ 112145 h 130878"/>
                <a:gd name="csX26" fmla="*/ 72766 w 153158"/>
                <a:gd name="csY26" fmla="*/ 73580 h 130878"/>
                <a:gd name="csX27" fmla="*/ 95861 w 153158"/>
                <a:gd name="csY27" fmla="*/ 103946 h 130878"/>
                <a:gd name="csX28" fmla="*/ 102243 w 153158"/>
                <a:gd name="csY28" fmla="*/ 113967 h 130878"/>
                <a:gd name="csX29" fmla="*/ 91303 w 153158"/>
                <a:gd name="csY29" fmla="*/ 121559 h 130878"/>
                <a:gd name="csX30" fmla="*/ 91303 w 153158"/>
                <a:gd name="csY30" fmla="*/ 130972 h 130878"/>
                <a:gd name="csX31" fmla="*/ 124123 w 153158"/>
                <a:gd name="csY31" fmla="*/ 130061 h 130878"/>
                <a:gd name="csX32" fmla="*/ 153296 w 153158"/>
                <a:gd name="csY32" fmla="*/ 130972 h 130878"/>
                <a:gd name="csX33" fmla="*/ 153296 w 153158"/>
                <a:gd name="csY33" fmla="*/ 121559 h 130878"/>
                <a:gd name="csX34" fmla="*/ 124427 w 153158"/>
                <a:gd name="csY34" fmla="*/ 112145 h 130878"/>
                <a:gd name="csX35" fmla="*/ 83706 w 153158"/>
                <a:gd name="csY35" fmla="*/ 59612 h 1308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153158" h="130878">
                  <a:moveTo>
                    <a:pt x="83706" y="59612"/>
                  </a:moveTo>
                  <a:cubicBezTo>
                    <a:pt x="92822" y="48073"/>
                    <a:pt x="104370" y="33193"/>
                    <a:pt x="111663" y="25298"/>
                  </a:cubicBezTo>
                  <a:cubicBezTo>
                    <a:pt x="121084" y="14366"/>
                    <a:pt x="133543" y="9811"/>
                    <a:pt x="147826" y="9508"/>
                  </a:cubicBezTo>
                  <a:lnTo>
                    <a:pt x="147826" y="94"/>
                  </a:lnTo>
                  <a:cubicBezTo>
                    <a:pt x="139925" y="701"/>
                    <a:pt x="130808" y="1005"/>
                    <a:pt x="122907" y="1005"/>
                  </a:cubicBezTo>
                  <a:cubicBezTo>
                    <a:pt x="113791" y="1005"/>
                    <a:pt x="97685" y="398"/>
                    <a:pt x="93734" y="94"/>
                  </a:cubicBezTo>
                  <a:lnTo>
                    <a:pt x="93734" y="9508"/>
                  </a:lnTo>
                  <a:cubicBezTo>
                    <a:pt x="100116" y="10115"/>
                    <a:pt x="102547" y="14063"/>
                    <a:pt x="102547" y="18921"/>
                  </a:cubicBezTo>
                  <a:cubicBezTo>
                    <a:pt x="102547" y="23780"/>
                    <a:pt x="99508" y="27727"/>
                    <a:pt x="97989" y="29549"/>
                  </a:cubicBezTo>
                  <a:lnTo>
                    <a:pt x="79148" y="53235"/>
                  </a:lnTo>
                  <a:lnTo>
                    <a:pt x="55444" y="22565"/>
                  </a:lnTo>
                  <a:cubicBezTo>
                    <a:pt x="52709" y="19528"/>
                    <a:pt x="52709" y="18921"/>
                    <a:pt x="52709" y="17099"/>
                  </a:cubicBezTo>
                  <a:cubicBezTo>
                    <a:pt x="52709" y="12544"/>
                    <a:pt x="57268" y="9811"/>
                    <a:pt x="63346" y="9508"/>
                  </a:cubicBezTo>
                  <a:lnTo>
                    <a:pt x="63346" y="94"/>
                  </a:lnTo>
                  <a:cubicBezTo>
                    <a:pt x="55444" y="398"/>
                    <a:pt x="35388" y="1005"/>
                    <a:pt x="30526" y="1005"/>
                  </a:cubicBezTo>
                  <a:cubicBezTo>
                    <a:pt x="24144" y="1005"/>
                    <a:pt x="9862" y="701"/>
                    <a:pt x="1657" y="94"/>
                  </a:cubicBezTo>
                  <a:lnTo>
                    <a:pt x="1657" y="9508"/>
                  </a:lnTo>
                  <a:cubicBezTo>
                    <a:pt x="22929" y="9508"/>
                    <a:pt x="23233" y="9811"/>
                    <a:pt x="37515" y="28031"/>
                  </a:cubicBezTo>
                  <a:lnTo>
                    <a:pt x="67600" y="67203"/>
                  </a:lnTo>
                  <a:lnTo>
                    <a:pt x="39035" y="103339"/>
                  </a:lnTo>
                  <a:cubicBezTo>
                    <a:pt x="24448" y="120951"/>
                    <a:pt x="6519" y="121559"/>
                    <a:pt x="137" y="121559"/>
                  </a:cubicBezTo>
                  <a:lnTo>
                    <a:pt x="137" y="130972"/>
                  </a:lnTo>
                  <a:cubicBezTo>
                    <a:pt x="8038" y="130365"/>
                    <a:pt x="17459" y="130061"/>
                    <a:pt x="25360" y="130061"/>
                  </a:cubicBezTo>
                  <a:cubicBezTo>
                    <a:pt x="34172" y="130061"/>
                    <a:pt x="46936" y="130668"/>
                    <a:pt x="54229" y="130972"/>
                  </a:cubicBezTo>
                  <a:lnTo>
                    <a:pt x="54229" y="121559"/>
                  </a:lnTo>
                  <a:cubicBezTo>
                    <a:pt x="47543" y="120648"/>
                    <a:pt x="45416" y="116700"/>
                    <a:pt x="45416" y="112145"/>
                  </a:cubicBezTo>
                  <a:cubicBezTo>
                    <a:pt x="45416" y="105465"/>
                    <a:pt x="54229" y="95444"/>
                    <a:pt x="72766" y="73580"/>
                  </a:cubicBezTo>
                  <a:lnTo>
                    <a:pt x="95861" y="103946"/>
                  </a:lnTo>
                  <a:cubicBezTo>
                    <a:pt x="98292" y="107287"/>
                    <a:pt x="102243" y="112145"/>
                    <a:pt x="102243" y="113967"/>
                  </a:cubicBezTo>
                  <a:cubicBezTo>
                    <a:pt x="102243" y="116700"/>
                    <a:pt x="99508" y="121255"/>
                    <a:pt x="91303" y="121559"/>
                  </a:cubicBezTo>
                  <a:lnTo>
                    <a:pt x="91303" y="130972"/>
                  </a:lnTo>
                  <a:cubicBezTo>
                    <a:pt x="100420" y="130668"/>
                    <a:pt x="117437" y="130061"/>
                    <a:pt x="124123" y="130061"/>
                  </a:cubicBezTo>
                  <a:cubicBezTo>
                    <a:pt x="132328" y="130061"/>
                    <a:pt x="144179" y="130365"/>
                    <a:pt x="153296" y="130972"/>
                  </a:cubicBezTo>
                  <a:lnTo>
                    <a:pt x="153296" y="121559"/>
                  </a:lnTo>
                  <a:cubicBezTo>
                    <a:pt x="136886" y="121559"/>
                    <a:pt x="131416" y="120951"/>
                    <a:pt x="124427" y="112145"/>
                  </a:cubicBezTo>
                  <a:lnTo>
                    <a:pt x="83706" y="59612"/>
                  </a:ln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3194212-29E7-78EF-A06E-4E3C0082D86D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6237753" y="6883371"/>
              <a:ext cx="167441" cy="549323"/>
            </a:xfrm>
            <a:custGeom>
              <a:avLst/>
              <a:gdLst>
                <a:gd name="csX0" fmla="*/ 25367 w 167441"/>
                <a:gd name="csY0" fmla="*/ 549397 h 549323"/>
                <a:gd name="csX1" fmla="*/ 33876 w 167441"/>
                <a:gd name="csY1" fmla="*/ 545146 h 549323"/>
                <a:gd name="csX2" fmla="*/ 165458 w 167441"/>
                <a:gd name="csY2" fmla="*/ 7058 h 549323"/>
                <a:gd name="csX3" fmla="*/ 167585 w 167441"/>
                <a:gd name="csY3" fmla="*/ 3111 h 549323"/>
                <a:gd name="csX4" fmla="*/ 160596 w 167441"/>
                <a:gd name="csY4" fmla="*/ 74 h 549323"/>
                <a:gd name="csX5" fmla="*/ 154518 w 167441"/>
                <a:gd name="csY5" fmla="*/ 681 h 549323"/>
                <a:gd name="csX6" fmla="*/ 84017 w 167441"/>
                <a:gd name="csY6" fmla="*/ 106963 h 549323"/>
                <a:gd name="csX7" fmla="*/ 7437 w 167441"/>
                <a:gd name="csY7" fmla="*/ 389672 h 549323"/>
                <a:gd name="csX8" fmla="*/ 144 w 167441"/>
                <a:gd name="csY8" fmla="*/ 534214 h 549323"/>
                <a:gd name="csX9" fmla="*/ 144 w 167441"/>
                <a:gd name="csY9" fmla="*/ 546057 h 549323"/>
                <a:gd name="csX10" fmla="*/ 8653 w 167441"/>
                <a:gd name="csY10" fmla="*/ 549397 h 549323"/>
                <a:gd name="csX11" fmla="*/ 25367 w 167441"/>
                <a:gd name="csY11" fmla="*/ 549397 h 549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67441" h="549323">
                  <a:moveTo>
                    <a:pt x="25367" y="549397"/>
                  </a:moveTo>
                  <a:cubicBezTo>
                    <a:pt x="32052" y="549397"/>
                    <a:pt x="33876" y="549397"/>
                    <a:pt x="33876" y="545146"/>
                  </a:cubicBezTo>
                  <a:cubicBezTo>
                    <a:pt x="34483" y="332280"/>
                    <a:pt x="59098" y="155549"/>
                    <a:pt x="165458" y="7058"/>
                  </a:cubicBezTo>
                  <a:cubicBezTo>
                    <a:pt x="167585" y="4325"/>
                    <a:pt x="167585" y="3718"/>
                    <a:pt x="167585" y="3111"/>
                  </a:cubicBezTo>
                  <a:cubicBezTo>
                    <a:pt x="167585" y="74"/>
                    <a:pt x="165458" y="74"/>
                    <a:pt x="160596" y="74"/>
                  </a:cubicBezTo>
                  <a:cubicBezTo>
                    <a:pt x="155734" y="74"/>
                    <a:pt x="155126" y="74"/>
                    <a:pt x="154518" y="681"/>
                  </a:cubicBezTo>
                  <a:cubicBezTo>
                    <a:pt x="153303" y="1592"/>
                    <a:pt x="114709" y="45927"/>
                    <a:pt x="84017" y="106963"/>
                  </a:cubicBezTo>
                  <a:cubicBezTo>
                    <a:pt x="43904" y="187129"/>
                    <a:pt x="18681" y="279139"/>
                    <a:pt x="7437" y="389672"/>
                  </a:cubicBezTo>
                  <a:cubicBezTo>
                    <a:pt x="6526" y="399085"/>
                    <a:pt x="144" y="462247"/>
                    <a:pt x="144" y="534214"/>
                  </a:cubicBezTo>
                  <a:lnTo>
                    <a:pt x="144" y="546057"/>
                  </a:lnTo>
                  <a:cubicBezTo>
                    <a:pt x="448" y="549397"/>
                    <a:pt x="2271" y="549397"/>
                    <a:pt x="8653" y="549397"/>
                  </a:cubicBezTo>
                  <a:lnTo>
                    <a:pt x="25367" y="549397"/>
                  </a:ln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254B5F5-3506-1349-6DD4-D7697EBE771F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6237753" y="7426626"/>
              <a:ext cx="167441" cy="549323"/>
            </a:xfrm>
            <a:custGeom>
              <a:avLst/>
              <a:gdLst>
                <a:gd name="csX0" fmla="*/ 8653 w 167441"/>
                <a:gd name="csY0" fmla="*/ 92 h 549323"/>
                <a:gd name="csX1" fmla="*/ 144 w 167441"/>
                <a:gd name="csY1" fmla="*/ 3432 h 549323"/>
                <a:gd name="csX2" fmla="*/ 144 w 167441"/>
                <a:gd name="csY2" fmla="*/ 15275 h 549323"/>
                <a:gd name="csX3" fmla="*/ 42688 w 167441"/>
                <a:gd name="csY3" fmla="*/ 340193 h 549323"/>
                <a:gd name="csX4" fmla="*/ 147833 w 167441"/>
                <a:gd name="csY4" fmla="*/ 541216 h 549323"/>
                <a:gd name="csX5" fmla="*/ 154822 w 167441"/>
                <a:gd name="csY5" fmla="*/ 548808 h 549323"/>
                <a:gd name="csX6" fmla="*/ 160596 w 167441"/>
                <a:gd name="csY6" fmla="*/ 549415 h 549323"/>
                <a:gd name="csX7" fmla="*/ 167585 w 167441"/>
                <a:gd name="csY7" fmla="*/ 546379 h 549323"/>
                <a:gd name="csX8" fmla="*/ 165762 w 167441"/>
                <a:gd name="csY8" fmla="*/ 542431 h 549323"/>
                <a:gd name="csX9" fmla="*/ 33876 w 167441"/>
                <a:gd name="csY9" fmla="*/ 4343 h 549323"/>
                <a:gd name="csX10" fmla="*/ 25367 w 167441"/>
                <a:gd name="csY10" fmla="*/ 92 h 549323"/>
                <a:gd name="csX11" fmla="*/ 8653 w 167441"/>
                <a:gd name="csY11" fmla="*/ 92 h 549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67441" h="549323">
                  <a:moveTo>
                    <a:pt x="8653" y="92"/>
                  </a:moveTo>
                  <a:cubicBezTo>
                    <a:pt x="2271" y="92"/>
                    <a:pt x="448" y="92"/>
                    <a:pt x="144" y="3432"/>
                  </a:cubicBezTo>
                  <a:lnTo>
                    <a:pt x="144" y="15275"/>
                  </a:lnTo>
                  <a:cubicBezTo>
                    <a:pt x="144" y="200812"/>
                    <a:pt x="33268" y="309523"/>
                    <a:pt x="42688" y="340193"/>
                  </a:cubicBezTo>
                  <a:cubicBezTo>
                    <a:pt x="63352" y="407605"/>
                    <a:pt x="97084" y="478662"/>
                    <a:pt x="147833" y="541216"/>
                  </a:cubicBezTo>
                  <a:cubicBezTo>
                    <a:pt x="152391" y="546682"/>
                    <a:pt x="153607" y="548201"/>
                    <a:pt x="154822" y="548808"/>
                  </a:cubicBezTo>
                  <a:cubicBezTo>
                    <a:pt x="155430" y="549112"/>
                    <a:pt x="155734" y="549415"/>
                    <a:pt x="160596" y="549415"/>
                  </a:cubicBezTo>
                  <a:cubicBezTo>
                    <a:pt x="165458" y="549415"/>
                    <a:pt x="167585" y="549415"/>
                    <a:pt x="167585" y="546379"/>
                  </a:cubicBezTo>
                  <a:cubicBezTo>
                    <a:pt x="167585" y="545771"/>
                    <a:pt x="167585" y="545164"/>
                    <a:pt x="165762" y="542431"/>
                  </a:cubicBezTo>
                  <a:cubicBezTo>
                    <a:pt x="64568" y="402140"/>
                    <a:pt x="34179" y="233304"/>
                    <a:pt x="33876" y="4343"/>
                  </a:cubicBezTo>
                  <a:cubicBezTo>
                    <a:pt x="33876" y="92"/>
                    <a:pt x="32052" y="92"/>
                    <a:pt x="25367" y="92"/>
                  </a:cubicBezTo>
                  <a:lnTo>
                    <a:pt x="8653" y="92"/>
                  </a:ln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1A2EF9A-1781-925B-DF96-E3327816158C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6427075" y="7303340"/>
              <a:ext cx="127935" cy="208918"/>
            </a:xfrm>
            <a:custGeom>
              <a:avLst/>
              <a:gdLst>
                <a:gd name="csX0" fmla="*/ 128089 w 127935"/>
                <a:gd name="csY0" fmla="*/ 105161 h 208918"/>
                <a:gd name="csX1" fmla="*/ 115933 w 127935"/>
                <a:gd name="csY1" fmla="*/ 34104 h 208918"/>
                <a:gd name="csX2" fmla="*/ 64273 w 127935"/>
                <a:gd name="csY2" fmla="*/ 94 h 208918"/>
                <a:gd name="csX3" fmla="*/ 11397 w 127935"/>
                <a:gd name="csY3" fmla="*/ 36230 h 208918"/>
                <a:gd name="csX4" fmla="*/ 153 w 127935"/>
                <a:gd name="csY4" fmla="*/ 105161 h 208918"/>
                <a:gd name="csX5" fmla="*/ 13828 w 127935"/>
                <a:gd name="csY5" fmla="*/ 178343 h 208918"/>
                <a:gd name="csX6" fmla="*/ 63969 w 127935"/>
                <a:gd name="csY6" fmla="*/ 209013 h 208918"/>
                <a:gd name="csX7" fmla="*/ 116845 w 127935"/>
                <a:gd name="csY7" fmla="*/ 173788 h 208918"/>
                <a:gd name="csX8" fmla="*/ 128089 w 127935"/>
                <a:gd name="csY8" fmla="*/ 105161 h 208918"/>
                <a:gd name="csX9" fmla="*/ 63969 w 127935"/>
                <a:gd name="csY9" fmla="*/ 202333 h 208918"/>
                <a:gd name="csX10" fmla="*/ 28718 w 127935"/>
                <a:gd name="csY10" fmla="*/ 165590 h 208918"/>
                <a:gd name="csX11" fmla="*/ 25375 w 127935"/>
                <a:gd name="csY11" fmla="*/ 101517 h 208918"/>
                <a:gd name="csX12" fmla="*/ 27807 w 127935"/>
                <a:gd name="csY12" fmla="*/ 45643 h 208918"/>
                <a:gd name="csX13" fmla="*/ 63969 w 127935"/>
                <a:gd name="csY13" fmla="*/ 6775 h 208918"/>
                <a:gd name="csX14" fmla="*/ 99827 w 127935"/>
                <a:gd name="csY14" fmla="*/ 42303 h 208918"/>
                <a:gd name="csX15" fmla="*/ 102866 w 127935"/>
                <a:gd name="csY15" fmla="*/ 101517 h 208918"/>
                <a:gd name="csX16" fmla="*/ 99524 w 127935"/>
                <a:gd name="csY16" fmla="*/ 164375 h 208918"/>
                <a:gd name="csX17" fmla="*/ 63969 w 127935"/>
                <a:gd name="csY17" fmla="*/ 202333 h 2089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7935" h="208918">
                  <a:moveTo>
                    <a:pt x="128089" y="105161"/>
                  </a:moveTo>
                  <a:cubicBezTo>
                    <a:pt x="128089" y="80868"/>
                    <a:pt x="126569" y="56575"/>
                    <a:pt x="115933" y="34104"/>
                  </a:cubicBezTo>
                  <a:cubicBezTo>
                    <a:pt x="101955" y="4953"/>
                    <a:pt x="77036" y="94"/>
                    <a:pt x="64273" y="94"/>
                  </a:cubicBezTo>
                  <a:cubicBezTo>
                    <a:pt x="46040" y="94"/>
                    <a:pt x="23856" y="7989"/>
                    <a:pt x="11397" y="36230"/>
                  </a:cubicBezTo>
                  <a:cubicBezTo>
                    <a:pt x="1672" y="57182"/>
                    <a:pt x="153" y="80868"/>
                    <a:pt x="153" y="105161"/>
                  </a:cubicBezTo>
                  <a:cubicBezTo>
                    <a:pt x="153" y="127936"/>
                    <a:pt x="1368" y="155265"/>
                    <a:pt x="13828" y="178343"/>
                  </a:cubicBezTo>
                  <a:cubicBezTo>
                    <a:pt x="26895" y="202940"/>
                    <a:pt x="49079" y="209013"/>
                    <a:pt x="63969" y="209013"/>
                  </a:cubicBezTo>
                  <a:cubicBezTo>
                    <a:pt x="80379" y="209013"/>
                    <a:pt x="103474" y="202636"/>
                    <a:pt x="116845" y="173788"/>
                  </a:cubicBezTo>
                  <a:cubicBezTo>
                    <a:pt x="126569" y="152836"/>
                    <a:pt x="128089" y="129150"/>
                    <a:pt x="128089" y="105161"/>
                  </a:cubicBezTo>
                  <a:close/>
                  <a:moveTo>
                    <a:pt x="63969" y="202333"/>
                  </a:moveTo>
                  <a:cubicBezTo>
                    <a:pt x="52117" y="202333"/>
                    <a:pt x="34188" y="194741"/>
                    <a:pt x="28718" y="165590"/>
                  </a:cubicBezTo>
                  <a:cubicBezTo>
                    <a:pt x="25375" y="147370"/>
                    <a:pt x="25375" y="119433"/>
                    <a:pt x="25375" y="101517"/>
                  </a:cubicBezTo>
                  <a:cubicBezTo>
                    <a:pt x="25375" y="82083"/>
                    <a:pt x="25375" y="62041"/>
                    <a:pt x="27807" y="45643"/>
                  </a:cubicBezTo>
                  <a:cubicBezTo>
                    <a:pt x="33580" y="9508"/>
                    <a:pt x="56372" y="6775"/>
                    <a:pt x="63969" y="6775"/>
                  </a:cubicBezTo>
                  <a:cubicBezTo>
                    <a:pt x="73997" y="6775"/>
                    <a:pt x="94054" y="12241"/>
                    <a:pt x="99827" y="42303"/>
                  </a:cubicBezTo>
                  <a:cubicBezTo>
                    <a:pt x="102866" y="59308"/>
                    <a:pt x="102866" y="82386"/>
                    <a:pt x="102866" y="101517"/>
                  </a:cubicBezTo>
                  <a:cubicBezTo>
                    <a:pt x="102866" y="124292"/>
                    <a:pt x="102866" y="144941"/>
                    <a:pt x="99524" y="164375"/>
                  </a:cubicBezTo>
                  <a:cubicBezTo>
                    <a:pt x="94965" y="193223"/>
                    <a:pt x="77644" y="202333"/>
                    <a:pt x="63969" y="202333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E01D2774-CC34-CA77-CAA0-DE6EBEAA1599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6593301" y="7473390"/>
              <a:ext cx="35554" cy="90794"/>
            </a:xfrm>
            <a:custGeom>
              <a:avLst/>
              <a:gdLst>
                <a:gd name="csX0" fmla="*/ 35713 w 35554"/>
                <a:gd name="csY0" fmla="*/ 31979 h 90794"/>
                <a:gd name="csX1" fmla="*/ 16264 w 35554"/>
                <a:gd name="csY1" fmla="*/ 94 h 90794"/>
                <a:gd name="csX2" fmla="*/ 158 w 35554"/>
                <a:gd name="csY2" fmla="*/ 16188 h 90794"/>
                <a:gd name="csX3" fmla="*/ 16264 w 35554"/>
                <a:gd name="csY3" fmla="*/ 32282 h 90794"/>
                <a:gd name="csX4" fmla="*/ 26900 w 35554"/>
                <a:gd name="csY4" fmla="*/ 28335 h 90794"/>
                <a:gd name="csX5" fmla="*/ 28419 w 35554"/>
                <a:gd name="csY5" fmla="*/ 27424 h 90794"/>
                <a:gd name="csX6" fmla="*/ 29027 w 35554"/>
                <a:gd name="csY6" fmla="*/ 31979 h 90794"/>
                <a:gd name="csX7" fmla="*/ 8363 w 35554"/>
                <a:gd name="csY7" fmla="*/ 82690 h 90794"/>
                <a:gd name="csX8" fmla="*/ 5020 w 35554"/>
                <a:gd name="csY8" fmla="*/ 87549 h 90794"/>
                <a:gd name="csX9" fmla="*/ 8059 w 35554"/>
                <a:gd name="csY9" fmla="*/ 90889 h 90794"/>
                <a:gd name="csX10" fmla="*/ 35713 w 35554"/>
                <a:gd name="csY10" fmla="*/ 31979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54" h="90794">
                  <a:moveTo>
                    <a:pt x="35713" y="31979"/>
                  </a:moveTo>
                  <a:cubicBezTo>
                    <a:pt x="35713" y="11937"/>
                    <a:pt x="28115" y="94"/>
                    <a:pt x="16264" y="94"/>
                  </a:cubicBezTo>
                  <a:cubicBezTo>
                    <a:pt x="6236" y="94"/>
                    <a:pt x="158" y="7686"/>
                    <a:pt x="158" y="16188"/>
                  </a:cubicBezTo>
                  <a:cubicBezTo>
                    <a:pt x="158" y="24387"/>
                    <a:pt x="6236" y="32282"/>
                    <a:pt x="16264" y="32282"/>
                  </a:cubicBezTo>
                  <a:cubicBezTo>
                    <a:pt x="19910" y="32282"/>
                    <a:pt x="23861" y="31068"/>
                    <a:pt x="26900" y="28335"/>
                  </a:cubicBezTo>
                  <a:cubicBezTo>
                    <a:pt x="27811" y="27727"/>
                    <a:pt x="28115" y="27424"/>
                    <a:pt x="28419" y="27424"/>
                  </a:cubicBezTo>
                  <a:cubicBezTo>
                    <a:pt x="28723" y="27424"/>
                    <a:pt x="29027" y="27727"/>
                    <a:pt x="29027" y="31979"/>
                  </a:cubicBezTo>
                  <a:cubicBezTo>
                    <a:pt x="29027" y="54450"/>
                    <a:pt x="18391" y="72669"/>
                    <a:pt x="8363" y="82690"/>
                  </a:cubicBezTo>
                  <a:cubicBezTo>
                    <a:pt x="5020" y="86030"/>
                    <a:pt x="5020" y="86638"/>
                    <a:pt x="5020" y="87549"/>
                  </a:cubicBezTo>
                  <a:cubicBezTo>
                    <a:pt x="5020" y="89674"/>
                    <a:pt x="6539" y="90889"/>
                    <a:pt x="8059" y="90889"/>
                  </a:cubicBezTo>
                  <a:cubicBezTo>
                    <a:pt x="11402" y="90889"/>
                    <a:pt x="35713" y="67507"/>
                    <a:pt x="35713" y="31979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260185-6E20-798F-9E97-F2369322A168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6719244" y="7217099"/>
              <a:ext cx="404472" cy="425125"/>
            </a:xfrm>
            <a:custGeom>
              <a:avLst/>
              <a:gdLst>
                <a:gd name="csX0" fmla="*/ 367864 w 404472"/>
                <a:gd name="csY0" fmla="*/ 425210 h 425125"/>
                <a:gd name="csX1" fmla="*/ 404634 w 404472"/>
                <a:gd name="csY1" fmla="*/ 328039 h 425125"/>
                <a:gd name="csX2" fmla="*/ 397037 w 404472"/>
                <a:gd name="csY2" fmla="*/ 328039 h 425125"/>
                <a:gd name="csX3" fmla="*/ 318027 w 404472"/>
                <a:gd name="csY3" fmla="*/ 389378 h 425125"/>
                <a:gd name="csX4" fmla="*/ 223518 w 404472"/>
                <a:gd name="csY4" fmla="*/ 398792 h 425125"/>
                <a:gd name="csX5" fmla="*/ 40275 w 404472"/>
                <a:gd name="csY5" fmla="*/ 398792 h 425125"/>
                <a:gd name="csX6" fmla="*/ 194953 w 404472"/>
                <a:gd name="csY6" fmla="*/ 217506 h 425125"/>
                <a:gd name="csX7" fmla="*/ 197688 w 404472"/>
                <a:gd name="csY7" fmla="*/ 212648 h 425125"/>
                <a:gd name="csX8" fmla="*/ 195561 w 404472"/>
                <a:gd name="csY8" fmla="*/ 208093 h 425125"/>
                <a:gd name="csX9" fmla="*/ 53950 w 404472"/>
                <a:gd name="csY9" fmla="*/ 14660 h 425125"/>
                <a:gd name="csX10" fmla="*/ 220480 w 404472"/>
                <a:gd name="csY10" fmla="*/ 14660 h 425125"/>
                <a:gd name="csX11" fmla="*/ 291589 w 404472"/>
                <a:gd name="csY11" fmla="*/ 19519 h 425125"/>
                <a:gd name="csX12" fmla="*/ 358444 w 404472"/>
                <a:gd name="csY12" fmla="*/ 42294 h 425125"/>
                <a:gd name="csX13" fmla="*/ 397037 w 404472"/>
                <a:gd name="csY13" fmla="*/ 85414 h 425125"/>
                <a:gd name="csX14" fmla="*/ 404634 w 404472"/>
                <a:gd name="csY14" fmla="*/ 85414 h 425125"/>
                <a:gd name="csX15" fmla="*/ 367864 w 404472"/>
                <a:gd name="csY15" fmla="*/ 85 h 425125"/>
                <a:gd name="csX16" fmla="*/ 8671 w 404472"/>
                <a:gd name="csY16" fmla="*/ 85 h 425125"/>
                <a:gd name="csX17" fmla="*/ 466 w 404472"/>
                <a:gd name="csY17" fmla="*/ 2210 h 425125"/>
                <a:gd name="csX18" fmla="*/ 162 w 404472"/>
                <a:gd name="csY18" fmla="*/ 12231 h 425125"/>
                <a:gd name="csX19" fmla="*/ 160918 w 404472"/>
                <a:gd name="csY19" fmla="*/ 232082 h 425125"/>
                <a:gd name="csX20" fmla="*/ 3505 w 404472"/>
                <a:gd name="csY20" fmla="*/ 416404 h 425125"/>
                <a:gd name="csX21" fmla="*/ 466 w 404472"/>
                <a:gd name="csY21" fmla="*/ 421870 h 425125"/>
                <a:gd name="csX22" fmla="*/ 8671 w 404472"/>
                <a:gd name="csY22" fmla="*/ 425210 h 425125"/>
                <a:gd name="csX23" fmla="*/ 367864 w 404472"/>
                <a:gd name="csY23" fmla="*/ 425210 h 425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4472" h="425125">
                  <a:moveTo>
                    <a:pt x="367864" y="425210"/>
                  </a:moveTo>
                  <a:lnTo>
                    <a:pt x="404634" y="328039"/>
                  </a:lnTo>
                  <a:lnTo>
                    <a:pt x="397037" y="328039"/>
                  </a:lnTo>
                  <a:cubicBezTo>
                    <a:pt x="385186" y="359620"/>
                    <a:pt x="352974" y="380269"/>
                    <a:pt x="318027" y="389378"/>
                  </a:cubicBezTo>
                  <a:cubicBezTo>
                    <a:pt x="311645" y="390897"/>
                    <a:pt x="281864" y="398792"/>
                    <a:pt x="223518" y="398792"/>
                  </a:cubicBezTo>
                  <a:lnTo>
                    <a:pt x="40275" y="398792"/>
                  </a:lnTo>
                  <a:lnTo>
                    <a:pt x="194953" y="217506"/>
                  </a:lnTo>
                  <a:cubicBezTo>
                    <a:pt x="197080" y="215077"/>
                    <a:pt x="197688" y="214166"/>
                    <a:pt x="197688" y="212648"/>
                  </a:cubicBezTo>
                  <a:cubicBezTo>
                    <a:pt x="197688" y="212040"/>
                    <a:pt x="197688" y="211129"/>
                    <a:pt x="195561" y="208093"/>
                  </a:cubicBezTo>
                  <a:lnTo>
                    <a:pt x="53950" y="14660"/>
                  </a:lnTo>
                  <a:lnTo>
                    <a:pt x="220480" y="14660"/>
                  </a:lnTo>
                  <a:cubicBezTo>
                    <a:pt x="261200" y="14660"/>
                    <a:pt x="288854" y="18912"/>
                    <a:pt x="291589" y="19519"/>
                  </a:cubicBezTo>
                  <a:cubicBezTo>
                    <a:pt x="307999" y="21948"/>
                    <a:pt x="334437" y="27111"/>
                    <a:pt x="358444" y="42294"/>
                  </a:cubicBezTo>
                  <a:cubicBezTo>
                    <a:pt x="366041" y="47152"/>
                    <a:pt x="386705" y="60817"/>
                    <a:pt x="397037" y="85414"/>
                  </a:cubicBezTo>
                  <a:lnTo>
                    <a:pt x="404634" y="85414"/>
                  </a:lnTo>
                  <a:lnTo>
                    <a:pt x="367864" y="85"/>
                  </a:lnTo>
                  <a:lnTo>
                    <a:pt x="8671" y="85"/>
                  </a:lnTo>
                  <a:cubicBezTo>
                    <a:pt x="1682" y="85"/>
                    <a:pt x="1378" y="388"/>
                    <a:pt x="466" y="2210"/>
                  </a:cubicBezTo>
                  <a:cubicBezTo>
                    <a:pt x="162" y="3121"/>
                    <a:pt x="162" y="8891"/>
                    <a:pt x="162" y="12231"/>
                  </a:cubicBezTo>
                  <a:lnTo>
                    <a:pt x="160918" y="232082"/>
                  </a:lnTo>
                  <a:lnTo>
                    <a:pt x="3505" y="416404"/>
                  </a:lnTo>
                  <a:cubicBezTo>
                    <a:pt x="466" y="420048"/>
                    <a:pt x="466" y="421567"/>
                    <a:pt x="466" y="421870"/>
                  </a:cubicBezTo>
                  <a:cubicBezTo>
                    <a:pt x="466" y="425210"/>
                    <a:pt x="3201" y="425210"/>
                    <a:pt x="8671" y="425210"/>
                  </a:cubicBezTo>
                  <a:lnTo>
                    <a:pt x="367864" y="425210"/>
                  </a:ln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A577CB7-0082-0B80-BE71-D1D0DD165CB1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6721630" y="7780029"/>
              <a:ext cx="84875" cy="95865"/>
            </a:xfrm>
            <a:custGeom>
              <a:avLst/>
              <a:gdLst>
                <a:gd name="csX0" fmla="*/ 76742 w 84875"/>
                <a:gd name="csY0" fmla="*/ 13923 h 95865"/>
                <a:gd name="csX1" fmla="*/ 67807 w 84875"/>
                <a:gd name="csY1" fmla="*/ 23913 h 95865"/>
                <a:gd name="csX2" fmla="*/ 74827 w 84875"/>
                <a:gd name="csY2" fmla="*/ 30715 h 95865"/>
                <a:gd name="csX3" fmla="*/ 85038 w 84875"/>
                <a:gd name="csY3" fmla="*/ 18599 h 95865"/>
                <a:gd name="csX4" fmla="*/ 56746 w 84875"/>
                <a:gd name="csY4" fmla="*/ 106 h 95865"/>
                <a:gd name="csX5" fmla="*/ 17606 w 84875"/>
                <a:gd name="csY5" fmla="*/ 31140 h 95865"/>
                <a:gd name="csX6" fmla="*/ 25051 w 84875"/>
                <a:gd name="csY6" fmla="*/ 46658 h 95865"/>
                <a:gd name="csX7" fmla="*/ 49088 w 84875"/>
                <a:gd name="csY7" fmla="*/ 54310 h 95865"/>
                <a:gd name="csX8" fmla="*/ 67169 w 84875"/>
                <a:gd name="csY8" fmla="*/ 68339 h 95865"/>
                <a:gd name="csX9" fmla="*/ 55895 w 84875"/>
                <a:gd name="csY9" fmla="*/ 85344 h 95865"/>
                <a:gd name="csX10" fmla="*/ 34623 w 84875"/>
                <a:gd name="csY10" fmla="*/ 90020 h 95865"/>
                <a:gd name="csX11" fmla="*/ 9097 w 84875"/>
                <a:gd name="csY11" fmla="*/ 81093 h 95865"/>
                <a:gd name="csX12" fmla="*/ 20796 w 84875"/>
                <a:gd name="csY12" fmla="*/ 68977 h 95865"/>
                <a:gd name="csX13" fmla="*/ 12500 w 84875"/>
                <a:gd name="csY13" fmla="*/ 61112 h 95865"/>
                <a:gd name="csX14" fmla="*/ 162 w 84875"/>
                <a:gd name="csY14" fmla="*/ 75353 h 95865"/>
                <a:gd name="csX15" fmla="*/ 34410 w 84875"/>
                <a:gd name="csY15" fmla="*/ 95972 h 95865"/>
                <a:gd name="csX16" fmla="*/ 80783 w 84875"/>
                <a:gd name="csY16" fmla="*/ 60899 h 95865"/>
                <a:gd name="csX17" fmla="*/ 51428 w 84875"/>
                <a:gd name="csY17" fmla="*/ 36029 h 95865"/>
                <a:gd name="csX18" fmla="*/ 42919 w 84875"/>
                <a:gd name="csY18" fmla="*/ 34329 h 95865"/>
                <a:gd name="csX19" fmla="*/ 31220 w 84875"/>
                <a:gd name="csY19" fmla="*/ 23701 h 95865"/>
                <a:gd name="csX20" fmla="*/ 39728 w 84875"/>
                <a:gd name="csY20" fmla="*/ 10097 h 95865"/>
                <a:gd name="csX21" fmla="*/ 56533 w 84875"/>
                <a:gd name="csY21" fmla="*/ 6058 h 95865"/>
                <a:gd name="csX22" fmla="*/ 76742 w 84875"/>
                <a:gd name="csY22" fmla="*/ 13923 h 958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84875" h="95865">
                  <a:moveTo>
                    <a:pt x="76742" y="13923"/>
                  </a:moveTo>
                  <a:cubicBezTo>
                    <a:pt x="71211" y="15198"/>
                    <a:pt x="67807" y="19662"/>
                    <a:pt x="67807" y="23913"/>
                  </a:cubicBezTo>
                  <a:cubicBezTo>
                    <a:pt x="67807" y="28802"/>
                    <a:pt x="72062" y="30715"/>
                    <a:pt x="74827" y="30715"/>
                  </a:cubicBezTo>
                  <a:cubicBezTo>
                    <a:pt x="76954" y="30715"/>
                    <a:pt x="85038" y="29440"/>
                    <a:pt x="85038" y="18599"/>
                  </a:cubicBezTo>
                  <a:cubicBezTo>
                    <a:pt x="85038" y="4783"/>
                    <a:pt x="69722" y="106"/>
                    <a:pt x="56746" y="106"/>
                  </a:cubicBezTo>
                  <a:cubicBezTo>
                    <a:pt x="23562" y="106"/>
                    <a:pt x="17606" y="24551"/>
                    <a:pt x="17606" y="31140"/>
                  </a:cubicBezTo>
                  <a:cubicBezTo>
                    <a:pt x="17606" y="39005"/>
                    <a:pt x="22073" y="44107"/>
                    <a:pt x="25051" y="46658"/>
                  </a:cubicBezTo>
                  <a:cubicBezTo>
                    <a:pt x="30581" y="50909"/>
                    <a:pt x="34410" y="51759"/>
                    <a:pt x="49088" y="54310"/>
                  </a:cubicBezTo>
                  <a:cubicBezTo>
                    <a:pt x="53555" y="55160"/>
                    <a:pt x="67169" y="57711"/>
                    <a:pt x="67169" y="68339"/>
                  </a:cubicBezTo>
                  <a:cubicBezTo>
                    <a:pt x="67169" y="71953"/>
                    <a:pt x="64829" y="80030"/>
                    <a:pt x="55895" y="85344"/>
                  </a:cubicBezTo>
                  <a:cubicBezTo>
                    <a:pt x="47599" y="90020"/>
                    <a:pt x="37176" y="90020"/>
                    <a:pt x="34623" y="90020"/>
                  </a:cubicBezTo>
                  <a:cubicBezTo>
                    <a:pt x="26114" y="90020"/>
                    <a:pt x="13989" y="88107"/>
                    <a:pt x="9097" y="81093"/>
                  </a:cubicBezTo>
                  <a:cubicBezTo>
                    <a:pt x="16116" y="80242"/>
                    <a:pt x="20796" y="74928"/>
                    <a:pt x="20796" y="68977"/>
                  </a:cubicBezTo>
                  <a:cubicBezTo>
                    <a:pt x="20796" y="63663"/>
                    <a:pt x="16967" y="61112"/>
                    <a:pt x="12500" y="61112"/>
                  </a:cubicBezTo>
                  <a:cubicBezTo>
                    <a:pt x="6331" y="61112"/>
                    <a:pt x="162" y="66001"/>
                    <a:pt x="162" y="75353"/>
                  </a:cubicBezTo>
                  <a:cubicBezTo>
                    <a:pt x="162" y="88107"/>
                    <a:pt x="13777" y="95972"/>
                    <a:pt x="34410" y="95972"/>
                  </a:cubicBezTo>
                  <a:cubicBezTo>
                    <a:pt x="73551" y="95972"/>
                    <a:pt x="80783" y="69189"/>
                    <a:pt x="80783" y="60899"/>
                  </a:cubicBezTo>
                  <a:cubicBezTo>
                    <a:pt x="80783" y="41343"/>
                    <a:pt x="59299" y="37517"/>
                    <a:pt x="51428" y="36029"/>
                  </a:cubicBezTo>
                  <a:cubicBezTo>
                    <a:pt x="49514" y="35604"/>
                    <a:pt x="44196" y="34754"/>
                    <a:pt x="42919" y="34329"/>
                  </a:cubicBezTo>
                  <a:cubicBezTo>
                    <a:pt x="35049" y="32841"/>
                    <a:pt x="31220" y="28377"/>
                    <a:pt x="31220" y="23701"/>
                  </a:cubicBezTo>
                  <a:cubicBezTo>
                    <a:pt x="31220" y="18812"/>
                    <a:pt x="35049" y="13073"/>
                    <a:pt x="39728" y="10097"/>
                  </a:cubicBezTo>
                  <a:cubicBezTo>
                    <a:pt x="45472" y="6483"/>
                    <a:pt x="52917" y="6058"/>
                    <a:pt x="56533" y="6058"/>
                  </a:cubicBezTo>
                  <a:cubicBezTo>
                    <a:pt x="61000" y="6058"/>
                    <a:pt x="72062" y="6696"/>
                    <a:pt x="76742" y="13923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40F70EC7-2F95-C67E-D32B-0657DF590FC5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6844198" y="7751120"/>
              <a:ext cx="117634" cy="138803"/>
            </a:xfrm>
            <a:custGeom>
              <a:avLst/>
              <a:gdLst>
                <a:gd name="csX0" fmla="*/ 109292 w 117634"/>
                <a:gd name="csY0" fmla="*/ 74716 h 138803"/>
                <a:gd name="csX1" fmla="*/ 117800 w 117634"/>
                <a:gd name="csY1" fmla="*/ 69614 h 138803"/>
                <a:gd name="csX2" fmla="*/ 109292 w 117634"/>
                <a:gd name="csY2" fmla="*/ 64300 h 138803"/>
                <a:gd name="csX3" fmla="*/ 10802 w 117634"/>
                <a:gd name="csY3" fmla="*/ 64300 h 138803"/>
                <a:gd name="csX4" fmla="*/ 72916 w 117634"/>
                <a:gd name="csY4" fmla="*/ 10522 h 138803"/>
                <a:gd name="csX5" fmla="*/ 109292 w 117634"/>
                <a:gd name="csY5" fmla="*/ 10522 h 138803"/>
                <a:gd name="csX6" fmla="*/ 117800 w 117634"/>
                <a:gd name="csY6" fmla="*/ 5420 h 138803"/>
                <a:gd name="csX7" fmla="*/ 109292 w 117634"/>
                <a:gd name="csY7" fmla="*/ 106 h 138803"/>
                <a:gd name="csX8" fmla="*/ 72066 w 117634"/>
                <a:gd name="csY8" fmla="*/ 106 h 138803"/>
                <a:gd name="csX9" fmla="*/ 166 w 117634"/>
                <a:gd name="csY9" fmla="*/ 69402 h 138803"/>
                <a:gd name="csX10" fmla="*/ 72066 w 117634"/>
                <a:gd name="csY10" fmla="*/ 138910 h 138803"/>
                <a:gd name="csX11" fmla="*/ 109292 w 117634"/>
                <a:gd name="csY11" fmla="*/ 138910 h 138803"/>
                <a:gd name="csX12" fmla="*/ 117800 w 117634"/>
                <a:gd name="csY12" fmla="*/ 133808 h 138803"/>
                <a:gd name="csX13" fmla="*/ 109292 w 117634"/>
                <a:gd name="csY13" fmla="*/ 128494 h 138803"/>
                <a:gd name="csX14" fmla="*/ 72916 w 117634"/>
                <a:gd name="csY14" fmla="*/ 128494 h 138803"/>
                <a:gd name="csX15" fmla="*/ 10802 w 117634"/>
                <a:gd name="csY15" fmla="*/ 74716 h 138803"/>
                <a:gd name="csX16" fmla="*/ 109292 w 117634"/>
                <a:gd name="csY16" fmla="*/ 74716 h 1388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17634" h="138803">
                  <a:moveTo>
                    <a:pt x="109292" y="74716"/>
                  </a:moveTo>
                  <a:cubicBezTo>
                    <a:pt x="112695" y="74716"/>
                    <a:pt x="117800" y="74716"/>
                    <a:pt x="117800" y="69614"/>
                  </a:cubicBezTo>
                  <a:cubicBezTo>
                    <a:pt x="117800" y="64300"/>
                    <a:pt x="112908" y="64300"/>
                    <a:pt x="109292" y="64300"/>
                  </a:cubicBezTo>
                  <a:lnTo>
                    <a:pt x="10802" y="64300"/>
                  </a:lnTo>
                  <a:cubicBezTo>
                    <a:pt x="13993" y="33479"/>
                    <a:pt x="39732" y="10522"/>
                    <a:pt x="72916" y="10522"/>
                  </a:cubicBezTo>
                  <a:lnTo>
                    <a:pt x="109292" y="10522"/>
                  </a:lnTo>
                  <a:cubicBezTo>
                    <a:pt x="112695" y="10522"/>
                    <a:pt x="117800" y="10522"/>
                    <a:pt x="117800" y="5420"/>
                  </a:cubicBezTo>
                  <a:cubicBezTo>
                    <a:pt x="117800" y="106"/>
                    <a:pt x="112908" y="106"/>
                    <a:pt x="109292" y="106"/>
                  </a:cubicBezTo>
                  <a:lnTo>
                    <a:pt x="72066" y="106"/>
                  </a:lnTo>
                  <a:cubicBezTo>
                    <a:pt x="32500" y="106"/>
                    <a:pt x="166" y="31140"/>
                    <a:pt x="166" y="69402"/>
                  </a:cubicBezTo>
                  <a:cubicBezTo>
                    <a:pt x="166" y="108513"/>
                    <a:pt x="32925" y="138910"/>
                    <a:pt x="72066" y="138910"/>
                  </a:cubicBezTo>
                  <a:lnTo>
                    <a:pt x="109292" y="138910"/>
                  </a:lnTo>
                  <a:cubicBezTo>
                    <a:pt x="112695" y="138910"/>
                    <a:pt x="117800" y="138910"/>
                    <a:pt x="117800" y="133808"/>
                  </a:cubicBezTo>
                  <a:cubicBezTo>
                    <a:pt x="117800" y="128494"/>
                    <a:pt x="112908" y="128494"/>
                    <a:pt x="109292" y="128494"/>
                  </a:cubicBezTo>
                  <a:lnTo>
                    <a:pt x="72916" y="128494"/>
                  </a:lnTo>
                  <a:cubicBezTo>
                    <a:pt x="39732" y="128494"/>
                    <a:pt x="13993" y="105537"/>
                    <a:pt x="10802" y="74716"/>
                  </a:cubicBezTo>
                  <a:lnTo>
                    <a:pt x="109292" y="74716"/>
                  </a:ln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77FD740-3DAA-0FE3-6922-7B3F05BB8EE0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7044189" y="7723298"/>
              <a:ext cx="63390" cy="33797"/>
            </a:xfrm>
            <a:custGeom>
              <a:avLst/>
              <a:gdLst>
                <a:gd name="csX0" fmla="*/ 31868 w 63390"/>
                <a:gd name="csY0" fmla="*/ 106 h 33797"/>
                <a:gd name="csX1" fmla="*/ 173 w 63390"/>
                <a:gd name="csY1" fmla="*/ 28377 h 33797"/>
                <a:gd name="csX2" fmla="*/ 4852 w 63390"/>
                <a:gd name="csY2" fmla="*/ 33904 h 33797"/>
                <a:gd name="csX3" fmla="*/ 31868 w 63390"/>
                <a:gd name="csY3" fmla="*/ 12860 h 33797"/>
                <a:gd name="csX4" fmla="*/ 58883 w 63390"/>
                <a:gd name="csY4" fmla="*/ 33904 h 33797"/>
                <a:gd name="csX5" fmla="*/ 63563 w 63390"/>
                <a:gd name="csY5" fmla="*/ 28377 h 33797"/>
                <a:gd name="csX6" fmla="*/ 31868 w 63390"/>
                <a:gd name="csY6" fmla="*/ 106 h 337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3390" h="33797">
                  <a:moveTo>
                    <a:pt x="31868" y="106"/>
                  </a:moveTo>
                  <a:lnTo>
                    <a:pt x="173" y="28377"/>
                  </a:lnTo>
                  <a:lnTo>
                    <a:pt x="4852" y="33904"/>
                  </a:lnTo>
                  <a:lnTo>
                    <a:pt x="31868" y="12860"/>
                  </a:lnTo>
                  <a:lnTo>
                    <a:pt x="58883" y="33904"/>
                  </a:lnTo>
                  <a:lnTo>
                    <a:pt x="63563" y="28377"/>
                  </a:lnTo>
                  <a:lnTo>
                    <a:pt x="31868" y="106"/>
                  </a:ln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A843B6C-DC43-06D7-52E9-8D151A9F01CC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6994345" y="7777690"/>
              <a:ext cx="130184" cy="139016"/>
            </a:xfrm>
            <a:custGeom>
              <a:avLst/>
              <a:gdLst>
                <a:gd name="csX0" fmla="*/ 109722 w 130184"/>
                <a:gd name="csY0" fmla="*/ 96610 h 139016"/>
                <a:gd name="csX1" fmla="*/ 129505 w 130184"/>
                <a:gd name="csY1" fmla="*/ 17749 h 139016"/>
                <a:gd name="csX2" fmla="*/ 130356 w 130184"/>
                <a:gd name="csY2" fmla="*/ 12435 h 139016"/>
                <a:gd name="csX3" fmla="*/ 119295 w 130184"/>
                <a:gd name="csY3" fmla="*/ 1807 h 139016"/>
                <a:gd name="csX4" fmla="*/ 102915 w 130184"/>
                <a:gd name="csY4" fmla="*/ 18387 h 139016"/>
                <a:gd name="csX5" fmla="*/ 97385 w 130184"/>
                <a:gd name="csY5" fmla="*/ 40493 h 139016"/>
                <a:gd name="csX6" fmla="*/ 90790 w 130184"/>
                <a:gd name="csY6" fmla="*/ 67064 h 139016"/>
                <a:gd name="csX7" fmla="*/ 86323 w 130184"/>
                <a:gd name="csY7" fmla="*/ 76416 h 139016"/>
                <a:gd name="csX8" fmla="*/ 63775 w 130184"/>
                <a:gd name="csY8" fmla="*/ 88107 h 139016"/>
                <a:gd name="csX9" fmla="*/ 49310 w 130184"/>
                <a:gd name="csY9" fmla="*/ 72590 h 139016"/>
                <a:gd name="csX10" fmla="*/ 61435 w 130184"/>
                <a:gd name="csY10" fmla="*/ 31140 h 139016"/>
                <a:gd name="csX11" fmla="*/ 64626 w 130184"/>
                <a:gd name="csY11" fmla="*/ 19662 h 139016"/>
                <a:gd name="csX12" fmla="*/ 37185 w 130184"/>
                <a:gd name="csY12" fmla="*/ 106 h 139016"/>
                <a:gd name="csX13" fmla="*/ 172 w 130184"/>
                <a:gd name="csY13" fmla="*/ 33266 h 139016"/>
                <a:gd name="csX14" fmla="*/ 6979 w 130184"/>
                <a:gd name="csY14" fmla="*/ 37092 h 139016"/>
                <a:gd name="csX15" fmla="*/ 13998 w 130184"/>
                <a:gd name="csY15" fmla="*/ 32416 h 139016"/>
                <a:gd name="csX16" fmla="*/ 35909 w 130184"/>
                <a:gd name="csY16" fmla="*/ 9884 h 139016"/>
                <a:gd name="csX17" fmla="*/ 39525 w 130184"/>
                <a:gd name="csY17" fmla="*/ 14986 h 139016"/>
                <a:gd name="csX18" fmla="*/ 36121 w 130184"/>
                <a:gd name="csY18" fmla="*/ 27102 h 139016"/>
                <a:gd name="csX19" fmla="*/ 23784 w 130184"/>
                <a:gd name="csY19" fmla="*/ 68551 h 139016"/>
                <a:gd name="csX20" fmla="*/ 62073 w 130184"/>
                <a:gd name="csY20" fmla="*/ 97885 h 139016"/>
                <a:gd name="csX21" fmla="*/ 84621 w 130184"/>
                <a:gd name="csY21" fmla="*/ 91508 h 139016"/>
                <a:gd name="csX22" fmla="*/ 45481 w 130184"/>
                <a:gd name="csY22" fmla="*/ 129344 h 139016"/>
                <a:gd name="csX23" fmla="*/ 34420 w 130184"/>
                <a:gd name="csY23" fmla="*/ 127644 h 139016"/>
                <a:gd name="csX24" fmla="*/ 41865 w 130184"/>
                <a:gd name="csY24" fmla="*/ 114040 h 139016"/>
                <a:gd name="csX25" fmla="*/ 29952 w 130184"/>
                <a:gd name="csY25" fmla="*/ 102774 h 139016"/>
                <a:gd name="csX26" fmla="*/ 12935 w 130184"/>
                <a:gd name="csY26" fmla="*/ 120417 h 139016"/>
                <a:gd name="csX27" fmla="*/ 45268 w 130184"/>
                <a:gd name="csY27" fmla="*/ 139122 h 139016"/>
                <a:gd name="csX28" fmla="*/ 109722 w 130184"/>
                <a:gd name="csY28" fmla="*/ 96610 h 1390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30184" h="139016">
                  <a:moveTo>
                    <a:pt x="109722" y="96610"/>
                  </a:moveTo>
                  <a:lnTo>
                    <a:pt x="129505" y="17749"/>
                  </a:lnTo>
                  <a:cubicBezTo>
                    <a:pt x="130356" y="14348"/>
                    <a:pt x="130356" y="13285"/>
                    <a:pt x="130356" y="12435"/>
                  </a:cubicBezTo>
                  <a:cubicBezTo>
                    <a:pt x="130356" y="4995"/>
                    <a:pt x="124613" y="1807"/>
                    <a:pt x="119295" y="1807"/>
                  </a:cubicBezTo>
                  <a:cubicBezTo>
                    <a:pt x="107170" y="1807"/>
                    <a:pt x="104404" y="12435"/>
                    <a:pt x="102915" y="18387"/>
                  </a:cubicBezTo>
                  <a:lnTo>
                    <a:pt x="97385" y="40493"/>
                  </a:lnTo>
                  <a:lnTo>
                    <a:pt x="90790" y="67064"/>
                  </a:lnTo>
                  <a:cubicBezTo>
                    <a:pt x="89301" y="72803"/>
                    <a:pt x="89301" y="73228"/>
                    <a:pt x="86323" y="76416"/>
                  </a:cubicBezTo>
                  <a:cubicBezTo>
                    <a:pt x="80793" y="82581"/>
                    <a:pt x="73347" y="88107"/>
                    <a:pt x="63775" y="88107"/>
                  </a:cubicBezTo>
                  <a:cubicBezTo>
                    <a:pt x="49310" y="88107"/>
                    <a:pt x="49310" y="76841"/>
                    <a:pt x="49310" y="72590"/>
                  </a:cubicBezTo>
                  <a:cubicBezTo>
                    <a:pt x="49310" y="60899"/>
                    <a:pt x="55053" y="46445"/>
                    <a:pt x="61435" y="31140"/>
                  </a:cubicBezTo>
                  <a:cubicBezTo>
                    <a:pt x="63775" y="25189"/>
                    <a:pt x="64626" y="22850"/>
                    <a:pt x="64626" y="19662"/>
                  </a:cubicBezTo>
                  <a:cubicBezTo>
                    <a:pt x="64626" y="6908"/>
                    <a:pt x="50799" y="106"/>
                    <a:pt x="37185" y="106"/>
                  </a:cubicBezTo>
                  <a:cubicBezTo>
                    <a:pt x="12935" y="106"/>
                    <a:pt x="172" y="27102"/>
                    <a:pt x="172" y="33266"/>
                  </a:cubicBezTo>
                  <a:cubicBezTo>
                    <a:pt x="172" y="37092"/>
                    <a:pt x="3788" y="37092"/>
                    <a:pt x="6979" y="37092"/>
                  </a:cubicBezTo>
                  <a:cubicBezTo>
                    <a:pt x="12297" y="37092"/>
                    <a:pt x="12722" y="36667"/>
                    <a:pt x="13998" y="32416"/>
                  </a:cubicBezTo>
                  <a:cubicBezTo>
                    <a:pt x="17615" y="20300"/>
                    <a:pt x="26762" y="9884"/>
                    <a:pt x="35909" y="9884"/>
                  </a:cubicBezTo>
                  <a:cubicBezTo>
                    <a:pt x="37185" y="9884"/>
                    <a:pt x="39525" y="9884"/>
                    <a:pt x="39525" y="14986"/>
                  </a:cubicBezTo>
                  <a:cubicBezTo>
                    <a:pt x="39525" y="19024"/>
                    <a:pt x="38036" y="22850"/>
                    <a:pt x="36121" y="27102"/>
                  </a:cubicBezTo>
                  <a:cubicBezTo>
                    <a:pt x="28251" y="46232"/>
                    <a:pt x="23784" y="58561"/>
                    <a:pt x="23784" y="68551"/>
                  </a:cubicBezTo>
                  <a:cubicBezTo>
                    <a:pt x="23784" y="92146"/>
                    <a:pt x="44205" y="97885"/>
                    <a:pt x="62073" y="97885"/>
                  </a:cubicBezTo>
                  <a:cubicBezTo>
                    <a:pt x="68455" y="97885"/>
                    <a:pt x="74624" y="97247"/>
                    <a:pt x="84621" y="91508"/>
                  </a:cubicBezTo>
                  <a:cubicBezTo>
                    <a:pt x="79091" y="116166"/>
                    <a:pt x="61010" y="129344"/>
                    <a:pt x="45481" y="129344"/>
                  </a:cubicBezTo>
                  <a:cubicBezTo>
                    <a:pt x="43779" y="129344"/>
                    <a:pt x="39312" y="129344"/>
                    <a:pt x="34420" y="127644"/>
                  </a:cubicBezTo>
                  <a:cubicBezTo>
                    <a:pt x="40163" y="124030"/>
                    <a:pt x="41865" y="116803"/>
                    <a:pt x="41865" y="114040"/>
                  </a:cubicBezTo>
                  <a:cubicBezTo>
                    <a:pt x="41865" y="107876"/>
                    <a:pt x="37185" y="102774"/>
                    <a:pt x="29952" y="102774"/>
                  </a:cubicBezTo>
                  <a:cubicBezTo>
                    <a:pt x="20593" y="102774"/>
                    <a:pt x="12935" y="110852"/>
                    <a:pt x="12935" y="120417"/>
                  </a:cubicBezTo>
                  <a:cubicBezTo>
                    <a:pt x="12935" y="131258"/>
                    <a:pt x="23996" y="139122"/>
                    <a:pt x="45268" y="139122"/>
                  </a:cubicBezTo>
                  <a:cubicBezTo>
                    <a:pt x="71007" y="139122"/>
                    <a:pt x="102703" y="124668"/>
                    <a:pt x="109722" y="96610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1C8A54AF-643E-DAD4-DE34-46B0D4C3EA70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7206102" y="7355266"/>
              <a:ext cx="117603" cy="153045"/>
            </a:xfrm>
            <a:custGeom>
              <a:avLst/>
              <a:gdLst>
                <a:gd name="csX0" fmla="*/ 58828 w 117603"/>
                <a:gd name="csY0" fmla="*/ 153139 h 153045"/>
                <a:gd name="csX1" fmla="*/ 101676 w 117603"/>
                <a:gd name="csY1" fmla="*/ 141600 h 153045"/>
                <a:gd name="csX2" fmla="*/ 117782 w 117603"/>
                <a:gd name="csY2" fmla="*/ 109412 h 153045"/>
                <a:gd name="csX3" fmla="*/ 107754 w 117603"/>
                <a:gd name="csY3" fmla="*/ 84512 h 153045"/>
                <a:gd name="csX4" fmla="*/ 78277 w 117603"/>
                <a:gd name="csY4" fmla="*/ 70847 h 153045"/>
                <a:gd name="csX5" fmla="*/ 50623 w 117603"/>
                <a:gd name="csY5" fmla="*/ 65078 h 153045"/>
                <a:gd name="csX6" fmla="*/ 28136 w 117603"/>
                <a:gd name="csY6" fmla="*/ 43214 h 153045"/>
                <a:gd name="csX7" fmla="*/ 36949 w 117603"/>
                <a:gd name="csY7" fmla="*/ 25602 h 153045"/>
                <a:gd name="csX8" fmla="*/ 62779 w 117603"/>
                <a:gd name="csY8" fmla="*/ 18921 h 153045"/>
                <a:gd name="csX9" fmla="*/ 81316 w 117603"/>
                <a:gd name="csY9" fmla="*/ 21958 h 153045"/>
                <a:gd name="csX10" fmla="*/ 99853 w 117603"/>
                <a:gd name="csY10" fmla="*/ 30764 h 153045"/>
                <a:gd name="csX11" fmla="*/ 109577 w 117603"/>
                <a:gd name="csY11" fmla="*/ 31675 h 153045"/>
                <a:gd name="csX12" fmla="*/ 114439 w 117603"/>
                <a:gd name="csY12" fmla="*/ 23476 h 153045"/>
                <a:gd name="csX13" fmla="*/ 109881 w 117603"/>
                <a:gd name="csY13" fmla="*/ 14670 h 153045"/>
                <a:gd name="csX14" fmla="*/ 88001 w 117603"/>
                <a:gd name="csY14" fmla="*/ 3738 h 153045"/>
                <a:gd name="csX15" fmla="*/ 62779 w 117603"/>
                <a:gd name="csY15" fmla="*/ 94 h 153045"/>
                <a:gd name="csX16" fmla="*/ 20843 w 117603"/>
                <a:gd name="csY16" fmla="*/ 12241 h 153045"/>
                <a:gd name="csX17" fmla="*/ 5041 w 117603"/>
                <a:gd name="csY17" fmla="*/ 44429 h 153045"/>
                <a:gd name="csX18" fmla="*/ 42722 w 117603"/>
                <a:gd name="csY18" fmla="*/ 83297 h 153045"/>
                <a:gd name="csX19" fmla="*/ 70376 w 117603"/>
                <a:gd name="csY19" fmla="*/ 89371 h 153045"/>
                <a:gd name="csX20" fmla="*/ 88609 w 117603"/>
                <a:gd name="csY20" fmla="*/ 97266 h 153045"/>
                <a:gd name="csX21" fmla="*/ 94383 w 117603"/>
                <a:gd name="csY21" fmla="*/ 110627 h 153045"/>
                <a:gd name="csX22" fmla="*/ 85570 w 117603"/>
                <a:gd name="csY22" fmla="*/ 127936 h 153045"/>
                <a:gd name="csX23" fmla="*/ 59436 w 117603"/>
                <a:gd name="csY23" fmla="*/ 134312 h 153045"/>
                <a:gd name="csX24" fmla="*/ 37252 w 117603"/>
                <a:gd name="csY24" fmla="*/ 131579 h 153045"/>
                <a:gd name="csX25" fmla="*/ 14461 w 117603"/>
                <a:gd name="csY25" fmla="*/ 121255 h 153045"/>
                <a:gd name="csX26" fmla="*/ 4433 w 117603"/>
                <a:gd name="csY26" fmla="*/ 121255 h 153045"/>
                <a:gd name="csX27" fmla="*/ 178 w 117603"/>
                <a:gd name="csY27" fmla="*/ 129758 h 153045"/>
                <a:gd name="csX28" fmla="*/ 5648 w 117603"/>
                <a:gd name="csY28" fmla="*/ 138260 h 153045"/>
                <a:gd name="csX29" fmla="*/ 31175 w 117603"/>
                <a:gd name="csY29" fmla="*/ 149799 h 153045"/>
                <a:gd name="csX30" fmla="*/ 58828 w 117603"/>
                <a:gd name="csY30" fmla="*/ 153139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17603" h="153045">
                  <a:moveTo>
                    <a:pt x="58828" y="153139"/>
                  </a:moveTo>
                  <a:cubicBezTo>
                    <a:pt x="76454" y="153139"/>
                    <a:pt x="90736" y="149496"/>
                    <a:pt x="101676" y="141600"/>
                  </a:cubicBezTo>
                  <a:cubicBezTo>
                    <a:pt x="112312" y="133705"/>
                    <a:pt x="117782" y="123077"/>
                    <a:pt x="117782" y="109412"/>
                  </a:cubicBezTo>
                  <a:cubicBezTo>
                    <a:pt x="117782" y="99088"/>
                    <a:pt x="114439" y="90585"/>
                    <a:pt x="107754" y="84512"/>
                  </a:cubicBezTo>
                  <a:cubicBezTo>
                    <a:pt x="101068" y="78439"/>
                    <a:pt x="91040" y="73884"/>
                    <a:pt x="78277" y="70847"/>
                  </a:cubicBezTo>
                  <a:lnTo>
                    <a:pt x="50623" y="65078"/>
                  </a:lnTo>
                  <a:cubicBezTo>
                    <a:pt x="35429" y="62041"/>
                    <a:pt x="28136" y="54753"/>
                    <a:pt x="28136" y="43214"/>
                  </a:cubicBezTo>
                  <a:cubicBezTo>
                    <a:pt x="28136" y="35926"/>
                    <a:pt x="30871" y="30157"/>
                    <a:pt x="36949" y="25602"/>
                  </a:cubicBezTo>
                  <a:cubicBezTo>
                    <a:pt x="42722" y="21350"/>
                    <a:pt x="51231" y="18921"/>
                    <a:pt x="62779" y="18921"/>
                  </a:cubicBezTo>
                  <a:cubicBezTo>
                    <a:pt x="68857" y="18921"/>
                    <a:pt x="74934" y="20136"/>
                    <a:pt x="81316" y="21958"/>
                  </a:cubicBezTo>
                  <a:cubicBezTo>
                    <a:pt x="87394" y="23780"/>
                    <a:pt x="93775" y="26816"/>
                    <a:pt x="99853" y="30764"/>
                  </a:cubicBezTo>
                  <a:cubicBezTo>
                    <a:pt x="103500" y="33193"/>
                    <a:pt x="106842" y="33497"/>
                    <a:pt x="109577" y="31675"/>
                  </a:cubicBezTo>
                  <a:cubicBezTo>
                    <a:pt x="112312" y="29853"/>
                    <a:pt x="113832" y="27120"/>
                    <a:pt x="114439" y="23476"/>
                  </a:cubicBezTo>
                  <a:cubicBezTo>
                    <a:pt x="114743" y="20136"/>
                    <a:pt x="113224" y="17099"/>
                    <a:pt x="109881" y="14670"/>
                  </a:cubicBezTo>
                  <a:cubicBezTo>
                    <a:pt x="103196" y="9811"/>
                    <a:pt x="95902" y="6167"/>
                    <a:pt x="88001" y="3738"/>
                  </a:cubicBezTo>
                  <a:cubicBezTo>
                    <a:pt x="79796" y="1309"/>
                    <a:pt x="71288" y="94"/>
                    <a:pt x="62779" y="94"/>
                  </a:cubicBezTo>
                  <a:cubicBezTo>
                    <a:pt x="45457" y="94"/>
                    <a:pt x="31479" y="4345"/>
                    <a:pt x="20843" y="12241"/>
                  </a:cubicBezTo>
                  <a:cubicBezTo>
                    <a:pt x="10207" y="20439"/>
                    <a:pt x="5041" y="31068"/>
                    <a:pt x="5041" y="44429"/>
                  </a:cubicBezTo>
                  <a:cubicBezTo>
                    <a:pt x="5041" y="65078"/>
                    <a:pt x="17500" y="77831"/>
                    <a:pt x="42722" y="83297"/>
                  </a:cubicBezTo>
                  <a:lnTo>
                    <a:pt x="70376" y="89371"/>
                  </a:lnTo>
                  <a:cubicBezTo>
                    <a:pt x="78581" y="91193"/>
                    <a:pt x="84659" y="93925"/>
                    <a:pt x="88609" y="97266"/>
                  </a:cubicBezTo>
                  <a:cubicBezTo>
                    <a:pt x="92256" y="100606"/>
                    <a:pt x="94383" y="105161"/>
                    <a:pt x="94383" y="110627"/>
                  </a:cubicBezTo>
                  <a:cubicBezTo>
                    <a:pt x="94383" y="117915"/>
                    <a:pt x="91344" y="123684"/>
                    <a:pt x="85570" y="127936"/>
                  </a:cubicBezTo>
                  <a:cubicBezTo>
                    <a:pt x="79493" y="132187"/>
                    <a:pt x="70984" y="134312"/>
                    <a:pt x="59436" y="134312"/>
                  </a:cubicBezTo>
                  <a:cubicBezTo>
                    <a:pt x="52143" y="134312"/>
                    <a:pt x="44546" y="133401"/>
                    <a:pt x="37252" y="131579"/>
                  </a:cubicBezTo>
                  <a:cubicBezTo>
                    <a:pt x="29959" y="129758"/>
                    <a:pt x="22362" y="126114"/>
                    <a:pt x="14461" y="121255"/>
                  </a:cubicBezTo>
                  <a:cubicBezTo>
                    <a:pt x="10207" y="119433"/>
                    <a:pt x="6864" y="119433"/>
                    <a:pt x="4433" y="121255"/>
                  </a:cubicBezTo>
                  <a:cubicBezTo>
                    <a:pt x="1698" y="123381"/>
                    <a:pt x="178" y="126114"/>
                    <a:pt x="178" y="129758"/>
                  </a:cubicBezTo>
                  <a:cubicBezTo>
                    <a:pt x="178" y="133401"/>
                    <a:pt x="2002" y="136134"/>
                    <a:pt x="5648" y="138260"/>
                  </a:cubicBezTo>
                  <a:cubicBezTo>
                    <a:pt x="13549" y="143726"/>
                    <a:pt x="22058" y="147370"/>
                    <a:pt x="31175" y="149799"/>
                  </a:cubicBezTo>
                  <a:cubicBezTo>
                    <a:pt x="40291" y="152228"/>
                    <a:pt x="49712" y="153139"/>
                    <a:pt x="58828" y="153139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E24EC81C-1496-0B0B-2848-344A54A1900D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7361084" y="7355266"/>
              <a:ext cx="140091" cy="207097"/>
            </a:xfrm>
            <a:custGeom>
              <a:avLst/>
              <a:gdLst>
                <a:gd name="csX0" fmla="*/ 12339 w 140091"/>
                <a:gd name="csY0" fmla="*/ 207191 h 207097"/>
                <a:gd name="csX1" fmla="*/ 24798 w 140091"/>
                <a:gd name="csY1" fmla="*/ 194741 h 207097"/>
                <a:gd name="csX2" fmla="*/ 24798 w 140091"/>
                <a:gd name="csY2" fmla="*/ 124595 h 207097"/>
                <a:gd name="csX3" fmla="*/ 44550 w 140091"/>
                <a:gd name="csY3" fmla="*/ 145548 h 207097"/>
                <a:gd name="csX4" fmla="*/ 74939 w 140091"/>
                <a:gd name="csY4" fmla="*/ 153139 h 207097"/>
                <a:gd name="csX5" fmla="*/ 109278 w 140091"/>
                <a:gd name="csY5" fmla="*/ 143726 h 207097"/>
                <a:gd name="csX6" fmla="*/ 132070 w 140091"/>
                <a:gd name="csY6" fmla="*/ 117307 h 207097"/>
                <a:gd name="csX7" fmla="*/ 140275 w 140091"/>
                <a:gd name="csY7" fmla="*/ 76617 h 207097"/>
                <a:gd name="csX8" fmla="*/ 132070 w 140091"/>
                <a:gd name="csY8" fmla="*/ 35926 h 207097"/>
                <a:gd name="csX9" fmla="*/ 109278 w 140091"/>
                <a:gd name="csY9" fmla="*/ 9508 h 207097"/>
                <a:gd name="csX10" fmla="*/ 74939 w 140091"/>
                <a:gd name="csY10" fmla="*/ 94 h 207097"/>
                <a:gd name="csX11" fmla="*/ 44247 w 140091"/>
                <a:gd name="csY11" fmla="*/ 7989 h 207097"/>
                <a:gd name="csX12" fmla="*/ 24494 w 140091"/>
                <a:gd name="csY12" fmla="*/ 28942 h 207097"/>
                <a:gd name="csX13" fmla="*/ 24494 w 140091"/>
                <a:gd name="csY13" fmla="*/ 13152 h 207097"/>
                <a:gd name="csX14" fmla="*/ 12035 w 140091"/>
                <a:gd name="csY14" fmla="*/ 701 h 207097"/>
                <a:gd name="csX15" fmla="*/ 183 w 140091"/>
                <a:gd name="csY15" fmla="*/ 13152 h 207097"/>
                <a:gd name="csX16" fmla="*/ 183 w 140091"/>
                <a:gd name="csY16" fmla="*/ 194741 h 207097"/>
                <a:gd name="csX17" fmla="*/ 12339 w 140091"/>
                <a:gd name="csY17" fmla="*/ 207191 h 207097"/>
                <a:gd name="csX18" fmla="*/ 69773 w 140091"/>
                <a:gd name="csY18" fmla="*/ 133401 h 207097"/>
                <a:gd name="csX19" fmla="*/ 36649 w 140091"/>
                <a:gd name="csY19" fmla="*/ 118826 h 207097"/>
                <a:gd name="csX20" fmla="*/ 24190 w 140091"/>
                <a:gd name="csY20" fmla="*/ 76617 h 207097"/>
                <a:gd name="csX21" fmla="*/ 36649 w 140091"/>
                <a:gd name="csY21" fmla="*/ 34408 h 207097"/>
                <a:gd name="csX22" fmla="*/ 69773 w 140091"/>
                <a:gd name="csY22" fmla="*/ 19832 h 207097"/>
                <a:gd name="csX23" fmla="*/ 102897 w 140091"/>
                <a:gd name="csY23" fmla="*/ 34408 h 207097"/>
                <a:gd name="csX24" fmla="*/ 115356 w 140091"/>
                <a:gd name="csY24" fmla="*/ 76617 h 207097"/>
                <a:gd name="csX25" fmla="*/ 102897 w 140091"/>
                <a:gd name="csY25" fmla="*/ 118826 h 207097"/>
                <a:gd name="csX26" fmla="*/ 69773 w 140091"/>
                <a:gd name="csY26" fmla="*/ 133401 h 2070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40091" h="207097">
                  <a:moveTo>
                    <a:pt x="12339" y="207191"/>
                  </a:moveTo>
                  <a:cubicBezTo>
                    <a:pt x="20544" y="207191"/>
                    <a:pt x="24798" y="203244"/>
                    <a:pt x="24798" y="194741"/>
                  </a:cubicBezTo>
                  <a:lnTo>
                    <a:pt x="24798" y="124595"/>
                  </a:lnTo>
                  <a:cubicBezTo>
                    <a:pt x="29052" y="133705"/>
                    <a:pt x="35434" y="140689"/>
                    <a:pt x="44550" y="145548"/>
                  </a:cubicBezTo>
                  <a:cubicBezTo>
                    <a:pt x="53363" y="150710"/>
                    <a:pt x="63391" y="153139"/>
                    <a:pt x="74939" y="153139"/>
                  </a:cubicBezTo>
                  <a:cubicBezTo>
                    <a:pt x="88006" y="153139"/>
                    <a:pt x="99554" y="150103"/>
                    <a:pt x="109278" y="143726"/>
                  </a:cubicBezTo>
                  <a:cubicBezTo>
                    <a:pt x="119003" y="137653"/>
                    <a:pt x="126600" y="128847"/>
                    <a:pt x="132070" y="117307"/>
                  </a:cubicBezTo>
                  <a:cubicBezTo>
                    <a:pt x="137540" y="105768"/>
                    <a:pt x="140275" y="92407"/>
                    <a:pt x="140275" y="76617"/>
                  </a:cubicBezTo>
                  <a:cubicBezTo>
                    <a:pt x="140275" y="60826"/>
                    <a:pt x="137540" y="47465"/>
                    <a:pt x="132070" y="35926"/>
                  </a:cubicBezTo>
                  <a:cubicBezTo>
                    <a:pt x="126600" y="24387"/>
                    <a:pt x="119003" y="15581"/>
                    <a:pt x="109278" y="9508"/>
                  </a:cubicBezTo>
                  <a:cubicBezTo>
                    <a:pt x="99554" y="3434"/>
                    <a:pt x="88006" y="94"/>
                    <a:pt x="74939" y="94"/>
                  </a:cubicBezTo>
                  <a:cubicBezTo>
                    <a:pt x="63391" y="94"/>
                    <a:pt x="53059" y="2827"/>
                    <a:pt x="44247" y="7989"/>
                  </a:cubicBezTo>
                  <a:cubicBezTo>
                    <a:pt x="35130" y="13152"/>
                    <a:pt x="28748" y="20136"/>
                    <a:pt x="24494" y="28942"/>
                  </a:cubicBezTo>
                  <a:lnTo>
                    <a:pt x="24494" y="13152"/>
                  </a:lnTo>
                  <a:cubicBezTo>
                    <a:pt x="24494" y="4953"/>
                    <a:pt x="20240" y="701"/>
                    <a:pt x="12035" y="701"/>
                  </a:cubicBezTo>
                  <a:cubicBezTo>
                    <a:pt x="4134" y="701"/>
                    <a:pt x="183" y="4953"/>
                    <a:pt x="183" y="13152"/>
                  </a:cubicBezTo>
                  <a:lnTo>
                    <a:pt x="183" y="194741"/>
                  </a:lnTo>
                  <a:cubicBezTo>
                    <a:pt x="183" y="203244"/>
                    <a:pt x="4134" y="207191"/>
                    <a:pt x="12339" y="207191"/>
                  </a:cubicBezTo>
                  <a:close/>
                  <a:moveTo>
                    <a:pt x="69773" y="133401"/>
                  </a:moveTo>
                  <a:cubicBezTo>
                    <a:pt x="55794" y="133401"/>
                    <a:pt x="44854" y="128543"/>
                    <a:pt x="36649" y="118826"/>
                  </a:cubicBezTo>
                  <a:cubicBezTo>
                    <a:pt x="28141" y="109109"/>
                    <a:pt x="24190" y="94836"/>
                    <a:pt x="24190" y="76617"/>
                  </a:cubicBezTo>
                  <a:cubicBezTo>
                    <a:pt x="24190" y="58397"/>
                    <a:pt x="28141" y="44125"/>
                    <a:pt x="36649" y="34408"/>
                  </a:cubicBezTo>
                  <a:cubicBezTo>
                    <a:pt x="44854" y="24691"/>
                    <a:pt x="55794" y="19832"/>
                    <a:pt x="69773" y="19832"/>
                  </a:cubicBezTo>
                  <a:cubicBezTo>
                    <a:pt x="83448" y="19832"/>
                    <a:pt x="94388" y="24691"/>
                    <a:pt x="102897" y="34408"/>
                  </a:cubicBezTo>
                  <a:cubicBezTo>
                    <a:pt x="111101" y="44125"/>
                    <a:pt x="115356" y="58397"/>
                    <a:pt x="115356" y="76617"/>
                  </a:cubicBezTo>
                  <a:cubicBezTo>
                    <a:pt x="115356" y="94836"/>
                    <a:pt x="111101" y="109109"/>
                    <a:pt x="102897" y="118826"/>
                  </a:cubicBezTo>
                  <a:cubicBezTo>
                    <a:pt x="94388" y="128543"/>
                    <a:pt x="83448" y="133401"/>
                    <a:pt x="69773" y="133401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BC39269B-5372-342F-22F0-C6AB6147D821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7531564" y="7355266"/>
              <a:ext cx="122162" cy="153045"/>
            </a:xfrm>
            <a:custGeom>
              <a:avLst/>
              <a:gdLst>
                <a:gd name="csX0" fmla="*/ 53369 w 122162"/>
                <a:gd name="csY0" fmla="*/ 153139 h 153045"/>
                <a:gd name="csX1" fmla="*/ 81326 w 122162"/>
                <a:gd name="csY1" fmla="*/ 145548 h 153045"/>
                <a:gd name="csX2" fmla="*/ 99256 w 122162"/>
                <a:gd name="csY2" fmla="*/ 124899 h 153045"/>
                <a:gd name="csX3" fmla="*/ 99256 w 122162"/>
                <a:gd name="csY3" fmla="*/ 139778 h 153045"/>
                <a:gd name="csX4" fmla="*/ 111107 w 122162"/>
                <a:gd name="csY4" fmla="*/ 152532 h 153045"/>
                <a:gd name="csX5" fmla="*/ 122351 w 122162"/>
                <a:gd name="csY5" fmla="*/ 139778 h 153045"/>
                <a:gd name="csX6" fmla="*/ 122351 w 122162"/>
                <a:gd name="csY6" fmla="*/ 57486 h 153045"/>
                <a:gd name="csX7" fmla="*/ 108372 w 122162"/>
                <a:gd name="csY7" fmla="*/ 14063 h 153045"/>
                <a:gd name="csX8" fmla="*/ 66132 w 122162"/>
                <a:gd name="csY8" fmla="*/ 94 h 153045"/>
                <a:gd name="csX9" fmla="*/ 40910 w 122162"/>
                <a:gd name="csY9" fmla="*/ 3131 h 153045"/>
                <a:gd name="csX10" fmla="*/ 14775 w 122162"/>
                <a:gd name="csY10" fmla="*/ 12848 h 153045"/>
                <a:gd name="csX11" fmla="*/ 8698 w 122162"/>
                <a:gd name="csY11" fmla="*/ 19225 h 153045"/>
                <a:gd name="csX12" fmla="*/ 8698 w 122162"/>
                <a:gd name="csY12" fmla="*/ 27120 h 153045"/>
                <a:gd name="csX13" fmla="*/ 13560 w 122162"/>
                <a:gd name="csY13" fmla="*/ 32586 h 153045"/>
                <a:gd name="csX14" fmla="*/ 22373 w 122162"/>
                <a:gd name="csY14" fmla="*/ 31371 h 153045"/>
                <a:gd name="csX15" fmla="*/ 44556 w 122162"/>
                <a:gd name="csY15" fmla="*/ 22565 h 153045"/>
                <a:gd name="csX16" fmla="*/ 66132 w 122162"/>
                <a:gd name="csY16" fmla="*/ 19832 h 153045"/>
                <a:gd name="csX17" fmla="*/ 90747 w 122162"/>
                <a:gd name="csY17" fmla="*/ 28335 h 153045"/>
                <a:gd name="csX18" fmla="*/ 98648 w 122162"/>
                <a:gd name="csY18" fmla="*/ 55361 h 153045"/>
                <a:gd name="csX19" fmla="*/ 98648 w 122162"/>
                <a:gd name="csY19" fmla="*/ 64774 h 153045"/>
                <a:gd name="csX20" fmla="*/ 88924 w 122162"/>
                <a:gd name="csY20" fmla="*/ 64774 h 153045"/>
                <a:gd name="csX21" fmla="*/ 36047 w 122162"/>
                <a:gd name="csY21" fmla="*/ 69025 h 153045"/>
                <a:gd name="csX22" fmla="*/ 8394 w 122162"/>
                <a:gd name="csY22" fmla="*/ 82386 h 153045"/>
                <a:gd name="csX23" fmla="*/ 189 w 122162"/>
                <a:gd name="csY23" fmla="*/ 107894 h 153045"/>
                <a:gd name="csX24" fmla="*/ 7178 w 122162"/>
                <a:gd name="csY24" fmla="*/ 130972 h 153045"/>
                <a:gd name="csX25" fmla="*/ 26019 w 122162"/>
                <a:gd name="csY25" fmla="*/ 147370 h 153045"/>
                <a:gd name="csX26" fmla="*/ 53369 w 122162"/>
                <a:gd name="csY26" fmla="*/ 153139 h 153045"/>
                <a:gd name="csX27" fmla="*/ 57319 w 122162"/>
                <a:gd name="csY27" fmla="*/ 134616 h 153045"/>
                <a:gd name="csX28" fmla="*/ 33616 w 122162"/>
                <a:gd name="csY28" fmla="*/ 126721 h 153045"/>
                <a:gd name="csX29" fmla="*/ 25108 w 122162"/>
                <a:gd name="csY29" fmla="*/ 106376 h 153045"/>
                <a:gd name="csX30" fmla="*/ 30578 w 122162"/>
                <a:gd name="csY30" fmla="*/ 91193 h 153045"/>
                <a:gd name="csX31" fmla="*/ 50330 w 122162"/>
                <a:gd name="csY31" fmla="*/ 83297 h 153045"/>
                <a:gd name="csX32" fmla="*/ 89227 w 122162"/>
                <a:gd name="csY32" fmla="*/ 80868 h 153045"/>
                <a:gd name="csX33" fmla="*/ 98648 w 122162"/>
                <a:gd name="csY33" fmla="*/ 80868 h 153045"/>
                <a:gd name="csX34" fmla="*/ 98648 w 122162"/>
                <a:gd name="csY34" fmla="*/ 89978 h 153045"/>
                <a:gd name="csX35" fmla="*/ 87100 w 122162"/>
                <a:gd name="csY35" fmla="*/ 122166 h 153045"/>
                <a:gd name="csX36" fmla="*/ 57319 w 122162"/>
                <a:gd name="csY36" fmla="*/ 134616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22162" h="153045">
                  <a:moveTo>
                    <a:pt x="53369" y="153139"/>
                  </a:moveTo>
                  <a:cubicBezTo>
                    <a:pt x="64005" y="153139"/>
                    <a:pt x="73425" y="150710"/>
                    <a:pt x="81326" y="145548"/>
                  </a:cubicBezTo>
                  <a:cubicBezTo>
                    <a:pt x="89227" y="140689"/>
                    <a:pt x="95305" y="133705"/>
                    <a:pt x="99256" y="124899"/>
                  </a:cubicBezTo>
                  <a:lnTo>
                    <a:pt x="99256" y="139778"/>
                  </a:lnTo>
                  <a:cubicBezTo>
                    <a:pt x="99256" y="148281"/>
                    <a:pt x="103206" y="152532"/>
                    <a:pt x="111107" y="152532"/>
                  </a:cubicBezTo>
                  <a:cubicBezTo>
                    <a:pt x="118401" y="152532"/>
                    <a:pt x="122351" y="148281"/>
                    <a:pt x="122351" y="139778"/>
                  </a:cubicBezTo>
                  <a:lnTo>
                    <a:pt x="122351" y="57486"/>
                  </a:lnTo>
                  <a:cubicBezTo>
                    <a:pt x="122351" y="38052"/>
                    <a:pt x="117489" y="23476"/>
                    <a:pt x="108372" y="14063"/>
                  </a:cubicBezTo>
                  <a:cubicBezTo>
                    <a:pt x="99256" y="4953"/>
                    <a:pt x="84973" y="94"/>
                    <a:pt x="66132" y="94"/>
                  </a:cubicBezTo>
                  <a:cubicBezTo>
                    <a:pt x="58231" y="94"/>
                    <a:pt x="49722" y="1309"/>
                    <a:pt x="40910" y="3131"/>
                  </a:cubicBezTo>
                  <a:cubicBezTo>
                    <a:pt x="32097" y="5256"/>
                    <a:pt x="23284" y="8597"/>
                    <a:pt x="14775" y="12848"/>
                  </a:cubicBezTo>
                  <a:cubicBezTo>
                    <a:pt x="11737" y="14366"/>
                    <a:pt x="9609" y="16492"/>
                    <a:pt x="8698" y="19225"/>
                  </a:cubicBezTo>
                  <a:cubicBezTo>
                    <a:pt x="7786" y="21958"/>
                    <a:pt x="7786" y="24691"/>
                    <a:pt x="8698" y="27120"/>
                  </a:cubicBezTo>
                  <a:cubicBezTo>
                    <a:pt x="9609" y="29549"/>
                    <a:pt x="11129" y="31371"/>
                    <a:pt x="13560" y="32586"/>
                  </a:cubicBezTo>
                  <a:cubicBezTo>
                    <a:pt x="15991" y="33801"/>
                    <a:pt x="18726" y="33193"/>
                    <a:pt x="22373" y="31371"/>
                  </a:cubicBezTo>
                  <a:cubicBezTo>
                    <a:pt x="29970" y="27424"/>
                    <a:pt x="37263" y="24387"/>
                    <a:pt x="44556" y="22565"/>
                  </a:cubicBezTo>
                  <a:cubicBezTo>
                    <a:pt x="51850" y="20743"/>
                    <a:pt x="58839" y="19832"/>
                    <a:pt x="66132" y="19832"/>
                  </a:cubicBezTo>
                  <a:cubicBezTo>
                    <a:pt x="77376" y="19832"/>
                    <a:pt x="85581" y="22869"/>
                    <a:pt x="90747" y="28335"/>
                  </a:cubicBezTo>
                  <a:cubicBezTo>
                    <a:pt x="95913" y="33801"/>
                    <a:pt x="98648" y="42910"/>
                    <a:pt x="98648" y="55361"/>
                  </a:cubicBezTo>
                  <a:lnTo>
                    <a:pt x="98648" y="64774"/>
                  </a:lnTo>
                  <a:lnTo>
                    <a:pt x="88924" y="64774"/>
                  </a:lnTo>
                  <a:cubicBezTo>
                    <a:pt x="66436" y="64774"/>
                    <a:pt x="48811" y="66292"/>
                    <a:pt x="36047" y="69025"/>
                  </a:cubicBezTo>
                  <a:cubicBezTo>
                    <a:pt x="23284" y="71758"/>
                    <a:pt x="13864" y="76313"/>
                    <a:pt x="8394" y="82386"/>
                  </a:cubicBezTo>
                  <a:cubicBezTo>
                    <a:pt x="2924" y="88763"/>
                    <a:pt x="189" y="97266"/>
                    <a:pt x="189" y="107894"/>
                  </a:cubicBezTo>
                  <a:cubicBezTo>
                    <a:pt x="189" y="116396"/>
                    <a:pt x="2316" y="124292"/>
                    <a:pt x="7178" y="130972"/>
                  </a:cubicBezTo>
                  <a:cubicBezTo>
                    <a:pt x="11737" y="137956"/>
                    <a:pt x="18118" y="143422"/>
                    <a:pt x="26019" y="147370"/>
                  </a:cubicBezTo>
                  <a:cubicBezTo>
                    <a:pt x="33920" y="151318"/>
                    <a:pt x="43037" y="153139"/>
                    <a:pt x="53369" y="153139"/>
                  </a:cubicBezTo>
                  <a:close/>
                  <a:moveTo>
                    <a:pt x="57319" y="134616"/>
                  </a:moveTo>
                  <a:cubicBezTo>
                    <a:pt x="47291" y="134616"/>
                    <a:pt x="39390" y="132187"/>
                    <a:pt x="33616" y="126721"/>
                  </a:cubicBezTo>
                  <a:cubicBezTo>
                    <a:pt x="27843" y="121559"/>
                    <a:pt x="25108" y="114878"/>
                    <a:pt x="25108" y="106376"/>
                  </a:cubicBezTo>
                  <a:cubicBezTo>
                    <a:pt x="25108" y="99999"/>
                    <a:pt x="26931" y="94836"/>
                    <a:pt x="30578" y="91193"/>
                  </a:cubicBezTo>
                  <a:cubicBezTo>
                    <a:pt x="34224" y="87549"/>
                    <a:pt x="40910" y="84816"/>
                    <a:pt x="50330" y="83297"/>
                  </a:cubicBezTo>
                  <a:cubicBezTo>
                    <a:pt x="59751" y="81779"/>
                    <a:pt x="72818" y="80868"/>
                    <a:pt x="89227" y="80868"/>
                  </a:cubicBezTo>
                  <a:lnTo>
                    <a:pt x="98648" y="80868"/>
                  </a:lnTo>
                  <a:lnTo>
                    <a:pt x="98648" y="89978"/>
                  </a:lnTo>
                  <a:cubicBezTo>
                    <a:pt x="98648" y="103035"/>
                    <a:pt x="94697" y="113663"/>
                    <a:pt x="87100" y="122166"/>
                  </a:cubicBezTo>
                  <a:cubicBezTo>
                    <a:pt x="79199" y="130668"/>
                    <a:pt x="69475" y="134616"/>
                    <a:pt x="57319" y="134616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4D49EF01-4FD4-6F94-E76A-604D25355CC9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7699309" y="7355266"/>
              <a:ext cx="127328" cy="152437"/>
            </a:xfrm>
            <a:custGeom>
              <a:avLst/>
              <a:gdLst>
                <a:gd name="csX0" fmla="*/ 12350 w 127328"/>
                <a:gd name="csY0" fmla="*/ 152532 h 152437"/>
                <a:gd name="csX1" fmla="*/ 24809 w 127328"/>
                <a:gd name="csY1" fmla="*/ 139778 h 152437"/>
                <a:gd name="csX2" fmla="*/ 24809 w 127328"/>
                <a:gd name="csY2" fmla="*/ 66292 h 152437"/>
                <a:gd name="csX3" fmla="*/ 36661 w 127328"/>
                <a:gd name="csY3" fmla="*/ 32890 h 152437"/>
                <a:gd name="csX4" fmla="*/ 69176 w 127328"/>
                <a:gd name="csY4" fmla="*/ 20136 h 152437"/>
                <a:gd name="csX5" fmla="*/ 94703 w 127328"/>
                <a:gd name="csY5" fmla="*/ 29853 h 152437"/>
                <a:gd name="csX6" fmla="*/ 102908 w 127328"/>
                <a:gd name="csY6" fmla="*/ 59915 h 152437"/>
                <a:gd name="csX7" fmla="*/ 102908 w 127328"/>
                <a:gd name="csY7" fmla="*/ 139778 h 152437"/>
                <a:gd name="csX8" fmla="*/ 115367 w 127328"/>
                <a:gd name="csY8" fmla="*/ 152532 h 152437"/>
                <a:gd name="csX9" fmla="*/ 127522 w 127328"/>
                <a:gd name="csY9" fmla="*/ 139778 h 152437"/>
                <a:gd name="csX10" fmla="*/ 127522 w 127328"/>
                <a:gd name="csY10" fmla="*/ 58397 h 152437"/>
                <a:gd name="csX11" fmla="*/ 74950 w 127328"/>
                <a:gd name="csY11" fmla="*/ 94 h 152437"/>
                <a:gd name="csX12" fmla="*/ 44865 w 127328"/>
                <a:gd name="csY12" fmla="*/ 7078 h 152437"/>
                <a:gd name="csX13" fmla="*/ 24201 w 127328"/>
                <a:gd name="csY13" fmla="*/ 28031 h 152437"/>
                <a:gd name="csX14" fmla="*/ 24201 w 127328"/>
                <a:gd name="csY14" fmla="*/ 13152 h 152437"/>
                <a:gd name="csX15" fmla="*/ 12046 w 127328"/>
                <a:gd name="csY15" fmla="*/ 701 h 152437"/>
                <a:gd name="csX16" fmla="*/ 194 w 127328"/>
                <a:gd name="csY16" fmla="*/ 13152 h 152437"/>
                <a:gd name="csX17" fmla="*/ 194 w 127328"/>
                <a:gd name="csY17" fmla="*/ 139778 h 152437"/>
                <a:gd name="csX18" fmla="*/ 12350 w 127328"/>
                <a:gd name="csY18" fmla="*/ 152532 h 1524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27328" h="152437">
                  <a:moveTo>
                    <a:pt x="12350" y="152532"/>
                  </a:moveTo>
                  <a:cubicBezTo>
                    <a:pt x="20555" y="152532"/>
                    <a:pt x="24809" y="148281"/>
                    <a:pt x="24809" y="139778"/>
                  </a:cubicBezTo>
                  <a:lnTo>
                    <a:pt x="24809" y="66292"/>
                  </a:lnTo>
                  <a:cubicBezTo>
                    <a:pt x="24809" y="52324"/>
                    <a:pt x="28760" y="41392"/>
                    <a:pt x="36661" y="32890"/>
                  </a:cubicBezTo>
                  <a:cubicBezTo>
                    <a:pt x="44562" y="24387"/>
                    <a:pt x="55501" y="20136"/>
                    <a:pt x="69176" y="20136"/>
                  </a:cubicBezTo>
                  <a:cubicBezTo>
                    <a:pt x="80724" y="20136"/>
                    <a:pt x="89233" y="23476"/>
                    <a:pt x="94703" y="29853"/>
                  </a:cubicBezTo>
                  <a:cubicBezTo>
                    <a:pt x="100173" y="36230"/>
                    <a:pt x="102908" y="46251"/>
                    <a:pt x="102908" y="59915"/>
                  </a:cubicBezTo>
                  <a:lnTo>
                    <a:pt x="102908" y="139778"/>
                  </a:lnTo>
                  <a:cubicBezTo>
                    <a:pt x="102908" y="148281"/>
                    <a:pt x="106858" y="152532"/>
                    <a:pt x="115367" y="152532"/>
                  </a:cubicBezTo>
                  <a:cubicBezTo>
                    <a:pt x="123268" y="152532"/>
                    <a:pt x="127522" y="148281"/>
                    <a:pt x="127522" y="139778"/>
                  </a:cubicBezTo>
                  <a:lnTo>
                    <a:pt x="127522" y="58397"/>
                  </a:lnTo>
                  <a:cubicBezTo>
                    <a:pt x="127522" y="19528"/>
                    <a:pt x="109897" y="94"/>
                    <a:pt x="74950" y="94"/>
                  </a:cubicBezTo>
                  <a:cubicBezTo>
                    <a:pt x="63706" y="94"/>
                    <a:pt x="53678" y="2523"/>
                    <a:pt x="44865" y="7078"/>
                  </a:cubicBezTo>
                  <a:cubicBezTo>
                    <a:pt x="35749" y="11937"/>
                    <a:pt x="29063" y="18921"/>
                    <a:pt x="24201" y="28031"/>
                  </a:cubicBezTo>
                  <a:lnTo>
                    <a:pt x="24201" y="13152"/>
                  </a:lnTo>
                  <a:cubicBezTo>
                    <a:pt x="24201" y="4953"/>
                    <a:pt x="19947" y="701"/>
                    <a:pt x="12046" y="701"/>
                  </a:cubicBezTo>
                  <a:cubicBezTo>
                    <a:pt x="4145" y="701"/>
                    <a:pt x="194" y="4953"/>
                    <a:pt x="194" y="13152"/>
                  </a:cubicBezTo>
                  <a:lnTo>
                    <a:pt x="194" y="139778"/>
                  </a:lnTo>
                  <a:cubicBezTo>
                    <a:pt x="194" y="148281"/>
                    <a:pt x="4145" y="152532"/>
                    <a:pt x="12350" y="152532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2503035-28BA-A737-090A-D459E34E2896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7868573" y="7414480"/>
              <a:ext cx="89342" cy="20345"/>
            </a:xfrm>
            <a:custGeom>
              <a:avLst/>
              <a:gdLst>
                <a:gd name="csX0" fmla="*/ 10836 w 89342"/>
                <a:gd name="csY0" fmla="*/ 20439 h 20345"/>
                <a:gd name="csX1" fmla="*/ 79210 w 89342"/>
                <a:gd name="csY1" fmla="*/ 20439 h 20345"/>
                <a:gd name="csX2" fmla="*/ 86503 w 89342"/>
                <a:gd name="csY2" fmla="*/ 17706 h 20345"/>
                <a:gd name="csX3" fmla="*/ 89542 w 89342"/>
                <a:gd name="csY3" fmla="*/ 10419 h 20345"/>
                <a:gd name="csX4" fmla="*/ 86503 w 89342"/>
                <a:gd name="csY4" fmla="*/ 3131 h 20345"/>
                <a:gd name="csX5" fmla="*/ 79210 w 89342"/>
                <a:gd name="csY5" fmla="*/ 94 h 20345"/>
                <a:gd name="csX6" fmla="*/ 10836 w 89342"/>
                <a:gd name="csY6" fmla="*/ 94 h 20345"/>
                <a:gd name="csX7" fmla="*/ 3239 w 89342"/>
                <a:gd name="csY7" fmla="*/ 3131 h 20345"/>
                <a:gd name="csX8" fmla="*/ 200 w 89342"/>
                <a:gd name="csY8" fmla="*/ 10419 h 20345"/>
                <a:gd name="csX9" fmla="*/ 3239 w 89342"/>
                <a:gd name="csY9" fmla="*/ 17706 h 20345"/>
                <a:gd name="csX10" fmla="*/ 10836 w 89342"/>
                <a:gd name="csY10" fmla="*/ 20439 h 203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9342" h="20345">
                  <a:moveTo>
                    <a:pt x="10836" y="20439"/>
                  </a:moveTo>
                  <a:lnTo>
                    <a:pt x="79210" y="20439"/>
                  </a:lnTo>
                  <a:cubicBezTo>
                    <a:pt x="81945" y="20439"/>
                    <a:pt x="84376" y="19528"/>
                    <a:pt x="86503" y="17706"/>
                  </a:cubicBezTo>
                  <a:cubicBezTo>
                    <a:pt x="88327" y="15885"/>
                    <a:pt x="89542" y="13455"/>
                    <a:pt x="89542" y="10419"/>
                  </a:cubicBezTo>
                  <a:cubicBezTo>
                    <a:pt x="89542" y="7382"/>
                    <a:pt x="88327" y="4953"/>
                    <a:pt x="86503" y="3131"/>
                  </a:cubicBezTo>
                  <a:cubicBezTo>
                    <a:pt x="84376" y="1309"/>
                    <a:pt x="81945" y="94"/>
                    <a:pt x="79210" y="94"/>
                  </a:cubicBezTo>
                  <a:lnTo>
                    <a:pt x="10836" y="94"/>
                  </a:lnTo>
                  <a:cubicBezTo>
                    <a:pt x="7797" y="94"/>
                    <a:pt x="5062" y="1309"/>
                    <a:pt x="3239" y="3131"/>
                  </a:cubicBezTo>
                  <a:cubicBezTo>
                    <a:pt x="1112" y="4953"/>
                    <a:pt x="200" y="7382"/>
                    <a:pt x="200" y="10419"/>
                  </a:cubicBezTo>
                  <a:cubicBezTo>
                    <a:pt x="200" y="13455"/>
                    <a:pt x="1112" y="15885"/>
                    <a:pt x="3239" y="17706"/>
                  </a:cubicBezTo>
                  <a:cubicBezTo>
                    <a:pt x="5062" y="19528"/>
                    <a:pt x="7797" y="20439"/>
                    <a:pt x="10836" y="20439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4727DB3B-ABDE-0564-2701-439DD7575409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7992558" y="7355266"/>
              <a:ext cx="117603" cy="153045"/>
            </a:xfrm>
            <a:custGeom>
              <a:avLst/>
              <a:gdLst>
                <a:gd name="csX0" fmla="*/ 58854 w 117603"/>
                <a:gd name="csY0" fmla="*/ 153139 h 153045"/>
                <a:gd name="csX1" fmla="*/ 101702 w 117603"/>
                <a:gd name="csY1" fmla="*/ 141600 h 153045"/>
                <a:gd name="csX2" fmla="*/ 117808 w 117603"/>
                <a:gd name="csY2" fmla="*/ 109412 h 153045"/>
                <a:gd name="csX3" fmla="*/ 107780 w 117603"/>
                <a:gd name="csY3" fmla="*/ 84512 h 153045"/>
                <a:gd name="csX4" fmla="*/ 78303 w 117603"/>
                <a:gd name="csY4" fmla="*/ 70847 h 153045"/>
                <a:gd name="csX5" fmla="*/ 50649 w 117603"/>
                <a:gd name="csY5" fmla="*/ 65078 h 153045"/>
                <a:gd name="csX6" fmla="*/ 28162 w 117603"/>
                <a:gd name="csY6" fmla="*/ 43214 h 153045"/>
                <a:gd name="csX7" fmla="*/ 36974 w 117603"/>
                <a:gd name="csY7" fmla="*/ 25602 h 153045"/>
                <a:gd name="csX8" fmla="*/ 62805 w 117603"/>
                <a:gd name="csY8" fmla="*/ 18921 h 153045"/>
                <a:gd name="csX9" fmla="*/ 81342 w 117603"/>
                <a:gd name="csY9" fmla="*/ 21958 h 153045"/>
                <a:gd name="csX10" fmla="*/ 99879 w 117603"/>
                <a:gd name="csY10" fmla="*/ 30764 h 153045"/>
                <a:gd name="csX11" fmla="*/ 109603 w 117603"/>
                <a:gd name="csY11" fmla="*/ 31675 h 153045"/>
                <a:gd name="csX12" fmla="*/ 114465 w 117603"/>
                <a:gd name="csY12" fmla="*/ 23476 h 153045"/>
                <a:gd name="csX13" fmla="*/ 109907 w 117603"/>
                <a:gd name="csY13" fmla="*/ 14670 h 153045"/>
                <a:gd name="csX14" fmla="*/ 88027 w 117603"/>
                <a:gd name="csY14" fmla="*/ 3738 h 153045"/>
                <a:gd name="csX15" fmla="*/ 62805 w 117603"/>
                <a:gd name="csY15" fmla="*/ 94 h 153045"/>
                <a:gd name="csX16" fmla="*/ 20868 w 117603"/>
                <a:gd name="csY16" fmla="*/ 12241 h 153045"/>
                <a:gd name="csX17" fmla="*/ 5066 w 117603"/>
                <a:gd name="csY17" fmla="*/ 44429 h 153045"/>
                <a:gd name="csX18" fmla="*/ 42748 w 117603"/>
                <a:gd name="csY18" fmla="*/ 83297 h 153045"/>
                <a:gd name="csX19" fmla="*/ 70402 w 117603"/>
                <a:gd name="csY19" fmla="*/ 89371 h 153045"/>
                <a:gd name="csX20" fmla="*/ 88635 w 117603"/>
                <a:gd name="csY20" fmla="*/ 97266 h 153045"/>
                <a:gd name="csX21" fmla="*/ 94409 w 117603"/>
                <a:gd name="csY21" fmla="*/ 110627 h 153045"/>
                <a:gd name="csX22" fmla="*/ 85596 w 117603"/>
                <a:gd name="csY22" fmla="*/ 127936 h 153045"/>
                <a:gd name="csX23" fmla="*/ 59462 w 117603"/>
                <a:gd name="csY23" fmla="*/ 134312 h 153045"/>
                <a:gd name="csX24" fmla="*/ 37278 w 117603"/>
                <a:gd name="csY24" fmla="*/ 131579 h 153045"/>
                <a:gd name="csX25" fmla="*/ 14487 w 117603"/>
                <a:gd name="csY25" fmla="*/ 121255 h 153045"/>
                <a:gd name="csX26" fmla="*/ 4459 w 117603"/>
                <a:gd name="csY26" fmla="*/ 121255 h 153045"/>
                <a:gd name="csX27" fmla="*/ 204 w 117603"/>
                <a:gd name="csY27" fmla="*/ 129758 h 153045"/>
                <a:gd name="csX28" fmla="*/ 5674 w 117603"/>
                <a:gd name="csY28" fmla="*/ 138260 h 153045"/>
                <a:gd name="csX29" fmla="*/ 31200 w 117603"/>
                <a:gd name="csY29" fmla="*/ 149799 h 153045"/>
                <a:gd name="csX30" fmla="*/ 58854 w 117603"/>
                <a:gd name="csY30" fmla="*/ 153139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17603" h="153045">
                  <a:moveTo>
                    <a:pt x="58854" y="153139"/>
                  </a:moveTo>
                  <a:cubicBezTo>
                    <a:pt x="76480" y="153139"/>
                    <a:pt x="90762" y="149496"/>
                    <a:pt x="101702" y="141600"/>
                  </a:cubicBezTo>
                  <a:cubicBezTo>
                    <a:pt x="112338" y="133705"/>
                    <a:pt x="117808" y="123077"/>
                    <a:pt x="117808" y="109412"/>
                  </a:cubicBezTo>
                  <a:cubicBezTo>
                    <a:pt x="117808" y="99088"/>
                    <a:pt x="114465" y="90585"/>
                    <a:pt x="107780" y="84512"/>
                  </a:cubicBezTo>
                  <a:cubicBezTo>
                    <a:pt x="101094" y="78439"/>
                    <a:pt x="91066" y="73884"/>
                    <a:pt x="78303" y="70847"/>
                  </a:cubicBezTo>
                  <a:lnTo>
                    <a:pt x="50649" y="65078"/>
                  </a:lnTo>
                  <a:cubicBezTo>
                    <a:pt x="35455" y="62041"/>
                    <a:pt x="28162" y="54753"/>
                    <a:pt x="28162" y="43214"/>
                  </a:cubicBezTo>
                  <a:cubicBezTo>
                    <a:pt x="28162" y="35926"/>
                    <a:pt x="30897" y="30157"/>
                    <a:pt x="36974" y="25602"/>
                  </a:cubicBezTo>
                  <a:cubicBezTo>
                    <a:pt x="42748" y="21350"/>
                    <a:pt x="51257" y="18921"/>
                    <a:pt x="62805" y="18921"/>
                  </a:cubicBezTo>
                  <a:cubicBezTo>
                    <a:pt x="68882" y="18921"/>
                    <a:pt x="74960" y="20136"/>
                    <a:pt x="81342" y="21958"/>
                  </a:cubicBezTo>
                  <a:cubicBezTo>
                    <a:pt x="87419" y="23780"/>
                    <a:pt x="93801" y="26816"/>
                    <a:pt x="99879" y="30764"/>
                  </a:cubicBezTo>
                  <a:cubicBezTo>
                    <a:pt x="103525" y="33193"/>
                    <a:pt x="106868" y="33497"/>
                    <a:pt x="109603" y="31675"/>
                  </a:cubicBezTo>
                  <a:cubicBezTo>
                    <a:pt x="112338" y="29853"/>
                    <a:pt x="113857" y="27120"/>
                    <a:pt x="114465" y="23476"/>
                  </a:cubicBezTo>
                  <a:cubicBezTo>
                    <a:pt x="114769" y="20136"/>
                    <a:pt x="113250" y="17099"/>
                    <a:pt x="109907" y="14670"/>
                  </a:cubicBezTo>
                  <a:cubicBezTo>
                    <a:pt x="103221" y="9811"/>
                    <a:pt x="95928" y="6167"/>
                    <a:pt x="88027" y="3738"/>
                  </a:cubicBezTo>
                  <a:cubicBezTo>
                    <a:pt x="79822" y="1309"/>
                    <a:pt x="71313" y="94"/>
                    <a:pt x="62805" y="94"/>
                  </a:cubicBezTo>
                  <a:cubicBezTo>
                    <a:pt x="45483" y="94"/>
                    <a:pt x="31504" y="4345"/>
                    <a:pt x="20868" y="12241"/>
                  </a:cubicBezTo>
                  <a:cubicBezTo>
                    <a:pt x="10232" y="20439"/>
                    <a:pt x="5066" y="31068"/>
                    <a:pt x="5066" y="44429"/>
                  </a:cubicBezTo>
                  <a:cubicBezTo>
                    <a:pt x="5066" y="65078"/>
                    <a:pt x="17526" y="77831"/>
                    <a:pt x="42748" y="83297"/>
                  </a:cubicBezTo>
                  <a:lnTo>
                    <a:pt x="70402" y="89371"/>
                  </a:lnTo>
                  <a:cubicBezTo>
                    <a:pt x="78607" y="91193"/>
                    <a:pt x="84684" y="93925"/>
                    <a:pt x="88635" y="97266"/>
                  </a:cubicBezTo>
                  <a:cubicBezTo>
                    <a:pt x="92282" y="100606"/>
                    <a:pt x="94409" y="105161"/>
                    <a:pt x="94409" y="110627"/>
                  </a:cubicBezTo>
                  <a:cubicBezTo>
                    <a:pt x="94409" y="117915"/>
                    <a:pt x="91370" y="123684"/>
                    <a:pt x="85596" y="127936"/>
                  </a:cubicBezTo>
                  <a:cubicBezTo>
                    <a:pt x="79518" y="132187"/>
                    <a:pt x="71010" y="134312"/>
                    <a:pt x="59462" y="134312"/>
                  </a:cubicBezTo>
                  <a:cubicBezTo>
                    <a:pt x="52169" y="134312"/>
                    <a:pt x="44571" y="133401"/>
                    <a:pt x="37278" y="131579"/>
                  </a:cubicBezTo>
                  <a:cubicBezTo>
                    <a:pt x="29985" y="129758"/>
                    <a:pt x="22388" y="126114"/>
                    <a:pt x="14487" y="121255"/>
                  </a:cubicBezTo>
                  <a:cubicBezTo>
                    <a:pt x="10232" y="119433"/>
                    <a:pt x="6890" y="119433"/>
                    <a:pt x="4459" y="121255"/>
                  </a:cubicBezTo>
                  <a:cubicBezTo>
                    <a:pt x="1724" y="123381"/>
                    <a:pt x="204" y="126114"/>
                    <a:pt x="204" y="129758"/>
                  </a:cubicBezTo>
                  <a:cubicBezTo>
                    <a:pt x="204" y="133401"/>
                    <a:pt x="2027" y="136134"/>
                    <a:pt x="5674" y="138260"/>
                  </a:cubicBezTo>
                  <a:cubicBezTo>
                    <a:pt x="13575" y="143726"/>
                    <a:pt x="22084" y="147370"/>
                    <a:pt x="31200" y="149799"/>
                  </a:cubicBezTo>
                  <a:cubicBezTo>
                    <a:pt x="40317" y="152228"/>
                    <a:pt x="49738" y="153139"/>
                    <a:pt x="58854" y="153139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22C7FD5-3A41-291E-0FAC-30EB79C22D9E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8138424" y="7355266"/>
              <a:ext cx="120469" cy="153045"/>
            </a:xfrm>
            <a:custGeom>
              <a:avLst/>
              <a:gdLst>
                <a:gd name="csX0" fmla="*/ 71926 w 120469"/>
                <a:gd name="csY0" fmla="*/ 153139 h 153045"/>
                <a:gd name="csX1" fmla="*/ 94414 w 120469"/>
                <a:gd name="csY1" fmla="*/ 149799 h 153045"/>
                <a:gd name="csX2" fmla="*/ 115686 w 120469"/>
                <a:gd name="csY2" fmla="*/ 138260 h 153045"/>
                <a:gd name="csX3" fmla="*/ 119940 w 120469"/>
                <a:gd name="csY3" fmla="*/ 129454 h 153045"/>
                <a:gd name="csX4" fmla="*/ 115382 w 120469"/>
                <a:gd name="csY4" fmla="*/ 121255 h 153045"/>
                <a:gd name="csX5" fmla="*/ 105353 w 120469"/>
                <a:gd name="csY5" fmla="*/ 122166 h 153045"/>
                <a:gd name="csX6" fmla="*/ 88944 w 120469"/>
                <a:gd name="csY6" fmla="*/ 130668 h 153045"/>
                <a:gd name="csX7" fmla="*/ 73445 w 120469"/>
                <a:gd name="csY7" fmla="*/ 133098 h 153045"/>
                <a:gd name="csX8" fmla="*/ 37891 w 120469"/>
                <a:gd name="csY8" fmla="*/ 117915 h 153045"/>
                <a:gd name="csX9" fmla="*/ 25431 w 120469"/>
                <a:gd name="csY9" fmla="*/ 76009 h 153045"/>
                <a:gd name="csX10" fmla="*/ 37891 w 120469"/>
                <a:gd name="csY10" fmla="*/ 34712 h 153045"/>
                <a:gd name="csX11" fmla="*/ 73445 w 120469"/>
                <a:gd name="csY11" fmla="*/ 20136 h 153045"/>
                <a:gd name="csX12" fmla="*/ 88944 w 120469"/>
                <a:gd name="csY12" fmla="*/ 22565 h 153045"/>
                <a:gd name="csX13" fmla="*/ 105353 w 120469"/>
                <a:gd name="csY13" fmla="*/ 31068 h 153045"/>
                <a:gd name="csX14" fmla="*/ 115382 w 120469"/>
                <a:gd name="csY14" fmla="*/ 32282 h 153045"/>
                <a:gd name="csX15" fmla="*/ 120548 w 120469"/>
                <a:gd name="csY15" fmla="*/ 24083 h 153045"/>
                <a:gd name="csX16" fmla="*/ 116293 w 120469"/>
                <a:gd name="csY16" fmla="*/ 14974 h 153045"/>
                <a:gd name="csX17" fmla="*/ 94717 w 120469"/>
                <a:gd name="csY17" fmla="*/ 3738 h 153045"/>
                <a:gd name="csX18" fmla="*/ 71926 w 120469"/>
                <a:gd name="csY18" fmla="*/ 94 h 153045"/>
                <a:gd name="csX19" fmla="*/ 19354 w 120469"/>
                <a:gd name="csY19" fmla="*/ 20439 h 153045"/>
                <a:gd name="csX20" fmla="*/ 209 w 120469"/>
                <a:gd name="csY20" fmla="*/ 75706 h 153045"/>
                <a:gd name="csX21" fmla="*/ 8718 w 120469"/>
                <a:gd name="csY21" fmla="*/ 116700 h 153045"/>
                <a:gd name="csX22" fmla="*/ 33636 w 120469"/>
                <a:gd name="csY22" fmla="*/ 143726 h 153045"/>
                <a:gd name="csX23" fmla="*/ 71926 w 120469"/>
                <a:gd name="csY23" fmla="*/ 153139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20469" h="153045">
                  <a:moveTo>
                    <a:pt x="71926" y="153139"/>
                  </a:moveTo>
                  <a:cubicBezTo>
                    <a:pt x="79219" y="153139"/>
                    <a:pt x="86513" y="152228"/>
                    <a:pt x="94414" y="149799"/>
                  </a:cubicBezTo>
                  <a:cubicBezTo>
                    <a:pt x="102011" y="147370"/>
                    <a:pt x="109000" y="143726"/>
                    <a:pt x="115686" y="138260"/>
                  </a:cubicBezTo>
                  <a:cubicBezTo>
                    <a:pt x="118724" y="136134"/>
                    <a:pt x="120244" y="133098"/>
                    <a:pt x="119940" y="129454"/>
                  </a:cubicBezTo>
                  <a:cubicBezTo>
                    <a:pt x="119636" y="125810"/>
                    <a:pt x="118117" y="123077"/>
                    <a:pt x="115382" y="121255"/>
                  </a:cubicBezTo>
                  <a:cubicBezTo>
                    <a:pt x="112343" y="119433"/>
                    <a:pt x="109000" y="119737"/>
                    <a:pt x="105353" y="122166"/>
                  </a:cubicBezTo>
                  <a:cubicBezTo>
                    <a:pt x="99883" y="126417"/>
                    <a:pt x="94414" y="129150"/>
                    <a:pt x="88944" y="130668"/>
                  </a:cubicBezTo>
                  <a:cubicBezTo>
                    <a:pt x="83474" y="132490"/>
                    <a:pt x="78308" y="133098"/>
                    <a:pt x="73445" y="133098"/>
                  </a:cubicBezTo>
                  <a:cubicBezTo>
                    <a:pt x="57947" y="133098"/>
                    <a:pt x="46096" y="128239"/>
                    <a:pt x="37891" y="117915"/>
                  </a:cubicBezTo>
                  <a:cubicBezTo>
                    <a:pt x="29382" y="107590"/>
                    <a:pt x="25431" y="93622"/>
                    <a:pt x="25431" y="76009"/>
                  </a:cubicBezTo>
                  <a:cubicBezTo>
                    <a:pt x="25431" y="58093"/>
                    <a:pt x="29382" y="44429"/>
                    <a:pt x="37891" y="34712"/>
                  </a:cubicBezTo>
                  <a:cubicBezTo>
                    <a:pt x="46096" y="24994"/>
                    <a:pt x="57947" y="20136"/>
                    <a:pt x="73445" y="20136"/>
                  </a:cubicBezTo>
                  <a:cubicBezTo>
                    <a:pt x="78308" y="20136"/>
                    <a:pt x="83474" y="21047"/>
                    <a:pt x="88944" y="22565"/>
                  </a:cubicBezTo>
                  <a:cubicBezTo>
                    <a:pt x="94414" y="24387"/>
                    <a:pt x="99883" y="27120"/>
                    <a:pt x="105353" y="31068"/>
                  </a:cubicBezTo>
                  <a:cubicBezTo>
                    <a:pt x="109000" y="33801"/>
                    <a:pt x="112343" y="34104"/>
                    <a:pt x="115382" y="32282"/>
                  </a:cubicBezTo>
                  <a:cubicBezTo>
                    <a:pt x="118421" y="30460"/>
                    <a:pt x="119940" y="27727"/>
                    <a:pt x="120548" y="24083"/>
                  </a:cubicBezTo>
                  <a:cubicBezTo>
                    <a:pt x="121156" y="20439"/>
                    <a:pt x="119636" y="17403"/>
                    <a:pt x="116293" y="14974"/>
                  </a:cubicBezTo>
                  <a:cubicBezTo>
                    <a:pt x="109608" y="9811"/>
                    <a:pt x="102618" y="6167"/>
                    <a:pt x="94717" y="3738"/>
                  </a:cubicBezTo>
                  <a:cubicBezTo>
                    <a:pt x="86816" y="1309"/>
                    <a:pt x="79219" y="94"/>
                    <a:pt x="71926" y="94"/>
                  </a:cubicBezTo>
                  <a:cubicBezTo>
                    <a:pt x="49438" y="94"/>
                    <a:pt x="32117" y="7078"/>
                    <a:pt x="19354" y="20439"/>
                  </a:cubicBezTo>
                  <a:cubicBezTo>
                    <a:pt x="6591" y="33801"/>
                    <a:pt x="209" y="52324"/>
                    <a:pt x="209" y="75706"/>
                  </a:cubicBezTo>
                  <a:cubicBezTo>
                    <a:pt x="209" y="91496"/>
                    <a:pt x="2944" y="105161"/>
                    <a:pt x="8718" y="116700"/>
                  </a:cubicBezTo>
                  <a:cubicBezTo>
                    <a:pt x="14492" y="128239"/>
                    <a:pt x="22697" y="137349"/>
                    <a:pt x="33636" y="143726"/>
                  </a:cubicBezTo>
                  <a:cubicBezTo>
                    <a:pt x="44272" y="150103"/>
                    <a:pt x="57036" y="153139"/>
                    <a:pt x="71926" y="153139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DC690188-74E0-C5DD-24C0-8B7522B524DF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8276084" y="7355266"/>
              <a:ext cx="141003" cy="153045"/>
            </a:xfrm>
            <a:custGeom>
              <a:avLst/>
              <a:gdLst>
                <a:gd name="csX0" fmla="*/ 70715 w 141003"/>
                <a:gd name="csY0" fmla="*/ 153139 h 153045"/>
                <a:gd name="csX1" fmla="*/ 107789 w 141003"/>
                <a:gd name="csY1" fmla="*/ 143726 h 153045"/>
                <a:gd name="csX2" fmla="*/ 132404 w 141003"/>
                <a:gd name="csY2" fmla="*/ 117307 h 153045"/>
                <a:gd name="csX3" fmla="*/ 141216 w 141003"/>
                <a:gd name="csY3" fmla="*/ 76617 h 153045"/>
                <a:gd name="csX4" fmla="*/ 132404 w 141003"/>
                <a:gd name="csY4" fmla="*/ 36230 h 153045"/>
                <a:gd name="csX5" fmla="*/ 107789 w 141003"/>
                <a:gd name="csY5" fmla="*/ 9508 h 153045"/>
                <a:gd name="csX6" fmla="*/ 70715 w 141003"/>
                <a:gd name="csY6" fmla="*/ 94 h 153045"/>
                <a:gd name="csX7" fmla="*/ 33337 w 141003"/>
                <a:gd name="csY7" fmla="*/ 9508 h 153045"/>
                <a:gd name="csX8" fmla="*/ 8722 w 141003"/>
                <a:gd name="csY8" fmla="*/ 36230 h 153045"/>
                <a:gd name="csX9" fmla="*/ 213 w 141003"/>
                <a:gd name="csY9" fmla="*/ 76617 h 153045"/>
                <a:gd name="csX10" fmla="*/ 8722 w 141003"/>
                <a:gd name="csY10" fmla="*/ 117307 h 153045"/>
                <a:gd name="csX11" fmla="*/ 33337 w 141003"/>
                <a:gd name="csY11" fmla="*/ 143726 h 153045"/>
                <a:gd name="csX12" fmla="*/ 70715 w 141003"/>
                <a:gd name="csY12" fmla="*/ 153139 h 153045"/>
                <a:gd name="csX13" fmla="*/ 70715 w 141003"/>
                <a:gd name="csY13" fmla="*/ 133401 h 153045"/>
                <a:gd name="csX14" fmla="*/ 37288 w 141003"/>
                <a:gd name="csY14" fmla="*/ 118826 h 153045"/>
                <a:gd name="csX15" fmla="*/ 25132 w 141003"/>
                <a:gd name="csY15" fmla="*/ 76617 h 153045"/>
                <a:gd name="csX16" fmla="*/ 37288 w 141003"/>
                <a:gd name="csY16" fmla="*/ 34408 h 153045"/>
                <a:gd name="csX17" fmla="*/ 70715 w 141003"/>
                <a:gd name="csY17" fmla="*/ 19832 h 153045"/>
                <a:gd name="csX18" fmla="*/ 103839 w 141003"/>
                <a:gd name="csY18" fmla="*/ 34408 h 153045"/>
                <a:gd name="csX19" fmla="*/ 116298 w 141003"/>
                <a:gd name="csY19" fmla="*/ 76617 h 153045"/>
                <a:gd name="csX20" fmla="*/ 103839 w 141003"/>
                <a:gd name="csY20" fmla="*/ 118826 h 153045"/>
                <a:gd name="csX21" fmla="*/ 70715 w 141003"/>
                <a:gd name="csY21" fmla="*/ 133401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1003" h="153045">
                  <a:moveTo>
                    <a:pt x="70715" y="153139"/>
                  </a:moveTo>
                  <a:cubicBezTo>
                    <a:pt x="84694" y="153139"/>
                    <a:pt x="97153" y="150103"/>
                    <a:pt x="107789" y="143726"/>
                  </a:cubicBezTo>
                  <a:cubicBezTo>
                    <a:pt x="118425" y="137653"/>
                    <a:pt x="126630" y="128847"/>
                    <a:pt x="132404" y="117307"/>
                  </a:cubicBezTo>
                  <a:cubicBezTo>
                    <a:pt x="138178" y="105768"/>
                    <a:pt x="141216" y="92407"/>
                    <a:pt x="141216" y="76617"/>
                  </a:cubicBezTo>
                  <a:cubicBezTo>
                    <a:pt x="141216" y="61130"/>
                    <a:pt x="138178" y="47769"/>
                    <a:pt x="132404" y="36230"/>
                  </a:cubicBezTo>
                  <a:cubicBezTo>
                    <a:pt x="126630" y="24691"/>
                    <a:pt x="118425" y="15885"/>
                    <a:pt x="107789" y="9508"/>
                  </a:cubicBezTo>
                  <a:cubicBezTo>
                    <a:pt x="97153" y="3434"/>
                    <a:pt x="84694" y="94"/>
                    <a:pt x="70715" y="94"/>
                  </a:cubicBezTo>
                  <a:cubicBezTo>
                    <a:pt x="56128" y="94"/>
                    <a:pt x="43669" y="3434"/>
                    <a:pt x="33337" y="9508"/>
                  </a:cubicBezTo>
                  <a:cubicBezTo>
                    <a:pt x="22701" y="15885"/>
                    <a:pt x="14496" y="24691"/>
                    <a:pt x="8722" y="36230"/>
                  </a:cubicBezTo>
                  <a:cubicBezTo>
                    <a:pt x="2948" y="47769"/>
                    <a:pt x="213" y="61130"/>
                    <a:pt x="213" y="76617"/>
                  </a:cubicBezTo>
                  <a:cubicBezTo>
                    <a:pt x="213" y="92407"/>
                    <a:pt x="2948" y="105768"/>
                    <a:pt x="8722" y="117307"/>
                  </a:cubicBezTo>
                  <a:cubicBezTo>
                    <a:pt x="14496" y="128847"/>
                    <a:pt x="22701" y="137653"/>
                    <a:pt x="33337" y="143726"/>
                  </a:cubicBezTo>
                  <a:cubicBezTo>
                    <a:pt x="43669" y="150103"/>
                    <a:pt x="56128" y="153139"/>
                    <a:pt x="70715" y="153139"/>
                  </a:cubicBezTo>
                  <a:close/>
                  <a:moveTo>
                    <a:pt x="70715" y="133401"/>
                  </a:moveTo>
                  <a:cubicBezTo>
                    <a:pt x="56736" y="133401"/>
                    <a:pt x="45492" y="128543"/>
                    <a:pt x="37288" y="118826"/>
                  </a:cubicBezTo>
                  <a:cubicBezTo>
                    <a:pt x="29083" y="109109"/>
                    <a:pt x="25132" y="94836"/>
                    <a:pt x="25132" y="76617"/>
                  </a:cubicBezTo>
                  <a:cubicBezTo>
                    <a:pt x="25132" y="58397"/>
                    <a:pt x="29083" y="44125"/>
                    <a:pt x="37288" y="34408"/>
                  </a:cubicBezTo>
                  <a:cubicBezTo>
                    <a:pt x="45492" y="24691"/>
                    <a:pt x="56736" y="19832"/>
                    <a:pt x="70715" y="19832"/>
                  </a:cubicBezTo>
                  <a:cubicBezTo>
                    <a:pt x="84390" y="19832"/>
                    <a:pt x="95330" y="24691"/>
                    <a:pt x="103839" y="34408"/>
                  </a:cubicBezTo>
                  <a:cubicBezTo>
                    <a:pt x="112043" y="44125"/>
                    <a:pt x="116298" y="58397"/>
                    <a:pt x="116298" y="76617"/>
                  </a:cubicBezTo>
                  <a:cubicBezTo>
                    <a:pt x="116298" y="94836"/>
                    <a:pt x="112043" y="109109"/>
                    <a:pt x="103839" y="118826"/>
                  </a:cubicBezTo>
                  <a:cubicBezTo>
                    <a:pt x="95330" y="128543"/>
                    <a:pt x="84390" y="133401"/>
                    <a:pt x="70715" y="133401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AD53A40-A712-954D-6798-10DEE4769609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8454161" y="7354892"/>
              <a:ext cx="83633" cy="152811"/>
            </a:xfrm>
            <a:custGeom>
              <a:avLst/>
              <a:gdLst>
                <a:gd name="csX0" fmla="*/ 12678 w 83633"/>
                <a:gd name="csY0" fmla="*/ 152906 h 152811"/>
                <a:gd name="csX1" fmla="*/ 25138 w 83633"/>
                <a:gd name="csY1" fmla="*/ 140152 h 152811"/>
                <a:gd name="csX2" fmla="*/ 25138 w 83633"/>
                <a:gd name="csY2" fmla="*/ 66666 h 152811"/>
                <a:gd name="csX3" fmla="*/ 36077 w 83633"/>
                <a:gd name="csY3" fmla="*/ 35693 h 152811"/>
                <a:gd name="csX4" fmla="*/ 67986 w 83633"/>
                <a:gd name="csY4" fmla="*/ 22332 h 152811"/>
                <a:gd name="csX5" fmla="*/ 72848 w 83633"/>
                <a:gd name="csY5" fmla="*/ 21724 h 152811"/>
                <a:gd name="csX6" fmla="*/ 83788 w 83633"/>
                <a:gd name="csY6" fmla="*/ 9882 h 152811"/>
                <a:gd name="csX7" fmla="*/ 73455 w 83633"/>
                <a:gd name="csY7" fmla="*/ 164 h 152811"/>
                <a:gd name="csX8" fmla="*/ 43067 w 83633"/>
                <a:gd name="csY8" fmla="*/ 8363 h 152811"/>
                <a:gd name="csX9" fmla="*/ 24226 w 83633"/>
                <a:gd name="csY9" fmla="*/ 29620 h 152811"/>
                <a:gd name="csX10" fmla="*/ 24226 w 83633"/>
                <a:gd name="csY10" fmla="*/ 13525 h 152811"/>
                <a:gd name="csX11" fmla="*/ 12071 w 83633"/>
                <a:gd name="csY11" fmla="*/ 1075 h 152811"/>
                <a:gd name="csX12" fmla="*/ 219 w 83633"/>
                <a:gd name="csY12" fmla="*/ 13525 h 152811"/>
                <a:gd name="csX13" fmla="*/ 219 w 83633"/>
                <a:gd name="csY13" fmla="*/ 140152 h 152811"/>
                <a:gd name="csX14" fmla="*/ 12678 w 83633"/>
                <a:gd name="csY14" fmla="*/ 152906 h 1528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83633" h="152811">
                  <a:moveTo>
                    <a:pt x="12678" y="152906"/>
                  </a:moveTo>
                  <a:cubicBezTo>
                    <a:pt x="20883" y="152906"/>
                    <a:pt x="25138" y="148655"/>
                    <a:pt x="25138" y="140152"/>
                  </a:cubicBezTo>
                  <a:lnTo>
                    <a:pt x="25138" y="66666"/>
                  </a:lnTo>
                  <a:cubicBezTo>
                    <a:pt x="25138" y="53609"/>
                    <a:pt x="28784" y="43284"/>
                    <a:pt x="36077" y="35693"/>
                  </a:cubicBezTo>
                  <a:cubicBezTo>
                    <a:pt x="43371" y="28101"/>
                    <a:pt x="54007" y="23546"/>
                    <a:pt x="67986" y="22332"/>
                  </a:cubicBezTo>
                  <a:lnTo>
                    <a:pt x="72848" y="21724"/>
                  </a:lnTo>
                  <a:cubicBezTo>
                    <a:pt x="80749" y="21117"/>
                    <a:pt x="84395" y="17169"/>
                    <a:pt x="83788" y="9882"/>
                  </a:cubicBezTo>
                  <a:cubicBezTo>
                    <a:pt x="83180" y="2897"/>
                    <a:pt x="79837" y="-443"/>
                    <a:pt x="73455" y="164"/>
                  </a:cubicBezTo>
                  <a:cubicBezTo>
                    <a:pt x="61604" y="772"/>
                    <a:pt x="51576" y="3505"/>
                    <a:pt x="43067" y="8363"/>
                  </a:cubicBezTo>
                  <a:cubicBezTo>
                    <a:pt x="34558" y="13222"/>
                    <a:pt x="28176" y="20510"/>
                    <a:pt x="24226" y="29620"/>
                  </a:cubicBezTo>
                  <a:lnTo>
                    <a:pt x="24226" y="13525"/>
                  </a:lnTo>
                  <a:cubicBezTo>
                    <a:pt x="24226" y="5327"/>
                    <a:pt x="19972" y="1075"/>
                    <a:pt x="12071" y="1075"/>
                  </a:cubicBezTo>
                  <a:cubicBezTo>
                    <a:pt x="4170" y="1075"/>
                    <a:pt x="219" y="5327"/>
                    <a:pt x="219" y="13525"/>
                  </a:cubicBezTo>
                  <a:lnTo>
                    <a:pt x="219" y="140152"/>
                  </a:lnTo>
                  <a:cubicBezTo>
                    <a:pt x="219" y="148655"/>
                    <a:pt x="4169" y="152906"/>
                    <a:pt x="12678" y="152906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3C68EC8-8041-916D-A4A6-F5F3DBE731AB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8552012" y="7355266"/>
              <a:ext cx="135229" cy="153045"/>
            </a:xfrm>
            <a:custGeom>
              <a:avLst/>
              <a:gdLst>
                <a:gd name="csX0" fmla="*/ 75890 w 135229"/>
                <a:gd name="csY0" fmla="*/ 153139 h 153045"/>
                <a:gd name="csX1" fmla="*/ 102632 w 135229"/>
                <a:gd name="csY1" fmla="*/ 149192 h 153045"/>
                <a:gd name="csX2" fmla="*/ 126639 w 135229"/>
                <a:gd name="csY2" fmla="*/ 137956 h 153045"/>
                <a:gd name="csX3" fmla="*/ 132717 w 135229"/>
                <a:gd name="csY3" fmla="*/ 128239 h 153045"/>
                <a:gd name="csX4" fmla="*/ 127855 w 135229"/>
                <a:gd name="csY4" fmla="*/ 119737 h 153045"/>
                <a:gd name="csX5" fmla="*/ 116307 w 135229"/>
                <a:gd name="csY5" fmla="*/ 121559 h 153045"/>
                <a:gd name="csX6" fmla="*/ 96250 w 135229"/>
                <a:gd name="csY6" fmla="*/ 130972 h 153045"/>
                <a:gd name="csX7" fmla="*/ 75890 w 135229"/>
                <a:gd name="csY7" fmla="*/ 133401 h 153045"/>
                <a:gd name="csX8" fmla="*/ 38816 w 135229"/>
                <a:gd name="csY8" fmla="*/ 120344 h 153045"/>
                <a:gd name="csX9" fmla="*/ 24229 w 135229"/>
                <a:gd name="csY9" fmla="*/ 81779 h 153045"/>
                <a:gd name="csX10" fmla="*/ 124816 w 135229"/>
                <a:gd name="csY10" fmla="*/ 81779 h 153045"/>
                <a:gd name="csX11" fmla="*/ 135452 w 135229"/>
                <a:gd name="csY11" fmla="*/ 72366 h 153045"/>
                <a:gd name="csX12" fmla="*/ 118434 w 135229"/>
                <a:gd name="csY12" fmla="*/ 19528 h 153045"/>
                <a:gd name="csX13" fmla="*/ 71332 w 135229"/>
                <a:gd name="csY13" fmla="*/ 94 h 153045"/>
                <a:gd name="csX14" fmla="*/ 34258 w 135229"/>
                <a:gd name="csY14" fmla="*/ 9811 h 153045"/>
                <a:gd name="csX15" fmla="*/ 9339 w 135229"/>
                <a:gd name="csY15" fmla="*/ 36837 h 153045"/>
                <a:gd name="csX16" fmla="*/ 222 w 135229"/>
                <a:gd name="csY16" fmla="*/ 76920 h 153045"/>
                <a:gd name="csX17" fmla="*/ 20583 w 135229"/>
                <a:gd name="csY17" fmla="*/ 132794 h 153045"/>
                <a:gd name="csX18" fmla="*/ 75890 w 135229"/>
                <a:gd name="csY18" fmla="*/ 153139 h 153045"/>
                <a:gd name="csX19" fmla="*/ 71940 w 135229"/>
                <a:gd name="csY19" fmla="*/ 18314 h 153045"/>
                <a:gd name="csX20" fmla="*/ 102328 w 135229"/>
                <a:gd name="csY20" fmla="*/ 30764 h 153045"/>
                <a:gd name="csX21" fmla="*/ 114180 w 135229"/>
                <a:gd name="csY21" fmla="*/ 65685 h 153045"/>
                <a:gd name="csX22" fmla="*/ 24533 w 135229"/>
                <a:gd name="csY22" fmla="*/ 65685 h 153045"/>
                <a:gd name="csX23" fmla="*/ 38816 w 135229"/>
                <a:gd name="csY23" fmla="*/ 31371 h 153045"/>
                <a:gd name="csX24" fmla="*/ 71940 w 135229"/>
                <a:gd name="csY24" fmla="*/ 18314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35229" h="153045">
                  <a:moveTo>
                    <a:pt x="75890" y="153139"/>
                  </a:moveTo>
                  <a:cubicBezTo>
                    <a:pt x="84399" y="153139"/>
                    <a:pt x="93515" y="151925"/>
                    <a:pt x="102632" y="149192"/>
                  </a:cubicBezTo>
                  <a:cubicBezTo>
                    <a:pt x="111749" y="146763"/>
                    <a:pt x="119954" y="142815"/>
                    <a:pt x="126639" y="137956"/>
                  </a:cubicBezTo>
                  <a:cubicBezTo>
                    <a:pt x="130893" y="135223"/>
                    <a:pt x="132717" y="131883"/>
                    <a:pt x="132717" y="128239"/>
                  </a:cubicBezTo>
                  <a:cubicBezTo>
                    <a:pt x="132717" y="124595"/>
                    <a:pt x="130893" y="121559"/>
                    <a:pt x="127855" y="119737"/>
                  </a:cubicBezTo>
                  <a:cubicBezTo>
                    <a:pt x="124816" y="117915"/>
                    <a:pt x="120865" y="118522"/>
                    <a:pt x="116307" y="121559"/>
                  </a:cubicBezTo>
                  <a:cubicBezTo>
                    <a:pt x="109621" y="126114"/>
                    <a:pt x="102936" y="129150"/>
                    <a:pt x="96250" y="130972"/>
                  </a:cubicBezTo>
                  <a:cubicBezTo>
                    <a:pt x="89261" y="132794"/>
                    <a:pt x="82576" y="133401"/>
                    <a:pt x="75890" y="133401"/>
                  </a:cubicBezTo>
                  <a:cubicBezTo>
                    <a:pt x="60088" y="133401"/>
                    <a:pt x="47629" y="129150"/>
                    <a:pt x="38816" y="120344"/>
                  </a:cubicBezTo>
                  <a:cubicBezTo>
                    <a:pt x="29699" y="111538"/>
                    <a:pt x="24837" y="98784"/>
                    <a:pt x="24229" y="81779"/>
                  </a:cubicBezTo>
                  <a:lnTo>
                    <a:pt x="124816" y="81779"/>
                  </a:lnTo>
                  <a:cubicBezTo>
                    <a:pt x="131805" y="81779"/>
                    <a:pt x="135452" y="78742"/>
                    <a:pt x="135452" y="72366"/>
                  </a:cubicBezTo>
                  <a:cubicBezTo>
                    <a:pt x="135452" y="49895"/>
                    <a:pt x="129678" y="32282"/>
                    <a:pt x="118434" y="19528"/>
                  </a:cubicBezTo>
                  <a:cubicBezTo>
                    <a:pt x="106886" y="6775"/>
                    <a:pt x="91388" y="94"/>
                    <a:pt x="71332" y="94"/>
                  </a:cubicBezTo>
                  <a:cubicBezTo>
                    <a:pt x="57353" y="94"/>
                    <a:pt x="44894" y="3434"/>
                    <a:pt x="34258" y="9811"/>
                  </a:cubicBezTo>
                  <a:cubicBezTo>
                    <a:pt x="23622" y="16188"/>
                    <a:pt x="15417" y="25298"/>
                    <a:pt x="9339" y="36837"/>
                  </a:cubicBezTo>
                  <a:cubicBezTo>
                    <a:pt x="3261" y="48376"/>
                    <a:pt x="222" y="61737"/>
                    <a:pt x="222" y="76920"/>
                  </a:cubicBezTo>
                  <a:cubicBezTo>
                    <a:pt x="222" y="100606"/>
                    <a:pt x="6908" y="119129"/>
                    <a:pt x="20583" y="132794"/>
                  </a:cubicBezTo>
                  <a:cubicBezTo>
                    <a:pt x="33954" y="146459"/>
                    <a:pt x="52491" y="153139"/>
                    <a:pt x="75890" y="153139"/>
                  </a:cubicBezTo>
                  <a:close/>
                  <a:moveTo>
                    <a:pt x="71940" y="18314"/>
                  </a:moveTo>
                  <a:cubicBezTo>
                    <a:pt x="85007" y="18314"/>
                    <a:pt x="95035" y="22565"/>
                    <a:pt x="102328" y="30764"/>
                  </a:cubicBezTo>
                  <a:cubicBezTo>
                    <a:pt x="109621" y="39266"/>
                    <a:pt x="113572" y="50806"/>
                    <a:pt x="114180" y="65685"/>
                  </a:cubicBezTo>
                  <a:lnTo>
                    <a:pt x="24533" y="65685"/>
                  </a:lnTo>
                  <a:cubicBezTo>
                    <a:pt x="25749" y="51717"/>
                    <a:pt x="30611" y="40177"/>
                    <a:pt x="38816" y="31371"/>
                  </a:cubicBezTo>
                  <a:cubicBezTo>
                    <a:pt x="46717" y="22869"/>
                    <a:pt x="57961" y="18314"/>
                    <a:pt x="71940" y="18314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93C0B9AB-18B0-16EF-2B1C-337122F3C211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8729783" y="7277833"/>
              <a:ext cx="70501" cy="303661"/>
            </a:xfrm>
            <a:custGeom>
              <a:avLst/>
              <a:gdLst>
                <a:gd name="csX0" fmla="*/ 70729 w 70501"/>
                <a:gd name="csY0" fmla="*/ 300719 h 303661"/>
                <a:gd name="csX1" fmla="*/ 65563 w 70501"/>
                <a:gd name="csY1" fmla="*/ 294038 h 303661"/>
                <a:gd name="csX2" fmla="*/ 17853 w 70501"/>
                <a:gd name="csY2" fmla="*/ 151925 h 303661"/>
                <a:gd name="csX3" fmla="*/ 66779 w 70501"/>
                <a:gd name="csY3" fmla="*/ 8293 h 303661"/>
                <a:gd name="csX4" fmla="*/ 70729 w 70501"/>
                <a:gd name="csY4" fmla="*/ 3131 h 303661"/>
                <a:gd name="csX5" fmla="*/ 67690 w 70501"/>
                <a:gd name="csY5" fmla="*/ 94 h 303661"/>
                <a:gd name="csX6" fmla="*/ 19373 w 70501"/>
                <a:gd name="csY6" fmla="*/ 59308 h 303661"/>
                <a:gd name="csX7" fmla="*/ 228 w 70501"/>
                <a:gd name="csY7" fmla="*/ 151925 h 303661"/>
                <a:gd name="csX8" fmla="*/ 20284 w 70501"/>
                <a:gd name="csY8" fmla="*/ 246667 h 303661"/>
                <a:gd name="csX9" fmla="*/ 67690 w 70501"/>
                <a:gd name="csY9" fmla="*/ 303755 h 303661"/>
                <a:gd name="csX10" fmla="*/ 70729 w 70501"/>
                <a:gd name="csY10" fmla="*/ 300719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01" h="303661">
                  <a:moveTo>
                    <a:pt x="70729" y="300719"/>
                  </a:moveTo>
                  <a:cubicBezTo>
                    <a:pt x="70729" y="299808"/>
                    <a:pt x="70729" y="299200"/>
                    <a:pt x="65563" y="294038"/>
                  </a:cubicBezTo>
                  <a:cubicBezTo>
                    <a:pt x="27578" y="255777"/>
                    <a:pt x="17853" y="198385"/>
                    <a:pt x="17853" y="151925"/>
                  </a:cubicBezTo>
                  <a:cubicBezTo>
                    <a:pt x="17853" y="99088"/>
                    <a:pt x="29401" y="46251"/>
                    <a:pt x="66779" y="8293"/>
                  </a:cubicBezTo>
                  <a:cubicBezTo>
                    <a:pt x="70729" y="4649"/>
                    <a:pt x="70729" y="4042"/>
                    <a:pt x="70729" y="3131"/>
                  </a:cubicBezTo>
                  <a:cubicBezTo>
                    <a:pt x="70729" y="1005"/>
                    <a:pt x="69514" y="94"/>
                    <a:pt x="67690" y="94"/>
                  </a:cubicBezTo>
                  <a:cubicBezTo>
                    <a:pt x="64652" y="94"/>
                    <a:pt x="37302" y="20743"/>
                    <a:pt x="19373" y="59308"/>
                  </a:cubicBezTo>
                  <a:cubicBezTo>
                    <a:pt x="3874" y="92711"/>
                    <a:pt x="228" y="126417"/>
                    <a:pt x="228" y="151925"/>
                  </a:cubicBezTo>
                  <a:cubicBezTo>
                    <a:pt x="228" y="175610"/>
                    <a:pt x="3571" y="212353"/>
                    <a:pt x="20284" y="246667"/>
                  </a:cubicBezTo>
                  <a:cubicBezTo>
                    <a:pt x="38517" y="284017"/>
                    <a:pt x="64652" y="303755"/>
                    <a:pt x="67690" y="303755"/>
                  </a:cubicBezTo>
                  <a:cubicBezTo>
                    <a:pt x="69514" y="303755"/>
                    <a:pt x="70729" y="302844"/>
                    <a:pt x="70729" y="300719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B520FAEF-1080-3ED4-E392-9BBD2B651250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8833679" y="7371360"/>
              <a:ext cx="111830" cy="137558"/>
            </a:xfrm>
            <a:custGeom>
              <a:avLst/>
              <a:gdLst>
                <a:gd name="csX0" fmla="*/ 103249 w 111830"/>
                <a:gd name="csY0" fmla="*/ 20743 h 137558"/>
                <a:gd name="csX1" fmla="*/ 88662 w 111830"/>
                <a:gd name="csY1" fmla="*/ 34408 h 137558"/>
                <a:gd name="csX2" fmla="*/ 98083 w 111830"/>
                <a:gd name="csY2" fmla="*/ 43214 h 137558"/>
                <a:gd name="csX3" fmla="*/ 112062 w 111830"/>
                <a:gd name="csY3" fmla="*/ 26209 h 137558"/>
                <a:gd name="csX4" fmla="*/ 75899 w 111830"/>
                <a:gd name="csY4" fmla="*/ 94 h 137558"/>
                <a:gd name="csX5" fmla="*/ 24543 w 111830"/>
                <a:gd name="csY5" fmla="*/ 44429 h 137558"/>
                <a:gd name="csX6" fmla="*/ 55843 w 111830"/>
                <a:gd name="csY6" fmla="*/ 74491 h 137558"/>
                <a:gd name="csX7" fmla="*/ 87447 w 111830"/>
                <a:gd name="csY7" fmla="*/ 97569 h 137558"/>
                <a:gd name="csX8" fmla="*/ 43991 w 111830"/>
                <a:gd name="csY8" fmla="*/ 130972 h 137558"/>
                <a:gd name="csX9" fmla="*/ 9348 w 111830"/>
                <a:gd name="csY9" fmla="*/ 114878 h 137558"/>
                <a:gd name="csX10" fmla="*/ 28493 w 111830"/>
                <a:gd name="csY10" fmla="*/ 98784 h 137558"/>
                <a:gd name="csX11" fmla="*/ 17249 w 111830"/>
                <a:gd name="csY11" fmla="*/ 88156 h 137558"/>
                <a:gd name="csX12" fmla="*/ 232 w 111830"/>
                <a:gd name="csY12" fmla="*/ 108198 h 137558"/>
                <a:gd name="csX13" fmla="*/ 43687 w 111830"/>
                <a:gd name="csY13" fmla="*/ 137653 h 137558"/>
                <a:gd name="csX14" fmla="*/ 104768 w 111830"/>
                <a:gd name="csY14" fmla="*/ 87245 h 137558"/>
                <a:gd name="csX15" fmla="*/ 95348 w 111830"/>
                <a:gd name="csY15" fmla="*/ 65078 h 137558"/>
                <a:gd name="csX16" fmla="*/ 64959 w 111830"/>
                <a:gd name="csY16" fmla="*/ 52324 h 137558"/>
                <a:gd name="csX17" fmla="*/ 41864 w 111830"/>
                <a:gd name="csY17" fmla="*/ 34104 h 137558"/>
                <a:gd name="csX18" fmla="*/ 75899 w 111830"/>
                <a:gd name="csY18" fmla="*/ 6775 h 137558"/>
                <a:gd name="csX19" fmla="*/ 103249 w 111830"/>
                <a:gd name="csY19" fmla="*/ 20743 h 13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11830" h="137558">
                  <a:moveTo>
                    <a:pt x="103249" y="20743"/>
                  </a:moveTo>
                  <a:cubicBezTo>
                    <a:pt x="94740" y="21047"/>
                    <a:pt x="88662" y="27727"/>
                    <a:pt x="88662" y="34408"/>
                  </a:cubicBezTo>
                  <a:cubicBezTo>
                    <a:pt x="88662" y="38659"/>
                    <a:pt x="91397" y="43214"/>
                    <a:pt x="98083" y="43214"/>
                  </a:cubicBezTo>
                  <a:cubicBezTo>
                    <a:pt x="104768" y="43214"/>
                    <a:pt x="112062" y="38052"/>
                    <a:pt x="112062" y="26209"/>
                  </a:cubicBezTo>
                  <a:cubicBezTo>
                    <a:pt x="112062" y="12544"/>
                    <a:pt x="98995" y="94"/>
                    <a:pt x="75899" y="94"/>
                  </a:cubicBezTo>
                  <a:cubicBezTo>
                    <a:pt x="35786" y="94"/>
                    <a:pt x="24543" y="31068"/>
                    <a:pt x="24543" y="44429"/>
                  </a:cubicBezTo>
                  <a:cubicBezTo>
                    <a:pt x="24543" y="68114"/>
                    <a:pt x="47030" y="72669"/>
                    <a:pt x="55843" y="74491"/>
                  </a:cubicBezTo>
                  <a:cubicBezTo>
                    <a:pt x="71645" y="77528"/>
                    <a:pt x="87447" y="80868"/>
                    <a:pt x="87447" y="97569"/>
                  </a:cubicBezTo>
                  <a:cubicBezTo>
                    <a:pt x="87447" y="105465"/>
                    <a:pt x="80458" y="130972"/>
                    <a:pt x="43991" y="130972"/>
                  </a:cubicBezTo>
                  <a:cubicBezTo>
                    <a:pt x="39737" y="130972"/>
                    <a:pt x="16338" y="130972"/>
                    <a:pt x="9348" y="114878"/>
                  </a:cubicBezTo>
                  <a:cubicBezTo>
                    <a:pt x="20896" y="116396"/>
                    <a:pt x="28493" y="107287"/>
                    <a:pt x="28493" y="98784"/>
                  </a:cubicBezTo>
                  <a:cubicBezTo>
                    <a:pt x="28493" y="91800"/>
                    <a:pt x="23631" y="88156"/>
                    <a:pt x="17249" y="88156"/>
                  </a:cubicBezTo>
                  <a:cubicBezTo>
                    <a:pt x="9348" y="88156"/>
                    <a:pt x="232" y="94533"/>
                    <a:pt x="232" y="108198"/>
                  </a:cubicBezTo>
                  <a:cubicBezTo>
                    <a:pt x="232" y="125506"/>
                    <a:pt x="17553" y="137653"/>
                    <a:pt x="43687" y="137653"/>
                  </a:cubicBezTo>
                  <a:cubicBezTo>
                    <a:pt x="92917" y="137653"/>
                    <a:pt x="104768" y="100910"/>
                    <a:pt x="104768" y="87245"/>
                  </a:cubicBezTo>
                  <a:cubicBezTo>
                    <a:pt x="104768" y="76313"/>
                    <a:pt x="98995" y="68722"/>
                    <a:pt x="95348" y="65078"/>
                  </a:cubicBezTo>
                  <a:cubicBezTo>
                    <a:pt x="87143" y="56575"/>
                    <a:pt x="78330" y="55057"/>
                    <a:pt x="64959" y="52324"/>
                  </a:cubicBezTo>
                  <a:cubicBezTo>
                    <a:pt x="54019" y="49895"/>
                    <a:pt x="41864" y="47769"/>
                    <a:pt x="41864" y="34104"/>
                  </a:cubicBezTo>
                  <a:cubicBezTo>
                    <a:pt x="41864" y="25298"/>
                    <a:pt x="49157" y="6775"/>
                    <a:pt x="75899" y="6775"/>
                  </a:cubicBezTo>
                  <a:cubicBezTo>
                    <a:pt x="83496" y="6775"/>
                    <a:pt x="98691" y="8900"/>
                    <a:pt x="103249" y="20743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72EA68CC-782E-CBC8-F915-AB3C4561CE0D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8986458" y="7374701"/>
              <a:ext cx="33123" cy="189484"/>
            </a:xfrm>
            <a:custGeom>
              <a:avLst/>
              <a:gdLst>
                <a:gd name="csX0" fmla="*/ 32448 w 33123"/>
                <a:gd name="csY0" fmla="*/ 16188 h 189484"/>
                <a:gd name="csX1" fmla="*/ 16342 w 33123"/>
                <a:gd name="csY1" fmla="*/ 94 h 189484"/>
                <a:gd name="csX2" fmla="*/ 236 w 33123"/>
                <a:gd name="csY2" fmla="*/ 16188 h 189484"/>
                <a:gd name="csX3" fmla="*/ 16342 w 33123"/>
                <a:gd name="csY3" fmla="*/ 32282 h 189484"/>
                <a:gd name="csX4" fmla="*/ 32448 w 33123"/>
                <a:gd name="csY4" fmla="*/ 16188 h 189484"/>
                <a:gd name="csX5" fmla="*/ 26674 w 33123"/>
                <a:gd name="csY5" fmla="*/ 127632 h 189484"/>
                <a:gd name="csX6" fmla="*/ 7226 w 33123"/>
                <a:gd name="csY6" fmla="*/ 182291 h 189484"/>
                <a:gd name="csX7" fmla="*/ 5099 w 33123"/>
                <a:gd name="csY7" fmla="*/ 186239 h 189484"/>
                <a:gd name="csX8" fmla="*/ 8137 w 33123"/>
                <a:gd name="csY8" fmla="*/ 189579 h 189484"/>
                <a:gd name="csX9" fmla="*/ 33360 w 33123"/>
                <a:gd name="csY9" fmla="*/ 130061 h 189484"/>
                <a:gd name="csX10" fmla="*/ 16342 w 33123"/>
                <a:gd name="csY10" fmla="*/ 98784 h 189484"/>
                <a:gd name="csX11" fmla="*/ 236 w 33123"/>
                <a:gd name="csY11" fmla="*/ 114878 h 189484"/>
                <a:gd name="csX12" fmla="*/ 16342 w 33123"/>
                <a:gd name="csY12" fmla="*/ 130972 h 189484"/>
                <a:gd name="csX13" fmla="*/ 18773 w 33123"/>
                <a:gd name="csY13" fmla="*/ 130668 h 189484"/>
                <a:gd name="csX14" fmla="*/ 26674 w 33123"/>
                <a:gd name="csY14" fmla="*/ 127632 h 189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33123" h="189484">
                  <a:moveTo>
                    <a:pt x="32448" y="16188"/>
                  </a:moveTo>
                  <a:cubicBezTo>
                    <a:pt x="32448" y="7382"/>
                    <a:pt x="25155" y="94"/>
                    <a:pt x="16342" y="94"/>
                  </a:cubicBezTo>
                  <a:cubicBezTo>
                    <a:pt x="7530" y="94"/>
                    <a:pt x="236" y="7382"/>
                    <a:pt x="236" y="16188"/>
                  </a:cubicBezTo>
                  <a:cubicBezTo>
                    <a:pt x="236" y="24994"/>
                    <a:pt x="7530" y="32282"/>
                    <a:pt x="16342" y="32282"/>
                  </a:cubicBezTo>
                  <a:cubicBezTo>
                    <a:pt x="25155" y="32282"/>
                    <a:pt x="32448" y="24994"/>
                    <a:pt x="32448" y="16188"/>
                  </a:cubicBezTo>
                  <a:close/>
                  <a:moveTo>
                    <a:pt x="26674" y="127632"/>
                  </a:moveTo>
                  <a:cubicBezTo>
                    <a:pt x="26674" y="136134"/>
                    <a:pt x="26674" y="159820"/>
                    <a:pt x="7226" y="182291"/>
                  </a:cubicBezTo>
                  <a:cubicBezTo>
                    <a:pt x="5099" y="184720"/>
                    <a:pt x="5099" y="185328"/>
                    <a:pt x="5099" y="186239"/>
                  </a:cubicBezTo>
                  <a:cubicBezTo>
                    <a:pt x="5099" y="188364"/>
                    <a:pt x="6618" y="189579"/>
                    <a:pt x="8137" y="189579"/>
                  </a:cubicBezTo>
                  <a:cubicBezTo>
                    <a:pt x="11480" y="189579"/>
                    <a:pt x="33360" y="165286"/>
                    <a:pt x="33360" y="130061"/>
                  </a:cubicBezTo>
                  <a:cubicBezTo>
                    <a:pt x="33360" y="121255"/>
                    <a:pt x="32752" y="98784"/>
                    <a:pt x="16342" y="98784"/>
                  </a:cubicBezTo>
                  <a:cubicBezTo>
                    <a:pt x="5706" y="98784"/>
                    <a:pt x="236" y="106983"/>
                    <a:pt x="236" y="114878"/>
                  </a:cubicBezTo>
                  <a:cubicBezTo>
                    <a:pt x="236" y="122773"/>
                    <a:pt x="5402" y="130972"/>
                    <a:pt x="16342" y="130972"/>
                  </a:cubicBezTo>
                  <a:cubicBezTo>
                    <a:pt x="17862" y="130972"/>
                    <a:pt x="18469" y="130972"/>
                    <a:pt x="18773" y="130668"/>
                  </a:cubicBezTo>
                  <a:cubicBezTo>
                    <a:pt x="20901" y="130365"/>
                    <a:pt x="24243" y="129758"/>
                    <a:pt x="26674" y="127632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0B8A051-F6CF-62E9-2DBC-5F1523E2A567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9102068" y="7370753"/>
              <a:ext cx="171087" cy="134825"/>
            </a:xfrm>
            <a:custGeom>
              <a:avLst/>
              <a:gdLst>
                <a:gd name="csX0" fmla="*/ 98700 w 171087"/>
                <a:gd name="csY0" fmla="*/ 60219 h 134825"/>
                <a:gd name="csX1" fmla="*/ 134254 w 171087"/>
                <a:gd name="csY1" fmla="*/ 20743 h 134825"/>
                <a:gd name="csX2" fmla="*/ 165251 w 171087"/>
                <a:gd name="csY2" fmla="*/ 14366 h 134825"/>
                <a:gd name="csX3" fmla="*/ 165251 w 171087"/>
                <a:gd name="csY3" fmla="*/ 94 h 134825"/>
                <a:gd name="csX4" fmla="*/ 137293 w 171087"/>
                <a:gd name="csY4" fmla="*/ 1005 h 134825"/>
                <a:gd name="csX5" fmla="*/ 105993 w 171087"/>
                <a:gd name="csY5" fmla="*/ 94 h 134825"/>
                <a:gd name="csX6" fmla="*/ 105993 w 171087"/>
                <a:gd name="csY6" fmla="*/ 14366 h 134825"/>
                <a:gd name="csX7" fmla="*/ 117541 w 171087"/>
                <a:gd name="csY7" fmla="*/ 17099 h 134825"/>
                <a:gd name="csX8" fmla="*/ 115110 w 171087"/>
                <a:gd name="csY8" fmla="*/ 20743 h 134825"/>
                <a:gd name="csX9" fmla="*/ 89583 w 171087"/>
                <a:gd name="csY9" fmla="*/ 49287 h 134825"/>
                <a:gd name="csX10" fmla="*/ 59802 w 171087"/>
                <a:gd name="csY10" fmla="*/ 14366 h 134825"/>
                <a:gd name="csX11" fmla="*/ 71958 w 171087"/>
                <a:gd name="csY11" fmla="*/ 14366 h 134825"/>
                <a:gd name="csX12" fmla="*/ 71958 w 171087"/>
                <a:gd name="csY12" fmla="*/ 94 h 134825"/>
                <a:gd name="csX13" fmla="*/ 35188 w 171087"/>
                <a:gd name="csY13" fmla="*/ 1005 h 134825"/>
                <a:gd name="csX14" fmla="*/ 1760 w 171087"/>
                <a:gd name="csY14" fmla="*/ 94 h 134825"/>
                <a:gd name="csX15" fmla="*/ 1760 w 171087"/>
                <a:gd name="csY15" fmla="*/ 14366 h 134825"/>
                <a:gd name="csX16" fmla="*/ 23336 w 171087"/>
                <a:gd name="csY16" fmla="*/ 14366 h 134825"/>
                <a:gd name="csX17" fmla="*/ 70742 w 171087"/>
                <a:gd name="csY17" fmla="*/ 70240 h 134825"/>
                <a:gd name="csX18" fmla="*/ 30933 w 171087"/>
                <a:gd name="csY18" fmla="*/ 114878 h 134825"/>
                <a:gd name="csX19" fmla="*/ 241 w 171087"/>
                <a:gd name="csY19" fmla="*/ 120648 h 134825"/>
                <a:gd name="csX20" fmla="*/ 241 w 171087"/>
                <a:gd name="csY20" fmla="*/ 134920 h 134825"/>
                <a:gd name="csX21" fmla="*/ 28198 w 171087"/>
                <a:gd name="csY21" fmla="*/ 134009 h 134825"/>
                <a:gd name="csX22" fmla="*/ 59499 w 171087"/>
                <a:gd name="csY22" fmla="*/ 134920 h 134825"/>
                <a:gd name="csX23" fmla="*/ 59499 w 171087"/>
                <a:gd name="csY23" fmla="*/ 120648 h 134825"/>
                <a:gd name="csX24" fmla="*/ 48255 w 171087"/>
                <a:gd name="csY24" fmla="*/ 117307 h 134825"/>
                <a:gd name="csX25" fmla="*/ 50382 w 171087"/>
                <a:gd name="csY25" fmla="*/ 114271 h 134825"/>
                <a:gd name="csX26" fmla="*/ 79859 w 171087"/>
                <a:gd name="csY26" fmla="*/ 81172 h 134825"/>
                <a:gd name="csX27" fmla="*/ 113286 w 171087"/>
                <a:gd name="csY27" fmla="*/ 120648 h 134825"/>
                <a:gd name="csX28" fmla="*/ 101435 w 171087"/>
                <a:gd name="csY28" fmla="*/ 120648 h 134825"/>
                <a:gd name="csX29" fmla="*/ 101435 w 171087"/>
                <a:gd name="csY29" fmla="*/ 134920 h 134825"/>
                <a:gd name="csX30" fmla="*/ 137901 w 171087"/>
                <a:gd name="csY30" fmla="*/ 134009 h 134825"/>
                <a:gd name="csX31" fmla="*/ 171328 w 171087"/>
                <a:gd name="csY31" fmla="*/ 134920 h 134825"/>
                <a:gd name="csX32" fmla="*/ 171328 w 171087"/>
                <a:gd name="csY32" fmla="*/ 120648 h 134825"/>
                <a:gd name="csX33" fmla="*/ 149753 w 171087"/>
                <a:gd name="csY33" fmla="*/ 120648 h 134825"/>
                <a:gd name="csX34" fmla="*/ 98700 w 171087"/>
                <a:gd name="csY34" fmla="*/ 60219 h 134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71087" h="134825">
                  <a:moveTo>
                    <a:pt x="98700" y="60219"/>
                  </a:moveTo>
                  <a:lnTo>
                    <a:pt x="134254" y="20743"/>
                  </a:lnTo>
                  <a:cubicBezTo>
                    <a:pt x="138205" y="16492"/>
                    <a:pt x="140028" y="14366"/>
                    <a:pt x="165251" y="14366"/>
                  </a:cubicBezTo>
                  <a:lnTo>
                    <a:pt x="165251" y="94"/>
                  </a:lnTo>
                  <a:cubicBezTo>
                    <a:pt x="154615" y="701"/>
                    <a:pt x="138813" y="1005"/>
                    <a:pt x="137293" y="1005"/>
                  </a:cubicBezTo>
                  <a:cubicBezTo>
                    <a:pt x="129696" y="1005"/>
                    <a:pt x="114502" y="398"/>
                    <a:pt x="105993" y="94"/>
                  </a:cubicBezTo>
                  <a:lnTo>
                    <a:pt x="105993" y="14366"/>
                  </a:lnTo>
                  <a:cubicBezTo>
                    <a:pt x="110247" y="14366"/>
                    <a:pt x="113894" y="14974"/>
                    <a:pt x="117541" y="17099"/>
                  </a:cubicBezTo>
                  <a:cubicBezTo>
                    <a:pt x="116325" y="18921"/>
                    <a:pt x="116325" y="19528"/>
                    <a:pt x="115110" y="20743"/>
                  </a:cubicBezTo>
                  <a:lnTo>
                    <a:pt x="89583" y="49287"/>
                  </a:lnTo>
                  <a:lnTo>
                    <a:pt x="59802" y="14366"/>
                  </a:lnTo>
                  <a:lnTo>
                    <a:pt x="71958" y="14366"/>
                  </a:lnTo>
                  <a:lnTo>
                    <a:pt x="71958" y="94"/>
                  </a:lnTo>
                  <a:cubicBezTo>
                    <a:pt x="64057" y="398"/>
                    <a:pt x="44912" y="1005"/>
                    <a:pt x="35188" y="1005"/>
                  </a:cubicBezTo>
                  <a:cubicBezTo>
                    <a:pt x="25463" y="1005"/>
                    <a:pt x="11788" y="398"/>
                    <a:pt x="1760" y="94"/>
                  </a:cubicBezTo>
                  <a:lnTo>
                    <a:pt x="1760" y="14366"/>
                  </a:lnTo>
                  <a:lnTo>
                    <a:pt x="23336" y="14366"/>
                  </a:lnTo>
                  <a:lnTo>
                    <a:pt x="70742" y="70240"/>
                  </a:lnTo>
                  <a:lnTo>
                    <a:pt x="30933" y="114878"/>
                  </a:lnTo>
                  <a:cubicBezTo>
                    <a:pt x="25767" y="120648"/>
                    <a:pt x="14827" y="120648"/>
                    <a:pt x="241" y="120648"/>
                  </a:cubicBezTo>
                  <a:lnTo>
                    <a:pt x="241" y="134920"/>
                  </a:lnTo>
                  <a:cubicBezTo>
                    <a:pt x="10877" y="134312"/>
                    <a:pt x="26679" y="134009"/>
                    <a:pt x="28198" y="134009"/>
                  </a:cubicBezTo>
                  <a:cubicBezTo>
                    <a:pt x="35795" y="134009"/>
                    <a:pt x="53421" y="134616"/>
                    <a:pt x="59499" y="134920"/>
                  </a:cubicBezTo>
                  <a:lnTo>
                    <a:pt x="59499" y="120648"/>
                  </a:lnTo>
                  <a:cubicBezTo>
                    <a:pt x="54029" y="120648"/>
                    <a:pt x="48255" y="119129"/>
                    <a:pt x="48255" y="117307"/>
                  </a:cubicBezTo>
                  <a:cubicBezTo>
                    <a:pt x="48255" y="117004"/>
                    <a:pt x="48255" y="116700"/>
                    <a:pt x="50382" y="114271"/>
                  </a:cubicBezTo>
                  <a:lnTo>
                    <a:pt x="79859" y="81172"/>
                  </a:lnTo>
                  <a:lnTo>
                    <a:pt x="113286" y="120648"/>
                  </a:lnTo>
                  <a:lnTo>
                    <a:pt x="101435" y="120648"/>
                  </a:lnTo>
                  <a:lnTo>
                    <a:pt x="101435" y="134920"/>
                  </a:lnTo>
                  <a:cubicBezTo>
                    <a:pt x="109336" y="134616"/>
                    <a:pt x="127873" y="134009"/>
                    <a:pt x="137901" y="134009"/>
                  </a:cubicBezTo>
                  <a:cubicBezTo>
                    <a:pt x="147625" y="134009"/>
                    <a:pt x="161300" y="134616"/>
                    <a:pt x="171328" y="134920"/>
                  </a:cubicBezTo>
                  <a:lnTo>
                    <a:pt x="171328" y="120648"/>
                  </a:lnTo>
                  <a:lnTo>
                    <a:pt x="149753" y="120648"/>
                  </a:lnTo>
                  <a:lnTo>
                    <a:pt x="98700" y="60219"/>
                  </a:ln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D23E36B7-A8C3-DE66-0F48-847439096D9E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9305958" y="7473390"/>
              <a:ext cx="35554" cy="90794"/>
            </a:xfrm>
            <a:custGeom>
              <a:avLst/>
              <a:gdLst>
                <a:gd name="csX0" fmla="*/ 35801 w 35554"/>
                <a:gd name="csY0" fmla="*/ 31979 h 90794"/>
                <a:gd name="csX1" fmla="*/ 16353 w 35554"/>
                <a:gd name="csY1" fmla="*/ 94 h 90794"/>
                <a:gd name="csX2" fmla="*/ 247 w 35554"/>
                <a:gd name="csY2" fmla="*/ 16188 h 90794"/>
                <a:gd name="csX3" fmla="*/ 16353 w 35554"/>
                <a:gd name="csY3" fmla="*/ 32282 h 90794"/>
                <a:gd name="csX4" fmla="*/ 26989 w 35554"/>
                <a:gd name="csY4" fmla="*/ 28335 h 90794"/>
                <a:gd name="csX5" fmla="*/ 28508 w 35554"/>
                <a:gd name="csY5" fmla="*/ 27424 h 90794"/>
                <a:gd name="csX6" fmla="*/ 29116 w 35554"/>
                <a:gd name="csY6" fmla="*/ 31979 h 90794"/>
                <a:gd name="csX7" fmla="*/ 8452 w 35554"/>
                <a:gd name="csY7" fmla="*/ 82690 h 90794"/>
                <a:gd name="csX8" fmla="*/ 5109 w 35554"/>
                <a:gd name="csY8" fmla="*/ 87549 h 90794"/>
                <a:gd name="csX9" fmla="*/ 8148 w 35554"/>
                <a:gd name="csY9" fmla="*/ 90889 h 90794"/>
                <a:gd name="csX10" fmla="*/ 35801 w 35554"/>
                <a:gd name="csY10" fmla="*/ 31979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54" h="90794">
                  <a:moveTo>
                    <a:pt x="35801" y="31979"/>
                  </a:moveTo>
                  <a:cubicBezTo>
                    <a:pt x="35801" y="11937"/>
                    <a:pt x="28204" y="94"/>
                    <a:pt x="16353" y="94"/>
                  </a:cubicBezTo>
                  <a:cubicBezTo>
                    <a:pt x="6325" y="94"/>
                    <a:pt x="247" y="7686"/>
                    <a:pt x="247" y="16188"/>
                  </a:cubicBezTo>
                  <a:cubicBezTo>
                    <a:pt x="247" y="24387"/>
                    <a:pt x="6325" y="32282"/>
                    <a:pt x="16353" y="32282"/>
                  </a:cubicBezTo>
                  <a:cubicBezTo>
                    <a:pt x="19999" y="32282"/>
                    <a:pt x="23950" y="31068"/>
                    <a:pt x="26989" y="28335"/>
                  </a:cubicBezTo>
                  <a:cubicBezTo>
                    <a:pt x="27900" y="27727"/>
                    <a:pt x="28204" y="27424"/>
                    <a:pt x="28508" y="27424"/>
                  </a:cubicBezTo>
                  <a:cubicBezTo>
                    <a:pt x="28812" y="27424"/>
                    <a:pt x="29116" y="27727"/>
                    <a:pt x="29116" y="31979"/>
                  </a:cubicBezTo>
                  <a:cubicBezTo>
                    <a:pt x="29116" y="54450"/>
                    <a:pt x="18480" y="72669"/>
                    <a:pt x="8452" y="82690"/>
                  </a:cubicBezTo>
                  <a:cubicBezTo>
                    <a:pt x="5109" y="86030"/>
                    <a:pt x="5109" y="86638"/>
                    <a:pt x="5109" y="87549"/>
                  </a:cubicBezTo>
                  <a:cubicBezTo>
                    <a:pt x="5109" y="89674"/>
                    <a:pt x="6628" y="90889"/>
                    <a:pt x="8148" y="90889"/>
                  </a:cubicBezTo>
                  <a:cubicBezTo>
                    <a:pt x="11491" y="90889"/>
                    <a:pt x="35801" y="67507"/>
                    <a:pt x="35801" y="31979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9F4AC21F-DBE7-AE15-2121-0CF19EC28E8C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9422480" y="7370753"/>
              <a:ext cx="237030" cy="136040"/>
            </a:xfrm>
            <a:custGeom>
              <a:avLst/>
              <a:gdLst>
                <a:gd name="csX0" fmla="*/ 216618 w 237030"/>
                <a:gd name="csY0" fmla="*/ 20743 h 136040"/>
                <a:gd name="csX1" fmla="*/ 237282 w 237030"/>
                <a:gd name="csY1" fmla="*/ 14366 h 136040"/>
                <a:gd name="csX2" fmla="*/ 237282 w 237030"/>
                <a:gd name="csY2" fmla="*/ 94 h 136040"/>
                <a:gd name="csX3" fmla="*/ 213883 w 237030"/>
                <a:gd name="csY3" fmla="*/ 1005 h 136040"/>
                <a:gd name="csX4" fmla="*/ 184710 w 237030"/>
                <a:gd name="csY4" fmla="*/ 94 h 136040"/>
                <a:gd name="csX5" fmla="*/ 184710 w 237030"/>
                <a:gd name="csY5" fmla="*/ 14366 h 136040"/>
                <a:gd name="csX6" fmla="*/ 202335 w 237030"/>
                <a:gd name="csY6" fmla="*/ 18010 h 136040"/>
                <a:gd name="csX7" fmla="*/ 201120 w 237030"/>
                <a:gd name="csY7" fmla="*/ 21654 h 136040"/>
                <a:gd name="csX8" fmla="*/ 169212 w 237030"/>
                <a:gd name="csY8" fmla="*/ 99391 h 136040"/>
                <a:gd name="csX9" fmla="*/ 134569 w 237030"/>
                <a:gd name="csY9" fmla="*/ 14366 h 136040"/>
                <a:gd name="csX10" fmla="*/ 151586 w 237030"/>
                <a:gd name="csY10" fmla="*/ 14366 h 136040"/>
                <a:gd name="csX11" fmla="*/ 151586 w 237030"/>
                <a:gd name="csY11" fmla="*/ 94 h 136040"/>
                <a:gd name="csX12" fmla="*/ 116943 w 237030"/>
                <a:gd name="csY12" fmla="*/ 1005 h 136040"/>
                <a:gd name="csX13" fmla="*/ 86555 w 237030"/>
                <a:gd name="csY13" fmla="*/ 94 h 136040"/>
                <a:gd name="csX14" fmla="*/ 86555 w 237030"/>
                <a:gd name="csY14" fmla="*/ 14366 h 136040"/>
                <a:gd name="csX15" fmla="*/ 104484 w 237030"/>
                <a:gd name="csY15" fmla="*/ 14366 h 136040"/>
                <a:gd name="csX16" fmla="*/ 110866 w 237030"/>
                <a:gd name="csY16" fmla="*/ 30460 h 136040"/>
                <a:gd name="csX17" fmla="*/ 109650 w 237030"/>
                <a:gd name="csY17" fmla="*/ 34408 h 136040"/>
                <a:gd name="csX18" fmla="*/ 85643 w 237030"/>
                <a:gd name="csY18" fmla="*/ 92711 h 136040"/>
                <a:gd name="csX19" fmla="*/ 53735 w 237030"/>
                <a:gd name="csY19" fmla="*/ 14366 h 136040"/>
                <a:gd name="csX20" fmla="*/ 70753 w 237030"/>
                <a:gd name="csY20" fmla="*/ 14366 h 136040"/>
                <a:gd name="csX21" fmla="*/ 70753 w 237030"/>
                <a:gd name="csY21" fmla="*/ 94 h 136040"/>
                <a:gd name="csX22" fmla="*/ 33375 w 237030"/>
                <a:gd name="csY22" fmla="*/ 1005 h 136040"/>
                <a:gd name="csX23" fmla="*/ 251 w 237030"/>
                <a:gd name="csY23" fmla="*/ 94 h 136040"/>
                <a:gd name="csX24" fmla="*/ 251 w 237030"/>
                <a:gd name="csY24" fmla="*/ 14366 h 136040"/>
                <a:gd name="csX25" fmla="*/ 18181 w 237030"/>
                <a:gd name="csY25" fmla="*/ 14366 h 136040"/>
                <a:gd name="csX26" fmla="*/ 64675 w 237030"/>
                <a:gd name="csY26" fmla="*/ 127936 h 136040"/>
                <a:gd name="csX27" fmla="*/ 75615 w 237030"/>
                <a:gd name="csY27" fmla="*/ 136134 h 136040"/>
                <a:gd name="csX28" fmla="*/ 86555 w 237030"/>
                <a:gd name="csY28" fmla="*/ 127936 h 136040"/>
                <a:gd name="csX29" fmla="*/ 118767 w 237030"/>
                <a:gd name="csY29" fmla="*/ 49287 h 136040"/>
                <a:gd name="csX30" fmla="*/ 150979 w 237030"/>
                <a:gd name="csY30" fmla="*/ 127936 h 136040"/>
                <a:gd name="csX31" fmla="*/ 161919 w 237030"/>
                <a:gd name="csY31" fmla="*/ 136134 h 136040"/>
                <a:gd name="csX32" fmla="*/ 172858 w 237030"/>
                <a:gd name="csY32" fmla="*/ 127936 h 136040"/>
                <a:gd name="csX33" fmla="*/ 216618 w 237030"/>
                <a:gd name="csY33" fmla="*/ 20743 h 1360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237030" h="136040">
                  <a:moveTo>
                    <a:pt x="216618" y="20743"/>
                  </a:moveTo>
                  <a:cubicBezTo>
                    <a:pt x="218137" y="16796"/>
                    <a:pt x="219353" y="14366"/>
                    <a:pt x="237282" y="14366"/>
                  </a:cubicBezTo>
                  <a:lnTo>
                    <a:pt x="237282" y="94"/>
                  </a:lnTo>
                  <a:cubicBezTo>
                    <a:pt x="230293" y="701"/>
                    <a:pt x="221176" y="1005"/>
                    <a:pt x="213883" y="1005"/>
                  </a:cubicBezTo>
                  <a:cubicBezTo>
                    <a:pt x="205678" y="1005"/>
                    <a:pt x="191395" y="398"/>
                    <a:pt x="184710" y="94"/>
                  </a:cubicBezTo>
                  <a:lnTo>
                    <a:pt x="184710" y="14366"/>
                  </a:lnTo>
                  <a:cubicBezTo>
                    <a:pt x="187445" y="14366"/>
                    <a:pt x="202335" y="14670"/>
                    <a:pt x="202335" y="18010"/>
                  </a:cubicBezTo>
                  <a:cubicBezTo>
                    <a:pt x="202335" y="18921"/>
                    <a:pt x="201424" y="20743"/>
                    <a:pt x="201120" y="21654"/>
                  </a:cubicBezTo>
                  <a:lnTo>
                    <a:pt x="169212" y="99391"/>
                  </a:lnTo>
                  <a:lnTo>
                    <a:pt x="134569" y="14366"/>
                  </a:lnTo>
                  <a:lnTo>
                    <a:pt x="151586" y="14366"/>
                  </a:lnTo>
                  <a:lnTo>
                    <a:pt x="151586" y="94"/>
                  </a:lnTo>
                  <a:cubicBezTo>
                    <a:pt x="141862" y="398"/>
                    <a:pt x="126060" y="1005"/>
                    <a:pt x="116943" y="1005"/>
                  </a:cubicBezTo>
                  <a:cubicBezTo>
                    <a:pt x="104180" y="1005"/>
                    <a:pt x="91417" y="398"/>
                    <a:pt x="86555" y="94"/>
                  </a:cubicBezTo>
                  <a:lnTo>
                    <a:pt x="86555" y="14366"/>
                  </a:lnTo>
                  <a:lnTo>
                    <a:pt x="104484" y="14366"/>
                  </a:lnTo>
                  <a:cubicBezTo>
                    <a:pt x="110866" y="29549"/>
                    <a:pt x="110866" y="30157"/>
                    <a:pt x="110866" y="30460"/>
                  </a:cubicBezTo>
                  <a:cubicBezTo>
                    <a:pt x="110866" y="31675"/>
                    <a:pt x="109954" y="33497"/>
                    <a:pt x="109650" y="34408"/>
                  </a:cubicBezTo>
                  <a:lnTo>
                    <a:pt x="85643" y="92711"/>
                  </a:lnTo>
                  <a:lnTo>
                    <a:pt x="53735" y="14366"/>
                  </a:lnTo>
                  <a:lnTo>
                    <a:pt x="70753" y="14366"/>
                  </a:lnTo>
                  <a:lnTo>
                    <a:pt x="70753" y="94"/>
                  </a:lnTo>
                  <a:cubicBezTo>
                    <a:pt x="58293" y="701"/>
                    <a:pt x="45834" y="1005"/>
                    <a:pt x="33375" y="1005"/>
                  </a:cubicBezTo>
                  <a:cubicBezTo>
                    <a:pt x="23954" y="1005"/>
                    <a:pt x="10583" y="398"/>
                    <a:pt x="251" y="94"/>
                  </a:cubicBezTo>
                  <a:lnTo>
                    <a:pt x="251" y="14366"/>
                  </a:lnTo>
                  <a:lnTo>
                    <a:pt x="18181" y="14366"/>
                  </a:lnTo>
                  <a:lnTo>
                    <a:pt x="64675" y="127936"/>
                  </a:lnTo>
                  <a:cubicBezTo>
                    <a:pt x="66802" y="133098"/>
                    <a:pt x="68018" y="136134"/>
                    <a:pt x="75615" y="136134"/>
                  </a:cubicBezTo>
                  <a:cubicBezTo>
                    <a:pt x="83212" y="136134"/>
                    <a:pt x="84428" y="133098"/>
                    <a:pt x="86555" y="127936"/>
                  </a:cubicBezTo>
                  <a:lnTo>
                    <a:pt x="118767" y="49287"/>
                  </a:lnTo>
                  <a:lnTo>
                    <a:pt x="150979" y="127936"/>
                  </a:lnTo>
                  <a:cubicBezTo>
                    <a:pt x="153106" y="133098"/>
                    <a:pt x="154321" y="136134"/>
                    <a:pt x="161919" y="136134"/>
                  </a:cubicBezTo>
                  <a:cubicBezTo>
                    <a:pt x="169516" y="136134"/>
                    <a:pt x="170731" y="133098"/>
                    <a:pt x="172858" y="127936"/>
                  </a:cubicBezTo>
                  <a:lnTo>
                    <a:pt x="216618" y="20743"/>
                  </a:ln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B925F8B-49FC-AE11-5FD8-B027731AC84E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9689451" y="7277833"/>
              <a:ext cx="70501" cy="303661"/>
            </a:xfrm>
            <a:custGeom>
              <a:avLst/>
              <a:gdLst>
                <a:gd name="csX0" fmla="*/ 70761 w 70501"/>
                <a:gd name="csY0" fmla="*/ 151925 h 303661"/>
                <a:gd name="csX1" fmla="*/ 50705 w 70501"/>
                <a:gd name="csY1" fmla="*/ 57182 h 303661"/>
                <a:gd name="csX2" fmla="*/ 3299 w 70501"/>
                <a:gd name="csY2" fmla="*/ 94 h 303661"/>
                <a:gd name="csX3" fmla="*/ 260 w 70501"/>
                <a:gd name="csY3" fmla="*/ 3131 h 303661"/>
                <a:gd name="csX4" fmla="*/ 6034 w 70501"/>
                <a:gd name="csY4" fmla="*/ 10115 h 303661"/>
                <a:gd name="csX5" fmla="*/ 53136 w 70501"/>
                <a:gd name="csY5" fmla="*/ 151925 h 303661"/>
                <a:gd name="csX6" fmla="*/ 4210 w 70501"/>
                <a:gd name="csY6" fmla="*/ 295557 h 303661"/>
                <a:gd name="csX7" fmla="*/ 260 w 70501"/>
                <a:gd name="csY7" fmla="*/ 300719 h 303661"/>
                <a:gd name="csX8" fmla="*/ 3299 w 70501"/>
                <a:gd name="csY8" fmla="*/ 303755 h 303661"/>
                <a:gd name="csX9" fmla="*/ 51616 w 70501"/>
                <a:gd name="csY9" fmla="*/ 244541 h 303661"/>
                <a:gd name="csX10" fmla="*/ 70761 w 70501"/>
                <a:gd name="csY10" fmla="*/ 151925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01" h="303661">
                  <a:moveTo>
                    <a:pt x="70761" y="151925"/>
                  </a:moveTo>
                  <a:cubicBezTo>
                    <a:pt x="70761" y="128239"/>
                    <a:pt x="67418" y="91496"/>
                    <a:pt x="50705" y="57182"/>
                  </a:cubicBezTo>
                  <a:cubicBezTo>
                    <a:pt x="32472" y="19832"/>
                    <a:pt x="6337" y="94"/>
                    <a:pt x="3299" y="94"/>
                  </a:cubicBezTo>
                  <a:cubicBezTo>
                    <a:pt x="1475" y="94"/>
                    <a:pt x="260" y="1309"/>
                    <a:pt x="260" y="3131"/>
                  </a:cubicBezTo>
                  <a:cubicBezTo>
                    <a:pt x="260" y="4042"/>
                    <a:pt x="260" y="4649"/>
                    <a:pt x="6034" y="10115"/>
                  </a:cubicBezTo>
                  <a:cubicBezTo>
                    <a:pt x="35814" y="40177"/>
                    <a:pt x="53136" y="88460"/>
                    <a:pt x="53136" y="151925"/>
                  </a:cubicBezTo>
                  <a:cubicBezTo>
                    <a:pt x="53136" y="203851"/>
                    <a:pt x="41892" y="257295"/>
                    <a:pt x="4210" y="295557"/>
                  </a:cubicBezTo>
                  <a:cubicBezTo>
                    <a:pt x="260" y="299200"/>
                    <a:pt x="260" y="299808"/>
                    <a:pt x="260" y="300719"/>
                  </a:cubicBezTo>
                  <a:cubicBezTo>
                    <a:pt x="260" y="302541"/>
                    <a:pt x="1475" y="303755"/>
                    <a:pt x="3299" y="303755"/>
                  </a:cubicBezTo>
                  <a:cubicBezTo>
                    <a:pt x="6337" y="303755"/>
                    <a:pt x="33687" y="283106"/>
                    <a:pt x="51616" y="244541"/>
                  </a:cubicBezTo>
                  <a:cubicBezTo>
                    <a:pt x="67115" y="211139"/>
                    <a:pt x="70761" y="177432"/>
                    <a:pt x="70761" y="151925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89A08B13-3815-1756-341E-495624A0225C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9883059" y="7423590"/>
              <a:ext cx="185674" cy="12146"/>
            </a:xfrm>
            <a:custGeom>
              <a:avLst/>
              <a:gdLst>
                <a:gd name="csX0" fmla="*/ 175304 w 185674"/>
                <a:gd name="csY0" fmla="*/ 12241 h 12146"/>
                <a:gd name="csX1" fmla="*/ 185940 w 185674"/>
                <a:gd name="csY1" fmla="*/ 6167 h 12146"/>
                <a:gd name="csX2" fmla="*/ 175304 w 185674"/>
                <a:gd name="csY2" fmla="*/ 94 h 12146"/>
                <a:gd name="csX3" fmla="*/ 10902 w 185674"/>
                <a:gd name="csY3" fmla="*/ 94 h 12146"/>
                <a:gd name="csX4" fmla="*/ 266 w 185674"/>
                <a:gd name="csY4" fmla="*/ 6167 h 12146"/>
                <a:gd name="csX5" fmla="*/ 10902 w 185674"/>
                <a:gd name="csY5" fmla="*/ 12241 h 12146"/>
                <a:gd name="csX6" fmla="*/ 175304 w 185674"/>
                <a:gd name="csY6" fmla="*/ 12241 h 12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5674" h="12146">
                  <a:moveTo>
                    <a:pt x="175304" y="12241"/>
                  </a:moveTo>
                  <a:cubicBezTo>
                    <a:pt x="180470" y="12241"/>
                    <a:pt x="185940" y="12241"/>
                    <a:pt x="185940" y="6167"/>
                  </a:cubicBezTo>
                  <a:cubicBezTo>
                    <a:pt x="185940" y="94"/>
                    <a:pt x="180470" y="94"/>
                    <a:pt x="175304" y="94"/>
                  </a:cubicBezTo>
                  <a:lnTo>
                    <a:pt x="10902" y="94"/>
                  </a:lnTo>
                  <a:cubicBezTo>
                    <a:pt x="5736" y="94"/>
                    <a:pt x="266" y="94"/>
                    <a:pt x="266" y="6167"/>
                  </a:cubicBezTo>
                  <a:cubicBezTo>
                    <a:pt x="266" y="12241"/>
                    <a:pt x="5736" y="12241"/>
                    <a:pt x="10902" y="12241"/>
                  </a:cubicBezTo>
                  <a:lnTo>
                    <a:pt x="175304" y="12241"/>
                  </a:ln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C9001D3-E4EC-B61B-ADCF-7603D7D9DD84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10178739" y="7217099"/>
              <a:ext cx="404472" cy="425125"/>
            </a:xfrm>
            <a:custGeom>
              <a:avLst/>
              <a:gdLst>
                <a:gd name="csX0" fmla="*/ 367978 w 404472"/>
                <a:gd name="csY0" fmla="*/ 425210 h 425125"/>
                <a:gd name="csX1" fmla="*/ 404748 w 404472"/>
                <a:gd name="csY1" fmla="*/ 328039 h 425125"/>
                <a:gd name="csX2" fmla="*/ 397151 w 404472"/>
                <a:gd name="csY2" fmla="*/ 328039 h 425125"/>
                <a:gd name="csX3" fmla="*/ 318140 w 404472"/>
                <a:gd name="csY3" fmla="*/ 389378 h 425125"/>
                <a:gd name="csX4" fmla="*/ 223632 w 404472"/>
                <a:gd name="csY4" fmla="*/ 398792 h 425125"/>
                <a:gd name="csX5" fmla="*/ 40389 w 404472"/>
                <a:gd name="csY5" fmla="*/ 398792 h 425125"/>
                <a:gd name="csX6" fmla="*/ 195067 w 404472"/>
                <a:gd name="csY6" fmla="*/ 217506 h 425125"/>
                <a:gd name="csX7" fmla="*/ 197802 w 404472"/>
                <a:gd name="csY7" fmla="*/ 212648 h 425125"/>
                <a:gd name="csX8" fmla="*/ 195674 w 404472"/>
                <a:gd name="csY8" fmla="*/ 208093 h 425125"/>
                <a:gd name="csX9" fmla="*/ 54064 w 404472"/>
                <a:gd name="csY9" fmla="*/ 14660 h 425125"/>
                <a:gd name="csX10" fmla="*/ 220593 w 404472"/>
                <a:gd name="csY10" fmla="*/ 14660 h 425125"/>
                <a:gd name="csX11" fmla="*/ 291702 w 404472"/>
                <a:gd name="csY11" fmla="*/ 19519 h 425125"/>
                <a:gd name="csX12" fmla="*/ 358557 w 404472"/>
                <a:gd name="csY12" fmla="*/ 42294 h 425125"/>
                <a:gd name="csX13" fmla="*/ 397151 w 404472"/>
                <a:gd name="csY13" fmla="*/ 85414 h 425125"/>
                <a:gd name="csX14" fmla="*/ 404748 w 404472"/>
                <a:gd name="csY14" fmla="*/ 85414 h 425125"/>
                <a:gd name="csX15" fmla="*/ 367978 w 404472"/>
                <a:gd name="csY15" fmla="*/ 85 h 425125"/>
                <a:gd name="csX16" fmla="*/ 8785 w 404472"/>
                <a:gd name="csY16" fmla="*/ 85 h 425125"/>
                <a:gd name="csX17" fmla="*/ 580 w 404472"/>
                <a:gd name="csY17" fmla="*/ 2210 h 425125"/>
                <a:gd name="csX18" fmla="*/ 276 w 404472"/>
                <a:gd name="csY18" fmla="*/ 12231 h 425125"/>
                <a:gd name="csX19" fmla="*/ 161031 w 404472"/>
                <a:gd name="csY19" fmla="*/ 232082 h 425125"/>
                <a:gd name="csX20" fmla="*/ 3618 w 404472"/>
                <a:gd name="csY20" fmla="*/ 416404 h 425125"/>
                <a:gd name="csX21" fmla="*/ 580 w 404472"/>
                <a:gd name="csY21" fmla="*/ 421870 h 425125"/>
                <a:gd name="csX22" fmla="*/ 8785 w 404472"/>
                <a:gd name="csY22" fmla="*/ 425210 h 425125"/>
                <a:gd name="csX23" fmla="*/ 367978 w 404472"/>
                <a:gd name="csY23" fmla="*/ 425210 h 425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4472" h="425125">
                  <a:moveTo>
                    <a:pt x="367978" y="425210"/>
                  </a:moveTo>
                  <a:lnTo>
                    <a:pt x="404748" y="328039"/>
                  </a:lnTo>
                  <a:lnTo>
                    <a:pt x="397151" y="328039"/>
                  </a:lnTo>
                  <a:cubicBezTo>
                    <a:pt x="385299" y="359620"/>
                    <a:pt x="353087" y="380269"/>
                    <a:pt x="318140" y="389378"/>
                  </a:cubicBezTo>
                  <a:cubicBezTo>
                    <a:pt x="311759" y="390897"/>
                    <a:pt x="281978" y="398792"/>
                    <a:pt x="223632" y="398792"/>
                  </a:cubicBezTo>
                  <a:lnTo>
                    <a:pt x="40389" y="398792"/>
                  </a:lnTo>
                  <a:lnTo>
                    <a:pt x="195067" y="217506"/>
                  </a:lnTo>
                  <a:cubicBezTo>
                    <a:pt x="197194" y="215077"/>
                    <a:pt x="197802" y="214166"/>
                    <a:pt x="197802" y="212648"/>
                  </a:cubicBezTo>
                  <a:cubicBezTo>
                    <a:pt x="197802" y="212040"/>
                    <a:pt x="197802" y="211129"/>
                    <a:pt x="195674" y="208093"/>
                  </a:cubicBezTo>
                  <a:lnTo>
                    <a:pt x="54064" y="14660"/>
                  </a:lnTo>
                  <a:lnTo>
                    <a:pt x="220593" y="14660"/>
                  </a:lnTo>
                  <a:cubicBezTo>
                    <a:pt x="261314" y="14660"/>
                    <a:pt x="288967" y="18912"/>
                    <a:pt x="291702" y="19519"/>
                  </a:cubicBezTo>
                  <a:cubicBezTo>
                    <a:pt x="308112" y="21948"/>
                    <a:pt x="334550" y="27111"/>
                    <a:pt x="358557" y="42294"/>
                  </a:cubicBezTo>
                  <a:cubicBezTo>
                    <a:pt x="366154" y="47152"/>
                    <a:pt x="386819" y="60817"/>
                    <a:pt x="397151" y="85414"/>
                  </a:cubicBezTo>
                  <a:lnTo>
                    <a:pt x="404748" y="85414"/>
                  </a:lnTo>
                  <a:lnTo>
                    <a:pt x="367978" y="85"/>
                  </a:lnTo>
                  <a:lnTo>
                    <a:pt x="8785" y="85"/>
                  </a:lnTo>
                  <a:cubicBezTo>
                    <a:pt x="1795" y="85"/>
                    <a:pt x="1491" y="388"/>
                    <a:pt x="580" y="2210"/>
                  </a:cubicBezTo>
                  <a:cubicBezTo>
                    <a:pt x="276" y="3121"/>
                    <a:pt x="276" y="8891"/>
                    <a:pt x="276" y="12231"/>
                  </a:cubicBezTo>
                  <a:lnTo>
                    <a:pt x="161031" y="232082"/>
                  </a:lnTo>
                  <a:lnTo>
                    <a:pt x="3618" y="416404"/>
                  </a:lnTo>
                  <a:cubicBezTo>
                    <a:pt x="580" y="420048"/>
                    <a:pt x="580" y="421567"/>
                    <a:pt x="580" y="421870"/>
                  </a:cubicBezTo>
                  <a:cubicBezTo>
                    <a:pt x="580" y="425210"/>
                    <a:pt x="3315" y="425210"/>
                    <a:pt x="8785" y="425210"/>
                  </a:cubicBezTo>
                  <a:lnTo>
                    <a:pt x="367978" y="425210"/>
                  </a:ln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83F08C96-42C5-30BC-CE20-040848190B16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10181126" y="7761051"/>
              <a:ext cx="84875" cy="95865"/>
            </a:xfrm>
            <a:custGeom>
              <a:avLst/>
              <a:gdLst>
                <a:gd name="csX0" fmla="*/ 76855 w 84875"/>
                <a:gd name="csY0" fmla="*/ 13922 h 95865"/>
                <a:gd name="csX1" fmla="*/ 67921 w 84875"/>
                <a:gd name="csY1" fmla="*/ 23913 h 95865"/>
                <a:gd name="csX2" fmla="*/ 74941 w 84875"/>
                <a:gd name="csY2" fmla="*/ 30715 h 95865"/>
                <a:gd name="csX3" fmla="*/ 85151 w 84875"/>
                <a:gd name="csY3" fmla="*/ 18599 h 95865"/>
                <a:gd name="csX4" fmla="*/ 56859 w 84875"/>
                <a:gd name="csY4" fmla="*/ 106 h 95865"/>
                <a:gd name="csX5" fmla="*/ 17719 w 84875"/>
                <a:gd name="csY5" fmla="*/ 31140 h 95865"/>
                <a:gd name="csX6" fmla="*/ 25164 w 84875"/>
                <a:gd name="csY6" fmla="*/ 46657 h 95865"/>
                <a:gd name="csX7" fmla="*/ 49201 w 84875"/>
                <a:gd name="csY7" fmla="*/ 54309 h 95865"/>
                <a:gd name="csX8" fmla="*/ 67283 w 84875"/>
                <a:gd name="csY8" fmla="*/ 68338 h 95865"/>
                <a:gd name="csX9" fmla="*/ 56009 w 84875"/>
                <a:gd name="csY9" fmla="*/ 85343 h 95865"/>
                <a:gd name="csX10" fmla="*/ 34737 w 84875"/>
                <a:gd name="csY10" fmla="*/ 90020 h 95865"/>
                <a:gd name="csX11" fmla="*/ 9210 w 84875"/>
                <a:gd name="csY11" fmla="*/ 81092 h 95865"/>
                <a:gd name="csX12" fmla="*/ 20910 w 84875"/>
                <a:gd name="csY12" fmla="*/ 68976 h 95865"/>
                <a:gd name="csX13" fmla="*/ 12614 w 84875"/>
                <a:gd name="csY13" fmla="*/ 61111 h 95865"/>
                <a:gd name="csX14" fmla="*/ 276 w 84875"/>
                <a:gd name="csY14" fmla="*/ 75353 h 95865"/>
                <a:gd name="csX15" fmla="*/ 34524 w 84875"/>
                <a:gd name="csY15" fmla="*/ 95971 h 95865"/>
                <a:gd name="csX16" fmla="*/ 80897 w 84875"/>
                <a:gd name="csY16" fmla="*/ 60899 h 95865"/>
                <a:gd name="csX17" fmla="*/ 51541 w 84875"/>
                <a:gd name="csY17" fmla="*/ 36029 h 95865"/>
                <a:gd name="csX18" fmla="*/ 43033 w 84875"/>
                <a:gd name="csY18" fmla="*/ 34328 h 95865"/>
                <a:gd name="csX19" fmla="*/ 31333 w 84875"/>
                <a:gd name="csY19" fmla="*/ 23700 h 95865"/>
                <a:gd name="csX20" fmla="*/ 39842 w 84875"/>
                <a:gd name="csY20" fmla="*/ 10096 h 95865"/>
                <a:gd name="csX21" fmla="*/ 56647 w 84875"/>
                <a:gd name="csY21" fmla="*/ 6057 h 95865"/>
                <a:gd name="csX22" fmla="*/ 76855 w 84875"/>
                <a:gd name="csY22" fmla="*/ 13922 h 958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84875" h="95865">
                  <a:moveTo>
                    <a:pt x="76855" y="13922"/>
                  </a:moveTo>
                  <a:cubicBezTo>
                    <a:pt x="71324" y="15198"/>
                    <a:pt x="67921" y="19661"/>
                    <a:pt x="67921" y="23913"/>
                  </a:cubicBezTo>
                  <a:cubicBezTo>
                    <a:pt x="67921" y="28802"/>
                    <a:pt x="72175" y="30715"/>
                    <a:pt x="74941" y="30715"/>
                  </a:cubicBezTo>
                  <a:cubicBezTo>
                    <a:pt x="77068" y="30715"/>
                    <a:pt x="85151" y="29439"/>
                    <a:pt x="85151" y="18599"/>
                  </a:cubicBezTo>
                  <a:cubicBezTo>
                    <a:pt x="85151" y="4782"/>
                    <a:pt x="69835" y="106"/>
                    <a:pt x="56859" y="106"/>
                  </a:cubicBezTo>
                  <a:cubicBezTo>
                    <a:pt x="23675" y="106"/>
                    <a:pt x="17719" y="24550"/>
                    <a:pt x="17719" y="31140"/>
                  </a:cubicBezTo>
                  <a:cubicBezTo>
                    <a:pt x="17719" y="39005"/>
                    <a:pt x="22186" y="44106"/>
                    <a:pt x="25164" y="46657"/>
                  </a:cubicBezTo>
                  <a:cubicBezTo>
                    <a:pt x="30695" y="50908"/>
                    <a:pt x="34524" y="51758"/>
                    <a:pt x="49201" y="54309"/>
                  </a:cubicBezTo>
                  <a:cubicBezTo>
                    <a:pt x="53669" y="55159"/>
                    <a:pt x="67283" y="57710"/>
                    <a:pt x="67283" y="68338"/>
                  </a:cubicBezTo>
                  <a:cubicBezTo>
                    <a:pt x="67283" y="71952"/>
                    <a:pt x="64943" y="80029"/>
                    <a:pt x="56009" y="85343"/>
                  </a:cubicBezTo>
                  <a:cubicBezTo>
                    <a:pt x="47712" y="90020"/>
                    <a:pt x="37289" y="90020"/>
                    <a:pt x="34737" y="90020"/>
                  </a:cubicBezTo>
                  <a:cubicBezTo>
                    <a:pt x="26228" y="90020"/>
                    <a:pt x="14103" y="88107"/>
                    <a:pt x="9210" y="81092"/>
                  </a:cubicBezTo>
                  <a:cubicBezTo>
                    <a:pt x="16230" y="80242"/>
                    <a:pt x="20910" y="74928"/>
                    <a:pt x="20910" y="68976"/>
                  </a:cubicBezTo>
                  <a:cubicBezTo>
                    <a:pt x="20910" y="63662"/>
                    <a:pt x="17081" y="61111"/>
                    <a:pt x="12614" y="61111"/>
                  </a:cubicBezTo>
                  <a:cubicBezTo>
                    <a:pt x="6445" y="61111"/>
                    <a:pt x="276" y="66000"/>
                    <a:pt x="276" y="75353"/>
                  </a:cubicBezTo>
                  <a:cubicBezTo>
                    <a:pt x="276" y="88107"/>
                    <a:pt x="13890" y="95971"/>
                    <a:pt x="34524" y="95971"/>
                  </a:cubicBezTo>
                  <a:cubicBezTo>
                    <a:pt x="73664" y="95971"/>
                    <a:pt x="80897" y="69189"/>
                    <a:pt x="80897" y="60899"/>
                  </a:cubicBezTo>
                  <a:cubicBezTo>
                    <a:pt x="80897" y="41343"/>
                    <a:pt x="59412" y="37517"/>
                    <a:pt x="51541" y="36029"/>
                  </a:cubicBezTo>
                  <a:cubicBezTo>
                    <a:pt x="49627" y="35604"/>
                    <a:pt x="44309" y="34753"/>
                    <a:pt x="43033" y="34328"/>
                  </a:cubicBezTo>
                  <a:cubicBezTo>
                    <a:pt x="35162" y="32840"/>
                    <a:pt x="31333" y="28376"/>
                    <a:pt x="31333" y="23700"/>
                  </a:cubicBezTo>
                  <a:cubicBezTo>
                    <a:pt x="31333" y="18811"/>
                    <a:pt x="35162" y="13072"/>
                    <a:pt x="39842" y="10096"/>
                  </a:cubicBezTo>
                  <a:cubicBezTo>
                    <a:pt x="45585" y="6482"/>
                    <a:pt x="53030" y="6057"/>
                    <a:pt x="56647" y="6057"/>
                  </a:cubicBezTo>
                  <a:cubicBezTo>
                    <a:pt x="61114" y="6057"/>
                    <a:pt x="72175" y="6695"/>
                    <a:pt x="76855" y="13922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2EAC2C3-793C-DE4E-90BC-37C9439611C3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10303693" y="7732142"/>
              <a:ext cx="117634" cy="138803"/>
            </a:xfrm>
            <a:custGeom>
              <a:avLst/>
              <a:gdLst>
                <a:gd name="csX0" fmla="*/ 109405 w 117634"/>
                <a:gd name="csY0" fmla="*/ 74715 h 138803"/>
                <a:gd name="csX1" fmla="*/ 117914 w 117634"/>
                <a:gd name="csY1" fmla="*/ 69614 h 138803"/>
                <a:gd name="csX2" fmla="*/ 109405 w 117634"/>
                <a:gd name="csY2" fmla="*/ 64300 h 138803"/>
                <a:gd name="csX3" fmla="*/ 10916 w 117634"/>
                <a:gd name="csY3" fmla="*/ 64300 h 138803"/>
                <a:gd name="csX4" fmla="*/ 73030 w 117634"/>
                <a:gd name="csY4" fmla="*/ 10521 h 138803"/>
                <a:gd name="csX5" fmla="*/ 109405 w 117634"/>
                <a:gd name="csY5" fmla="*/ 10521 h 138803"/>
                <a:gd name="csX6" fmla="*/ 117914 w 117634"/>
                <a:gd name="csY6" fmla="*/ 5420 h 138803"/>
                <a:gd name="csX7" fmla="*/ 109405 w 117634"/>
                <a:gd name="csY7" fmla="*/ 106 h 138803"/>
                <a:gd name="csX8" fmla="*/ 72179 w 117634"/>
                <a:gd name="csY8" fmla="*/ 106 h 138803"/>
                <a:gd name="csX9" fmla="*/ 280 w 117634"/>
                <a:gd name="csY9" fmla="*/ 69401 h 138803"/>
                <a:gd name="csX10" fmla="*/ 72179 w 117634"/>
                <a:gd name="csY10" fmla="*/ 138909 h 138803"/>
                <a:gd name="csX11" fmla="*/ 109405 w 117634"/>
                <a:gd name="csY11" fmla="*/ 138909 h 138803"/>
                <a:gd name="csX12" fmla="*/ 117914 w 117634"/>
                <a:gd name="csY12" fmla="*/ 133808 h 138803"/>
                <a:gd name="csX13" fmla="*/ 109405 w 117634"/>
                <a:gd name="csY13" fmla="*/ 128494 h 138803"/>
                <a:gd name="csX14" fmla="*/ 73030 w 117634"/>
                <a:gd name="csY14" fmla="*/ 128494 h 138803"/>
                <a:gd name="csX15" fmla="*/ 10916 w 117634"/>
                <a:gd name="csY15" fmla="*/ 74715 h 138803"/>
                <a:gd name="csX16" fmla="*/ 109405 w 117634"/>
                <a:gd name="csY16" fmla="*/ 74715 h 1388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17634" h="138803">
                  <a:moveTo>
                    <a:pt x="109405" y="74715"/>
                  </a:moveTo>
                  <a:cubicBezTo>
                    <a:pt x="112809" y="74715"/>
                    <a:pt x="117914" y="74715"/>
                    <a:pt x="117914" y="69614"/>
                  </a:cubicBezTo>
                  <a:cubicBezTo>
                    <a:pt x="117914" y="64300"/>
                    <a:pt x="113021" y="64300"/>
                    <a:pt x="109405" y="64300"/>
                  </a:cubicBezTo>
                  <a:lnTo>
                    <a:pt x="10916" y="64300"/>
                  </a:lnTo>
                  <a:cubicBezTo>
                    <a:pt x="14106" y="33478"/>
                    <a:pt x="39846" y="10521"/>
                    <a:pt x="73030" y="10521"/>
                  </a:cubicBezTo>
                  <a:lnTo>
                    <a:pt x="109405" y="10521"/>
                  </a:lnTo>
                  <a:cubicBezTo>
                    <a:pt x="112809" y="10521"/>
                    <a:pt x="117914" y="10521"/>
                    <a:pt x="117914" y="5420"/>
                  </a:cubicBezTo>
                  <a:cubicBezTo>
                    <a:pt x="117914" y="106"/>
                    <a:pt x="113021" y="106"/>
                    <a:pt x="109405" y="106"/>
                  </a:cubicBezTo>
                  <a:lnTo>
                    <a:pt x="72179" y="106"/>
                  </a:lnTo>
                  <a:cubicBezTo>
                    <a:pt x="32613" y="106"/>
                    <a:pt x="280" y="31140"/>
                    <a:pt x="280" y="69401"/>
                  </a:cubicBezTo>
                  <a:cubicBezTo>
                    <a:pt x="280" y="108513"/>
                    <a:pt x="33039" y="138909"/>
                    <a:pt x="72179" y="138909"/>
                  </a:cubicBezTo>
                  <a:lnTo>
                    <a:pt x="109405" y="138909"/>
                  </a:lnTo>
                  <a:cubicBezTo>
                    <a:pt x="112809" y="138909"/>
                    <a:pt x="117914" y="138909"/>
                    <a:pt x="117914" y="133808"/>
                  </a:cubicBezTo>
                  <a:cubicBezTo>
                    <a:pt x="117914" y="128494"/>
                    <a:pt x="113021" y="128494"/>
                    <a:pt x="109405" y="128494"/>
                  </a:cubicBezTo>
                  <a:lnTo>
                    <a:pt x="73030" y="128494"/>
                  </a:lnTo>
                  <a:cubicBezTo>
                    <a:pt x="39846" y="128494"/>
                    <a:pt x="14106" y="105537"/>
                    <a:pt x="10916" y="74715"/>
                  </a:cubicBezTo>
                  <a:lnTo>
                    <a:pt x="109405" y="74715"/>
                  </a:ln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CBB14C21-14BF-3D1F-B8FE-381A2B9BB8F2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10453840" y="7758712"/>
              <a:ext cx="130184" cy="139016"/>
            </a:xfrm>
            <a:custGeom>
              <a:avLst/>
              <a:gdLst>
                <a:gd name="csX0" fmla="*/ 109836 w 130184"/>
                <a:gd name="csY0" fmla="*/ 96609 h 139016"/>
                <a:gd name="csX1" fmla="*/ 129619 w 130184"/>
                <a:gd name="csY1" fmla="*/ 17748 h 139016"/>
                <a:gd name="csX2" fmla="*/ 130470 w 130184"/>
                <a:gd name="csY2" fmla="*/ 12434 h 139016"/>
                <a:gd name="csX3" fmla="*/ 119408 w 130184"/>
                <a:gd name="csY3" fmla="*/ 1806 h 139016"/>
                <a:gd name="csX4" fmla="*/ 103029 w 130184"/>
                <a:gd name="csY4" fmla="*/ 18386 h 139016"/>
                <a:gd name="csX5" fmla="*/ 97498 w 130184"/>
                <a:gd name="csY5" fmla="*/ 40493 h 139016"/>
                <a:gd name="csX6" fmla="*/ 90904 w 130184"/>
                <a:gd name="csY6" fmla="*/ 67063 h 139016"/>
                <a:gd name="csX7" fmla="*/ 86437 w 130184"/>
                <a:gd name="csY7" fmla="*/ 76416 h 139016"/>
                <a:gd name="csX8" fmla="*/ 63888 w 130184"/>
                <a:gd name="csY8" fmla="*/ 88107 h 139016"/>
                <a:gd name="csX9" fmla="*/ 49423 w 130184"/>
                <a:gd name="csY9" fmla="*/ 72590 h 139016"/>
                <a:gd name="csX10" fmla="*/ 61548 w 130184"/>
                <a:gd name="csY10" fmla="*/ 31140 h 139016"/>
                <a:gd name="csX11" fmla="*/ 64739 w 130184"/>
                <a:gd name="csY11" fmla="*/ 19661 h 139016"/>
                <a:gd name="csX12" fmla="*/ 37298 w 130184"/>
                <a:gd name="csY12" fmla="*/ 106 h 139016"/>
                <a:gd name="csX13" fmla="*/ 285 w 130184"/>
                <a:gd name="csY13" fmla="*/ 33265 h 139016"/>
                <a:gd name="csX14" fmla="*/ 7092 w 130184"/>
                <a:gd name="csY14" fmla="*/ 37092 h 139016"/>
                <a:gd name="csX15" fmla="*/ 14112 w 130184"/>
                <a:gd name="csY15" fmla="*/ 32415 h 139016"/>
                <a:gd name="csX16" fmla="*/ 36022 w 130184"/>
                <a:gd name="csY16" fmla="*/ 9883 h 139016"/>
                <a:gd name="csX17" fmla="*/ 39638 w 130184"/>
                <a:gd name="csY17" fmla="*/ 14985 h 139016"/>
                <a:gd name="csX18" fmla="*/ 36235 w 130184"/>
                <a:gd name="csY18" fmla="*/ 27101 h 139016"/>
                <a:gd name="csX19" fmla="*/ 23897 w 130184"/>
                <a:gd name="csY19" fmla="*/ 68551 h 139016"/>
                <a:gd name="csX20" fmla="*/ 62187 w 130184"/>
                <a:gd name="csY20" fmla="*/ 97885 h 139016"/>
                <a:gd name="csX21" fmla="*/ 84735 w 130184"/>
                <a:gd name="csY21" fmla="*/ 91508 h 139016"/>
                <a:gd name="csX22" fmla="*/ 45594 w 130184"/>
                <a:gd name="csY22" fmla="*/ 129344 h 139016"/>
                <a:gd name="csX23" fmla="*/ 34533 w 130184"/>
                <a:gd name="csY23" fmla="*/ 127643 h 139016"/>
                <a:gd name="csX24" fmla="*/ 41978 w 130184"/>
                <a:gd name="csY24" fmla="*/ 114039 h 139016"/>
                <a:gd name="csX25" fmla="*/ 30066 w 130184"/>
                <a:gd name="csY25" fmla="*/ 102773 h 139016"/>
                <a:gd name="csX26" fmla="*/ 13048 w 130184"/>
                <a:gd name="csY26" fmla="*/ 120416 h 139016"/>
                <a:gd name="csX27" fmla="*/ 45382 w 130184"/>
                <a:gd name="csY27" fmla="*/ 139122 h 139016"/>
                <a:gd name="csX28" fmla="*/ 109836 w 130184"/>
                <a:gd name="csY28" fmla="*/ 96609 h 1390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30184" h="139016">
                  <a:moveTo>
                    <a:pt x="109836" y="96609"/>
                  </a:moveTo>
                  <a:lnTo>
                    <a:pt x="129619" y="17748"/>
                  </a:lnTo>
                  <a:cubicBezTo>
                    <a:pt x="130470" y="14347"/>
                    <a:pt x="130470" y="13284"/>
                    <a:pt x="130470" y="12434"/>
                  </a:cubicBezTo>
                  <a:cubicBezTo>
                    <a:pt x="130470" y="4995"/>
                    <a:pt x="124726" y="1806"/>
                    <a:pt x="119408" y="1806"/>
                  </a:cubicBezTo>
                  <a:cubicBezTo>
                    <a:pt x="107283" y="1806"/>
                    <a:pt x="104518" y="12434"/>
                    <a:pt x="103029" y="18386"/>
                  </a:cubicBezTo>
                  <a:lnTo>
                    <a:pt x="97498" y="40493"/>
                  </a:lnTo>
                  <a:lnTo>
                    <a:pt x="90904" y="67063"/>
                  </a:lnTo>
                  <a:cubicBezTo>
                    <a:pt x="89415" y="72802"/>
                    <a:pt x="89415" y="73227"/>
                    <a:pt x="86437" y="76416"/>
                  </a:cubicBezTo>
                  <a:cubicBezTo>
                    <a:pt x="80906" y="82580"/>
                    <a:pt x="73461" y="88107"/>
                    <a:pt x="63888" y="88107"/>
                  </a:cubicBezTo>
                  <a:cubicBezTo>
                    <a:pt x="49423" y="88107"/>
                    <a:pt x="49423" y="76841"/>
                    <a:pt x="49423" y="72590"/>
                  </a:cubicBezTo>
                  <a:cubicBezTo>
                    <a:pt x="49423" y="60899"/>
                    <a:pt x="55167" y="46444"/>
                    <a:pt x="61548" y="31140"/>
                  </a:cubicBezTo>
                  <a:cubicBezTo>
                    <a:pt x="63888" y="25188"/>
                    <a:pt x="64739" y="22850"/>
                    <a:pt x="64739" y="19661"/>
                  </a:cubicBezTo>
                  <a:cubicBezTo>
                    <a:pt x="64739" y="6908"/>
                    <a:pt x="50912" y="106"/>
                    <a:pt x="37298" y="106"/>
                  </a:cubicBezTo>
                  <a:cubicBezTo>
                    <a:pt x="13048" y="106"/>
                    <a:pt x="285" y="27101"/>
                    <a:pt x="285" y="33265"/>
                  </a:cubicBezTo>
                  <a:cubicBezTo>
                    <a:pt x="285" y="37092"/>
                    <a:pt x="3901" y="37092"/>
                    <a:pt x="7092" y="37092"/>
                  </a:cubicBezTo>
                  <a:cubicBezTo>
                    <a:pt x="12410" y="37092"/>
                    <a:pt x="12835" y="36666"/>
                    <a:pt x="14112" y="32415"/>
                  </a:cubicBezTo>
                  <a:cubicBezTo>
                    <a:pt x="17728" y="20299"/>
                    <a:pt x="26875" y="9883"/>
                    <a:pt x="36022" y="9883"/>
                  </a:cubicBezTo>
                  <a:cubicBezTo>
                    <a:pt x="37298" y="9883"/>
                    <a:pt x="39638" y="9883"/>
                    <a:pt x="39638" y="14985"/>
                  </a:cubicBezTo>
                  <a:cubicBezTo>
                    <a:pt x="39638" y="19024"/>
                    <a:pt x="38149" y="22850"/>
                    <a:pt x="36235" y="27101"/>
                  </a:cubicBezTo>
                  <a:cubicBezTo>
                    <a:pt x="28364" y="46232"/>
                    <a:pt x="23897" y="58560"/>
                    <a:pt x="23897" y="68551"/>
                  </a:cubicBezTo>
                  <a:cubicBezTo>
                    <a:pt x="23897" y="92145"/>
                    <a:pt x="44318" y="97885"/>
                    <a:pt x="62187" y="97885"/>
                  </a:cubicBezTo>
                  <a:cubicBezTo>
                    <a:pt x="68568" y="97885"/>
                    <a:pt x="74737" y="97247"/>
                    <a:pt x="84735" y="91508"/>
                  </a:cubicBezTo>
                  <a:cubicBezTo>
                    <a:pt x="79204" y="116165"/>
                    <a:pt x="61123" y="129344"/>
                    <a:pt x="45594" y="129344"/>
                  </a:cubicBezTo>
                  <a:cubicBezTo>
                    <a:pt x="43893" y="129344"/>
                    <a:pt x="39425" y="129344"/>
                    <a:pt x="34533" y="127643"/>
                  </a:cubicBezTo>
                  <a:cubicBezTo>
                    <a:pt x="40276" y="124030"/>
                    <a:pt x="41978" y="116803"/>
                    <a:pt x="41978" y="114039"/>
                  </a:cubicBezTo>
                  <a:cubicBezTo>
                    <a:pt x="41978" y="107875"/>
                    <a:pt x="37298" y="102773"/>
                    <a:pt x="30066" y="102773"/>
                  </a:cubicBezTo>
                  <a:cubicBezTo>
                    <a:pt x="20706" y="102773"/>
                    <a:pt x="13048" y="110851"/>
                    <a:pt x="13048" y="120416"/>
                  </a:cubicBezTo>
                  <a:cubicBezTo>
                    <a:pt x="13048" y="131257"/>
                    <a:pt x="24110" y="139122"/>
                    <a:pt x="45382" y="139122"/>
                  </a:cubicBezTo>
                  <a:cubicBezTo>
                    <a:pt x="71121" y="139122"/>
                    <a:pt x="102816" y="124667"/>
                    <a:pt x="109836" y="96609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07B64A8-9CD3-CE69-2C15-80B86486FEEF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0665598" y="7355266"/>
              <a:ext cx="117603" cy="153045"/>
            </a:xfrm>
            <a:custGeom>
              <a:avLst/>
              <a:gdLst>
                <a:gd name="csX0" fmla="*/ 58942 w 117603"/>
                <a:gd name="csY0" fmla="*/ 153139 h 153045"/>
                <a:gd name="csX1" fmla="*/ 101790 w 117603"/>
                <a:gd name="csY1" fmla="*/ 141600 h 153045"/>
                <a:gd name="csX2" fmla="*/ 117896 w 117603"/>
                <a:gd name="csY2" fmla="*/ 109412 h 153045"/>
                <a:gd name="csX3" fmla="*/ 107867 w 117603"/>
                <a:gd name="csY3" fmla="*/ 84512 h 153045"/>
                <a:gd name="csX4" fmla="*/ 78390 w 117603"/>
                <a:gd name="csY4" fmla="*/ 70847 h 153045"/>
                <a:gd name="csX5" fmla="*/ 50737 w 117603"/>
                <a:gd name="csY5" fmla="*/ 65078 h 153045"/>
                <a:gd name="csX6" fmla="*/ 28249 w 117603"/>
                <a:gd name="csY6" fmla="*/ 43214 h 153045"/>
                <a:gd name="csX7" fmla="*/ 37062 w 117603"/>
                <a:gd name="csY7" fmla="*/ 25602 h 153045"/>
                <a:gd name="csX8" fmla="*/ 62892 w 117603"/>
                <a:gd name="csY8" fmla="*/ 18921 h 153045"/>
                <a:gd name="csX9" fmla="*/ 81429 w 117603"/>
                <a:gd name="csY9" fmla="*/ 21958 h 153045"/>
                <a:gd name="csX10" fmla="*/ 99966 w 117603"/>
                <a:gd name="csY10" fmla="*/ 30764 h 153045"/>
                <a:gd name="csX11" fmla="*/ 109691 w 117603"/>
                <a:gd name="csY11" fmla="*/ 31675 h 153045"/>
                <a:gd name="csX12" fmla="*/ 114553 w 117603"/>
                <a:gd name="csY12" fmla="*/ 23476 h 153045"/>
                <a:gd name="csX13" fmla="*/ 109995 w 117603"/>
                <a:gd name="csY13" fmla="*/ 14670 h 153045"/>
                <a:gd name="csX14" fmla="*/ 88115 w 117603"/>
                <a:gd name="csY14" fmla="*/ 3738 h 153045"/>
                <a:gd name="csX15" fmla="*/ 62892 w 117603"/>
                <a:gd name="csY15" fmla="*/ 94 h 153045"/>
                <a:gd name="csX16" fmla="*/ 20956 w 117603"/>
                <a:gd name="csY16" fmla="*/ 12241 h 153045"/>
                <a:gd name="csX17" fmla="*/ 5154 w 117603"/>
                <a:gd name="csY17" fmla="*/ 44429 h 153045"/>
                <a:gd name="csX18" fmla="*/ 42836 w 117603"/>
                <a:gd name="csY18" fmla="*/ 83297 h 153045"/>
                <a:gd name="csX19" fmla="*/ 70489 w 117603"/>
                <a:gd name="csY19" fmla="*/ 89371 h 153045"/>
                <a:gd name="csX20" fmla="*/ 88723 w 117603"/>
                <a:gd name="csY20" fmla="*/ 97266 h 153045"/>
                <a:gd name="csX21" fmla="*/ 94496 w 117603"/>
                <a:gd name="csY21" fmla="*/ 110627 h 153045"/>
                <a:gd name="csX22" fmla="*/ 85684 w 117603"/>
                <a:gd name="csY22" fmla="*/ 127936 h 153045"/>
                <a:gd name="csX23" fmla="*/ 59550 w 117603"/>
                <a:gd name="csY23" fmla="*/ 134312 h 153045"/>
                <a:gd name="csX24" fmla="*/ 37366 w 117603"/>
                <a:gd name="csY24" fmla="*/ 131579 h 153045"/>
                <a:gd name="csX25" fmla="*/ 14574 w 117603"/>
                <a:gd name="csY25" fmla="*/ 121255 h 153045"/>
                <a:gd name="csX26" fmla="*/ 4546 w 117603"/>
                <a:gd name="csY26" fmla="*/ 121255 h 153045"/>
                <a:gd name="csX27" fmla="*/ 292 w 117603"/>
                <a:gd name="csY27" fmla="*/ 129758 h 153045"/>
                <a:gd name="csX28" fmla="*/ 5762 w 117603"/>
                <a:gd name="csY28" fmla="*/ 138260 h 153045"/>
                <a:gd name="csX29" fmla="*/ 31288 w 117603"/>
                <a:gd name="csY29" fmla="*/ 149799 h 153045"/>
                <a:gd name="csX30" fmla="*/ 58942 w 117603"/>
                <a:gd name="csY30" fmla="*/ 153139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17603" h="153045">
                  <a:moveTo>
                    <a:pt x="58942" y="153139"/>
                  </a:moveTo>
                  <a:cubicBezTo>
                    <a:pt x="76567" y="153139"/>
                    <a:pt x="90850" y="149496"/>
                    <a:pt x="101790" y="141600"/>
                  </a:cubicBezTo>
                  <a:cubicBezTo>
                    <a:pt x="112426" y="133705"/>
                    <a:pt x="117896" y="123077"/>
                    <a:pt x="117896" y="109412"/>
                  </a:cubicBezTo>
                  <a:cubicBezTo>
                    <a:pt x="117896" y="99088"/>
                    <a:pt x="114553" y="90585"/>
                    <a:pt x="107867" y="84512"/>
                  </a:cubicBezTo>
                  <a:cubicBezTo>
                    <a:pt x="101182" y="78439"/>
                    <a:pt x="91154" y="73884"/>
                    <a:pt x="78390" y="70847"/>
                  </a:cubicBezTo>
                  <a:lnTo>
                    <a:pt x="50737" y="65078"/>
                  </a:lnTo>
                  <a:cubicBezTo>
                    <a:pt x="35543" y="62041"/>
                    <a:pt x="28249" y="54753"/>
                    <a:pt x="28249" y="43214"/>
                  </a:cubicBezTo>
                  <a:cubicBezTo>
                    <a:pt x="28249" y="35926"/>
                    <a:pt x="30984" y="30157"/>
                    <a:pt x="37062" y="25602"/>
                  </a:cubicBezTo>
                  <a:cubicBezTo>
                    <a:pt x="42836" y="21350"/>
                    <a:pt x="51345" y="18921"/>
                    <a:pt x="62892" y="18921"/>
                  </a:cubicBezTo>
                  <a:cubicBezTo>
                    <a:pt x="68970" y="18921"/>
                    <a:pt x="75048" y="20136"/>
                    <a:pt x="81429" y="21958"/>
                  </a:cubicBezTo>
                  <a:cubicBezTo>
                    <a:pt x="87507" y="23780"/>
                    <a:pt x="93889" y="26816"/>
                    <a:pt x="99966" y="30764"/>
                  </a:cubicBezTo>
                  <a:cubicBezTo>
                    <a:pt x="103613" y="33193"/>
                    <a:pt x="106956" y="33497"/>
                    <a:pt x="109691" y="31675"/>
                  </a:cubicBezTo>
                  <a:cubicBezTo>
                    <a:pt x="112426" y="29853"/>
                    <a:pt x="113945" y="27120"/>
                    <a:pt x="114553" y="23476"/>
                  </a:cubicBezTo>
                  <a:cubicBezTo>
                    <a:pt x="114857" y="20136"/>
                    <a:pt x="113337" y="17099"/>
                    <a:pt x="109995" y="14670"/>
                  </a:cubicBezTo>
                  <a:cubicBezTo>
                    <a:pt x="103309" y="9811"/>
                    <a:pt x="96016" y="6167"/>
                    <a:pt x="88115" y="3738"/>
                  </a:cubicBezTo>
                  <a:cubicBezTo>
                    <a:pt x="79910" y="1309"/>
                    <a:pt x="71401" y="94"/>
                    <a:pt x="62892" y="94"/>
                  </a:cubicBezTo>
                  <a:cubicBezTo>
                    <a:pt x="45571" y="94"/>
                    <a:pt x="31592" y="4345"/>
                    <a:pt x="20956" y="12241"/>
                  </a:cubicBezTo>
                  <a:cubicBezTo>
                    <a:pt x="10320" y="20439"/>
                    <a:pt x="5154" y="31068"/>
                    <a:pt x="5154" y="44429"/>
                  </a:cubicBezTo>
                  <a:cubicBezTo>
                    <a:pt x="5154" y="65078"/>
                    <a:pt x="17613" y="77831"/>
                    <a:pt x="42836" y="83297"/>
                  </a:cubicBezTo>
                  <a:lnTo>
                    <a:pt x="70489" y="89371"/>
                  </a:lnTo>
                  <a:cubicBezTo>
                    <a:pt x="78694" y="91193"/>
                    <a:pt x="84772" y="93925"/>
                    <a:pt x="88723" y="97266"/>
                  </a:cubicBezTo>
                  <a:cubicBezTo>
                    <a:pt x="92369" y="100606"/>
                    <a:pt x="94496" y="105161"/>
                    <a:pt x="94496" y="110627"/>
                  </a:cubicBezTo>
                  <a:cubicBezTo>
                    <a:pt x="94496" y="117915"/>
                    <a:pt x="91458" y="123684"/>
                    <a:pt x="85684" y="127936"/>
                  </a:cubicBezTo>
                  <a:cubicBezTo>
                    <a:pt x="79606" y="132187"/>
                    <a:pt x="71097" y="134312"/>
                    <a:pt x="59550" y="134312"/>
                  </a:cubicBezTo>
                  <a:cubicBezTo>
                    <a:pt x="52256" y="134312"/>
                    <a:pt x="44659" y="133401"/>
                    <a:pt x="37366" y="131579"/>
                  </a:cubicBezTo>
                  <a:cubicBezTo>
                    <a:pt x="30073" y="129758"/>
                    <a:pt x="22475" y="126114"/>
                    <a:pt x="14574" y="121255"/>
                  </a:cubicBezTo>
                  <a:cubicBezTo>
                    <a:pt x="10320" y="119433"/>
                    <a:pt x="6977" y="119433"/>
                    <a:pt x="4546" y="121255"/>
                  </a:cubicBezTo>
                  <a:cubicBezTo>
                    <a:pt x="1811" y="123381"/>
                    <a:pt x="292" y="126114"/>
                    <a:pt x="292" y="129758"/>
                  </a:cubicBezTo>
                  <a:cubicBezTo>
                    <a:pt x="292" y="133401"/>
                    <a:pt x="2115" y="136134"/>
                    <a:pt x="5762" y="138260"/>
                  </a:cubicBezTo>
                  <a:cubicBezTo>
                    <a:pt x="13663" y="143726"/>
                    <a:pt x="22172" y="147370"/>
                    <a:pt x="31288" y="149799"/>
                  </a:cubicBezTo>
                  <a:cubicBezTo>
                    <a:pt x="40405" y="152228"/>
                    <a:pt x="49825" y="153139"/>
                    <a:pt x="58942" y="153139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4AB45498-528D-DABC-4EA6-72221CEF8824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10820579" y="7355266"/>
              <a:ext cx="140091" cy="207097"/>
            </a:xfrm>
            <a:custGeom>
              <a:avLst/>
              <a:gdLst>
                <a:gd name="csX0" fmla="*/ 12452 w 140091"/>
                <a:gd name="csY0" fmla="*/ 207191 h 207097"/>
                <a:gd name="csX1" fmla="*/ 24911 w 140091"/>
                <a:gd name="csY1" fmla="*/ 194741 h 207097"/>
                <a:gd name="csX2" fmla="*/ 24911 w 140091"/>
                <a:gd name="csY2" fmla="*/ 124595 h 207097"/>
                <a:gd name="csX3" fmla="*/ 44664 w 140091"/>
                <a:gd name="csY3" fmla="*/ 145548 h 207097"/>
                <a:gd name="csX4" fmla="*/ 75052 w 140091"/>
                <a:gd name="csY4" fmla="*/ 153139 h 207097"/>
                <a:gd name="csX5" fmla="*/ 109392 w 140091"/>
                <a:gd name="csY5" fmla="*/ 143726 h 207097"/>
                <a:gd name="csX6" fmla="*/ 132183 w 140091"/>
                <a:gd name="csY6" fmla="*/ 117307 h 207097"/>
                <a:gd name="csX7" fmla="*/ 140388 w 140091"/>
                <a:gd name="csY7" fmla="*/ 76617 h 207097"/>
                <a:gd name="csX8" fmla="*/ 132183 w 140091"/>
                <a:gd name="csY8" fmla="*/ 35926 h 207097"/>
                <a:gd name="csX9" fmla="*/ 109392 w 140091"/>
                <a:gd name="csY9" fmla="*/ 9508 h 207097"/>
                <a:gd name="csX10" fmla="*/ 75052 w 140091"/>
                <a:gd name="csY10" fmla="*/ 94 h 207097"/>
                <a:gd name="csX11" fmla="*/ 44360 w 140091"/>
                <a:gd name="csY11" fmla="*/ 7989 h 207097"/>
                <a:gd name="csX12" fmla="*/ 24607 w 140091"/>
                <a:gd name="csY12" fmla="*/ 28942 h 207097"/>
                <a:gd name="csX13" fmla="*/ 24607 w 140091"/>
                <a:gd name="csY13" fmla="*/ 13152 h 207097"/>
                <a:gd name="csX14" fmla="*/ 12148 w 140091"/>
                <a:gd name="csY14" fmla="*/ 701 h 207097"/>
                <a:gd name="csX15" fmla="*/ 297 w 140091"/>
                <a:gd name="csY15" fmla="*/ 13152 h 207097"/>
                <a:gd name="csX16" fmla="*/ 297 w 140091"/>
                <a:gd name="csY16" fmla="*/ 194741 h 207097"/>
                <a:gd name="csX17" fmla="*/ 12452 w 140091"/>
                <a:gd name="csY17" fmla="*/ 207191 h 207097"/>
                <a:gd name="csX18" fmla="*/ 69886 w 140091"/>
                <a:gd name="csY18" fmla="*/ 133401 h 207097"/>
                <a:gd name="csX19" fmla="*/ 36763 w 140091"/>
                <a:gd name="csY19" fmla="*/ 118826 h 207097"/>
                <a:gd name="csX20" fmla="*/ 24304 w 140091"/>
                <a:gd name="csY20" fmla="*/ 76617 h 207097"/>
                <a:gd name="csX21" fmla="*/ 36763 w 140091"/>
                <a:gd name="csY21" fmla="*/ 34408 h 207097"/>
                <a:gd name="csX22" fmla="*/ 69886 w 140091"/>
                <a:gd name="csY22" fmla="*/ 19832 h 207097"/>
                <a:gd name="csX23" fmla="*/ 103010 w 140091"/>
                <a:gd name="csY23" fmla="*/ 34408 h 207097"/>
                <a:gd name="csX24" fmla="*/ 115469 w 140091"/>
                <a:gd name="csY24" fmla="*/ 76617 h 207097"/>
                <a:gd name="csX25" fmla="*/ 103010 w 140091"/>
                <a:gd name="csY25" fmla="*/ 118826 h 207097"/>
                <a:gd name="csX26" fmla="*/ 69886 w 140091"/>
                <a:gd name="csY26" fmla="*/ 133401 h 2070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40091" h="207097">
                  <a:moveTo>
                    <a:pt x="12452" y="207191"/>
                  </a:moveTo>
                  <a:cubicBezTo>
                    <a:pt x="20657" y="207191"/>
                    <a:pt x="24911" y="203244"/>
                    <a:pt x="24911" y="194741"/>
                  </a:cubicBezTo>
                  <a:lnTo>
                    <a:pt x="24911" y="124595"/>
                  </a:lnTo>
                  <a:cubicBezTo>
                    <a:pt x="29166" y="133705"/>
                    <a:pt x="35547" y="140689"/>
                    <a:pt x="44664" y="145548"/>
                  </a:cubicBezTo>
                  <a:cubicBezTo>
                    <a:pt x="53477" y="150710"/>
                    <a:pt x="63505" y="153139"/>
                    <a:pt x="75052" y="153139"/>
                  </a:cubicBezTo>
                  <a:cubicBezTo>
                    <a:pt x="88120" y="153139"/>
                    <a:pt x="99667" y="150103"/>
                    <a:pt x="109392" y="143726"/>
                  </a:cubicBezTo>
                  <a:cubicBezTo>
                    <a:pt x="119116" y="137653"/>
                    <a:pt x="126713" y="128847"/>
                    <a:pt x="132183" y="117307"/>
                  </a:cubicBezTo>
                  <a:cubicBezTo>
                    <a:pt x="137653" y="105768"/>
                    <a:pt x="140388" y="92407"/>
                    <a:pt x="140388" y="76617"/>
                  </a:cubicBezTo>
                  <a:cubicBezTo>
                    <a:pt x="140388" y="60826"/>
                    <a:pt x="137653" y="47465"/>
                    <a:pt x="132183" y="35926"/>
                  </a:cubicBezTo>
                  <a:cubicBezTo>
                    <a:pt x="126713" y="24387"/>
                    <a:pt x="119116" y="15581"/>
                    <a:pt x="109392" y="9508"/>
                  </a:cubicBezTo>
                  <a:cubicBezTo>
                    <a:pt x="99667" y="3434"/>
                    <a:pt x="88120" y="94"/>
                    <a:pt x="75052" y="94"/>
                  </a:cubicBezTo>
                  <a:cubicBezTo>
                    <a:pt x="63505" y="94"/>
                    <a:pt x="53173" y="2827"/>
                    <a:pt x="44360" y="7989"/>
                  </a:cubicBezTo>
                  <a:cubicBezTo>
                    <a:pt x="35243" y="13152"/>
                    <a:pt x="28862" y="20136"/>
                    <a:pt x="24607" y="28942"/>
                  </a:cubicBezTo>
                  <a:lnTo>
                    <a:pt x="24607" y="13152"/>
                  </a:lnTo>
                  <a:cubicBezTo>
                    <a:pt x="24607" y="4953"/>
                    <a:pt x="20353" y="701"/>
                    <a:pt x="12148" y="701"/>
                  </a:cubicBezTo>
                  <a:cubicBezTo>
                    <a:pt x="4247" y="701"/>
                    <a:pt x="297" y="4953"/>
                    <a:pt x="297" y="13152"/>
                  </a:cubicBezTo>
                  <a:lnTo>
                    <a:pt x="297" y="194741"/>
                  </a:lnTo>
                  <a:cubicBezTo>
                    <a:pt x="297" y="203244"/>
                    <a:pt x="4247" y="207191"/>
                    <a:pt x="12452" y="207191"/>
                  </a:cubicBezTo>
                  <a:close/>
                  <a:moveTo>
                    <a:pt x="69886" y="133401"/>
                  </a:moveTo>
                  <a:cubicBezTo>
                    <a:pt x="55908" y="133401"/>
                    <a:pt x="44968" y="128543"/>
                    <a:pt x="36763" y="118826"/>
                  </a:cubicBezTo>
                  <a:cubicBezTo>
                    <a:pt x="28254" y="109109"/>
                    <a:pt x="24304" y="94836"/>
                    <a:pt x="24304" y="76617"/>
                  </a:cubicBezTo>
                  <a:cubicBezTo>
                    <a:pt x="24304" y="58397"/>
                    <a:pt x="28254" y="44125"/>
                    <a:pt x="36763" y="34408"/>
                  </a:cubicBezTo>
                  <a:cubicBezTo>
                    <a:pt x="44968" y="24691"/>
                    <a:pt x="55908" y="19832"/>
                    <a:pt x="69886" y="19832"/>
                  </a:cubicBezTo>
                  <a:cubicBezTo>
                    <a:pt x="83561" y="19832"/>
                    <a:pt x="94501" y="24691"/>
                    <a:pt x="103010" y="34408"/>
                  </a:cubicBezTo>
                  <a:cubicBezTo>
                    <a:pt x="111215" y="44125"/>
                    <a:pt x="115469" y="58397"/>
                    <a:pt x="115469" y="76617"/>
                  </a:cubicBezTo>
                  <a:cubicBezTo>
                    <a:pt x="115469" y="94836"/>
                    <a:pt x="111215" y="109109"/>
                    <a:pt x="103010" y="118826"/>
                  </a:cubicBezTo>
                  <a:cubicBezTo>
                    <a:pt x="94501" y="128543"/>
                    <a:pt x="83561" y="133401"/>
                    <a:pt x="69886" y="133401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CA1D113-D169-09F5-6D0E-0D3DE747D42F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10991059" y="7355266"/>
              <a:ext cx="122162" cy="153045"/>
            </a:xfrm>
            <a:custGeom>
              <a:avLst/>
              <a:gdLst>
                <a:gd name="csX0" fmla="*/ 53482 w 122162"/>
                <a:gd name="csY0" fmla="*/ 153139 h 153045"/>
                <a:gd name="csX1" fmla="*/ 81440 w 122162"/>
                <a:gd name="csY1" fmla="*/ 145548 h 153045"/>
                <a:gd name="csX2" fmla="*/ 99369 w 122162"/>
                <a:gd name="csY2" fmla="*/ 124899 h 153045"/>
                <a:gd name="csX3" fmla="*/ 99369 w 122162"/>
                <a:gd name="csY3" fmla="*/ 139778 h 153045"/>
                <a:gd name="csX4" fmla="*/ 111221 w 122162"/>
                <a:gd name="csY4" fmla="*/ 152532 h 153045"/>
                <a:gd name="csX5" fmla="*/ 122464 w 122162"/>
                <a:gd name="csY5" fmla="*/ 139778 h 153045"/>
                <a:gd name="csX6" fmla="*/ 122464 w 122162"/>
                <a:gd name="csY6" fmla="*/ 57486 h 153045"/>
                <a:gd name="csX7" fmla="*/ 108486 w 122162"/>
                <a:gd name="csY7" fmla="*/ 14063 h 153045"/>
                <a:gd name="csX8" fmla="*/ 66246 w 122162"/>
                <a:gd name="csY8" fmla="*/ 94 h 153045"/>
                <a:gd name="csX9" fmla="*/ 41023 w 122162"/>
                <a:gd name="csY9" fmla="*/ 3131 h 153045"/>
                <a:gd name="csX10" fmla="*/ 14889 w 122162"/>
                <a:gd name="csY10" fmla="*/ 12848 h 153045"/>
                <a:gd name="csX11" fmla="*/ 8811 w 122162"/>
                <a:gd name="csY11" fmla="*/ 19225 h 153045"/>
                <a:gd name="csX12" fmla="*/ 8811 w 122162"/>
                <a:gd name="csY12" fmla="*/ 27120 h 153045"/>
                <a:gd name="csX13" fmla="*/ 13673 w 122162"/>
                <a:gd name="csY13" fmla="*/ 32586 h 153045"/>
                <a:gd name="csX14" fmla="*/ 22486 w 122162"/>
                <a:gd name="csY14" fmla="*/ 31371 h 153045"/>
                <a:gd name="csX15" fmla="*/ 44670 w 122162"/>
                <a:gd name="csY15" fmla="*/ 22565 h 153045"/>
                <a:gd name="csX16" fmla="*/ 66246 w 122162"/>
                <a:gd name="csY16" fmla="*/ 19832 h 153045"/>
                <a:gd name="csX17" fmla="*/ 90860 w 122162"/>
                <a:gd name="csY17" fmla="*/ 28335 h 153045"/>
                <a:gd name="csX18" fmla="*/ 98761 w 122162"/>
                <a:gd name="csY18" fmla="*/ 55361 h 153045"/>
                <a:gd name="csX19" fmla="*/ 98761 w 122162"/>
                <a:gd name="csY19" fmla="*/ 64774 h 153045"/>
                <a:gd name="csX20" fmla="*/ 89037 w 122162"/>
                <a:gd name="csY20" fmla="*/ 64774 h 153045"/>
                <a:gd name="csX21" fmla="*/ 36161 w 122162"/>
                <a:gd name="csY21" fmla="*/ 69025 h 153045"/>
                <a:gd name="csX22" fmla="*/ 8507 w 122162"/>
                <a:gd name="csY22" fmla="*/ 82386 h 153045"/>
                <a:gd name="csX23" fmla="*/ 302 w 122162"/>
                <a:gd name="csY23" fmla="*/ 107894 h 153045"/>
                <a:gd name="csX24" fmla="*/ 7292 w 122162"/>
                <a:gd name="csY24" fmla="*/ 130972 h 153045"/>
                <a:gd name="csX25" fmla="*/ 26133 w 122162"/>
                <a:gd name="csY25" fmla="*/ 147370 h 153045"/>
                <a:gd name="csX26" fmla="*/ 53482 w 122162"/>
                <a:gd name="csY26" fmla="*/ 153139 h 153045"/>
                <a:gd name="csX27" fmla="*/ 57433 w 122162"/>
                <a:gd name="csY27" fmla="*/ 134616 h 153045"/>
                <a:gd name="csX28" fmla="*/ 33730 w 122162"/>
                <a:gd name="csY28" fmla="*/ 126721 h 153045"/>
                <a:gd name="csX29" fmla="*/ 25221 w 122162"/>
                <a:gd name="csY29" fmla="*/ 106376 h 153045"/>
                <a:gd name="csX30" fmla="*/ 30691 w 122162"/>
                <a:gd name="csY30" fmla="*/ 91193 h 153045"/>
                <a:gd name="csX31" fmla="*/ 50444 w 122162"/>
                <a:gd name="csY31" fmla="*/ 83297 h 153045"/>
                <a:gd name="csX32" fmla="*/ 89341 w 122162"/>
                <a:gd name="csY32" fmla="*/ 80868 h 153045"/>
                <a:gd name="csX33" fmla="*/ 98761 w 122162"/>
                <a:gd name="csY33" fmla="*/ 80868 h 153045"/>
                <a:gd name="csX34" fmla="*/ 98761 w 122162"/>
                <a:gd name="csY34" fmla="*/ 89978 h 153045"/>
                <a:gd name="csX35" fmla="*/ 87214 w 122162"/>
                <a:gd name="csY35" fmla="*/ 122166 h 153045"/>
                <a:gd name="csX36" fmla="*/ 57433 w 122162"/>
                <a:gd name="csY36" fmla="*/ 134616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22162" h="153045">
                  <a:moveTo>
                    <a:pt x="53482" y="153139"/>
                  </a:moveTo>
                  <a:cubicBezTo>
                    <a:pt x="64118" y="153139"/>
                    <a:pt x="73539" y="150710"/>
                    <a:pt x="81440" y="145548"/>
                  </a:cubicBezTo>
                  <a:cubicBezTo>
                    <a:pt x="89341" y="140689"/>
                    <a:pt x="95419" y="133705"/>
                    <a:pt x="99369" y="124899"/>
                  </a:cubicBezTo>
                  <a:lnTo>
                    <a:pt x="99369" y="139778"/>
                  </a:lnTo>
                  <a:cubicBezTo>
                    <a:pt x="99369" y="148281"/>
                    <a:pt x="103320" y="152532"/>
                    <a:pt x="111221" y="152532"/>
                  </a:cubicBezTo>
                  <a:cubicBezTo>
                    <a:pt x="118514" y="152532"/>
                    <a:pt x="122464" y="148281"/>
                    <a:pt x="122464" y="139778"/>
                  </a:cubicBezTo>
                  <a:lnTo>
                    <a:pt x="122464" y="57486"/>
                  </a:lnTo>
                  <a:cubicBezTo>
                    <a:pt x="122464" y="38052"/>
                    <a:pt x="117602" y="23476"/>
                    <a:pt x="108486" y="14063"/>
                  </a:cubicBezTo>
                  <a:cubicBezTo>
                    <a:pt x="99369" y="4953"/>
                    <a:pt x="85087" y="94"/>
                    <a:pt x="66246" y="94"/>
                  </a:cubicBezTo>
                  <a:cubicBezTo>
                    <a:pt x="58345" y="94"/>
                    <a:pt x="49836" y="1309"/>
                    <a:pt x="41023" y="3131"/>
                  </a:cubicBezTo>
                  <a:cubicBezTo>
                    <a:pt x="32210" y="5256"/>
                    <a:pt x="23398" y="8597"/>
                    <a:pt x="14889" y="12848"/>
                  </a:cubicBezTo>
                  <a:cubicBezTo>
                    <a:pt x="11850" y="14366"/>
                    <a:pt x="9723" y="16492"/>
                    <a:pt x="8811" y="19225"/>
                  </a:cubicBezTo>
                  <a:cubicBezTo>
                    <a:pt x="7899" y="21958"/>
                    <a:pt x="7900" y="24691"/>
                    <a:pt x="8811" y="27120"/>
                  </a:cubicBezTo>
                  <a:cubicBezTo>
                    <a:pt x="9723" y="29549"/>
                    <a:pt x="11242" y="31371"/>
                    <a:pt x="13673" y="32586"/>
                  </a:cubicBezTo>
                  <a:cubicBezTo>
                    <a:pt x="16104" y="33801"/>
                    <a:pt x="18839" y="33193"/>
                    <a:pt x="22486" y="31371"/>
                  </a:cubicBezTo>
                  <a:cubicBezTo>
                    <a:pt x="30083" y="27424"/>
                    <a:pt x="37376" y="24387"/>
                    <a:pt x="44670" y="22565"/>
                  </a:cubicBezTo>
                  <a:cubicBezTo>
                    <a:pt x="51963" y="20743"/>
                    <a:pt x="58952" y="19832"/>
                    <a:pt x="66246" y="19832"/>
                  </a:cubicBezTo>
                  <a:cubicBezTo>
                    <a:pt x="77489" y="19832"/>
                    <a:pt x="85694" y="22869"/>
                    <a:pt x="90860" y="28335"/>
                  </a:cubicBezTo>
                  <a:cubicBezTo>
                    <a:pt x="96026" y="33801"/>
                    <a:pt x="98761" y="42910"/>
                    <a:pt x="98761" y="55361"/>
                  </a:cubicBezTo>
                  <a:lnTo>
                    <a:pt x="98761" y="64774"/>
                  </a:lnTo>
                  <a:lnTo>
                    <a:pt x="89037" y="64774"/>
                  </a:lnTo>
                  <a:cubicBezTo>
                    <a:pt x="66549" y="64774"/>
                    <a:pt x="48924" y="66292"/>
                    <a:pt x="36161" y="69025"/>
                  </a:cubicBezTo>
                  <a:cubicBezTo>
                    <a:pt x="23398" y="71758"/>
                    <a:pt x="13977" y="76313"/>
                    <a:pt x="8507" y="82386"/>
                  </a:cubicBezTo>
                  <a:cubicBezTo>
                    <a:pt x="3037" y="88763"/>
                    <a:pt x="302" y="97266"/>
                    <a:pt x="302" y="107894"/>
                  </a:cubicBezTo>
                  <a:cubicBezTo>
                    <a:pt x="302" y="116396"/>
                    <a:pt x="2430" y="124292"/>
                    <a:pt x="7292" y="130972"/>
                  </a:cubicBezTo>
                  <a:cubicBezTo>
                    <a:pt x="11850" y="137956"/>
                    <a:pt x="18232" y="143422"/>
                    <a:pt x="26133" y="147370"/>
                  </a:cubicBezTo>
                  <a:cubicBezTo>
                    <a:pt x="34034" y="151318"/>
                    <a:pt x="43150" y="153139"/>
                    <a:pt x="53482" y="153139"/>
                  </a:cubicBezTo>
                  <a:close/>
                  <a:moveTo>
                    <a:pt x="57433" y="134616"/>
                  </a:moveTo>
                  <a:cubicBezTo>
                    <a:pt x="47405" y="134616"/>
                    <a:pt x="39504" y="132187"/>
                    <a:pt x="33730" y="126721"/>
                  </a:cubicBezTo>
                  <a:cubicBezTo>
                    <a:pt x="27956" y="121559"/>
                    <a:pt x="25221" y="114878"/>
                    <a:pt x="25221" y="106376"/>
                  </a:cubicBezTo>
                  <a:cubicBezTo>
                    <a:pt x="25221" y="99999"/>
                    <a:pt x="27044" y="94836"/>
                    <a:pt x="30691" y="91193"/>
                  </a:cubicBezTo>
                  <a:cubicBezTo>
                    <a:pt x="34338" y="87549"/>
                    <a:pt x="41023" y="84816"/>
                    <a:pt x="50444" y="83297"/>
                  </a:cubicBezTo>
                  <a:cubicBezTo>
                    <a:pt x="59864" y="81779"/>
                    <a:pt x="72931" y="80868"/>
                    <a:pt x="89341" y="80868"/>
                  </a:cubicBezTo>
                  <a:lnTo>
                    <a:pt x="98761" y="80868"/>
                  </a:lnTo>
                  <a:lnTo>
                    <a:pt x="98761" y="89978"/>
                  </a:lnTo>
                  <a:cubicBezTo>
                    <a:pt x="98761" y="103035"/>
                    <a:pt x="94811" y="113663"/>
                    <a:pt x="87214" y="122166"/>
                  </a:cubicBezTo>
                  <a:cubicBezTo>
                    <a:pt x="79313" y="130668"/>
                    <a:pt x="69588" y="134616"/>
                    <a:pt x="57433" y="134616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242A79B-CF99-2EB1-369E-26C6C3DDA7B3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11158804" y="7355266"/>
              <a:ext cx="127328" cy="152437"/>
            </a:xfrm>
            <a:custGeom>
              <a:avLst/>
              <a:gdLst>
                <a:gd name="csX0" fmla="*/ 12463 w 127328"/>
                <a:gd name="csY0" fmla="*/ 152532 h 152437"/>
                <a:gd name="csX1" fmla="*/ 24922 w 127328"/>
                <a:gd name="csY1" fmla="*/ 139778 h 152437"/>
                <a:gd name="csX2" fmla="*/ 24922 w 127328"/>
                <a:gd name="csY2" fmla="*/ 66292 h 152437"/>
                <a:gd name="csX3" fmla="*/ 36774 w 127328"/>
                <a:gd name="csY3" fmla="*/ 32890 h 152437"/>
                <a:gd name="csX4" fmla="*/ 69290 w 127328"/>
                <a:gd name="csY4" fmla="*/ 20136 h 152437"/>
                <a:gd name="csX5" fmla="*/ 94816 w 127328"/>
                <a:gd name="csY5" fmla="*/ 29853 h 152437"/>
                <a:gd name="csX6" fmla="*/ 103021 w 127328"/>
                <a:gd name="csY6" fmla="*/ 59915 h 152437"/>
                <a:gd name="csX7" fmla="*/ 103021 w 127328"/>
                <a:gd name="csY7" fmla="*/ 139778 h 152437"/>
                <a:gd name="csX8" fmla="*/ 115480 w 127328"/>
                <a:gd name="csY8" fmla="*/ 152532 h 152437"/>
                <a:gd name="csX9" fmla="*/ 127636 w 127328"/>
                <a:gd name="csY9" fmla="*/ 139778 h 152437"/>
                <a:gd name="csX10" fmla="*/ 127636 w 127328"/>
                <a:gd name="csY10" fmla="*/ 58397 h 152437"/>
                <a:gd name="csX11" fmla="*/ 75064 w 127328"/>
                <a:gd name="csY11" fmla="*/ 94 h 152437"/>
                <a:gd name="csX12" fmla="*/ 44979 w 127328"/>
                <a:gd name="csY12" fmla="*/ 7078 h 152437"/>
                <a:gd name="csX13" fmla="*/ 24315 w 127328"/>
                <a:gd name="csY13" fmla="*/ 28031 h 152437"/>
                <a:gd name="csX14" fmla="*/ 24315 w 127328"/>
                <a:gd name="csY14" fmla="*/ 13152 h 152437"/>
                <a:gd name="csX15" fmla="*/ 12159 w 127328"/>
                <a:gd name="csY15" fmla="*/ 701 h 152437"/>
                <a:gd name="csX16" fmla="*/ 308 w 127328"/>
                <a:gd name="csY16" fmla="*/ 13152 h 152437"/>
                <a:gd name="csX17" fmla="*/ 308 w 127328"/>
                <a:gd name="csY17" fmla="*/ 139778 h 152437"/>
                <a:gd name="csX18" fmla="*/ 12463 w 127328"/>
                <a:gd name="csY18" fmla="*/ 152532 h 1524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27328" h="152437">
                  <a:moveTo>
                    <a:pt x="12463" y="152532"/>
                  </a:moveTo>
                  <a:cubicBezTo>
                    <a:pt x="20668" y="152532"/>
                    <a:pt x="24922" y="148281"/>
                    <a:pt x="24922" y="139778"/>
                  </a:cubicBezTo>
                  <a:lnTo>
                    <a:pt x="24922" y="66292"/>
                  </a:lnTo>
                  <a:cubicBezTo>
                    <a:pt x="24922" y="52324"/>
                    <a:pt x="28873" y="41392"/>
                    <a:pt x="36774" y="32890"/>
                  </a:cubicBezTo>
                  <a:cubicBezTo>
                    <a:pt x="44675" y="24387"/>
                    <a:pt x="55615" y="20136"/>
                    <a:pt x="69290" y="20136"/>
                  </a:cubicBezTo>
                  <a:cubicBezTo>
                    <a:pt x="80837" y="20136"/>
                    <a:pt x="89346" y="23476"/>
                    <a:pt x="94816" y="29853"/>
                  </a:cubicBezTo>
                  <a:cubicBezTo>
                    <a:pt x="100286" y="36230"/>
                    <a:pt x="103021" y="46251"/>
                    <a:pt x="103021" y="59915"/>
                  </a:cubicBezTo>
                  <a:lnTo>
                    <a:pt x="103021" y="139778"/>
                  </a:lnTo>
                  <a:cubicBezTo>
                    <a:pt x="103021" y="148281"/>
                    <a:pt x="106972" y="152532"/>
                    <a:pt x="115480" y="152532"/>
                  </a:cubicBezTo>
                  <a:cubicBezTo>
                    <a:pt x="123381" y="152532"/>
                    <a:pt x="127636" y="148281"/>
                    <a:pt x="127636" y="139778"/>
                  </a:cubicBezTo>
                  <a:lnTo>
                    <a:pt x="127636" y="58397"/>
                  </a:lnTo>
                  <a:cubicBezTo>
                    <a:pt x="127636" y="19528"/>
                    <a:pt x="110010" y="94"/>
                    <a:pt x="75064" y="94"/>
                  </a:cubicBezTo>
                  <a:cubicBezTo>
                    <a:pt x="63820" y="94"/>
                    <a:pt x="53792" y="2523"/>
                    <a:pt x="44979" y="7078"/>
                  </a:cubicBezTo>
                  <a:cubicBezTo>
                    <a:pt x="35862" y="11937"/>
                    <a:pt x="29177" y="18921"/>
                    <a:pt x="24315" y="28031"/>
                  </a:cubicBezTo>
                  <a:lnTo>
                    <a:pt x="24315" y="13152"/>
                  </a:lnTo>
                  <a:cubicBezTo>
                    <a:pt x="24315" y="4953"/>
                    <a:pt x="20060" y="701"/>
                    <a:pt x="12159" y="701"/>
                  </a:cubicBezTo>
                  <a:cubicBezTo>
                    <a:pt x="4258" y="701"/>
                    <a:pt x="308" y="4953"/>
                    <a:pt x="308" y="13152"/>
                  </a:cubicBezTo>
                  <a:lnTo>
                    <a:pt x="308" y="139778"/>
                  </a:lnTo>
                  <a:cubicBezTo>
                    <a:pt x="308" y="148281"/>
                    <a:pt x="4258" y="152532"/>
                    <a:pt x="12463" y="152532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27EDAE15-2671-8DE7-C6EC-8CDA2D0DF877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1328069" y="7414480"/>
              <a:ext cx="89342" cy="20345"/>
            </a:xfrm>
            <a:custGeom>
              <a:avLst/>
              <a:gdLst>
                <a:gd name="csX0" fmla="*/ 10949 w 89342"/>
                <a:gd name="csY0" fmla="*/ 20439 h 20345"/>
                <a:gd name="csX1" fmla="*/ 79324 w 89342"/>
                <a:gd name="csY1" fmla="*/ 20439 h 20345"/>
                <a:gd name="csX2" fmla="*/ 86617 w 89342"/>
                <a:gd name="csY2" fmla="*/ 17706 h 20345"/>
                <a:gd name="csX3" fmla="*/ 89656 w 89342"/>
                <a:gd name="csY3" fmla="*/ 10419 h 20345"/>
                <a:gd name="csX4" fmla="*/ 86617 w 89342"/>
                <a:gd name="csY4" fmla="*/ 3131 h 20345"/>
                <a:gd name="csX5" fmla="*/ 79324 w 89342"/>
                <a:gd name="csY5" fmla="*/ 94 h 20345"/>
                <a:gd name="csX6" fmla="*/ 10949 w 89342"/>
                <a:gd name="csY6" fmla="*/ 94 h 20345"/>
                <a:gd name="csX7" fmla="*/ 3352 w 89342"/>
                <a:gd name="csY7" fmla="*/ 3131 h 20345"/>
                <a:gd name="csX8" fmla="*/ 313 w 89342"/>
                <a:gd name="csY8" fmla="*/ 10419 h 20345"/>
                <a:gd name="csX9" fmla="*/ 3352 w 89342"/>
                <a:gd name="csY9" fmla="*/ 17706 h 20345"/>
                <a:gd name="csX10" fmla="*/ 10949 w 89342"/>
                <a:gd name="csY10" fmla="*/ 20439 h 203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9342" h="20345">
                  <a:moveTo>
                    <a:pt x="10949" y="20439"/>
                  </a:moveTo>
                  <a:lnTo>
                    <a:pt x="79324" y="20439"/>
                  </a:lnTo>
                  <a:cubicBezTo>
                    <a:pt x="82059" y="20439"/>
                    <a:pt x="84490" y="19528"/>
                    <a:pt x="86617" y="17706"/>
                  </a:cubicBezTo>
                  <a:cubicBezTo>
                    <a:pt x="88440" y="15885"/>
                    <a:pt x="89656" y="13455"/>
                    <a:pt x="89656" y="10419"/>
                  </a:cubicBezTo>
                  <a:cubicBezTo>
                    <a:pt x="89656" y="7382"/>
                    <a:pt x="88440" y="4953"/>
                    <a:pt x="86617" y="3131"/>
                  </a:cubicBezTo>
                  <a:cubicBezTo>
                    <a:pt x="84490" y="1309"/>
                    <a:pt x="82059" y="94"/>
                    <a:pt x="79324" y="94"/>
                  </a:cubicBezTo>
                  <a:lnTo>
                    <a:pt x="10949" y="94"/>
                  </a:lnTo>
                  <a:cubicBezTo>
                    <a:pt x="7910" y="94"/>
                    <a:pt x="5175" y="1309"/>
                    <a:pt x="3352" y="3131"/>
                  </a:cubicBezTo>
                  <a:cubicBezTo>
                    <a:pt x="1225" y="4953"/>
                    <a:pt x="313" y="7382"/>
                    <a:pt x="313" y="10419"/>
                  </a:cubicBezTo>
                  <a:cubicBezTo>
                    <a:pt x="313" y="13455"/>
                    <a:pt x="1225" y="15885"/>
                    <a:pt x="3352" y="17706"/>
                  </a:cubicBezTo>
                  <a:cubicBezTo>
                    <a:pt x="5175" y="19528"/>
                    <a:pt x="7910" y="20439"/>
                    <a:pt x="10949" y="20439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1EDC6DEB-E819-3F01-5F70-EB016D9DAF4A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1452054" y="7355266"/>
              <a:ext cx="117603" cy="153045"/>
            </a:xfrm>
            <a:custGeom>
              <a:avLst/>
              <a:gdLst>
                <a:gd name="csX0" fmla="*/ 58968 w 117603"/>
                <a:gd name="csY0" fmla="*/ 153139 h 153045"/>
                <a:gd name="csX1" fmla="*/ 101815 w 117603"/>
                <a:gd name="csY1" fmla="*/ 141600 h 153045"/>
                <a:gd name="csX2" fmla="*/ 117921 w 117603"/>
                <a:gd name="csY2" fmla="*/ 109412 h 153045"/>
                <a:gd name="csX3" fmla="*/ 107893 w 117603"/>
                <a:gd name="csY3" fmla="*/ 84512 h 153045"/>
                <a:gd name="csX4" fmla="*/ 78416 w 117603"/>
                <a:gd name="csY4" fmla="*/ 70847 h 153045"/>
                <a:gd name="csX5" fmla="*/ 50763 w 117603"/>
                <a:gd name="csY5" fmla="*/ 65078 h 153045"/>
                <a:gd name="csX6" fmla="*/ 28275 w 117603"/>
                <a:gd name="csY6" fmla="*/ 43214 h 153045"/>
                <a:gd name="csX7" fmla="*/ 37088 w 117603"/>
                <a:gd name="csY7" fmla="*/ 25602 h 153045"/>
                <a:gd name="csX8" fmla="*/ 62918 w 117603"/>
                <a:gd name="csY8" fmla="*/ 18921 h 153045"/>
                <a:gd name="csX9" fmla="*/ 81455 w 117603"/>
                <a:gd name="csY9" fmla="*/ 21958 h 153045"/>
                <a:gd name="csX10" fmla="*/ 99992 w 117603"/>
                <a:gd name="csY10" fmla="*/ 30764 h 153045"/>
                <a:gd name="csX11" fmla="*/ 109716 w 117603"/>
                <a:gd name="csY11" fmla="*/ 31675 h 153045"/>
                <a:gd name="csX12" fmla="*/ 114579 w 117603"/>
                <a:gd name="csY12" fmla="*/ 23476 h 153045"/>
                <a:gd name="csX13" fmla="*/ 110020 w 117603"/>
                <a:gd name="csY13" fmla="*/ 14670 h 153045"/>
                <a:gd name="csX14" fmla="*/ 88141 w 117603"/>
                <a:gd name="csY14" fmla="*/ 3738 h 153045"/>
                <a:gd name="csX15" fmla="*/ 62918 w 117603"/>
                <a:gd name="csY15" fmla="*/ 94 h 153045"/>
                <a:gd name="csX16" fmla="*/ 20982 w 117603"/>
                <a:gd name="csY16" fmla="*/ 12241 h 153045"/>
                <a:gd name="csX17" fmla="*/ 5180 w 117603"/>
                <a:gd name="csY17" fmla="*/ 44429 h 153045"/>
                <a:gd name="csX18" fmla="*/ 42862 w 117603"/>
                <a:gd name="csY18" fmla="*/ 83297 h 153045"/>
                <a:gd name="csX19" fmla="*/ 70515 w 117603"/>
                <a:gd name="csY19" fmla="*/ 89371 h 153045"/>
                <a:gd name="csX20" fmla="*/ 88748 w 117603"/>
                <a:gd name="csY20" fmla="*/ 97266 h 153045"/>
                <a:gd name="csX21" fmla="*/ 94522 w 117603"/>
                <a:gd name="csY21" fmla="*/ 110627 h 153045"/>
                <a:gd name="csX22" fmla="*/ 85709 w 117603"/>
                <a:gd name="csY22" fmla="*/ 127936 h 153045"/>
                <a:gd name="csX23" fmla="*/ 59575 w 117603"/>
                <a:gd name="csY23" fmla="*/ 134312 h 153045"/>
                <a:gd name="csX24" fmla="*/ 37392 w 117603"/>
                <a:gd name="csY24" fmla="*/ 131579 h 153045"/>
                <a:gd name="csX25" fmla="*/ 14600 w 117603"/>
                <a:gd name="csY25" fmla="*/ 121255 h 153045"/>
                <a:gd name="csX26" fmla="*/ 4572 w 117603"/>
                <a:gd name="csY26" fmla="*/ 121255 h 153045"/>
                <a:gd name="csX27" fmla="*/ 318 w 117603"/>
                <a:gd name="csY27" fmla="*/ 129758 h 153045"/>
                <a:gd name="csX28" fmla="*/ 5788 w 117603"/>
                <a:gd name="csY28" fmla="*/ 138260 h 153045"/>
                <a:gd name="csX29" fmla="*/ 31314 w 117603"/>
                <a:gd name="csY29" fmla="*/ 149799 h 153045"/>
                <a:gd name="csX30" fmla="*/ 58968 w 117603"/>
                <a:gd name="csY30" fmla="*/ 153139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17603" h="153045">
                  <a:moveTo>
                    <a:pt x="58968" y="153139"/>
                  </a:moveTo>
                  <a:cubicBezTo>
                    <a:pt x="76593" y="153139"/>
                    <a:pt x="90876" y="149496"/>
                    <a:pt x="101815" y="141600"/>
                  </a:cubicBezTo>
                  <a:cubicBezTo>
                    <a:pt x="112451" y="133705"/>
                    <a:pt x="117921" y="123077"/>
                    <a:pt x="117921" y="109412"/>
                  </a:cubicBezTo>
                  <a:cubicBezTo>
                    <a:pt x="117921" y="99088"/>
                    <a:pt x="114579" y="90585"/>
                    <a:pt x="107893" y="84512"/>
                  </a:cubicBezTo>
                  <a:cubicBezTo>
                    <a:pt x="101208" y="78439"/>
                    <a:pt x="91179" y="73884"/>
                    <a:pt x="78416" y="70847"/>
                  </a:cubicBezTo>
                  <a:lnTo>
                    <a:pt x="50763" y="65078"/>
                  </a:lnTo>
                  <a:cubicBezTo>
                    <a:pt x="35568" y="62041"/>
                    <a:pt x="28275" y="54753"/>
                    <a:pt x="28275" y="43214"/>
                  </a:cubicBezTo>
                  <a:cubicBezTo>
                    <a:pt x="28275" y="35926"/>
                    <a:pt x="31010" y="30157"/>
                    <a:pt x="37088" y="25602"/>
                  </a:cubicBezTo>
                  <a:cubicBezTo>
                    <a:pt x="42862" y="21350"/>
                    <a:pt x="51370" y="18921"/>
                    <a:pt x="62918" y="18921"/>
                  </a:cubicBezTo>
                  <a:cubicBezTo>
                    <a:pt x="68996" y="18921"/>
                    <a:pt x="75073" y="20136"/>
                    <a:pt x="81455" y="21958"/>
                  </a:cubicBezTo>
                  <a:cubicBezTo>
                    <a:pt x="87533" y="23780"/>
                    <a:pt x="93914" y="26816"/>
                    <a:pt x="99992" y="30764"/>
                  </a:cubicBezTo>
                  <a:cubicBezTo>
                    <a:pt x="103639" y="33193"/>
                    <a:pt x="106982" y="33497"/>
                    <a:pt x="109716" y="31675"/>
                  </a:cubicBezTo>
                  <a:cubicBezTo>
                    <a:pt x="112451" y="29853"/>
                    <a:pt x="113971" y="27120"/>
                    <a:pt x="114579" y="23476"/>
                  </a:cubicBezTo>
                  <a:cubicBezTo>
                    <a:pt x="114883" y="20136"/>
                    <a:pt x="113363" y="17099"/>
                    <a:pt x="110020" y="14670"/>
                  </a:cubicBezTo>
                  <a:cubicBezTo>
                    <a:pt x="103335" y="9811"/>
                    <a:pt x="96042" y="6167"/>
                    <a:pt x="88141" y="3738"/>
                  </a:cubicBezTo>
                  <a:cubicBezTo>
                    <a:pt x="79936" y="1309"/>
                    <a:pt x="71427" y="94"/>
                    <a:pt x="62918" y="94"/>
                  </a:cubicBezTo>
                  <a:cubicBezTo>
                    <a:pt x="45597" y="94"/>
                    <a:pt x="31618" y="4345"/>
                    <a:pt x="20982" y="12241"/>
                  </a:cubicBezTo>
                  <a:cubicBezTo>
                    <a:pt x="10346" y="20439"/>
                    <a:pt x="5180" y="31068"/>
                    <a:pt x="5180" y="44429"/>
                  </a:cubicBezTo>
                  <a:cubicBezTo>
                    <a:pt x="5180" y="65078"/>
                    <a:pt x="17639" y="77831"/>
                    <a:pt x="42862" y="83297"/>
                  </a:cubicBezTo>
                  <a:lnTo>
                    <a:pt x="70515" y="89371"/>
                  </a:lnTo>
                  <a:cubicBezTo>
                    <a:pt x="78720" y="91193"/>
                    <a:pt x="84798" y="93925"/>
                    <a:pt x="88748" y="97266"/>
                  </a:cubicBezTo>
                  <a:cubicBezTo>
                    <a:pt x="92395" y="100606"/>
                    <a:pt x="94522" y="105161"/>
                    <a:pt x="94522" y="110627"/>
                  </a:cubicBezTo>
                  <a:cubicBezTo>
                    <a:pt x="94522" y="117915"/>
                    <a:pt x="91483" y="123684"/>
                    <a:pt x="85709" y="127936"/>
                  </a:cubicBezTo>
                  <a:cubicBezTo>
                    <a:pt x="79632" y="132187"/>
                    <a:pt x="71123" y="134312"/>
                    <a:pt x="59575" y="134312"/>
                  </a:cubicBezTo>
                  <a:cubicBezTo>
                    <a:pt x="52282" y="134312"/>
                    <a:pt x="44685" y="133401"/>
                    <a:pt x="37392" y="131579"/>
                  </a:cubicBezTo>
                  <a:cubicBezTo>
                    <a:pt x="30098" y="129758"/>
                    <a:pt x="22501" y="126114"/>
                    <a:pt x="14600" y="121255"/>
                  </a:cubicBezTo>
                  <a:cubicBezTo>
                    <a:pt x="10346" y="119433"/>
                    <a:pt x="7003" y="119433"/>
                    <a:pt x="4572" y="121255"/>
                  </a:cubicBezTo>
                  <a:cubicBezTo>
                    <a:pt x="1837" y="123381"/>
                    <a:pt x="318" y="126114"/>
                    <a:pt x="318" y="129758"/>
                  </a:cubicBezTo>
                  <a:cubicBezTo>
                    <a:pt x="318" y="133401"/>
                    <a:pt x="2141" y="136134"/>
                    <a:pt x="5788" y="138260"/>
                  </a:cubicBezTo>
                  <a:cubicBezTo>
                    <a:pt x="13689" y="143726"/>
                    <a:pt x="22197" y="147370"/>
                    <a:pt x="31314" y="149799"/>
                  </a:cubicBezTo>
                  <a:cubicBezTo>
                    <a:pt x="40430" y="152228"/>
                    <a:pt x="49851" y="153139"/>
                    <a:pt x="58968" y="153139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0EC6A4A1-6530-8658-D428-F5DA3A6F3E0C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11597919" y="7355266"/>
              <a:ext cx="120469" cy="153045"/>
            </a:xfrm>
            <a:custGeom>
              <a:avLst/>
              <a:gdLst>
                <a:gd name="csX0" fmla="*/ 72039 w 120469"/>
                <a:gd name="csY0" fmla="*/ 153139 h 153045"/>
                <a:gd name="csX1" fmla="*/ 94527 w 120469"/>
                <a:gd name="csY1" fmla="*/ 149799 h 153045"/>
                <a:gd name="csX2" fmla="*/ 115799 w 120469"/>
                <a:gd name="csY2" fmla="*/ 138260 h 153045"/>
                <a:gd name="csX3" fmla="*/ 120053 w 120469"/>
                <a:gd name="csY3" fmla="*/ 129454 h 153045"/>
                <a:gd name="csX4" fmla="*/ 115495 w 120469"/>
                <a:gd name="csY4" fmla="*/ 121255 h 153045"/>
                <a:gd name="csX5" fmla="*/ 105467 w 120469"/>
                <a:gd name="csY5" fmla="*/ 122166 h 153045"/>
                <a:gd name="csX6" fmla="*/ 89057 w 120469"/>
                <a:gd name="csY6" fmla="*/ 130668 h 153045"/>
                <a:gd name="csX7" fmla="*/ 73559 w 120469"/>
                <a:gd name="csY7" fmla="*/ 133098 h 153045"/>
                <a:gd name="csX8" fmla="*/ 38004 w 120469"/>
                <a:gd name="csY8" fmla="*/ 117915 h 153045"/>
                <a:gd name="csX9" fmla="*/ 25545 w 120469"/>
                <a:gd name="csY9" fmla="*/ 76009 h 153045"/>
                <a:gd name="csX10" fmla="*/ 38004 w 120469"/>
                <a:gd name="csY10" fmla="*/ 34712 h 153045"/>
                <a:gd name="csX11" fmla="*/ 73559 w 120469"/>
                <a:gd name="csY11" fmla="*/ 20136 h 153045"/>
                <a:gd name="csX12" fmla="*/ 89057 w 120469"/>
                <a:gd name="csY12" fmla="*/ 22565 h 153045"/>
                <a:gd name="csX13" fmla="*/ 105467 w 120469"/>
                <a:gd name="csY13" fmla="*/ 31068 h 153045"/>
                <a:gd name="csX14" fmla="*/ 115495 w 120469"/>
                <a:gd name="csY14" fmla="*/ 32282 h 153045"/>
                <a:gd name="csX15" fmla="*/ 120661 w 120469"/>
                <a:gd name="csY15" fmla="*/ 24083 h 153045"/>
                <a:gd name="csX16" fmla="*/ 116407 w 120469"/>
                <a:gd name="csY16" fmla="*/ 14974 h 153045"/>
                <a:gd name="csX17" fmla="*/ 94831 w 120469"/>
                <a:gd name="csY17" fmla="*/ 3738 h 153045"/>
                <a:gd name="csX18" fmla="*/ 72039 w 120469"/>
                <a:gd name="csY18" fmla="*/ 94 h 153045"/>
                <a:gd name="csX19" fmla="*/ 19467 w 120469"/>
                <a:gd name="csY19" fmla="*/ 20439 h 153045"/>
                <a:gd name="csX20" fmla="*/ 322 w 120469"/>
                <a:gd name="csY20" fmla="*/ 75706 h 153045"/>
                <a:gd name="csX21" fmla="*/ 8831 w 120469"/>
                <a:gd name="csY21" fmla="*/ 116700 h 153045"/>
                <a:gd name="csX22" fmla="*/ 33750 w 120469"/>
                <a:gd name="csY22" fmla="*/ 143726 h 153045"/>
                <a:gd name="csX23" fmla="*/ 72039 w 120469"/>
                <a:gd name="csY23" fmla="*/ 153139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20469" h="153045">
                  <a:moveTo>
                    <a:pt x="72039" y="153139"/>
                  </a:moveTo>
                  <a:cubicBezTo>
                    <a:pt x="79333" y="153139"/>
                    <a:pt x="86626" y="152228"/>
                    <a:pt x="94527" y="149799"/>
                  </a:cubicBezTo>
                  <a:cubicBezTo>
                    <a:pt x="102124" y="147370"/>
                    <a:pt x="109114" y="143726"/>
                    <a:pt x="115799" y="138260"/>
                  </a:cubicBezTo>
                  <a:cubicBezTo>
                    <a:pt x="118838" y="136134"/>
                    <a:pt x="120357" y="133098"/>
                    <a:pt x="120053" y="129454"/>
                  </a:cubicBezTo>
                  <a:cubicBezTo>
                    <a:pt x="119750" y="125810"/>
                    <a:pt x="118230" y="123077"/>
                    <a:pt x="115495" y="121255"/>
                  </a:cubicBezTo>
                  <a:cubicBezTo>
                    <a:pt x="112456" y="119433"/>
                    <a:pt x="109114" y="119737"/>
                    <a:pt x="105467" y="122166"/>
                  </a:cubicBezTo>
                  <a:cubicBezTo>
                    <a:pt x="99997" y="126417"/>
                    <a:pt x="94527" y="129150"/>
                    <a:pt x="89057" y="130668"/>
                  </a:cubicBezTo>
                  <a:cubicBezTo>
                    <a:pt x="83587" y="132490"/>
                    <a:pt x="78421" y="133098"/>
                    <a:pt x="73559" y="133098"/>
                  </a:cubicBezTo>
                  <a:cubicBezTo>
                    <a:pt x="58061" y="133098"/>
                    <a:pt x="46209" y="128239"/>
                    <a:pt x="38004" y="117915"/>
                  </a:cubicBezTo>
                  <a:cubicBezTo>
                    <a:pt x="29495" y="107590"/>
                    <a:pt x="25545" y="93622"/>
                    <a:pt x="25545" y="76009"/>
                  </a:cubicBezTo>
                  <a:cubicBezTo>
                    <a:pt x="25545" y="58093"/>
                    <a:pt x="29495" y="44429"/>
                    <a:pt x="38004" y="34712"/>
                  </a:cubicBezTo>
                  <a:cubicBezTo>
                    <a:pt x="46209" y="24994"/>
                    <a:pt x="58061" y="20136"/>
                    <a:pt x="73559" y="20136"/>
                  </a:cubicBezTo>
                  <a:cubicBezTo>
                    <a:pt x="78421" y="20136"/>
                    <a:pt x="83587" y="21047"/>
                    <a:pt x="89057" y="22565"/>
                  </a:cubicBezTo>
                  <a:cubicBezTo>
                    <a:pt x="94527" y="24387"/>
                    <a:pt x="99997" y="27120"/>
                    <a:pt x="105467" y="31068"/>
                  </a:cubicBezTo>
                  <a:cubicBezTo>
                    <a:pt x="109114" y="33801"/>
                    <a:pt x="112456" y="34104"/>
                    <a:pt x="115495" y="32282"/>
                  </a:cubicBezTo>
                  <a:cubicBezTo>
                    <a:pt x="118534" y="30460"/>
                    <a:pt x="120053" y="27727"/>
                    <a:pt x="120661" y="24083"/>
                  </a:cubicBezTo>
                  <a:cubicBezTo>
                    <a:pt x="121269" y="20439"/>
                    <a:pt x="119750" y="17403"/>
                    <a:pt x="116407" y="14974"/>
                  </a:cubicBezTo>
                  <a:cubicBezTo>
                    <a:pt x="109721" y="9811"/>
                    <a:pt x="102732" y="6167"/>
                    <a:pt x="94831" y="3738"/>
                  </a:cubicBezTo>
                  <a:cubicBezTo>
                    <a:pt x="86930" y="1309"/>
                    <a:pt x="79333" y="94"/>
                    <a:pt x="72039" y="94"/>
                  </a:cubicBezTo>
                  <a:cubicBezTo>
                    <a:pt x="49552" y="94"/>
                    <a:pt x="32230" y="7078"/>
                    <a:pt x="19467" y="20439"/>
                  </a:cubicBezTo>
                  <a:cubicBezTo>
                    <a:pt x="6704" y="33801"/>
                    <a:pt x="322" y="52324"/>
                    <a:pt x="322" y="75706"/>
                  </a:cubicBezTo>
                  <a:cubicBezTo>
                    <a:pt x="322" y="91496"/>
                    <a:pt x="3057" y="105161"/>
                    <a:pt x="8831" y="116700"/>
                  </a:cubicBezTo>
                  <a:cubicBezTo>
                    <a:pt x="14605" y="128239"/>
                    <a:pt x="22810" y="137349"/>
                    <a:pt x="33750" y="143726"/>
                  </a:cubicBezTo>
                  <a:cubicBezTo>
                    <a:pt x="44386" y="150103"/>
                    <a:pt x="57149" y="153139"/>
                    <a:pt x="72039" y="153139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26E34793-3A5D-69AB-7221-EA35BB9E74DB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1735579" y="7355266"/>
              <a:ext cx="141003" cy="153045"/>
            </a:xfrm>
            <a:custGeom>
              <a:avLst/>
              <a:gdLst>
                <a:gd name="csX0" fmla="*/ 70828 w 141003"/>
                <a:gd name="csY0" fmla="*/ 153139 h 153045"/>
                <a:gd name="csX1" fmla="*/ 107902 w 141003"/>
                <a:gd name="csY1" fmla="*/ 143726 h 153045"/>
                <a:gd name="csX2" fmla="*/ 132517 w 141003"/>
                <a:gd name="csY2" fmla="*/ 117307 h 153045"/>
                <a:gd name="csX3" fmla="*/ 141330 w 141003"/>
                <a:gd name="csY3" fmla="*/ 76617 h 153045"/>
                <a:gd name="csX4" fmla="*/ 132517 w 141003"/>
                <a:gd name="csY4" fmla="*/ 36230 h 153045"/>
                <a:gd name="csX5" fmla="*/ 107902 w 141003"/>
                <a:gd name="csY5" fmla="*/ 9508 h 153045"/>
                <a:gd name="csX6" fmla="*/ 70828 w 141003"/>
                <a:gd name="csY6" fmla="*/ 94 h 153045"/>
                <a:gd name="csX7" fmla="*/ 33450 w 141003"/>
                <a:gd name="csY7" fmla="*/ 9508 h 153045"/>
                <a:gd name="csX8" fmla="*/ 8836 w 141003"/>
                <a:gd name="csY8" fmla="*/ 36230 h 153045"/>
                <a:gd name="csX9" fmla="*/ 327 w 141003"/>
                <a:gd name="csY9" fmla="*/ 76617 h 153045"/>
                <a:gd name="csX10" fmla="*/ 8836 w 141003"/>
                <a:gd name="csY10" fmla="*/ 117307 h 153045"/>
                <a:gd name="csX11" fmla="*/ 33450 w 141003"/>
                <a:gd name="csY11" fmla="*/ 143726 h 153045"/>
                <a:gd name="csX12" fmla="*/ 70828 w 141003"/>
                <a:gd name="csY12" fmla="*/ 153139 h 153045"/>
                <a:gd name="csX13" fmla="*/ 70828 w 141003"/>
                <a:gd name="csY13" fmla="*/ 133401 h 153045"/>
                <a:gd name="csX14" fmla="*/ 37401 w 141003"/>
                <a:gd name="csY14" fmla="*/ 118826 h 153045"/>
                <a:gd name="csX15" fmla="*/ 25246 w 141003"/>
                <a:gd name="csY15" fmla="*/ 76617 h 153045"/>
                <a:gd name="csX16" fmla="*/ 37401 w 141003"/>
                <a:gd name="csY16" fmla="*/ 34408 h 153045"/>
                <a:gd name="csX17" fmla="*/ 70828 w 141003"/>
                <a:gd name="csY17" fmla="*/ 19832 h 153045"/>
                <a:gd name="csX18" fmla="*/ 103952 w 141003"/>
                <a:gd name="csY18" fmla="*/ 34408 h 153045"/>
                <a:gd name="csX19" fmla="*/ 116411 w 141003"/>
                <a:gd name="csY19" fmla="*/ 76617 h 153045"/>
                <a:gd name="csX20" fmla="*/ 103952 w 141003"/>
                <a:gd name="csY20" fmla="*/ 118826 h 153045"/>
                <a:gd name="csX21" fmla="*/ 70828 w 141003"/>
                <a:gd name="csY21" fmla="*/ 133401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1003" h="153045">
                  <a:moveTo>
                    <a:pt x="70828" y="153139"/>
                  </a:moveTo>
                  <a:cubicBezTo>
                    <a:pt x="84807" y="153139"/>
                    <a:pt x="97266" y="150103"/>
                    <a:pt x="107902" y="143726"/>
                  </a:cubicBezTo>
                  <a:cubicBezTo>
                    <a:pt x="118538" y="137653"/>
                    <a:pt x="126743" y="128847"/>
                    <a:pt x="132517" y="117307"/>
                  </a:cubicBezTo>
                  <a:cubicBezTo>
                    <a:pt x="138291" y="105768"/>
                    <a:pt x="141330" y="92407"/>
                    <a:pt x="141330" y="76617"/>
                  </a:cubicBezTo>
                  <a:cubicBezTo>
                    <a:pt x="141330" y="61130"/>
                    <a:pt x="138291" y="47769"/>
                    <a:pt x="132517" y="36230"/>
                  </a:cubicBezTo>
                  <a:cubicBezTo>
                    <a:pt x="126743" y="24691"/>
                    <a:pt x="118538" y="15885"/>
                    <a:pt x="107902" y="9508"/>
                  </a:cubicBezTo>
                  <a:cubicBezTo>
                    <a:pt x="97266" y="3434"/>
                    <a:pt x="84807" y="94"/>
                    <a:pt x="70828" y="94"/>
                  </a:cubicBezTo>
                  <a:cubicBezTo>
                    <a:pt x="56242" y="94"/>
                    <a:pt x="43783" y="3434"/>
                    <a:pt x="33450" y="9508"/>
                  </a:cubicBezTo>
                  <a:cubicBezTo>
                    <a:pt x="22814" y="15885"/>
                    <a:pt x="14610" y="24691"/>
                    <a:pt x="8836" y="36230"/>
                  </a:cubicBezTo>
                  <a:cubicBezTo>
                    <a:pt x="3062" y="47769"/>
                    <a:pt x="327" y="61130"/>
                    <a:pt x="327" y="76617"/>
                  </a:cubicBezTo>
                  <a:cubicBezTo>
                    <a:pt x="327" y="92407"/>
                    <a:pt x="3062" y="105768"/>
                    <a:pt x="8836" y="117307"/>
                  </a:cubicBezTo>
                  <a:cubicBezTo>
                    <a:pt x="14609" y="128847"/>
                    <a:pt x="22814" y="137653"/>
                    <a:pt x="33450" y="143726"/>
                  </a:cubicBezTo>
                  <a:cubicBezTo>
                    <a:pt x="43783" y="150103"/>
                    <a:pt x="56242" y="153139"/>
                    <a:pt x="70828" y="153139"/>
                  </a:cubicBezTo>
                  <a:close/>
                  <a:moveTo>
                    <a:pt x="70828" y="133401"/>
                  </a:moveTo>
                  <a:cubicBezTo>
                    <a:pt x="56850" y="133401"/>
                    <a:pt x="45606" y="128543"/>
                    <a:pt x="37401" y="118826"/>
                  </a:cubicBezTo>
                  <a:cubicBezTo>
                    <a:pt x="29196" y="109109"/>
                    <a:pt x="25246" y="94836"/>
                    <a:pt x="25246" y="76617"/>
                  </a:cubicBezTo>
                  <a:cubicBezTo>
                    <a:pt x="25246" y="58397"/>
                    <a:pt x="29196" y="44125"/>
                    <a:pt x="37401" y="34408"/>
                  </a:cubicBezTo>
                  <a:cubicBezTo>
                    <a:pt x="45606" y="24691"/>
                    <a:pt x="56850" y="19832"/>
                    <a:pt x="70828" y="19832"/>
                  </a:cubicBezTo>
                  <a:cubicBezTo>
                    <a:pt x="84503" y="19832"/>
                    <a:pt x="95443" y="24691"/>
                    <a:pt x="103952" y="34408"/>
                  </a:cubicBezTo>
                  <a:cubicBezTo>
                    <a:pt x="112157" y="44125"/>
                    <a:pt x="116411" y="58397"/>
                    <a:pt x="116411" y="76617"/>
                  </a:cubicBezTo>
                  <a:cubicBezTo>
                    <a:pt x="116411" y="94836"/>
                    <a:pt x="112157" y="109109"/>
                    <a:pt x="103952" y="118826"/>
                  </a:cubicBezTo>
                  <a:cubicBezTo>
                    <a:pt x="95443" y="128543"/>
                    <a:pt x="84503" y="133401"/>
                    <a:pt x="70828" y="133401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32EB40F-E826-3E6F-467C-BADED2BC3DDE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1913656" y="7354892"/>
              <a:ext cx="83633" cy="152811"/>
            </a:xfrm>
            <a:custGeom>
              <a:avLst/>
              <a:gdLst>
                <a:gd name="csX0" fmla="*/ 12792 w 83633"/>
                <a:gd name="csY0" fmla="*/ 152906 h 152811"/>
                <a:gd name="csX1" fmla="*/ 25251 w 83633"/>
                <a:gd name="csY1" fmla="*/ 140152 h 152811"/>
                <a:gd name="csX2" fmla="*/ 25251 w 83633"/>
                <a:gd name="csY2" fmla="*/ 66666 h 152811"/>
                <a:gd name="csX3" fmla="*/ 36191 w 83633"/>
                <a:gd name="csY3" fmla="*/ 35693 h 152811"/>
                <a:gd name="csX4" fmla="*/ 68099 w 83633"/>
                <a:gd name="csY4" fmla="*/ 22332 h 152811"/>
                <a:gd name="csX5" fmla="*/ 72961 w 83633"/>
                <a:gd name="csY5" fmla="*/ 21724 h 152811"/>
                <a:gd name="csX6" fmla="*/ 83901 w 83633"/>
                <a:gd name="csY6" fmla="*/ 9882 h 152811"/>
                <a:gd name="csX7" fmla="*/ 73569 w 83633"/>
                <a:gd name="csY7" fmla="*/ 164 h 152811"/>
                <a:gd name="csX8" fmla="*/ 43180 w 83633"/>
                <a:gd name="csY8" fmla="*/ 8363 h 152811"/>
                <a:gd name="csX9" fmla="*/ 24339 w 83633"/>
                <a:gd name="csY9" fmla="*/ 29620 h 152811"/>
                <a:gd name="csX10" fmla="*/ 24339 w 83633"/>
                <a:gd name="csY10" fmla="*/ 13525 h 152811"/>
                <a:gd name="csX11" fmla="*/ 12184 w 83633"/>
                <a:gd name="csY11" fmla="*/ 1075 h 152811"/>
                <a:gd name="csX12" fmla="*/ 332 w 83633"/>
                <a:gd name="csY12" fmla="*/ 13525 h 152811"/>
                <a:gd name="csX13" fmla="*/ 332 w 83633"/>
                <a:gd name="csY13" fmla="*/ 140152 h 152811"/>
                <a:gd name="csX14" fmla="*/ 12792 w 83633"/>
                <a:gd name="csY14" fmla="*/ 152906 h 1528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83633" h="152811">
                  <a:moveTo>
                    <a:pt x="12792" y="152906"/>
                  </a:moveTo>
                  <a:cubicBezTo>
                    <a:pt x="20997" y="152906"/>
                    <a:pt x="25251" y="148655"/>
                    <a:pt x="25251" y="140152"/>
                  </a:cubicBezTo>
                  <a:lnTo>
                    <a:pt x="25251" y="66666"/>
                  </a:lnTo>
                  <a:cubicBezTo>
                    <a:pt x="25251" y="53609"/>
                    <a:pt x="28898" y="43284"/>
                    <a:pt x="36191" y="35693"/>
                  </a:cubicBezTo>
                  <a:cubicBezTo>
                    <a:pt x="43484" y="28101"/>
                    <a:pt x="54120" y="23546"/>
                    <a:pt x="68099" y="22332"/>
                  </a:cubicBezTo>
                  <a:lnTo>
                    <a:pt x="72961" y="21724"/>
                  </a:lnTo>
                  <a:cubicBezTo>
                    <a:pt x="80862" y="21117"/>
                    <a:pt x="84509" y="17169"/>
                    <a:pt x="83901" y="9882"/>
                  </a:cubicBezTo>
                  <a:cubicBezTo>
                    <a:pt x="83293" y="2897"/>
                    <a:pt x="79950" y="-443"/>
                    <a:pt x="73569" y="164"/>
                  </a:cubicBezTo>
                  <a:cubicBezTo>
                    <a:pt x="61717" y="772"/>
                    <a:pt x="51689" y="3505"/>
                    <a:pt x="43180" y="8363"/>
                  </a:cubicBezTo>
                  <a:cubicBezTo>
                    <a:pt x="34671" y="13222"/>
                    <a:pt x="28290" y="20510"/>
                    <a:pt x="24339" y="29620"/>
                  </a:cubicBezTo>
                  <a:lnTo>
                    <a:pt x="24339" y="13525"/>
                  </a:lnTo>
                  <a:cubicBezTo>
                    <a:pt x="24339" y="5327"/>
                    <a:pt x="20085" y="1075"/>
                    <a:pt x="12184" y="1075"/>
                  </a:cubicBezTo>
                  <a:cubicBezTo>
                    <a:pt x="4283" y="1075"/>
                    <a:pt x="332" y="5327"/>
                    <a:pt x="332" y="13525"/>
                  </a:cubicBezTo>
                  <a:lnTo>
                    <a:pt x="332" y="140152"/>
                  </a:lnTo>
                  <a:cubicBezTo>
                    <a:pt x="332" y="148655"/>
                    <a:pt x="4283" y="152906"/>
                    <a:pt x="12792" y="152906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CEC3EA83-5EB6-F8B9-B2D8-867B0AC0F3EC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2011507" y="7355266"/>
              <a:ext cx="135229" cy="153045"/>
            </a:xfrm>
            <a:custGeom>
              <a:avLst/>
              <a:gdLst>
                <a:gd name="csX0" fmla="*/ 76004 w 135229"/>
                <a:gd name="csY0" fmla="*/ 153139 h 153045"/>
                <a:gd name="csX1" fmla="*/ 102745 w 135229"/>
                <a:gd name="csY1" fmla="*/ 149192 h 153045"/>
                <a:gd name="csX2" fmla="*/ 126752 w 135229"/>
                <a:gd name="csY2" fmla="*/ 137956 h 153045"/>
                <a:gd name="csX3" fmla="*/ 132830 w 135229"/>
                <a:gd name="csY3" fmla="*/ 128239 h 153045"/>
                <a:gd name="csX4" fmla="*/ 127968 w 135229"/>
                <a:gd name="csY4" fmla="*/ 119737 h 153045"/>
                <a:gd name="csX5" fmla="*/ 116420 w 135229"/>
                <a:gd name="csY5" fmla="*/ 121559 h 153045"/>
                <a:gd name="csX6" fmla="*/ 96364 w 135229"/>
                <a:gd name="csY6" fmla="*/ 130972 h 153045"/>
                <a:gd name="csX7" fmla="*/ 76004 w 135229"/>
                <a:gd name="csY7" fmla="*/ 133401 h 153045"/>
                <a:gd name="csX8" fmla="*/ 38929 w 135229"/>
                <a:gd name="csY8" fmla="*/ 120344 h 153045"/>
                <a:gd name="csX9" fmla="*/ 24343 w 135229"/>
                <a:gd name="csY9" fmla="*/ 81779 h 153045"/>
                <a:gd name="csX10" fmla="*/ 124929 w 135229"/>
                <a:gd name="csY10" fmla="*/ 81779 h 153045"/>
                <a:gd name="csX11" fmla="*/ 135565 w 135229"/>
                <a:gd name="csY11" fmla="*/ 72366 h 153045"/>
                <a:gd name="csX12" fmla="*/ 118547 w 135229"/>
                <a:gd name="csY12" fmla="*/ 19528 h 153045"/>
                <a:gd name="csX13" fmla="*/ 71445 w 135229"/>
                <a:gd name="csY13" fmla="*/ 94 h 153045"/>
                <a:gd name="csX14" fmla="*/ 34371 w 135229"/>
                <a:gd name="csY14" fmla="*/ 9811 h 153045"/>
                <a:gd name="csX15" fmla="*/ 9453 w 135229"/>
                <a:gd name="csY15" fmla="*/ 36837 h 153045"/>
                <a:gd name="csX16" fmla="*/ 336 w 135229"/>
                <a:gd name="csY16" fmla="*/ 76920 h 153045"/>
                <a:gd name="csX17" fmla="*/ 20696 w 135229"/>
                <a:gd name="csY17" fmla="*/ 132794 h 153045"/>
                <a:gd name="csX18" fmla="*/ 76004 w 135229"/>
                <a:gd name="csY18" fmla="*/ 153139 h 153045"/>
                <a:gd name="csX19" fmla="*/ 72053 w 135229"/>
                <a:gd name="csY19" fmla="*/ 18314 h 153045"/>
                <a:gd name="csX20" fmla="*/ 102442 w 135229"/>
                <a:gd name="csY20" fmla="*/ 30764 h 153045"/>
                <a:gd name="csX21" fmla="*/ 114293 w 135229"/>
                <a:gd name="csY21" fmla="*/ 65685 h 153045"/>
                <a:gd name="csX22" fmla="*/ 24647 w 135229"/>
                <a:gd name="csY22" fmla="*/ 65685 h 153045"/>
                <a:gd name="csX23" fmla="*/ 38929 w 135229"/>
                <a:gd name="csY23" fmla="*/ 31371 h 153045"/>
                <a:gd name="csX24" fmla="*/ 72053 w 135229"/>
                <a:gd name="csY24" fmla="*/ 18314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35229" h="153045">
                  <a:moveTo>
                    <a:pt x="76004" y="153139"/>
                  </a:moveTo>
                  <a:cubicBezTo>
                    <a:pt x="84512" y="153139"/>
                    <a:pt x="93629" y="151925"/>
                    <a:pt x="102745" y="149192"/>
                  </a:cubicBezTo>
                  <a:cubicBezTo>
                    <a:pt x="111862" y="146763"/>
                    <a:pt x="120067" y="142815"/>
                    <a:pt x="126752" y="137956"/>
                  </a:cubicBezTo>
                  <a:cubicBezTo>
                    <a:pt x="131007" y="135223"/>
                    <a:pt x="132830" y="131883"/>
                    <a:pt x="132830" y="128239"/>
                  </a:cubicBezTo>
                  <a:cubicBezTo>
                    <a:pt x="132830" y="124595"/>
                    <a:pt x="131007" y="121559"/>
                    <a:pt x="127968" y="119737"/>
                  </a:cubicBezTo>
                  <a:cubicBezTo>
                    <a:pt x="124929" y="117915"/>
                    <a:pt x="120979" y="118522"/>
                    <a:pt x="116420" y="121559"/>
                  </a:cubicBezTo>
                  <a:cubicBezTo>
                    <a:pt x="109735" y="126114"/>
                    <a:pt x="103049" y="129150"/>
                    <a:pt x="96364" y="130972"/>
                  </a:cubicBezTo>
                  <a:cubicBezTo>
                    <a:pt x="89374" y="132794"/>
                    <a:pt x="82689" y="133401"/>
                    <a:pt x="76004" y="133401"/>
                  </a:cubicBezTo>
                  <a:cubicBezTo>
                    <a:pt x="60201" y="133401"/>
                    <a:pt x="47742" y="129150"/>
                    <a:pt x="38929" y="120344"/>
                  </a:cubicBezTo>
                  <a:cubicBezTo>
                    <a:pt x="29813" y="111538"/>
                    <a:pt x="24951" y="98784"/>
                    <a:pt x="24343" y="81779"/>
                  </a:cubicBezTo>
                  <a:lnTo>
                    <a:pt x="124929" y="81779"/>
                  </a:lnTo>
                  <a:cubicBezTo>
                    <a:pt x="131919" y="81779"/>
                    <a:pt x="135565" y="78742"/>
                    <a:pt x="135565" y="72366"/>
                  </a:cubicBezTo>
                  <a:cubicBezTo>
                    <a:pt x="135565" y="49895"/>
                    <a:pt x="129791" y="32282"/>
                    <a:pt x="118547" y="19528"/>
                  </a:cubicBezTo>
                  <a:cubicBezTo>
                    <a:pt x="107000" y="6775"/>
                    <a:pt x="91502" y="94"/>
                    <a:pt x="71445" y="94"/>
                  </a:cubicBezTo>
                  <a:cubicBezTo>
                    <a:pt x="57466" y="94"/>
                    <a:pt x="45007" y="3434"/>
                    <a:pt x="34371" y="9811"/>
                  </a:cubicBezTo>
                  <a:cubicBezTo>
                    <a:pt x="23735" y="16188"/>
                    <a:pt x="15530" y="25298"/>
                    <a:pt x="9453" y="36837"/>
                  </a:cubicBezTo>
                  <a:cubicBezTo>
                    <a:pt x="3375" y="48376"/>
                    <a:pt x="336" y="61737"/>
                    <a:pt x="336" y="76920"/>
                  </a:cubicBezTo>
                  <a:cubicBezTo>
                    <a:pt x="336" y="100606"/>
                    <a:pt x="7021" y="119129"/>
                    <a:pt x="20696" y="132794"/>
                  </a:cubicBezTo>
                  <a:cubicBezTo>
                    <a:pt x="34067" y="146459"/>
                    <a:pt x="52604" y="153139"/>
                    <a:pt x="76004" y="153139"/>
                  </a:cubicBezTo>
                  <a:close/>
                  <a:moveTo>
                    <a:pt x="72053" y="18314"/>
                  </a:moveTo>
                  <a:cubicBezTo>
                    <a:pt x="85120" y="18314"/>
                    <a:pt x="95148" y="22565"/>
                    <a:pt x="102442" y="30764"/>
                  </a:cubicBezTo>
                  <a:cubicBezTo>
                    <a:pt x="109735" y="39266"/>
                    <a:pt x="113685" y="50806"/>
                    <a:pt x="114293" y="65685"/>
                  </a:cubicBezTo>
                  <a:lnTo>
                    <a:pt x="24647" y="65685"/>
                  </a:lnTo>
                  <a:cubicBezTo>
                    <a:pt x="25862" y="51717"/>
                    <a:pt x="30724" y="40177"/>
                    <a:pt x="38929" y="31371"/>
                  </a:cubicBezTo>
                  <a:cubicBezTo>
                    <a:pt x="46830" y="22869"/>
                    <a:pt x="58074" y="18314"/>
                    <a:pt x="72053" y="18314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1B45F951-E8EA-99C6-0667-DE0BE830A989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2189279" y="7277833"/>
              <a:ext cx="70501" cy="303661"/>
            </a:xfrm>
            <a:custGeom>
              <a:avLst/>
              <a:gdLst>
                <a:gd name="csX0" fmla="*/ 70843 w 70501"/>
                <a:gd name="csY0" fmla="*/ 300719 h 303661"/>
                <a:gd name="csX1" fmla="*/ 65677 w 70501"/>
                <a:gd name="csY1" fmla="*/ 294038 h 303661"/>
                <a:gd name="csX2" fmla="*/ 17967 w 70501"/>
                <a:gd name="csY2" fmla="*/ 151925 h 303661"/>
                <a:gd name="csX3" fmla="*/ 66892 w 70501"/>
                <a:gd name="csY3" fmla="*/ 8293 h 303661"/>
                <a:gd name="csX4" fmla="*/ 70843 w 70501"/>
                <a:gd name="csY4" fmla="*/ 3131 h 303661"/>
                <a:gd name="csX5" fmla="*/ 67804 w 70501"/>
                <a:gd name="csY5" fmla="*/ 94 h 303661"/>
                <a:gd name="csX6" fmla="*/ 19486 w 70501"/>
                <a:gd name="csY6" fmla="*/ 59308 h 303661"/>
                <a:gd name="csX7" fmla="*/ 341 w 70501"/>
                <a:gd name="csY7" fmla="*/ 151925 h 303661"/>
                <a:gd name="csX8" fmla="*/ 20398 w 70501"/>
                <a:gd name="csY8" fmla="*/ 246667 h 303661"/>
                <a:gd name="csX9" fmla="*/ 67804 w 70501"/>
                <a:gd name="csY9" fmla="*/ 303755 h 303661"/>
                <a:gd name="csX10" fmla="*/ 70843 w 70501"/>
                <a:gd name="csY10" fmla="*/ 300719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01" h="303661">
                  <a:moveTo>
                    <a:pt x="70843" y="300719"/>
                  </a:moveTo>
                  <a:cubicBezTo>
                    <a:pt x="70843" y="299808"/>
                    <a:pt x="70843" y="299200"/>
                    <a:pt x="65677" y="294038"/>
                  </a:cubicBezTo>
                  <a:cubicBezTo>
                    <a:pt x="27691" y="255777"/>
                    <a:pt x="17967" y="198385"/>
                    <a:pt x="17967" y="151925"/>
                  </a:cubicBezTo>
                  <a:cubicBezTo>
                    <a:pt x="17967" y="99088"/>
                    <a:pt x="29514" y="46251"/>
                    <a:pt x="66892" y="8293"/>
                  </a:cubicBezTo>
                  <a:cubicBezTo>
                    <a:pt x="70843" y="4649"/>
                    <a:pt x="70843" y="4042"/>
                    <a:pt x="70843" y="3131"/>
                  </a:cubicBezTo>
                  <a:cubicBezTo>
                    <a:pt x="70843" y="1005"/>
                    <a:pt x="69627" y="94"/>
                    <a:pt x="67804" y="94"/>
                  </a:cubicBezTo>
                  <a:cubicBezTo>
                    <a:pt x="64765" y="94"/>
                    <a:pt x="37415" y="20743"/>
                    <a:pt x="19486" y="59308"/>
                  </a:cubicBezTo>
                  <a:cubicBezTo>
                    <a:pt x="3988" y="92711"/>
                    <a:pt x="341" y="126417"/>
                    <a:pt x="341" y="151925"/>
                  </a:cubicBezTo>
                  <a:cubicBezTo>
                    <a:pt x="341" y="175610"/>
                    <a:pt x="3684" y="212353"/>
                    <a:pt x="20398" y="246667"/>
                  </a:cubicBezTo>
                  <a:cubicBezTo>
                    <a:pt x="38631" y="284017"/>
                    <a:pt x="64765" y="303755"/>
                    <a:pt x="67804" y="303755"/>
                  </a:cubicBezTo>
                  <a:cubicBezTo>
                    <a:pt x="69627" y="303755"/>
                    <a:pt x="70843" y="302844"/>
                    <a:pt x="70843" y="300719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F2843F5F-BC1E-7677-F7A1-E8265AE7835E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2293174" y="7371360"/>
              <a:ext cx="111830" cy="137558"/>
            </a:xfrm>
            <a:custGeom>
              <a:avLst/>
              <a:gdLst>
                <a:gd name="csX0" fmla="*/ 103362 w 111830"/>
                <a:gd name="csY0" fmla="*/ 20743 h 137558"/>
                <a:gd name="csX1" fmla="*/ 88776 w 111830"/>
                <a:gd name="csY1" fmla="*/ 34408 h 137558"/>
                <a:gd name="csX2" fmla="*/ 98196 w 111830"/>
                <a:gd name="csY2" fmla="*/ 43214 h 137558"/>
                <a:gd name="csX3" fmla="*/ 112175 w 111830"/>
                <a:gd name="csY3" fmla="*/ 26209 h 137558"/>
                <a:gd name="csX4" fmla="*/ 76013 w 111830"/>
                <a:gd name="csY4" fmla="*/ 94 h 137558"/>
                <a:gd name="csX5" fmla="*/ 24656 w 111830"/>
                <a:gd name="csY5" fmla="*/ 44429 h 137558"/>
                <a:gd name="csX6" fmla="*/ 55956 w 111830"/>
                <a:gd name="csY6" fmla="*/ 74491 h 137558"/>
                <a:gd name="csX7" fmla="*/ 87560 w 111830"/>
                <a:gd name="csY7" fmla="*/ 97569 h 137558"/>
                <a:gd name="csX8" fmla="*/ 44105 w 111830"/>
                <a:gd name="csY8" fmla="*/ 130972 h 137558"/>
                <a:gd name="csX9" fmla="*/ 9462 w 111830"/>
                <a:gd name="csY9" fmla="*/ 114878 h 137558"/>
                <a:gd name="csX10" fmla="*/ 28606 w 111830"/>
                <a:gd name="csY10" fmla="*/ 98784 h 137558"/>
                <a:gd name="csX11" fmla="*/ 17363 w 111830"/>
                <a:gd name="csY11" fmla="*/ 88156 h 137558"/>
                <a:gd name="csX12" fmla="*/ 345 w 111830"/>
                <a:gd name="csY12" fmla="*/ 108198 h 137558"/>
                <a:gd name="csX13" fmla="*/ 43801 w 111830"/>
                <a:gd name="csY13" fmla="*/ 137653 h 137558"/>
                <a:gd name="csX14" fmla="*/ 104882 w 111830"/>
                <a:gd name="csY14" fmla="*/ 87245 h 137558"/>
                <a:gd name="csX15" fmla="*/ 95461 w 111830"/>
                <a:gd name="csY15" fmla="*/ 65078 h 137558"/>
                <a:gd name="csX16" fmla="*/ 65073 w 111830"/>
                <a:gd name="csY16" fmla="*/ 52324 h 137558"/>
                <a:gd name="csX17" fmla="*/ 41977 w 111830"/>
                <a:gd name="csY17" fmla="*/ 34104 h 137558"/>
                <a:gd name="csX18" fmla="*/ 76013 w 111830"/>
                <a:gd name="csY18" fmla="*/ 6775 h 137558"/>
                <a:gd name="csX19" fmla="*/ 103362 w 111830"/>
                <a:gd name="csY19" fmla="*/ 20743 h 13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11830" h="137558">
                  <a:moveTo>
                    <a:pt x="103362" y="20743"/>
                  </a:moveTo>
                  <a:cubicBezTo>
                    <a:pt x="94854" y="21047"/>
                    <a:pt x="88776" y="27727"/>
                    <a:pt x="88776" y="34408"/>
                  </a:cubicBezTo>
                  <a:cubicBezTo>
                    <a:pt x="88776" y="38659"/>
                    <a:pt x="91511" y="43214"/>
                    <a:pt x="98196" y="43214"/>
                  </a:cubicBezTo>
                  <a:cubicBezTo>
                    <a:pt x="104882" y="43214"/>
                    <a:pt x="112175" y="38052"/>
                    <a:pt x="112175" y="26209"/>
                  </a:cubicBezTo>
                  <a:cubicBezTo>
                    <a:pt x="112175" y="12544"/>
                    <a:pt x="99108" y="94"/>
                    <a:pt x="76013" y="94"/>
                  </a:cubicBezTo>
                  <a:cubicBezTo>
                    <a:pt x="35900" y="94"/>
                    <a:pt x="24656" y="31068"/>
                    <a:pt x="24656" y="44429"/>
                  </a:cubicBezTo>
                  <a:cubicBezTo>
                    <a:pt x="24656" y="68114"/>
                    <a:pt x="47144" y="72669"/>
                    <a:pt x="55956" y="74491"/>
                  </a:cubicBezTo>
                  <a:cubicBezTo>
                    <a:pt x="71758" y="77528"/>
                    <a:pt x="87560" y="80868"/>
                    <a:pt x="87560" y="97569"/>
                  </a:cubicBezTo>
                  <a:cubicBezTo>
                    <a:pt x="87560" y="105465"/>
                    <a:pt x="80571" y="130972"/>
                    <a:pt x="44105" y="130972"/>
                  </a:cubicBezTo>
                  <a:cubicBezTo>
                    <a:pt x="39850" y="130972"/>
                    <a:pt x="16451" y="130972"/>
                    <a:pt x="9462" y="114878"/>
                  </a:cubicBezTo>
                  <a:cubicBezTo>
                    <a:pt x="21009" y="116396"/>
                    <a:pt x="28606" y="107287"/>
                    <a:pt x="28606" y="98784"/>
                  </a:cubicBezTo>
                  <a:cubicBezTo>
                    <a:pt x="28606" y="91800"/>
                    <a:pt x="23744" y="88156"/>
                    <a:pt x="17363" y="88156"/>
                  </a:cubicBezTo>
                  <a:cubicBezTo>
                    <a:pt x="9462" y="88156"/>
                    <a:pt x="345" y="94533"/>
                    <a:pt x="345" y="108198"/>
                  </a:cubicBezTo>
                  <a:cubicBezTo>
                    <a:pt x="345" y="125506"/>
                    <a:pt x="17667" y="137653"/>
                    <a:pt x="43801" y="137653"/>
                  </a:cubicBezTo>
                  <a:cubicBezTo>
                    <a:pt x="93030" y="137653"/>
                    <a:pt x="104882" y="100910"/>
                    <a:pt x="104882" y="87245"/>
                  </a:cubicBezTo>
                  <a:cubicBezTo>
                    <a:pt x="104882" y="76313"/>
                    <a:pt x="99108" y="68722"/>
                    <a:pt x="95461" y="65078"/>
                  </a:cubicBezTo>
                  <a:cubicBezTo>
                    <a:pt x="87256" y="56575"/>
                    <a:pt x="78444" y="55057"/>
                    <a:pt x="65073" y="52324"/>
                  </a:cubicBezTo>
                  <a:cubicBezTo>
                    <a:pt x="54133" y="49895"/>
                    <a:pt x="41977" y="47769"/>
                    <a:pt x="41977" y="34104"/>
                  </a:cubicBezTo>
                  <a:cubicBezTo>
                    <a:pt x="41977" y="25298"/>
                    <a:pt x="49271" y="6775"/>
                    <a:pt x="76013" y="6775"/>
                  </a:cubicBezTo>
                  <a:cubicBezTo>
                    <a:pt x="83610" y="6775"/>
                    <a:pt x="98804" y="8900"/>
                    <a:pt x="103362" y="20743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57944A-8070-D614-1EDA-578C851FB7C4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2445953" y="7374701"/>
              <a:ext cx="33123" cy="189484"/>
            </a:xfrm>
            <a:custGeom>
              <a:avLst/>
              <a:gdLst>
                <a:gd name="csX0" fmla="*/ 32562 w 33123"/>
                <a:gd name="csY0" fmla="*/ 16188 h 189484"/>
                <a:gd name="csX1" fmla="*/ 16456 w 33123"/>
                <a:gd name="csY1" fmla="*/ 94 h 189484"/>
                <a:gd name="csX2" fmla="*/ 350 w 33123"/>
                <a:gd name="csY2" fmla="*/ 16188 h 189484"/>
                <a:gd name="csX3" fmla="*/ 16456 w 33123"/>
                <a:gd name="csY3" fmla="*/ 32282 h 189484"/>
                <a:gd name="csX4" fmla="*/ 32562 w 33123"/>
                <a:gd name="csY4" fmla="*/ 16188 h 189484"/>
                <a:gd name="csX5" fmla="*/ 26788 w 33123"/>
                <a:gd name="csY5" fmla="*/ 127632 h 189484"/>
                <a:gd name="csX6" fmla="*/ 7339 w 33123"/>
                <a:gd name="csY6" fmla="*/ 182291 h 189484"/>
                <a:gd name="csX7" fmla="*/ 5212 w 33123"/>
                <a:gd name="csY7" fmla="*/ 186239 h 189484"/>
                <a:gd name="csX8" fmla="*/ 8251 w 33123"/>
                <a:gd name="csY8" fmla="*/ 189579 h 189484"/>
                <a:gd name="csX9" fmla="*/ 33473 w 33123"/>
                <a:gd name="csY9" fmla="*/ 130061 h 189484"/>
                <a:gd name="csX10" fmla="*/ 16456 w 33123"/>
                <a:gd name="csY10" fmla="*/ 98784 h 189484"/>
                <a:gd name="csX11" fmla="*/ 350 w 33123"/>
                <a:gd name="csY11" fmla="*/ 114878 h 189484"/>
                <a:gd name="csX12" fmla="*/ 16456 w 33123"/>
                <a:gd name="csY12" fmla="*/ 130972 h 189484"/>
                <a:gd name="csX13" fmla="*/ 18887 w 33123"/>
                <a:gd name="csY13" fmla="*/ 130668 h 189484"/>
                <a:gd name="csX14" fmla="*/ 26788 w 33123"/>
                <a:gd name="csY14" fmla="*/ 127632 h 189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33123" h="189484">
                  <a:moveTo>
                    <a:pt x="32562" y="16188"/>
                  </a:moveTo>
                  <a:cubicBezTo>
                    <a:pt x="32562" y="7382"/>
                    <a:pt x="25268" y="94"/>
                    <a:pt x="16456" y="94"/>
                  </a:cubicBezTo>
                  <a:cubicBezTo>
                    <a:pt x="7643" y="94"/>
                    <a:pt x="350" y="7382"/>
                    <a:pt x="350" y="16188"/>
                  </a:cubicBezTo>
                  <a:cubicBezTo>
                    <a:pt x="350" y="24994"/>
                    <a:pt x="7643" y="32282"/>
                    <a:pt x="16456" y="32282"/>
                  </a:cubicBezTo>
                  <a:cubicBezTo>
                    <a:pt x="25268" y="32282"/>
                    <a:pt x="32562" y="24994"/>
                    <a:pt x="32562" y="16188"/>
                  </a:cubicBezTo>
                  <a:close/>
                  <a:moveTo>
                    <a:pt x="26788" y="127632"/>
                  </a:moveTo>
                  <a:cubicBezTo>
                    <a:pt x="26788" y="136134"/>
                    <a:pt x="26788" y="159820"/>
                    <a:pt x="7339" y="182291"/>
                  </a:cubicBezTo>
                  <a:cubicBezTo>
                    <a:pt x="5212" y="184720"/>
                    <a:pt x="5212" y="185328"/>
                    <a:pt x="5212" y="186239"/>
                  </a:cubicBezTo>
                  <a:cubicBezTo>
                    <a:pt x="5212" y="188364"/>
                    <a:pt x="6731" y="189579"/>
                    <a:pt x="8251" y="189579"/>
                  </a:cubicBezTo>
                  <a:cubicBezTo>
                    <a:pt x="11594" y="189579"/>
                    <a:pt x="33473" y="165286"/>
                    <a:pt x="33473" y="130061"/>
                  </a:cubicBezTo>
                  <a:cubicBezTo>
                    <a:pt x="33473" y="121255"/>
                    <a:pt x="32866" y="98784"/>
                    <a:pt x="16456" y="98784"/>
                  </a:cubicBezTo>
                  <a:cubicBezTo>
                    <a:pt x="5820" y="98784"/>
                    <a:pt x="350" y="106983"/>
                    <a:pt x="350" y="114878"/>
                  </a:cubicBezTo>
                  <a:cubicBezTo>
                    <a:pt x="350" y="122773"/>
                    <a:pt x="5516" y="130972"/>
                    <a:pt x="16456" y="130972"/>
                  </a:cubicBezTo>
                  <a:cubicBezTo>
                    <a:pt x="17975" y="130972"/>
                    <a:pt x="18583" y="130972"/>
                    <a:pt x="18887" y="130668"/>
                  </a:cubicBezTo>
                  <a:cubicBezTo>
                    <a:pt x="21014" y="130365"/>
                    <a:pt x="24357" y="129758"/>
                    <a:pt x="26788" y="127632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43B16A89-C98A-4DDE-851C-9A6DCC9A8626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12561564" y="7370753"/>
              <a:ext cx="171087" cy="134825"/>
            </a:xfrm>
            <a:custGeom>
              <a:avLst/>
              <a:gdLst>
                <a:gd name="csX0" fmla="*/ 98813 w 171087"/>
                <a:gd name="csY0" fmla="*/ 60219 h 134825"/>
                <a:gd name="csX1" fmla="*/ 134368 w 171087"/>
                <a:gd name="csY1" fmla="*/ 20743 h 134825"/>
                <a:gd name="csX2" fmla="*/ 165364 w 171087"/>
                <a:gd name="csY2" fmla="*/ 14366 h 134825"/>
                <a:gd name="csX3" fmla="*/ 165364 w 171087"/>
                <a:gd name="csY3" fmla="*/ 94 h 134825"/>
                <a:gd name="csX4" fmla="*/ 137407 w 171087"/>
                <a:gd name="csY4" fmla="*/ 1005 h 134825"/>
                <a:gd name="csX5" fmla="*/ 106106 w 171087"/>
                <a:gd name="csY5" fmla="*/ 94 h 134825"/>
                <a:gd name="csX6" fmla="*/ 106106 w 171087"/>
                <a:gd name="csY6" fmla="*/ 14366 h 134825"/>
                <a:gd name="csX7" fmla="*/ 117654 w 171087"/>
                <a:gd name="csY7" fmla="*/ 17099 h 134825"/>
                <a:gd name="csX8" fmla="*/ 115223 w 171087"/>
                <a:gd name="csY8" fmla="*/ 20743 h 134825"/>
                <a:gd name="csX9" fmla="*/ 89697 w 171087"/>
                <a:gd name="csY9" fmla="*/ 49287 h 134825"/>
                <a:gd name="csX10" fmla="*/ 59916 w 171087"/>
                <a:gd name="csY10" fmla="*/ 14366 h 134825"/>
                <a:gd name="csX11" fmla="*/ 72071 w 171087"/>
                <a:gd name="csY11" fmla="*/ 14366 h 134825"/>
                <a:gd name="csX12" fmla="*/ 72071 w 171087"/>
                <a:gd name="csY12" fmla="*/ 94 h 134825"/>
                <a:gd name="csX13" fmla="*/ 35301 w 171087"/>
                <a:gd name="csY13" fmla="*/ 1005 h 134825"/>
                <a:gd name="csX14" fmla="*/ 1874 w 171087"/>
                <a:gd name="csY14" fmla="*/ 94 h 134825"/>
                <a:gd name="csX15" fmla="*/ 1874 w 171087"/>
                <a:gd name="csY15" fmla="*/ 14366 h 134825"/>
                <a:gd name="csX16" fmla="*/ 23450 w 171087"/>
                <a:gd name="csY16" fmla="*/ 14366 h 134825"/>
                <a:gd name="csX17" fmla="*/ 70856 w 171087"/>
                <a:gd name="csY17" fmla="*/ 70240 h 134825"/>
                <a:gd name="csX18" fmla="*/ 31047 w 171087"/>
                <a:gd name="csY18" fmla="*/ 114878 h 134825"/>
                <a:gd name="csX19" fmla="*/ 354 w 171087"/>
                <a:gd name="csY19" fmla="*/ 120648 h 134825"/>
                <a:gd name="csX20" fmla="*/ 354 w 171087"/>
                <a:gd name="csY20" fmla="*/ 134920 h 134825"/>
                <a:gd name="csX21" fmla="*/ 28312 w 171087"/>
                <a:gd name="csY21" fmla="*/ 134009 h 134825"/>
                <a:gd name="csX22" fmla="*/ 59612 w 171087"/>
                <a:gd name="csY22" fmla="*/ 134920 h 134825"/>
                <a:gd name="csX23" fmla="*/ 59612 w 171087"/>
                <a:gd name="csY23" fmla="*/ 120648 h 134825"/>
                <a:gd name="csX24" fmla="*/ 48368 w 171087"/>
                <a:gd name="csY24" fmla="*/ 117307 h 134825"/>
                <a:gd name="csX25" fmla="*/ 50495 w 171087"/>
                <a:gd name="csY25" fmla="*/ 114271 h 134825"/>
                <a:gd name="csX26" fmla="*/ 79972 w 171087"/>
                <a:gd name="csY26" fmla="*/ 81172 h 134825"/>
                <a:gd name="csX27" fmla="*/ 113400 w 171087"/>
                <a:gd name="csY27" fmla="*/ 120648 h 134825"/>
                <a:gd name="csX28" fmla="*/ 101548 w 171087"/>
                <a:gd name="csY28" fmla="*/ 120648 h 134825"/>
                <a:gd name="csX29" fmla="*/ 101548 w 171087"/>
                <a:gd name="csY29" fmla="*/ 134920 h 134825"/>
                <a:gd name="csX30" fmla="*/ 138014 w 171087"/>
                <a:gd name="csY30" fmla="*/ 134009 h 134825"/>
                <a:gd name="csX31" fmla="*/ 171442 w 171087"/>
                <a:gd name="csY31" fmla="*/ 134920 h 134825"/>
                <a:gd name="csX32" fmla="*/ 171442 w 171087"/>
                <a:gd name="csY32" fmla="*/ 120648 h 134825"/>
                <a:gd name="csX33" fmla="*/ 149866 w 171087"/>
                <a:gd name="csY33" fmla="*/ 120648 h 134825"/>
                <a:gd name="csX34" fmla="*/ 98813 w 171087"/>
                <a:gd name="csY34" fmla="*/ 60219 h 134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71087" h="134825">
                  <a:moveTo>
                    <a:pt x="98813" y="60219"/>
                  </a:moveTo>
                  <a:lnTo>
                    <a:pt x="134368" y="20743"/>
                  </a:lnTo>
                  <a:cubicBezTo>
                    <a:pt x="138318" y="16492"/>
                    <a:pt x="140142" y="14366"/>
                    <a:pt x="165364" y="14366"/>
                  </a:cubicBezTo>
                  <a:lnTo>
                    <a:pt x="165364" y="94"/>
                  </a:lnTo>
                  <a:cubicBezTo>
                    <a:pt x="154728" y="701"/>
                    <a:pt x="138926" y="1005"/>
                    <a:pt x="137407" y="1005"/>
                  </a:cubicBezTo>
                  <a:cubicBezTo>
                    <a:pt x="129810" y="1005"/>
                    <a:pt x="114615" y="398"/>
                    <a:pt x="106106" y="94"/>
                  </a:cubicBezTo>
                  <a:lnTo>
                    <a:pt x="106106" y="14366"/>
                  </a:lnTo>
                  <a:cubicBezTo>
                    <a:pt x="110361" y="14366"/>
                    <a:pt x="114007" y="14974"/>
                    <a:pt x="117654" y="17099"/>
                  </a:cubicBezTo>
                  <a:cubicBezTo>
                    <a:pt x="116439" y="18921"/>
                    <a:pt x="116439" y="19528"/>
                    <a:pt x="115223" y="20743"/>
                  </a:cubicBezTo>
                  <a:lnTo>
                    <a:pt x="89697" y="49287"/>
                  </a:lnTo>
                  <a:lnTo>
                    <a:pt x="59916" y="14366"/>
                  </a:lnTo>
                  <a:lnTo>
                    <a:pt x="72071" y="14366"/>
                  </a:lnTo>
                  <a:lnTo>
                    <a:pt x="72071" y="94"/>
                  </a:lnTo>
                  <a:cubicBezTo>
                    <a:pt x="64170" y="398"/>
                    <a:pt x="45025" y="1005"/>
                    <a:pt x="35301" y="1005"/>
                  </a:cubicBezTo>
                  <a:cubicBezTo>
                    <a:pt x="25577" y="1005"/>
                    <a:pt x="11902" y="398"/>
                    <a:pt x="1874" y="94"/>
                  </a:cubicBezTo>
                  <a:lnTo>
                    <a:pt x="1874" y="14366"/>
                  </a:lnTo>
                  <a:lnTo>
                    <a:pt x="23450" y="14366"/>
                  </a:lnTo>
                  <a:lnTo>
                    <a:pt x="70856" y="70240"/>
                  </a:lnTo>
                  <a:lnTo>
                    <a:pt x="31047" y="114878"/>
                  </a:lnTo>
                  <a:cubicBezTo>
                    <a:pt x="25881" y="120648"/>
                    <a:pt x="14941" y="120648"/>
                    <a:pt x="354" y="120648"/>
                  </a:cubicBezTo>
                  <a:lnTo>
                    <a:pt x="354" y="134920"/>
                  </a:lnTo>
                  <a:cubicBezTo>
                    <a:pt x="10990" y="134312"/>
                    <a:pt x="26792" y="134009"/>
                    <a:pt x="28312" y="134009"/>
                  </a:cubicBezTo>
                  <a:cubicBezTo>
                    <a:pt x="35909" y="134009"/>
                    <a:pt x="53534" y="134616"/>
                    <a:pt x="59612" y="134920"/>
                  </a:cubicBezTo>
                  <a:lnTo>
                    <a:pt x="59612" y="120648"/>
                  </a:lnTo>
                  <a:cubicBezTo>
                    <a:pt x="54142" y="120648"/>
                    <a:pt x="48368" y="119129"/>
                    <a:pt x="48368" y="117307"/>
                  </a:cubicBezTo>
                  <a:cubicBezTo>
                    <a:pt x="48368" y="117004"/>
                    <a:pt x="48368" y="116700"/>
                    <a:pt x="50495" y="114271"/>
                  </a:cubicBezTo>
                  <a:lnTo>
                    <a:pt x="79972" y="81172"/>
                  </a:lnTo>
                  <a:lnTo>
                    <a:pt x="113400" y="120648"/>
                  </a:lnTo>
                  <a:lnTo>
                    <a:pt x="101548" y="120648"/>
                  </a:lnTo>
                  <a:lnTo>
                    <a:pt x="101548" y="134920"/>
                  </a:lnTo>
                  <a:cubicBezTo>
                    <a:pt x="109449" y="134616"/>
                    <a:pt x="127986" y="134009"/>
                    <a:pt x="138014" y="134009"/>
                  </a:cubicBezTo>
                  <a:cubicBezTo>
                    <a:pt x="147739" y="134009"/>
                    <a:pt x="161414" y="134616"/>
                    <a:pt x="171442" y="134920"/>
                  </a:cubicBezTo>
                  <a:lnTo>
                    <a:pt x="171442" y="120648"/>
                  </a:lnTo>
                  <a:lnTo>
                    <a:pt x="149866" y="120648"/>
                  </a:lnTo>
                  <a:lnTo>
                    <a:pt x="98813" y="60219"/>
                  </a:ln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482B0D8-06B2-6990-D563-A614804BA450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12765453" y="7473390"/>
              <a:ext cx="35554" cy="90794"/>
            </a:xfrm>
            <a:custGeom>
              <a:avLst/>
              <a:gdLst>
                <a:gd name="csX0" fmla="*/ 35915 w 35554"/>
                <a:gd name="csY0" fmla="*/ 31979 h 90794"/>
                <a:gd name="csX1" fmla="*/ 16466 w 35554"/>
                <a:gd name="csY1" fmla="*/ 94 h 90794"/>
                <a:gd name="csX2" fmla="*/ 360 w 35554"/>
                <a:gd name="csY2" fmla="*/ 16188 h 90794"/>
                <a:gd name="csX3" fmla="*/ 16466 w 35554"/>
                <a:gd name="csY3" fmla="*/ 32282 h 90794"/>
                <a:gd name="csX4" fmla="*/ 27102 w 35554"/>
                <a:gd name="csY4" fmla="*/ 28335 h 90794"/>
                <a:gd name="csX5" fmla="*/ 28622 w 35554"/>
                <a:gd name="csY5" fmla="*/ 27424 h 90794"/>
                <a:gd name="csX6" fmla="*/ 29229 w 35554"/>
                <a:gd name="csY6" fmla="*/ 31979 h 90794"/>
                <a:gd name="csX7" fmla="*/ 8565 w 35554"/>
                <a:gd name="csY7" fmla="*/ 82690 h 90794"/>
                <a:gd name="csX8" fmla="*/ 5222 w 35554"/>
                <a:gd name="csY8" fmla="*/ 87549 h 90794"/>
                <a:gd name="csX9" fmla="*/ 8261 w 35554"/>
                <a:gd name="csY9" fmla="*/ 90889 h 90794"/>
                <a:gd name="csX10" fmla="*/ 35915 w 35554"/>
                <a:gd name="csY10" fmla="*/ 31979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54" h="90794">
                  <a:moveTo>
                    <a:pt x="35915" y="31979"/>
                  </a:moveTo>
                  <a:cubicBezTo>
                    <a:pt x="35915" y="11937"/>
                    <a:pt x="28318" y="94"/>
                    <a:pt x="16466" y="94"/>
                  </a:cubicBezTo>
                  <a:cubicBezTo>
                    <a:pt x="6438" y="94"/>
                    <a:pt x="360" y="7686"/>
                    <a:pt x="360" y="16188"/>
                  </a:cubicBezTo>
                  <a:cubicBezTo>
                    <a:pt x="360" y="24387"/>
                    <a:pt x="6438" y="32282"/>
                    <a:pt x="16466" y="32282"/>
                  </a:cubicBezTo>
                  <a:cubicBezTo>
                    <a:pt x="20113" y="32282"/>
                    <a:pt x="24063" y="31068"/>
                    <a:pt x="27102" y="28335"/>
                  </a:cubicBezTo>
                  <a:cubicBezTo>
                    <a:pt x="28014" y="27727"/>
                    <a:pt x="28318" y="27424"/>
                    <a:pt x="28622" y="27424"/>
                  </a:cubicBezTo>
                  <a:cubicBezTo>
                    <a:pt x="28926" y="27424"/>
                    <a:pt x="29229" y="27727"/>
                    <a:pt x="29229" y="31979"/>
                  </a:cubicBezTo>
                  <a:cubicBezTo>
                    <a:pt x="29229" y="54450"/>
                    <a:pt x="18593" y="72669"/>
                    <a:pt x="8565" y="82690"/>
                  </a:cubicBezTo>
                  <a:cubicBezTo>
                    <a:pt x="5222" y="86030"/>
                    <a:pt x="5222" y="86638"/>
                    <a:pt x="5222" y="87549"/>
                  </a:cubicBezTo>
                  <a:cubicBezTo>
                    <a:pt x="5222" y="89674"/>
                    <a:pt x="6742" y="90889"/>
                    <a:pt x="8261" y="90889"/>
                  </a:cubicBezTo>
                  <a:cubicBezTo>
                    <a:pt x="11604" y="90889"/>
                    <a:pt x="35915" y="67507"/>
                    <a:pt x="35915" y="31979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99757915-D2A3-E84F-FEF4-15A048FE6D5D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12881976" y="7370753"/>
              <a:ext cx="237030" cy="136040"/>
            </a:xfrm>
            <a:custGeom>
              <a:avLst/>
              <a:gdLst>
                <a:gd name="csX0" fmla="*/ 216731 w 237030"/>
                <a:gd name="csY0" fmla="*/ 20743 h 136040"/>
                <a:gd name="csX1" fmla="*/ 237396 w 237030"/>
                <a:gd name="csY1" fmla="*/ 14366 h 136040"/>
                <a:gd name="csX2" fmla="*/ 237396 w 237030"/>
                <a:gd name="csY2" fmla="*/ 94 h 136040"/>
                <a:gd name="csX3" fmla="*/ 213996 w 237030"/>
                <a:gd name="csY3" fmla="*/ 1005 h 136040"/>
                <a:gd name="csX4" fmla="*/ 184823 w 237030"/>
                <a:gd name="csY4" fmla="*/ 94 h 136040"/>
                <a:gd name="csX5" fmla="*/ 184823 w 237030"/>
                <a:gd name="csY5" fmla="*/ 14366 h 136040"/>
                <a:gd name="csX6" fmla="*/ 202449 w 237030"/>
                <a:gd name="csY6" fmla="*/ 18010 h 136040"/>
                <a:gd name="csX7" fmla="*/ 201233 w 237030"/>
                <a:gd name="csY7" fmla="*/ 21654 h 136040"/>
                <a:gd name="csX8" fmla="*/ 169325 w 237030"/>
                <a:gd name="csY8" fmla="*/ 99391 h 136040"/>
                <a:gd name="csX9" fmla="*/ 134682 w 237030"/>
                <a:gd name="csY9" fmla="*/ 14366 h 136040"/>
                <a:gd name="csX10" fmla="*/ 151700 w 237030"/>
                <a:gd name="csY10" fmla="*/ 14366 h 136040"/>
                <a:gd name="csX11" fmla="*/ 151700 w 237030"/>
                <a:gd name="csY11" fmla="*/ 94 h 136040"/>
                <a:gd name="csX12" fmla="*/ 117057 w 237030"/>
                <a:gd name="csY12" fmla="*/ 1005 h 136040"/>
                <a:gd name="csX13" fmla="*/ 86668 w 237030"/>
                <a:gd name="csY13" fmla="*/ 94 h 136040"/>
                <a:gd name="csX14" fmla="*/ 86668 w 237030"/>
                <a:gd name="csY14" fmla="*/ 14366 h 136040"/>
                <a:gd name="csX15" fmla="*/ 104598 w 237030"/>
                <a:gd name="csY15" fmla="*/ 14366 h 136040"/>
                <a:gd name="csX16" fmla="*/ 110979 w 237030"/>
                <a:gd name="csY16" fmla="*/ 30460 h 136040"/>
                <a:gd name="csX17" fmla="*/ 109764 w 237030"/>
                <a:gd name="csY17" fmla="*/ 34408 h 136040"/>
                <a:gd name="csX18" fmla="*/ 85757 w 237030"/>
                <a:gd name="csY18" fmla="*/ 92711 h 136040"/>
                <a:gd name="csX19" fmla="*/ 53849 w 237030"/>
                <a:gd name="csY19" fmla="*/ 14366 h 136040"/>
                <a:gd name="csX20" fmla="*/ 70866 w 237030"/>
                <a:gd name="csY20" fmla="*/ 14366 h 136040"/>
                <a:gd name="csX21" fmla="*/ 70866 w 237030"/>
                <a:gd name="csY21" fmla="*/ 94 h 136040"/>
                <a:gd name="csX22" fmla="*/ 33488 w 237030"/>
                <a:gd name="csY22" fmla="*/ 1005 h 136040"/>
                <a:gd name="csX23" fmla="*/ 365 w 237030"/>
                <a:gd name="csY23" fmla="*/ 94 h 136040"/>
                <a:gd name="csX24" fmla="*/ 365 w 237030"/>
                <a:gd name="csY24" fmla="*/ 14366 h 136040"/>
                <a:gd name="csX25" fmla="*/ 18294 w 237030"/>
                <a:gd name="csY25" fmla="*/ 14366 h 136040"/>
                <a:gd name="csX26" fmla="*/ 64788 w 237030"/>
                <a:gd name="csY26" fmla="*/ 127936 h 136040"/>
                <a:gd name="csX27" fmla="*/ 75728 w 237030"/>
                <a:gd name="csY27" fmla="*/ 136134 h 136040"/>
                <a:gd name="csX28" fmla="*/ 86668 w 237030"/>
                <a:gd name="csY28" fmla="*/ 127936 h 136040"/>
                <a:gd name="csX29" fmla="*/ 118880 w 237030"/>
                <a:gd name="csY29" fmla="*/ 49287 h 136040"/>
                <a:gd name="csX30" fmla="*/ 151092 w 237030"/>
                <a:gd name="csY30" fmla="*/ 127936 h 136040"/>
                <a:gd name="csX31" fmla="*/ 162032 w 237030"/>
                <a:gd name="csY31" fmla="*/ 136134 h 136040"/>
                <a:gd name="csX32" fmla="*/ 172972 w 237030"/>
                <a:gd name="csY32" fmla="*/ 127936 h 136040"/>
                <a:gd name="csX33" fmla="*/ 216731 w 237030"/>
                <a:gd name="csY33" fmla="*/ 20743 h 1360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237030" h="136040">
                  <a:moveTo>
                    <a:pt x="216731" y="20743"/>
                  </a:moveTo>
                  <a:cubicBezTo>
                    <a:pt x="218251" y="16796"/>
                    <a:pt x="219466" y="14366"/>
                    <a:pt x="237396" y="14366"/>
                  </a:cubicBezTo>
                  <a:lnTo>
                    <a:pt x="237396" y="94"/>
                  </a:lnTo>
                  <a:cubicBezTo>
                    <a:pt x="230406" y="701"/>
                    <a:pt x="221290" y="1005"/>
                    <a:pt x="213996" y="1005"/>
                  </a:cubicBezTo>
                  <a:cubicBezTo>
                    <a:pt x="205791" y="1005"/>
                    <a:pt x="191509" y="398"/>
                    <a:pt x="184823" y="94"/>
                  </a:cubicBezTo>
                  <a:lnTo>
                    <a:pt x="184823" y="14366"/>
                  </a:lnTo>
                  <a:cubicBezTo>
                    <a:pt x="187558" y="14366"/>
                    <a:pt x="202449" y="14670"/>
                    <a:pt x="202449" y="18010"/>
                  </a:cubicBezTo>
                  <a:cubicBezTo>
                    <a:pt x="202449" y="18921"/>
                    <a:pt x="201537" y="20743"/>
                    <a:pt x="201233" y="21654"/>
                  </a:cubicBezTo>
                  <a:lnTo>
                    <a:pt x="169325" y="99391"/>
                  </a:lnTo>
                  <a:lnTo>
                    <a:pt x="134682" y="14366"/>
                  </a:lnTo>
                  <a:lnTo>
                    <a:pt x="151700" y="14366"/>
                  </a:lnTo>
                  <a:lnTo>
                    <a:pt x="151700" y="94"/>
                  </a:lnTo>
                  <a:cubicBezTo>
                    <a:pt x="141975" y="398"/>
                    <a:pt x="126173" y="1005"/>
                    <a:pt x="117057" y="1005"/>
                  </a:cubicBezTo>
                  <a:cubicBezTo>
                    <a:pt x="104294" y="1005"/>
                    <a:pt x="91530" y="398"/>
                    <a:pt x="86668" y="94"/>
                  </a:cubicBezTo>
                  <a:lnTo>
                    <a:pt x="86668" y="14366"/>
                  </a:lnTo>
                  <a:lnTo>
                    <a:pt x="104598" y="14366"/>
                  </a:lnTo>
                  <a:cubicBezTo>
                    <a:pt x="110979" y="29549"/>
                    <a:pt x="110979" y="30157"/>
                    <a:pt x="110979" y="30460"/>
                  </a:cubicBezTo>
                  <a:cubicBezTo>
                    <a:pt x="110979" y="31675"/>
                    <a:pt x="110067" y="33497"/>
                    <a:pt x="109764" y="34408"/>
                  </a:cubicBezTo>
                  <a:lnTo>
                    <a:pt x="85757" y="92711"/>
                  </a:lnTo>
                  <a:lnTo>
                    <a:pt x="53849" y="14366"/>
                  </a:lnTo>
                  <a:lnTo>
                    <a:pt x="70866" y="14366"/>
                  </a:lnTo>
                  <a:lnTo>
                    <a:pt x="70866" y="94"/>
                  </a:lnTo>
                  <a:cubicBezTo>
                    <a:pt x="58407" y="701"/>
                    <a:pt x="45948" y="1005"/>
                    <a:pt x="33488" y="1005"/>
                  </a:cubicBezTo>
                  <a:cubicBezTo>
                    <a:pt x="24068" y="1005"/>
                    <a:pt x="10697" y="398"/>
                    <a:pt x="365" y="94"/>
                  </a:cubicBezTo>
                  <a:lnTo>
                    <a:pt x="365" y="14366"/>
                  </a:lnTo>
                  <a:lnTo>
                    <a:pt x="18294" y="14366"/>
                  </a:lnTo>
                  <a:lnTo>
                    <a:pt x="64788" y="127936"/>
                  </a:lnTo>
                  <a:cubicBezTo>
                    <a:pt x="66916" y="133098"/>
                    <a:pt x="68131" y="136134"/>
                    <a:pt x="75728" y="136134"/>
                  </a:cubicBezTo>
                  <a:cubicBezTo>
                    <a:pt x="83326" y="136134"/>
                    <a:pt x="84541" y="133098"/>
                    <a:pt x="86668" y="127936"/>
                  </a:cubicBezTo>
                  <a:lnTo>
                    <a:pt x="118880" y="49287"/>
                  </a:lnTo>
                  <a:lnTo>
                    <a:pt x="151092" y="127936"/>
                  </a:lnTo>
                  <a:cubicBezTo>
                    <a:pt x="153219" y="133098"/>
                    <a:pt x="154435" y="136134"/>
                    <a:pt x="162032" y="136134"/>
                  </a:cubicBezTo>
                  <a:cubicBezTo>
                    <a:pt x="169629" y="136134"/>
                    <a:pt x="170845" y="133098"/>
                    <a:pt x="172972" y="127936"/>
                  </a:cubicBezTo>
                  <a:lnTo>
                    <a:pt x="216731" y="20743"/>
                  </a:ln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2B091A1-4F71-1A4A-8961-A1133DF03775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13148947" y="7277833"/>
              <a:ext cx="70501" cy="303661"/>
            </a:xfrm>
            <a:custGeom>
              <a:avLst/>
              <a:gdLst>
                <a:gd name="csX0" fmla="*/ 70875 w 70501"/>
                <a:gd name="csY0" fmla="*/ 151925 h 303661"/>
                <a:gd name="csX1" fmla="*/ 50818 w 70501"/>
                <a:gd name="csY1" fmla="*/ 57182 h 303661"/>
                <a:gd name="csX2" fmla="*/ 3412 w 70501"/>
                <a:gd name="csY2" fmla="*/ 94 h 303661"/>
                <a:gd name="csX3" fmla="*/ 373 w 70501"/>
                <a:gd name="csY3" fmla="*/ 3131 h 303661"/>
                <a:gd name="csX4" fmla="*/ 6147 w 70501"/>
                <a:gd name="csY4" fmla="*/ 10115 h 303661"/>
                <a:gd name="csX5" fmla="*/ 53249 w 70501"/>
                <a:gd name="csY5" fmla="*/ 151925 h 303661"/>
                <a:gd name="csX6" fmla="*/ 4324 w 70501"/>
                <a:gd name="csY6" fmla="*/ 295557 h 303661"/>
                <a:gd name="csX7" fmla="*/ 373 w 70501"/>
                <a:gd name="csY7" fmla="*/ 300719 h 303661"/>
                <a:gd name="csX8" fmla="*/ 3412 w 70501"/>
                <a:gd name="csY8" fmla="*/ 303755 h 303661"/>
                <a:gd name="csX9" fmla="*/ 51730 w 70501"/>
                <a:gd name="csY9" fmla="*/ 244541 h 303661"/>
                <a:gd name="csX10" fmla="*/ 70875 w 70501"/>
                <a:gd name="csY10" fmla="*/ 151925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01" h="303661">
                  <a:moveTo>
                    <a:pt x="70875" y="151925"/>
                  </a:moveTo>
                  <a:cubicBezTo>
                    <a:pt x="70875" y="128239"/>
                    <a:pt x="67532" y="91496"/>
                    <a:pt x="50818" y="57182"/>
                  </a:cubicBezTo>
                  <a:cubicBezTo>
                    <a:pt x="32585" y="19832"/>
                    <a:pt x="6451" y="94"/>
                    <a:pt x="3412" y="94"/>
                  </a:cubicBezTo>
                  <a:cubicBezTo>
                    <a:pt x="1589" y="94"/>
                    <a:pt x="373" y="1309"/>
                    <a:pt x="373" y="3131"/>
                  </a:cubicBezTo>
                  <a:cubicBezTo>
                    <a:pt x="373" y="4042"/>
                    <a:pt x="373" y="4649"/>
                    <a:pt x="6147" y="10115"/>
                  </a:cubicBezTo>
                  <a:cubicBezTo>
                    <a:pt x="35928" y="40177"/>
                    <a:pt x="53249" y="88460"/>
                    <a:pt x="53249" y="151925"/>
                  </a:cubicBezTo>
                  <a:cubicBezTo>
                    <a:pt x="53249" y="203851"/>
                    <a:pt x="42005" y="257295"/>
                    <a:pt x="4324" y="295557"/>
                  </a:cubicBezTo>
                  <a:cubicBezTo>
                    <a:pt x="373" y="299200"/>
                    <a:pt x="373" y="299808"/>
                    <a:pt x="373" y="300719"/>
                  </a:cubicBezTo>
                  <a:cubicBezTo>
                    <a:pt x="373" y="302541"/>
                    <a:pt x="1589" y="303755"/>
                    <a:pt x="3412" y="303755"/>
                  </a:cubicBezTo>
                  <a:cubicBezTo>
                    <a:pt x="6451" y="303755"/>
                    <a:pt x="33801" y="283106"/>
                    <a:pt x="51730" y="244541"/>
                  </a:cubicBezTo>
                  <a:cubicBezTo>
                    <a:pt x="67228" y="211139"/>
                    <a:pt x="70875" y="177432"/>
                    <a:pt x="70875" y="151925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81E6F29E-1657-8C05-55B7-194DA75104B2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13334350" y="7328544"/>
              <a:ext cx="202084" cy="202238"/>
            </a:xfrm>
            <a:custGeom>
              <a:avLst/>
              <a:gdLst>
                <a:gd name="csX0" fmla="*/ 107651 w 202084"/>
                <a:gd name="csY0" fmla="*/ 107287 h 202238"/>
                <a:gd name="csX1" fmla="*/ 192435 w 202084"/>
                <a:gd name="csY1" fmla="*/ 107287 h 202238"/>
                <a:gd name="csX2" fmla="*/ 202463 w 202084"/>
                <a:gd name="csY2" fmla="*/ 101213 h 202238"/>
                <a:gd name="csX3" fmla="*/ 192435 w 202084"/>
                <a:gd name="csY3" fmla="*/ 95140 h 202238"/>
                <a:gd name="csX4" fmla="*/ 107651 w 202084"/>
                <a:gd name="csY4" fmla="*/ 95140 h 202238"/>
                <a:gd name="csX5" fmla="*/ 107651 w 202084"/>
                <a:gd name="csY5" fmla="*/ 10115 h 202238"/>
                <a:gd name="csX6" fmla="*/ 101573 w 202084"/>
                <a:gd name="csY6" fmla="*/ 94 h 202238"/>
                <a:gd name="csX7" fmla="*/ 95495 w 202084"/>
                <a:gd name="csY7" fmla="*/ 10115 h 202238"/>
                <a:gd name="csX8" fmla="*/ 95495 w 202084"/>
                <a:gd name="csY8" fmla="*/ 95140 h 202238"/>
                <a:gd name="csX9" fmla="*/ 10407 w 202084"/>
                <a:gd name="csY9" fmla="*/ 95140 h 202238"/>
                <a:gd name="csX10" fmla="*/ 379 w 202084"/>
                <a:gd name="csY10" fmla="*/ 101213 h 202238"/>
                <a:gd name="csX11" fmla="*/ 10407 w 202084"/>
                <a:gd name="csY11" fmla="*/ 107287 h 202238"/>
                <a:gd name="csX12" fmla="*/ 95495 w 202084"/>
                <a:gd name="csY12" fmla="*/ 107287 h 202238"/>
                <a:gd name="csX13" fmla="*/ 95495 w 202084"/>
                <a:gd name="csY13" fmla="*/ 192312 h 202238"/>
                <a:gd name="csX14" fmla="*/ 101573 w 202084"/>
                <a:gd name="csY14" fmla="*/ 202333 h 202238"/>
                <a:gd name="csX15" fmla="*/ 107651 w 202084"/>
                <a:gd name="csY15" fmla="*/ 192312 h 202238"/>
                <a:gd name="csX16" fmla="*/ 107651 w 202084"/>
                <a:gd name="csY16" fmla="*/ 107287 h 2022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02084" h="202238">
                  <a:moveTo>
                    <a:pt x="107651" y="107287"/>
                  </a:moveTo>
                  <a:lnTo>
                    <a:pt x="192435" y="107287"/>
                  </a:lnTo>
                  <a:cubicBezTo>
                    <a:pt x="196689" y="107287"/>
                    <a:pt x="202463" y="107287"/>
                    <a:pt x="202463" y="101213"/>
                  </a:cubicBezTo>
                  <a:cubicBezTo>
                    <a:pt x="202463" y="95140"/>
                    <a:pt x="196689" y="95140"/>
                    <a:pt x="192435" y="95140"/>
                  </a:cubicBezTo>
                  <a:lnTo>
                    <a:pt x="107651" y="95140"/>
                  </a:lnTo>
                  <a:lnTo>
                    <a:pt x="107651" y="10115"/>
                  </a:lnTo>
                  <a:cubicBezTo>
                    <a:pt x="107651" y="5864"/>
                    <a:pt x="107651" y="94"/>
                    <a:pt x="101573" y="94"/>
                  </a:cubicBezTo>
                  <a:cubicBezTo>
                    <a:pt x="95495" y="94"/>
                    <a:pt x="95495" y="5864"/>
                    <a:pt x="95495" y="10115"/>
                  </a:cubicBezTo>
                  <a:lnTo>
                    <a:pt x="95495" y="95140"/>
                  </a:lnTo>
                  <a:lnTo>
                    <a:pt x="10407" y="95140"/>
                  </a:lnTo>
                  <a:cubicBezTo>
                    <a:pt x="6153" y="95140"/>
                    <a:pt x="379" y="95140"/>
                    <a:pt x="379" y="101213"/>
                  </a:cubicBezTo>
                  <a:cubicBezTo>
                    <a:pt x="379" y="107287"/>
                    <a:pt x="6153" y="107287"/>
                    <a:pt x="10407" y="107287"/>
                  </a:cubicBezTo>
                  <a:lnTo>
                    <a:pt x="95495" y="107287"/>
                  </a:lnTo>
                  <a:lnTo>
                    <a:pt x="95495" y="192312"/>
                  </a:lnTo>
                  <a:cubicBezTo>
                    <a:pt x="95495" y="196563"/>
                    <a:pt x="95495" y="202333"/>
                    <a:pt x="101573" y="202333"/>
                  </a:cubicBezTo>
                  <a:cubicBezTo>
                    <a:pt x="107651" y="202333"/>
                    <a:pt x="107651" y="196563"/>
                    <a:pt x="107651" y="192312"/>
                  </a:cubicBezTo>
                  <a:lnTo>
                    <a:pt x="107651" y="107287"/>
                  </a:ln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57F1A55C-B469-2AE3-EFB2-CDA2BDA46FAC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13633980" y="7289675"/>
              <a:ext cx="124593" cy="219547"/>
            </a:xfrm>
            <a:custGeom>
              <a:avLst/>
              <a:gdLst>
                <a:gd name="csX0" fmla="*/ 67852 w 124593"/>
                <a:gd name="csY0" fmla="*/ 83297 h 219547"/>
                <a:gd name="csX1" fmla="*/ 389 w 124593"/>
                <a:gd name="csY1" fmla="*/ 168626 h 219547"/>
                <a:gd name="csX2" fmla="*/ 48403 w 124593"/>
                <a:gd name="csY2" fmla="*/ 219641 h 219547"/>
                <a:gd name="csX3" fmla="*/ 109180 w 124593"/>
                <a:gd name="csY3" fmla="*/ 130061 h 219547"/>
                <a:gd name="csX4" fmla="*/ 86693 w 124593"/>
                <a:gd name="csY4" fmla="*/ 73580 h 219547"/>
                <a:gd name="csX5" fmla="*/ 57824 w 124593"/>
                <a:gd name="csY5" fmla="*/ 23780 h 219547"/>
                <a:gd name="csX6" fmla="*/ 74537 w 124593"/>
                <a:gd name="csY6" fmla="*/ 9811 h 219547"/>
                <a:gd name="csX7" fmla="*/ 96113 w 124593"/>
                <a:gd name="csY7" fmla="*/ 18010 h 219547"/>
                <a:gd name="csX8" fmla="*/ 112827 w 124593"/>
                <a:gd name="csY8" fmla="*/ 25602 h 219547"/>
                <a:gd name="csX9" fmla="*/ 124982 w 124593"/>
                <a:gd name="csY9" fmla="*/ 13455 h 219547"/>
                <a:gd name="csX10" fmla="*/ 109180 w 124593"/>
                <a:gd name="csY10" fmla="*/ 3434 h 219547"/>
                <a:gd name="csX11" fmla="*/ 84262 w 124593"/>
                <a:gd name="csY11" fmla="*/ 94 h 219547"/>
                <a:gd name="csX12" fmla="*/ 49619 w 124593"/>
                <a:gd name="csY12" fmla="*/ 31371 h 219547"/>
                <a:gd name="csX13" fmla="*/ 67852 w 124593"/>
                <a:gd name="csY13" fmla="*/ 83297 h 219547"/>
                <a:gd name="csX14" fmla="*/ 71498 w 124593"/>
                <a:gd name="csY14" fmla="*/ 89978 h 219547"/>
                <a:gd name="csX15" fmla="*/ 88212 w 124593"/>
                <a:gd name="csY15" fmla="*/ 142208 h 219547"/>
                <a:gd name="csX16" fmla="*/ 48403 w 124593"/>
                <a:gd name="csY16" fmla="*/ 212961 h 219547"/>
                <a:gd name="csX17" fmla="*/ 19230 w 124593"/>
                <a:gd name="csY17" fmla="*/ 177129 h 219547"/>
                <a:gd name="csX18" fmla="*/ 71498 w 124593"/>
                <a:gd name="csY18" fmla="*/ 89978 h 219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24593" h="219547">
                  <a:moveTo>
                    <a:pt x="67852" y="83297"/>
                  </a:moveTo>
                  <a:cubicBezTo>
                    <a:pt x="29866" y="92407"/>
                    <a:pt x="389" y="131883"/>
                    <a:pt x="389" y="168626"/>
                  </a:cubicBezTo>
                  <a:cubicBezTo>
                    <a:pt x="389" y="197778"/>
                    <a:pt x="19838" y="219641"/>
                    <a:pt x="48403" y="219641"/>
                  </a:cubicBezTo>
                  <a:cubicBezTo>
                    <a:pt x="83958" y="219641"/>
                    <a:pt x="109180" y="171966"/>
                    <a:pt x="109180" y="130061"/>
                  </a:cubicBezTo>
                  <a:cubicBezTo>
                    <a:pt x="109180" y="102428"/>
                    <a:pt x="97025" y="87245"/>
                    <a:pt x="86693" y="73580"/>
                  </a:cubicBezTo>
                  <a:cubicBezTo>
                    <a:pt x="75753" y="59915"/>
                    <a:pt x="57824" y="37141"/>
                    <a:pt x="57824" y="23780"/>
                  </a:cubicBezTo>
                  <a:cubicBezTo>
                    <a:pt x="57824" y="17099"/>
                    <a:pt x="63901" y="9811"/>
                    <a:pt x="74537" y="9811"/>
                  </a:cubicBezTo>
                  <a:cubicBezTo>
                    <a:pt x="83654" y="9811"/>
                    <a:pt x="89732" y="13759"/>
                    <a:pt x="96113" y="18010"/>
                  </a:cubicBezTo>
                  <a:cubicBezTo>
                    <a:pt x="102191" y="21654"/>
                    <a:pt x="108269" y="25602"/>
                    <a:pt x="112827" y="25602"/>
                  </a:cubicBezTo>
                  <a:cubicBezTo>
                    <a:pt x="120424" y="25602"/>
                    <a:pt x="124982" y="18314"/>
                    <a:pt x="124982" y="13455"/>
                  </a:cubicBezTo>
                  <a:cubicBezTo>
                    <a:pt x="124982" y="6775"/>
                    <a:pt x="120120" y="5864"/>
                    <a:pt x="109180" y="3434"/>
                  </a:cubicBezTo>
                  <a:cubicBezTo>
                    <a:pt x="93378" y="94"/>
                    <a:pt x="89124" y="94"/>
                    <a:pt x="84262" y="94"/>
                  </a:cubicBezTo>
                  <a:cubicBezTo>
                    <a:pt x="60559" y="94"/>
                    <a:pt x="49619" y="13152"/>
                    <a:pt x="49619" y="31371"/>
                  </a:cubicBezTo>
                  <a:cubicBezTo>
                    <a:pt x="49619" y="47769"/>
                    <a:pt x="58431" y="64774"/>
                    <a:pt x="67852" y="83297"/>
                  </a:cubicBezTo>
                  <a:close/>
                  <a:moveTo>
                    <a:pt x="71498" y="89978"/>
                  </a:moveTo>
                  <a:cubicBezTo>
                    <a:pt x="79096" y="103946"/>
                    <a:pt x="88212" y="120344"/>
                    <a:pt x="88212" y="142208"/>
                  </a:cubicBezTo>
                  <a:cubicBezTo>
                    <a:pt x="88212" y="162249"/>
                    <a:pt x="76665" y="212961"/>
                    <a:pt x="48403" y="212961"/>
                  </a:cubicBezTo>
                  <a:cubicBezTo>
                    <a:pt x="31689" y="212961"/>
                    <a:pt x="19230" y="200207"/>
                    <a:pt x="19230" y="177129"/>
                  </a:cubicBezTo>
                  <a:cubicBezTo>
                    <a:pt x="19230" y="157998"/>
                    <a:pt x="30474" y="100910"/>
                    <a:pt x="71498" y="89978"/>
                  </a:cubicBez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44289793-167D-56CF-7D51-5D24235E597D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13777503" y="6883371"/>
              <a:ext cx="167441" cy="549323"/>
            </a:xfrm>
            <a:custGeom>
              <a:avLst/>
              <a:gdLst>
                <a:gd name="csX0" fmla="*/ 167835 w 167441"/>
                <a:gd name="csY0" fmla="*/ 534214 h 549323"/>
                <a:gd name="csX1" fmla="*/ 125291 w 167441"/>
                <a:gd name="csY1" fmla="*/ 209297 h 549323"/>
                <a:gd name="csX2" fmla="*/ 20147 w 167441"/>
                <a:gd name="csY2" fmla="*/ 8273 h 549323"/>
                <a:gd name="csX3" fmla="*/ 13157 w 167441"/>
                <a:gd name="csY3" fmla="*/ 681 h 549323"/>
                <a:gd name="csX4" fmla="*/ 7383 w 167441"/>
                <a:gd name="csY4" fmla="*/ 74 h 549323"/>
                <a:gd name="csX5" fmla="*/ 394 w 167441"/>
                <a:gd name="csY5" fmla="*/ 3111 h 549323"/>
                <a:gd name="csX6" fmla="*/ 4344 w 167441"/>
                <a:gd name="csY6" fmla="*/ 9791 h 549323"/>
                <a:gd name="csX7" fmla="*/ 134104 w 167441"/>
                <a:gd name="csY7" fmla="*/ 545146 h 549323"/>
                <a:gd name="csX8" fmla="*/ 142613 w 167441"/>
                <a:gd name="csY8" fmla="*/ 549397 h 549323"/>
                <a:gd name="csX9" fmla="*/ 159326 w 167441"/>
                <a:gd name="csY9" fmla="*/ 549397 h 549323"/>
                <a:gd name="csX10" fmla="*/ 167835 w 167441"/>
                <a:gd name="csY10" fmla="*/ 546057 h 549323"/>
                <a:gd name="csX11" fmla="*/ 167835 w 167441"/>
                <a:gd name="csY11" fmla="*/ 534214 h 549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67441" h="549323">
                  <a:moveTo>
                    <a:pt x="167835" y="534214"/>
                  </a:moveTo>
                  <a:cubicBezTo>
                    <a:pt x="167835" y="348677"/>
                    <a:pt x="134711" y="239967"/>
                    <a:pt x="125291" y="209297"/>
                  </a:cubicBezTo>
                  <a:cubicBezTo>
                    <a:pt x="104627" y="141884"/>
                    <a:pt x="70895" y="70827"/>
                    <a:pt x="20147" y="8273"/>
                  </a:cubicBezTo>
                  <a:cubicBezTo>
                    <a:pt x="15588" y="2807"/>
                    <a:pt x="14373" y="1289"/>
                    <a:pt x="13157" y="681"/>
                  </a:cubicBezTo>
                  <a:cubicBezTo>
                    <a:pt x="12549" y="378"/>
                    <a:pt x="12245" y="74"/>
                    <a:pt x="7383" y="74"/>
                  </a:cubicBezTo>
                  <a:cubicBezTo>
                    <a:pt x="2825" y="74"/>
                    <a:pt x="394" y="74"/>
                    <a:pt x="394" y="3111"/>
                  </a:cubicBezTo>
                  <a:cubicBezTo>
                    <a:pt x="394" y="3718"/>
                    <a:pt x="394" y="4325"/>
                    <a:pt x="4344" y="9791"/>
                  </a:cubicBezTo>
                  <a:cubicBezTo>
                    <a:pt x="110097" y="157371"/>
                    <a:pt x="133800" y="339567"/>
                    <a:pt x="134104" y="545146"/>
                  </a:cubicBezTo>
                  <a:cubicBezTo>
                    <a:pt x="134104" y="549397"/>
                    <a:pt x="135927" y="549397"/>
                    <a:pt x="142613" y="549397"/>
                  </a:cubicBezTo>
                  <a:lnTo>
                    <a:pt x="159326" y="549397"/>
                  </a:lnTo>
                  <a:cubicBezTo>
                    <a:pt x="165708" y="549397"/>
                    <a:pt x="167531" y="549397"/>
                    <a:pt x="167835" y="546057"/>
                  </a:cubicBezTo>
                  <a:lnTo>
                    <a:pt x="167835" y="534214"/>
                  </a:ln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0DD99705-E51A-84E1-6B80-C6B6ACB85281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13777503" y="7426626"/>
              <a:ext cx="167441" cy="549323"/>
            </a:xfrm>
            <a:custGeom>
              <a:avLst/>
              <a:gdLst>
                <a:gd name="csX0" fmla="*/ 167835 w 167441"/>
                <a:gd name="csY0" fmla="*/ 3432 h 549323"/>
                <a:gd name="csX1" fmla="*/ 159326 w 167441"/>
                <a:gd name="csY1" fmla="*/ 92 h 549323"/>
                <a:gd name="csX2" fmla="*/ 142613 w 167441"/>
                <a:gd name="csY2" fmla="*/ 92 h 549323"/>
                <a:gd name="csX3" fmla="*/ 134104 w 167441"/>
                <a:gd name="csY3" fmla="*/ 4343 h 549323"/>
                <a:gd name="csX4" fmla="*/ 125899 w 167441"/>
                <a:gd name="csY4" fmla="*/ 183503 h 549323"/>
                <a:gd name="csX5" fmla="*/ 2521 w 167441"/>
                <a:gd name="csY5" fmla="*/ 542431 h 549323"/>
                <a:gd name="csX6" fmla="*/ 394 w 167441"/>
                <a:gd name="csY6" fmla="*/ 546379 h 549323"/>
                <a:gd name="csX7" fmla="*/ 7383 w 167441"/>
                <a:gd name="csY7" fmla="*/ 549415 h 549323"/>
                <a:gd name="csX8" fmla="*/ 13461 w 167441"/>
                <a:gd name="csY8" fmla="*/ 548808 h 549323"/>
                <a:gd name="csX9" fmla="*/ 83963 w 167441"/>
                <a:gd name="csY9" fmla="*/ 442527 h 549323"/>
                <a:gd name="csX10" fmla="*/ 160542 w 167441"/>
                <a:gd name="csY10" fmla="*/ 159818 h 549323"/>
                <a:gd name="csX11" fmla="*/ 167835 w 167441"/>
                <a:gd name="csY11" fmla="*/ 15275 h 549323"/>
                <a:gd name="csX12" fmla="*/ 167835 w 167441"/>
                <a:gd name="csY12" fmla="*/ 3432 h 549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67441" h="549323">
                  <a:moveTo>
                    <a:pt x="167835" y="3432"/>
                  </a:moveTo>
                  <a:cubicBezTo>
                    <a:pt x="167531" y="92"/>
                    <a:pt x="165708" y="92"/>
                    <a:pt x="159326" y="92"/>
                  </a:cubicBezTo>
                  <a:lnTo>
                    <a:pt x="142613" y="92"/>
                  </a:lnTo>
                  <a:cubicBezTo>
                    <a:pt x="135927" y="92"/>
                    <a:pt x="134104" y="92"/>
                    <a:pt x="134104" y="4343"/>
                  </a:cubicBezTo>
                  <a:cubicBezTo>
                    <a:pt x="134104" y="35620"/>
                    <a:pt x="133800" y="107892"/>
                    <a:pt x="125899" y="183503"/>
                  </a:cubicBezTo>
                  <a:cubicBezTo>
                    <a:pt x="109489" y="340496"/>
                    <a:pt x="69072" y="449207"/>
                    <a:pt x="2521" y="542431"/>
                  </a:cubicBezTo>
                  <a:cubicBezTo>
                    <a:pt x="394" y="545164"/>
                    <a:pt x="394" y="545771"/>
                    <a:pt x="394" y="546379"/>
                  </a:cubicBezTo>
                  <a:cubicBezTo>
                    <a:pt x="394" y="549415"/>
                    <a:pt x="2825" y="549415"/>
                    <a:pt x="7383" y="549415"/>
                  </a:cubicBezTo>
                  <a:cubicBezTo>
                    <a:pt x="12245" y="549415"/>
                    <a:pt x="12853" y="549415"/>
                    <a:pt x="13461" y="548808"/>
                  </a:cubicBezTo>
                  <a:cubicBezTo>
                    <a:pt x="14677" y="547897"/>
                    <a:pt x="53270" y="503562"/>
                    <a:pt x="83963" y="442527"/>
                  </a:cubicBezTo>
                  <a:cubicBezTo>
                    <a:pt x="124076" y="362360"/>
                    <a:pt x="149298" y="270351"/>
                    <a:pt x="160542" y="159818"/>
                  </a:cubicBezTo>
                  <a:cubicBezTo>
                    <a:pt x="161453" y="150404"/>
                    <a:pt x="167835" y="87243"/>
                    <a:pt x="167835" y="15275"/>
                  </a:cubicBezTo>
                  <a:lnTo>
                    <a:pt x="167835" y="3432"/>
                  </a:lnTo>
                  <a:close/>
                </a:path>
              </a:pathLst>
            </a:custGeom>
            <a:solidFill>
              <a:srgbClr val="000000"/>
            </a:solidFill>
            <a:ln w="305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91" name="Rectangle 190">
            <a:extLst>
              <a:ext uri="{FF2B5EF4-FFF2-40B4-BE49-F238E27FC236}">
                <a16:creationId xmlns:a16="http://schemas.microsoft.com/office/drawing/2014/main" id="{3FAE45AA-C79D-A57E-F96D-BB4DB7D11771}"/>
              </a:ext>
            </a:extLst>
          </p:cNvPr>
          <p:cNvSpPr/>
          <p:nvPr/>
        </p:nvSpPr>
        <p:spPr>
          <a:xfrm>
            <a:off x="3733800" y="3886200"/>
            <a:ext cx="3165764" cy="12700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221" name="Group 220" descr="\documentclass{article}&#10;\usepackage{nunito}&#10;\usepackage[linguistics]{forest}&#10;\usepackage{amsmath,amssymb,bm}&#10;\pagestyle{empty}&#10;\begin{document}&#10;&#10;\begin{align*}&#10;\hat{\bm{y}}: \text{ Tree with the highest score}&#10;\end{align*}&#10;&#10;&#10;\end{document}" title="IguanaTex Shape Display">
            <a:extLst>
              <a:ext uri="{FF2B5EF4-FFF2-40B4-BE49-F238E27FC236}">
                <a16:creationId xmlns:a16="http://schemas.microsoft.com/office/drawing/2014/main" id="{72EB191B-5F2A-11F4-E566-B3F5167248FF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4098281" y="5339955"/>
            <a:ext cx="4177963" cy="277546"/>
            <a:chOff x="8764310" y="6251113"/>
            <a:chExt cx="4177963" cy="277546"/>
          </a:xfrm>
        </p:grpSpPr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125E53DA-E5D9-95EA-BE2B-E9FEEAF400EB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828548" y="6252362"/>
              <a:ext cx="81077" cy="46763"/>
            </a:xfrm>
            <a:custGeom>
              <a:avLst/>
              <a:gdLst>
                <a:gd name="csX0" fmla="*/ 40857 w 81077"/>
                <a:gd name="csY0" fmla="*/ 85 h 46763"/>
                <a:gd name="csX1" fmla="*/ 166 w 81077"/>
                <a:gd name="csY1" fmla="*/ 41382 h 46763"/>
                <a:gd name="csX2" fmla="*/ 5632 w 81077"/>
                <a:gd name="csY2" fmla="*/ 46848 h 46763"/>
                <a:gd name="csX3" fmla="*/ 40857 w 81077"/>
                <a:gd name="csY3" fmla="*/ 15875 h 46763"/>
                <a:gd name="csX4" fmla="*/ 75778 w 81077"/>
                <a:gd name="csY4" fmla="*/ 46848 h 46763"/>
                <a:gd name="csX5" fmla="*/ 81244 w 81077"/>
                <a:gd name="csY5" fmla="*/ 41382 h 46763"/>
                <a:gd name="csX6" fmla="*/ 40857 w 81077"/>
                <a:gd name="csY6" fmla="*/ 85 h 467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1077" h="46763">
                  <a:moveTo>
                    <a:pt x="40857" y="85"/>
                  </a:moveTo>
                  <a:lnTo>
                    <a:pt x="166" y="41382"/>
                  </a:lnTo>
                  <a:lnTo>
                    <a:pt x="5632" y="46848"/>
                  </a:lnTo>
                  <a:lnTo>
                    <a:pt x="40857" y="15875"/>
                  </a:lnTo>
                  <a:lnTo>
                    <a:pt x="75778" y="46848"/>
                  </a:lnTo>
                  <a:lnTo>
                    <a:pt x="81244" y="41382"/>
                  </a:lnTo>
                  <a:lnTo>
                    <a:pt x="40857" y="85"/>
                  </a:ln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66BE104F-A6AA-A0EA-1ED0-D4FF159E703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764310" y="6330065"/>
              <a:ext cx="167013" cy="198594"/>
            </a:xfrm>
            <a:custGeom>
              <a:avLst/>
              <a:gdLst>
                <a:gd name="csX0" fmla="*/ 165660 w 167013"/>
                <a:gd name="csY0" fmla="*/ 22859 h 198594"/>
                <a:gd name="csX1" fmla="*/ 167178 w 167013"/>
                <a:gd name="csY1" fmla="*/ 15875 h 198594"/>
                <a:gd name="csX2" fmla="*/ 152906 w 167013"/>
                <a:gd name="csY2" fmla="*/ 2514 h 198594"/>
                <a:gd name="csX3" fmla="*/ 131346 w 167013"/>
                <a:gd name="csY3" fmla="*/ 24985 h 198594"/>
                <a:gd name="csX4" fmla="*/ 123451 w 167013"/>
                <a:gd name="csY4" fmla="*/ 56566 h 198594"/>
                <a:gd name="csX5" fmla="*/ 110697 w 167013"/>
                <a:gd name="csY5" fmla="*/ 106973 h 198594"/>
                <a:gd name="csX6" fmla="*/ 98855 w 167013"/>
                <a:gd name="csY6" fmla="*/ 121549 h 198594"/>
                <a:gd name="csX7" fmla="*/ 78206 w 167013"/>
                <a:gd name="csY7" fmla="*/ 128837 h 198594"/>
                <a:gd name="csX8" fmla="*/ 59986 w 167013"/>
                <a:gd name="csY8" fmla="*/ 106670 h 198594"/>
                <a:gd name="csX9" fmla="*/ 77902 w 167013"/>
                <a:gd name="csY9" fmla="*/ 42597 h 198594"/>
                <a:gd name="csX10" fmla="*/ 81850 w 167013"/>
                <a:gd name="csY10" fmla="*/ 27414 h 198594"/>
                <a:gd name="csX11" fmla="*/ 47536 w 167013"/>
                <a:gd name="csY11" fmla="*/ 85 h 198594"/>
                <a:gd name="csX12" fmla="*/ 165 w 167013"/>
                <a:gd name="csY12" fmla="*/ 47456 h 198594"/>
                <a:gd name="csX13" fmla="*/ 7453 w 167013"/>
                <a:gd name="csY13" fmla="*/ 51707 h 198594"/>
                <a:gd name="csX14" fmla="*/ 14437 w 167013"/>
                <a:gd name="csY14" fmla="*/ 47759 h 198594"/>
                <a:gd name="csX15" fmla="*/ 45714 w 167013"/>
                <a:gd name="csY15" fmla="*/ 11016 h 198594"/>
                <a:gd name="csX16" fmla="*/ 50876 w 167013"/>
                <a:gd name="csY16" fmla="*/ 17393 h 198594"/>
                <a:gd name="csX17" fmla="*/ 45714 w 167013"/>
                <a:gd name="csY17" fmla="*/ 37131 h 198594"/>
                <a:gd name="csX18" fmla="*/ 27494 w 167013"/>
                <a:gd name="csY18" fmla="*/ 100293 h 198594"/>
                <a:gd name="csX19" fmla="*/ 75776 w 167013"/>
                <a:gd name="csY19" fmla="*/ 139769 h 198594"/>
                <a:gd name="csX20" fmla="*/ 104928 w 167013"/>
                <a:gd name="csY20" fmla="*/ 130659 h 198594"/>
                <a:gd name="csX21" fmla="*/ 52698 w 167013"/>
                <a:gd name="csY21" fmla="*/ 187747 h 198594"/>
                <a:gd name="csX22" fmla="*/ 34175 w 167013"/>
                <a:gd name="csY22" fmla="*/ 183496 h 198594"/>
                <a:gd name="csX23" fmla="*/ 48751 w 167013"/>
                <a:gd name="csY23" fmla="*/ 163151 h 198594"/>
                <a:gd name="csX24" fmla="*/ 33871 w 167013"/>
                <a:gd name="csY24" fmla="*/ 149182 h 198594"/>
                <a:gd name="csX25" fmla="*/ 12008 w 167013"/>
                <a:gd name="csY25" fmla="*/ 172261 h 198594"/>
                <a:gd name="csX26" fmla="*/ 52698 w 167013"/>
                <a:gd name="csY26" fmla="*/ 198679 h 198594"/>
                <a:gd name="csX27" fmla="*/ 137116 w 167013"/>
                <a:gd name="csY27" fmla="*/ 137643 h 198594"/>
                <a:gd name="csX28" fmla="*/ 165660 w 167013"/>
                <a:gd name="csY28" fmla="*/ 22859 h 1985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67013" h="198594">
                  <a:moveTo>
                    <a:pt x="165660" y="22859"/>
                  </a:moveTo>
                  <a:cubicBezTo>
                    <a:pt x="167178" y="17393"/>
                    <a:pt x="167178" y="16786"/>
                    <a:pt x="167178" y="15875"/>
                  </a:cubicBezTo>
                  <a:cubicBezTo>
                    <a:pt x="167178" y="9195"/>
                    <a:pt x="162320" y="2514"/>
                    <a:pt x="152906" y="2514"/>
                  </a:cubicBezTo>
                  <a:cubicBezTo>
                    <a:pt x="137116" y="2514"/>
                    <a:pt x="133472" y="16786"/>
                    <a:pt x="131346" y="24985"/>
                  </a:cubicBezTo>
                  <a:lnTo>
                    <a:pt x="123451" y="56566"/>
                  </a:lnTo>
                  <a:cubicBezTo>
                    <a:pt x="119807" y="71141"/>
                    <a:pt x="114038" y="94523"/>
                    <a:pt x="110697" y="106973"/>
                  </a:cubicBezTo>
                  <a:cubicBezTo>
                    <a:pt x="109179" y="113654"/>
                    <a:pt x="99766" y="120942"/>
                    <a:pt x="98855" y="121549"/>
                  </a:cubicBezTo>
                  <a:cubicBezTo>
                    <a:pt x="95514" y="123675"/>
                    <a:pt x="88227" y="128837"/>
                    <a:pt x="78206" y="128837"/>
                  </a:cubicBezTo>
                  <a:cubicBezTo>
                    <a:pt x="60290" y="128837"/>
                    <a:pt x="59986" y="113654"/>
                    <a:pt x="59986" y="106670"/>
                  </a:cubicBezTo>
                  <a:cubicBezTo>
                    <a:pt x="59986" y="88146"/>
                    <a:pt x="69400" y="64461"/>
                    <a:pt x="77902" y="42597"/>
                  </a:cubicBezTo>
                  <a:cubicBezTo>
                    <a:pt x="80939" y="34702"/>
                    <a:pt x="81850" y="32576"/>
                    <a:pt x="81850" y="27414"/>
                  </a:cubicBezTo>
                  <a:cubicBezTo>
                    <a:pt x="81850" y="9802"/>
                    <a:pt x="64237" y="85"/>
                    <a:pt x="47536" y="85"/>
                  </a:cubicBezTo>
                  <a:cubicBezTo>
                    <a:pt x="15348" y="85"/>
                    <a:pt x="165" y="41383"/>
                    <a:pt x="165" y="47456"/>
                  </a:cubicBezTo>
                  <a:cubicBezTo>
                    <a:pt x="165" y="51707"/>
                    <a:pt x="4720" y="51707"/>
                    <a:pt x="7453" y="51707"/>
                  </a:cubicBezTo>
                  <a:cubicBezTo>
                    <a:pt x="11097" y="51707"/>
                    <a:pt x="13222" y="51707"/>
                    <a:pt x="14437" y="47759"/>
                  </a:cubicBezTo>
                  <a:cubicBezTo>
                    <a:pt x="24458" y="14053"/>
                    <a:pt x="41159" y="11016"/>
                    <a:pt x="45714" y="11016"/>
                  </a:cubicBezTo>
                  <a:cubicBezTo>
                    <a:pt x="47840" y="11016"/>
                    <a:pt x="50876" y="11016"/>
                    <a:pt x="50876" y="17393"/>
                  </a:cubicBezTo>
                  <a:cubicBezTo>
                    <a:pt x="50876" y="24378"/>
                    <a:pt x="47536" y="32273"/>
                    <a:pt x="45714" y="37131"/>
                  </a:cubicBezTo>
                  <a:cubicBezTo>
                    <a:pt x="33871" y="67497"/>
                    <a:pt x="27494" y="84806"/>
                    <a:pt x="27494" y="100293"/>
                  </a:cubicBezTo>
                  <a:cubicBezTo>
                    <a:pt x="27494" y="134910"/>
                    <a:pt x="57860" y="139769"/>
                    <a:pt x="75776" y="139769"/>
                  </a:cubicBezTo>
                  <a:cubicBezTo>
                    <a:pt x="83368" y="139769"/>
                    <a:pt x="93692" y="138554"/>
                    <a:pt x="104928" y="130659"/>
                  </a:cubicBezTo>
                  <a:cubicBezTo>
                    <a:pt x="96425" y="168009"/>
                    <a:pt x="73651" y="187747"/>
                    <a:pt x="52698" y="187747"/>
                  </a:cubicBezTo>
                  <a:cubicBezTo>
                    <a:pt x="48751" y="187747"/>
                    <a:pt x="40248" y="187140"/>
                    <a:pt x="34175" y="183496"/>
                  </a:cubicBezTo>
                  <a:cubicBezTo>
                    <a:pt x="43892" y="179548"/>
                    <a:pt x="48751" y="171350"/>
                    <a:pt x="48751" y="163151"/>
                  </a:cubicBezTo>
                  <a:cubicBezTo>
                    <a:pt x="48751" y="152219"/>
                    <a:pt x="39944" y="149182"/>
                    <a:pt x="33871" y="149182"/>
                  </a:cubicBezTo>
                  <a:cubicBezTo>
                    <a:pt x="22636" y="149182"/>
                    <a:pt x="12008" y="158900"/>
                    <a:pt x="12008" y="172261"/>
                  </a:cubicBezTo>
                  <a:cubicBezTo>
                    <a:pt x="12008" y="187747"/>
                    <a:pt x="28102" y="198679"/>
                    <a:pt x="52698" y="198679"/>
                  </a:cubicBezTo>
                  <a:cubicBezTo>
                    <a:pt x="87619" y="198679"/>
                    <a:pt x="127702" y="175297"/>
                    <a:pt x="137116" y="137643"/>
                  </a:cubicBezTo>
                  <a:lnTo>
                    <a:pt x="165660" y="22859"/>
                  </a:ln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D647B6C8-3926-CE1F-AAF2-7E113072ED17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9055547" y="6336442"/>
              <a:ext cx="32188" cy="130878"/>
            </a:xfrm>
            <a:custGeom>
              <a:avLst/>
              <a:gdLst>
                <a:gd name="csX0" fmla="*/ 32362 w 32188"/>
                <a:gd name="csY0" fmla="*/ 16179 h 130878"/>
                <a:gd name="csX1" fmla="*/ 16268 w 32188"/>
                <a:gd name="csY1" fmla="*/ 85 h 130878"/>
                <a:gd name="csX2" fmla="*/ 174 w 32188"/>
                <a:gd name="csY2" fmla="*/ 16179 h 130878"/>
                <a:gd name="csX3" fmla="*/ 16268 w 32188"/>
                <a:gd name="csY3" fmla="*/ 32273 h 130878"/>
                <a:gd name="csX4" fmla="*/ 32362 w 32188"/>
                <a:gd name="csY4" fmla="*/ 16179 h 130878"/>
                <a:gd name="csX5" fmla="*/ 32362 w 32188"/>
                <a:gd name="csY5" fmla="*/ 114869 h 130878"/>
                <a:gd name="csX6" fmla="*/ 16268 w 32188"/>
                <a:gd name="csY6" fmla="*/ 98775 h 130878"/>
                <a:gd name="csX7" fmla="*/ 174 w 32188"/>
                <a:gd name="csY7" fmla="*/ 114869 h 130878"/>
                <a:gd name="csX8" fmla="*/ 16268 w 32188"/>
                <a:gd name="csY8" fmla="*/ 130963 h 130878"/>
                <a:gd name="csX9" fmla="*/ 32362 w 32188"/>
                <a:gd name="csY9" fmla="*/ 114869 h 1308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2188" h="130878">
                  <a:moveTo>
                    <a:pt x="32362" y="16179"/>
                  </a:moveTo>
                  <a:cubicBezTo>
                    <a:pt x="32362" y="7373"/>
                    <a:pt x="25074" y="85"/>
                    <a:pt x="16268" y="85"/>
                  </a:cubicBezTo>
                  <a:cubicBezTo>
                    <a:pt x="7462" y="85"/>
                    <a:pt x="174" y="7373"/>
                    <a:pt x="174" y="16179"/>
                  </a:cubicBezTo>
                  <a:cubicBezTo>
                    <a:pt x="174" y="24985"/>
                    <a:pt x="7462" y="32273"/>
                    <a:pt x="16268" y="32273"/>
                  </a:cubicBezTo>
                  <a:cubicBezTo>
                    <a:pt x="25074" y="32273"/>
                    <a:pt x="32362" y="24985"/>
                    <a:pt x="32362" y="16179"/>
                  </a:cubicBezTo>
                  <a:close/>
                  <a:moveTo>
                    <a:pt x="32362" y="114869"/>
                  </a:moveTo>
                  <a:cubicBezTo>
                    <a:pt x="32362" y="106062"/>
                    <a:pt x="25074" y="98775"/>
                    <a:pt x="16268" y="98775"/>
                  </a:cubicBezTo>
                  <a:cubicBezTo>
                    <a:pt x="7462" y="98775"/>
                    <a:pt x="174" y="106062"/>
                    <a:pt x="174" y="114869"/>
                  </a:cubicBezTo>
                  <a:cubicBezTo>
                    <a:pt x="174" y="123675"/>
                    <a:pt x="7462" y="130963"/>
                    <a:pt x="16268" y="130963"/>
                  </a:cubicBezTo>
                  <a:cubicBezTo>
                    <a:pt x="25074" y="130963"/>
                    <a:pt x="32362" y="123675"/>
                    <a:pt x="32362" y="114869"/>
                  </a:cubicBez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851C1DDD-766B-3CD8-435E-B2C6D5AE3618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9275565" y="6253239"/>
              <a:ext cx="184929" cy="216206"/>
            </a:xfrm>
            <a:custGeom>
              <a:avLst/>
              <a:gdLst>
                <a:gd name="csX0" fmla="*/ 92495 w 184929"/>
                <a:gd name="csY0" fmla="*/ 216291 h 216206"/>
                <a:gd name="csX1" fmla="*/ 105249 w 184929"/>
                <a:gd name="csY1" fmla="*/ 203234 h 216206"/>
                <a:gd name="csX2" fmla="*/ 105249 w 184929"/>
                <a:gd name="csY2" fmla="*/ 21645 h 216206"/>
                <a:gd name="csX3" fmla="*/ 173572 w 184929"/>
                <a:gd name="csY3" fmla="*/ 21645 h 216206"/>
                <a:gd name="csX4" fmla="*/ 185112 w 184929"/>
                <a:gd name="csY4" fmla="*/ 10713 h 216206"/>
                <a:gd name="csX5" fmla="*/ 173572 w 184929"/>
                <a:gd name="csY5" fmla="*/ 85 h 216206"/>
                <a:gd name="csX6" fmla="*/ 11721 w 184929"/>
                <a:gd name="csY6" fmla="*/ 85 h 216206"/>
                <a:gd name="csX7" fmla="*/ 182 w 184929"/>
                <a:gd name="csY7" fmla="*/ 10713 h 216206"/>
                <a:gd name="csX8" fmla="*/ 11721 w 184929"/>
                <a:gd name="csY8" fmla="*/ 21645 h 216206"/>
                <a:gd name="csX9" fmla="*/ 80045 w 184929"/>
                <a:gd name="csY9" fmla="*/ 21645 h 216206"/>
                <a:gd name="csX10" fmla="*/ 80045 w 184929"/>
                <a:gd name="csY10" fmla="*/ 203234 h 216206"/>
                <a:gd name="csX11" fmla="*/ 92495 w 184929"/>
                <a:gd name="csY11" fmla="*/ 216291 h 2162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84929" h="216206">
                  <a:moveTo>
                    <a:pt x="92495" y="216291"/>
                  </a:moveTo>
                  <a:cubicBezTo>
                    <a:pt x="100997" y="216291"/>
                    <a:pt x="105249" y="212040"/>
                    <a:pt x="105249" y="203234"/>
                  </a:cubicBezTo>
                  <a:lnTo>
                    <a:pt x="105249" y="21645"/>
                  </a:lnTo>
                  <a:lnTo>
                    <a:pt x="173572" y="21645"/>
                  </a:lnTo>
                  <a:cubicBezTo>
                    <a:pt x="181164" y="21645"/>
                    <a:pt x="185112" y="18001"/>
                    <a:pt x="185112" y="10713"/>
                  </a:cubicBezTo>
                  <a:cubicBezTo>
                    <a:pt x="185112" y="3729"/>
                    <a:pt x="181164" y="85"/>
                    <a:pt x="173572" y="85"/>
                  </a:cubicBezTo>
                  <a:lnTo>
                    <a:pt x="11721" y="85"/>
                  </a:lnTo>
                  <a:cubicBezTo>
                    <a:pt x="3826" y="85"/>
                    <a:pt x="182" y="3729"/>
                    <a:pt x="182" y="10713"/>
                  </a:cubicBezTo>
                  <a:cubicBezTo>
                    <a:pt x="182" y="18001"/>
                    <a:pt x="3826" y="21645"/>
                    <a:pt x="11721" y="21645"/>
                  </a:cubicBezTo>
                  <a:lnTo>
                    <a:pt x="80045" y="21645"/>
                  </a:lnTo>
                  <a:lnTo>
                    <a:pt x="80045" y="203234"/>
                  </a:lnTo>
                  <a:cubicBezTo>
                    <a:pt x="80045" y="212040"/>
                    <a:pt x="83992" y="216291"/>
                    <a:pt x="92495" y="216291"/>
                  </a:cubicBez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7EABB96E-EA2A-40DE-EBA3-94088881345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9459280" y="6316634"/>
              <a:ext cx="83571" cy="152811"/>
            </a:xfrm>
            <a:custGeom>
              <a:avLst/>
              <a:gdLst>
                <a:gd name="csX0" fmla="*/ 12637 w 83571"/>
                <a:gd name="csY0" fmla="*/ 152897 h 152811"/>
                <a:gd name="csX1" fmla="*/ 25087 w 83571"/>
                <a:gd name="csY1" fmla="*/ 140143 h 152811"/>
                <a:gd name="csX2" fmla="*/ 25087 w 83571"/>
                <a:gd name="csY2" fmla="*/ 66657 h 152811"/>
                <a:gd name="csX3" fmla="*/ 36019 w 83571"/>
                <a:gd name="csY3" fmla="*/ 35683 h 152811"/>
                <a:gd name="csX4" fmla="*/ 67904 w 83571"/>
                <a:gd name="csY4" fmla="*/ 22322 h 152811"/>
                <a:gd name="csX5" fmla="*/ 72762 w 83571"/>
                <a:gd name="csY5" fmla="*/ 21715 h 152811"/>
                <a:gd name="csX6" fmla="*/ 83694 w 83571"/>
                <a:gd name="csY6" fmla="*/ 9872 h 152811"/>
                <a:gd name="csX7" fmla="*/ 73369 w 83571"/>
                <a:gd name="csY7" fmla="*/ 155 h 152811"/>
                <a:gd name="csX8" fmla="*/ 43003 w 83571"/>
                <a:gd name="csY8" fmla="*/ 8354 h 152811"/>
                <a:gd name="csX9" fmla="*/ 24176 w 83571"/>
                <a:gd name="csY9" fmla="*/ 29610 h 152811"/>
                <a:gd name="csX10" fmla="*/ 24176 w 83571"/>
                <a:gd name="csY10" fmla="*/ 13516 h 152811"/>
                <a:gd name="csX11" fmla="*/ 12030 w 83571"/>
                <a:gd name="csY11" fmla="*/ 1066 h 152811"/>
                <a:gd name="csX12" fmla="*/ 187 w 83571"/>
                <a:gd name="csY12" fmla="*/ 13516 h 152811"/>
                <a:gd name="csX13" fmla="*/ 187 w 83571"/>
                <a:gd name="csY13" fmla="*/ 140143 h 152811"/>
                <a:gd name="csX14" fmla="*/ 12637 w 83571"/>
                <a:gd name="csY14" fmla="*/ 152897 h 1528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83571" h="152811">
                  <a:moveTo>
                    <a:pt x="12637" y="152897"/>
                  </a:moveTo>
                  <a:cubicBezTo>
                    <a:pt x="20836" y="152897"/>
                    <a:pt x="25087" y="148645"/>
                    <a:pt x="25087" y="140143"/>
                  </a:cubicBezTo>
                  <a:lnTo>
                    <a:pt x="25087" y="66657"/>
                  </a:lnTo>
                  <a:cubicBezTo>
                    <a:pt x="25087" y="53599"/>
                    <a:pt x="28731" y="43275"/>
                    <a:pt x="36019" y="35683"/>
                  </a:cubicBezTo>
                  <a:cubicBezTo>
                    <a:pt x="43307" y="28092"/>
                    <a:pt x="53935" y="23537"/>
                    <a:pt x="67904" y="22322"/>
                  </a:cubicBezTo>
                  <a:lnTo>
                    <a:pt x="72762" y="21715"/>
                  </a:lnTo>
                  <a:cubicBezTo>
                    <a:pt x="80657" y="21108"/>
                    <a:pt x="84301" y="17160"/>
                    <a:pt x="83694" y="9872"/>
                  </a:cubicBezTo>
                  <a:cubicBezTo>
                    <a:pt x="83087" y="2888"/>
                    <a:pt x="79746" y="-452"/>
                    <a:pt x="73369" y="155"/>
                  </a:cubicBezTo>
                  <a:cubicBezTo>
                    <a:pt x="61527" y="762"/>
                    <a:pt x="51506" y="3495"/>
                    <a:pt x="43003" y="8354"/>
                  </a:cubicBezTo>
                  <a:cubicBezTo>
                    <a:pt x="34501" y="13212"/>
                    <a:pt x="28124" y="20500"/>
                    <a:pt x="24176" y="29610"/>
                  </a:cubicBezTo>
                  <a:lnTo>
                    <a:pt x="24176" y="13516"/>
                  </a:lnTo>
                  <a:cubicBezTo>
                    <a:pt x="24176" y="5317"/>
                    <a:pt x="19925" y="1066"/>
                    <a:pt x="12030" y="1066"/>
                  </a:cubicBezTo>
                  <a:cubicBezTo>
                    <a:pt x="4135" y="1066"/>
                    <a:pt x="187" y="5317"/>
                    <a:pt x="187" y="13516"/>
                  </a:cubicBezTo>
                  <a:lnTo>
                    <a:pt x="187" y="140143"/>
                  </a:lnTo>
                  <a:cubicBezTo>
                    <a:pt x="187" y="148645"/>
                    <a:pt x="4135" y="152897"/>
                    <a:pt x="12637" y="152897"/>
                  </a:cubicBez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983D800-B1A9-579D-5183-4EEB5262115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9557059" y="6317008"/>
              <a:ext cx="135129" cy="153045"/>
            </a:xfrm>
            <a:custGeom>
              <a:avLst/>
              <a:gdLst>
                <a:gd name="csX0" fmla="*/ 75802 w 135129"/>
                <a:gd name="csY0" fmla="*/ 153130 h 153045"/>
                <a:gd name="csX1" fmla="*/ 102524 w 135129"/>
                <a:gd name="csY1" fmla="*/ 149182 h 153045"/>
                <a:gd name="csX2" fmla="*/ 126514 w 135129"/>
                <a:gd name="csY2" fmla="*/ 137947 h 153045"/>
                <a:gd name="csX3" fmla="*/ 132587 w 135129"/>
                <a:gd name="csY3" fmla="*/ 128230 h 153045"/>
                <a:gd name="csX4" fmla="*/ 127728 w 135129"/>
                <a:gd name="csY4" fmla="*/ 119727 h 153045"/>
                <a:gd name="csX5" fmla="*/ 116189 w 135129"/>
                <a:gd name="csY5" fmla="*/ 121549 h 153045"/>
                <a:gd name="csX6" fmla="*/ 96148 w 135129"/>
                <a:gd name="csY6" fmla="*/ 130963 h 153045"/>
                <a:gd name="csX7" fmla="*/ 75802 w 135129"/>
                <a:gd name="csY7" fmla="*/ 133392 h 153045"/>
                <a:gd name="csX8" fmla="*/ 38756 w 135129"/>
                <a:gd name="csY8" fmla="*/ 120335 h 153045"/>
                <a:gd name="csX9" fmla="*/ 24180 w 135129"/>
                <a:gd name="csY9" fmla="*/ 81770 h 153045"/>
                <a:gd name="csX10" fmla="*/ 124692 w 135129"/>
                <a:gd name="csY10" fmla="*/ 81770 h 153045"/>
                <a:gd name="csX11" fmla="*/ 135320 w 135129"/>
                <a:gd name="csY11" fmla="*/ 72356 h 153045"/>
                <a:gd name="csX12" fmla="*/ 118315 w 135129"/>
                <a:gd name="csY12" fmla="*/ 19519 h 153045"/>
                <a:gd name="csX13" fmla="*/ 71247 w 135129"/>
                <a:gd name="csY13" fmla="*/ 85 h 153045"/>
                <a:gd name="csX14" fmla="*/ 34201 w 135129"/>
                <a:gd name="csY14" fmla="*/ 9802 h 153045"/>
                <a:gd name="csX15" fmla="*/ 9300 w 135129"/>
                <a:gd name="csY15" fmla="*/ 36828 h 153045"/>
                <a:gd name="csX16" fmla="*/ 191 w 135129"/>
                <a:gd name="csY16" fmla="*/ 76911 h 153045"/>
                <a:gd name="csX17" fmla="*/ 20536 w 135129"/>
                <a:gd name="csY17" fmla="*/ 132785 h 153045"/>
                <a:gd name="csX18" fmla="*/ 75802 w 135129"/>
                <a:gd name="csY18" fmla="*/ 153130 h 153045"/>
                <a:gd name="csX19" fmla="*/ 71855 w 135129"/>
                <a:gd name="csY19" fmla="*/ 18304 h 153045"/>
                <a:gd name="csX20" fmla="*/ 102221 w 135129"/>
                <a:gd name="csY20" fmla="*/ 30754 h 153045"/>
                <a:gd name="csX21" fmla="*/ 114064 w 135129"/>
                <a:gd name="csY21" fmla="*/ 65676 h 153045"/>
                <a:gd name="csX22" fmla="*/ 24484 w 135129"/>
                <a:gd name="csY22" fmla="*/ 65676 h 153045"/>
                <a:gd name="csX23" fmla="*/ 38756 w 135129"/>
                <a:gd name="csY23" fmla="*/ 31362 h 153045"/>
                <a:gd name="csX24" fmla="*/ 71855 w 135129"/>
                <a:gd name="csY24" fmla="*/ 18304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35129" h="153045">
                  <a:moveTo>
                    <a:pt x="75802" y="153130"/>
                  </a:moveTo>
                  <a:cubicBezTo>
                    <a:pt x="84305" y="153130"/>
                    <a:pt x="93415" y="151915"/>
                    <a:pt x="102524" y="149182"/>
                  </a:cubicBezTo>
                  <a:cubicBezTo>
                    <a:pt x="111634" y="146753"/>
                    <a:pt x="119833" y="142805"/>
                    <a:pt x="126514" y="137947"/>
                  </a:cubicBezTo>
                  <a:cubicBezTo>
                    <a:pt x="130765" y="135214"/>
                    <a:pt x="132587" y="131874"/>
                    <a:pt x="132587" y="128230"/>
                  </a:cubicBezTo>
                  <a:cubicBezTo>
                    <a:pt x="132587" y="124586"/>
                    <a:pt x="130765" y="121549"/>
                    <a:pt x="127728" y="119727"/>
                  </a:cubicBezTo>
                  <a:cubicBezTo>
                    <a:pt x="124692" y="117905"/>
                    <a:pt x="120744" y="118513"/>
                    <a:pt x="116189" y="121549"/>
                  </a:cubicBezTo>
                  <a:cubicBezTo>
                    <a:pt x="109509" y="126104"/>
                    <a:pt x="102828" y="129141"/>
                    <a:pt x="96148" y="130963"/>
                  </a:cubicBezTo>
                  <a:cubicBezTo>
                    <a:pt x="89163" y="132785"/>
                    <a:pt x="82483" y="133392"/>
                    <a:pt x="75802" y="133392"/>
                  </a:cubicBezTo>
                  <a:cubicBezTo>
                    <a:pt x="60012" y="133392"/>
                    <a:pt x="47562" y="129141"/>
                    <a:pt x="38756" y="120335"/>
                  </a:cubicBezTo>
                  <a:cubicBezTo>
                    <a:pt x="29646" y="111528"/>
                    <a:pt x="24787" y="98775"/>
                    <a:pt x="24180" y="81770"/>
                  </a:cubicBezTo>
                  <a:lnTo>
                    <a:pt x="124692" y="81770"/>
                  </a:lnTo>
                  <a:cubicBezTo>
                    <a:pt x="131676" y="81770"/>
                    <a:pt x="135320" y="78733"/>
                    <a:pt x="135320" y="72356"/>
                  </a:cubicBezTo>
                  <a:cubicBezTo>
                    <a:pt x="135320" y="49885"/>
                    <a:pt x="129550" y="32273"/>
                    <a:pt x="118315" y="19519"/>
                  </a:cubicBezTo>
                  <a:cubicBezTo>
                    <a:pt x="106776" y="6765"/>
                    <a:pt x="91289" y="85"/>
                    <a:pt x="71247" y="85"/>
                  </a:cubicBezTo>
                  <a:cubicBezTo>
                    <a:pt x="57279" y="85"/>
                    <a:pt x="44829" y="3425"/>
                    <a:pt x="34201" y="9802"/>
                  </a:cubicBezTo>
                  <a:cubicBezTo>
                    <a:pt x="23573" y="16179"/>
                    <a:pt x="15374" y="25289"/>
                    <a:pt x="9300" y="36828"/>
                  </a:cubicBezTo>
                  <a:cubicBezTo>
                    <a:pt x="3227" y="48367"/>
                    <a:pt x="191" y="61728"/>
                    <a:pt x="191" y="76911"/>
                  </a:cubicBezTo>
                  <a:cubicBezTo>
                    <a:pt x="191" y="100597"/>
                    <a:pt x="6871" y="119120"/>
                    <a:pt x="20536" y="132785"/>
                  </a:cubicBezTo>
                  <a:cubicBezTo>
                    <a:pt x="33897" y="146449"/>
                    <a:pt x="52420" y="153130"/>
                    <a:pt x="75802" y="153130"/>
                  </a:cubicBezTo>
                  <a:close/>
                  <a:moveTo>
                    <a:pt x="71855" y="18304"/>
                  </a:moveTo>
                  <a:cubicBezTo>
                    <a:pt x="84912" y="18304"/>
                    <a:pt x="94933" y="22556"/>
                    <a:pt x="102221" y="30754"/>
                  </a:cubicBezTo>
                  <a:cubicBezTo>
                    <a:pt x="109509" y="39257"/>
                    <a:pt x="113456" y="50796"/>
                    <a:pt x="114064" y="65676"/>
                  </a:cubicBezTo>
                  <a:lnTo>
                    <a:pt x="24484" y="65676"/>
                  </a:lnTo>
                  <a:cubicBezTo>
                    <a:pt x="25698" y="51707"/>
                    <a:pt x="30557" y="40168"/>
                    <a:pt x="38756" y="31362"/>
                  </a:cubicBezTo>
                  <a:cubicBezTo>
                    <a:pt x="46651" y="22859"/>
                    <a:pt x="57886" y="18304"/>
                    <a:pt x="71855" y="18304"/>
                  </a:cubicBez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8103C18F-BA82-DEC3-0833-FE4292D7D210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9718606" y="6317008"/>
              <a:ext cx="135129" cy="153045"/>
            </a:xfrm>
            <a:custGeom>
              <a:avLst/>
              <a:gdLst>
                <a:gd name="csX0" fmla="*/ 75808 w 135129"/>
                <a:gd name="csY0" fmla="*/ 153130 h 153045"/>
                <a:gd name="csX1" fmla="*/ 102530 w 135129"/>
                <a:gd name="csY1" fmla="*/ 149182 h 153045"/>
                <a:gd name="csX2" fmla="*/ 126519 w 135129"/>
                <a:gd name="csY2" fmla="*/ 137947 h 153045"/>
                <a:gd name="csX3" fmla="*/ 132592 w 135129"/>
                <a:gd name="csY3" fmla="*/ 128230 h 153045"/>
                <a:gd name="csX4" fmla="*/ 127734 w 135129"/>
                <a:gd name="csY4" fmla="*/ 119727 h 153045"/>
                <a:gd name="csX5" fmla="*/ 116195 w 135129"/>
                <a:gd name="csY5" fmla="*/ 121549 h 153045"/>
                <a:gd name="csX6" fmla="*/ 96153 w 135129"/>
                <a:gd name="csY6" fmla="*/ 130963 h 153045"/>
                <a:gd name="csX7" fmla="*/ 75808 w 135129"/>
                <a:gd name="csY7" fmla="*/ 133392 h 153045"/>
                <a:gd name="csX8" fmla="*/ 38761 w 135129"/>
                <a:gd name="csY8" fmla="*/ 120335 h 153045"/>
                <a:gd name="csX9" fmla="*/ 24185 w 135129"/>
                <a:gd name="csY9" fmla="*/ 81770 h 153045"/>
                <a:gd name="csX10" fmla="*/ 124697 w 135129"/>
                <a:gd name="csY10" fmla="*/ 81770 h 153045"/>
                <a:gd name="csX11" fmla="*/ 135325 w 135129"/>
                <a:gd name="csY11" fmla="*/ 72356 h 153045"/>
                <a:gd name="csX12" fmla="*/ 118320 w 135129"/>
                <a:gd name="csY12" fmla="*/ 19519 h 153045"/>
                <a:gd name="csX13" fmla="*/ 71253 w 135129"/>
                <a:gd name="csY13" fmla="*/ 85 h 153045"/>
                <a:gd name="csX14" fmla="*/ 34206 w 135129"/>
                <a:gd name="csY14" fmla="*/ 9802 h 153045"/>
                <a:gd name="csX15" fmla="*/ 9306 w 135129"/>
                <a:gd name="csY15" fmla="*/ 36828 h 153045"/>
                <a:gd name="csX16" fmla="*/ 196 w 135129"/>
                <a:gd name="csY16" fmla="*/ 76911 h 153045"/>
                <a:gd name="csX17" fmla="*/ 20541 w 135129"/>
                <a:gd name="csY17" fmla="*/ 132785 h 153045"/>
                <a:gd name="csX18" fmla="*/ 75808 w 135129"/>
                <a:gd name="csY18" fmla="*/ 153130 h 153045"/>
                <a:gd name="csX19" fmla="*/ 71860 w 135129"/>
                <a:gd name="csY19" fmla="*/ 18304 h 153045"/>
                <a:gd name="csX20" fmla="*/ 102226 w 135129"/>
                <a:gd name="csY20" fmla="*/ 30754 h 153045"/>
                <a:gd name="csX21" fmla="*/ 114069 w 135129"/>
                <a:gd name="csY21" fmla="*/ 65676 h 153045"/>
                <a:gd name="csX22" fmla="*/ 24489 w 135129"/>
                <a:gd name="csY22" fmla="*/ 65676 h 153045"/>
                <a:gd name="csX23" fmla="*/ 38761 w 135129"/>
                <a:gd name="csY23" fmla="*/ 31362 h 153045"/>
                <a:gd name="csX24" fmla="*/ 71860 w 135129"/>
                <a:gd name="csY24" fmla="*/ 18304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35129" h="153045">
                  <a:moveTo>
                    <a:pt x="75808" y="153130"/>
                  </a:moveTo>
                  <a:cubicBezTo>
                    <a:pt x="84310" y="153130"/>
                    <a:pt x="93420" y="151915"/>
                    <a:pt x="102530" y="149182"/>
                  </a:cubicBezTo>
                  <a:cubicBezTo>
                    <a:pt x="111640" y="146753"/>
                    <a:pt x="119838" y="142805"/>
                    <a:pt x="126519" y="137947"/>
                  </a:cubicBezTo>
                  <a:cubicBezTo>
                    <a:pt x="130770" y="135214"/>
                    <a:pt x="132592" y="131874"/>
                    <a:pt x="132592" y="128230"/>
                  </a:cubicBezTo>
                  <a:cubicBezTo>
                    <a:pt x="132592" y="124586"/>
                    <a:pt x="130770" y="121549"/>
                    <a:pt x="127734" y="119727"/>
                  </a:cubicBezTo>
                  <a:cubicBezTo>
                    <a:pt x="124697" y="117905"/>
                    <a:pt x="120749" y="118513"/>
                    <a:pt x="116195" y="121549"/>
                  </a:cubicBezTo>
                  <a:cubicBezTo>
                    <a:pt x="109514" y="126104"/>
                    <a:pt x="102833" y="129141"/>
                    <a:pt x="96153" y="130963"/>
                  </a:cubicBezTo>
                  <a:cubicBezTo>
                    <a:pt x="89169" y="132785"/>
                    <a:pt x="82488" y="133392"/>
                    <a:pt x="75808" y="133392"/>
                  </a:cubicBezTo>
                  <a:cubicBezTo>
                    <a:pt x="60017" y="133392"/>
                    <a:pt x="47567" y="129141"/>
                    <a:pt x="38761" y="120335"/>
                  </a:cubicBezTo>
                  <a:cubicBezTo>
                    <a:pt x="29651" y="111528"/>
                    <a:pt x="24792" y="98775"/>
                    <a:pt x="24185" y="81770"/>
                  </a:cubicBezTo>
                  <a:lnTo>
                    <a:pt x="124697" y="81770"/>
                  </a:lnTo>
                  <a:cubicBezTo>
                    <a:pt x="131681" y="81770"/>
                    <a:pt x="135325" y="78733"/>
                    <a:pt x="135325" y="72356"/>
                  </a:cubicBezTo>
                  <a:cubicBezTo>
                    <a:pt x="135325" y="49885"/>
                    <a:pt x="129556" y="32273"/>
                    <a:pt x="118320" y="19519"/>
                  </a:cubicBezTo>
                  <a:cubicBezTo>
                    <a:pt x="106781" y="6765"/>
                    <a:pt x="91294" y="85"/>
                    <a:pt x="71253" y="85"/>
                  </a:cubicBezTo>
                  <a:cubicBezTo>
                    <a:pt x="57284" y="85"/>
                    <a:pt x="44834" y="3425"/>
                    <a:pt x="34206" y="9802"/>
                  </a:cubicBezTo>
                  <a:cubicBezTo>
                    <a:pt x="23578" y="16179"/>
                    <a:pt x="15379" y="25289"/>
                    <a:pt x="9306" y="36828"/>
                  </a:cubicBezTo>
                  <a:cubicBezTo>
                    <a:pt x="3233" y="48367"/>
                    <a:pt x="196" y="61728"/>
                    <a:pt x="196" y="76911"/>
                  </a:cubicBezTo>
                  <a:cubicBezTo>
                    <a:pt x="196" y="100597"/>
                    <a:pt x="6876" y="119120"/>
                    <a:pt x="20541" y="132785"/>
                  </a:cubicBezTo>
                  <a:cubicBezTo>
                    <a:pt x="33902" y="146449"/>
                    <a:pt x="52426" y="153130"/>
                    <a:pt x="75808" y="153130"/>
                  </a:cubicBezTo>
                  <a:close/>
                  <a:moveTo>
                    <a:pt x="71860" y="18304"/>
                  </a:moveTo>
                  <a:cubicBezTo>
                    <a:pt x="84917" y="18304"/>
                    <a:pt x="94938" y="22556"/>
                    <a:pt x="102226" y="30754"/>
                  </a:cubicBezTo>
                  <a:cubicBezTo>
                    <a:pt x="109514" y="39257"/>
                    <a:pt x="113462" y="50796"/>
                    <a:pt x="114069" y="65676"/>
                  </a:cubicBezTo>
                  <a:lnTo>
                    <a:pt x="24489" y="65676"/>
                  </a:lnTo>
                  <a:cubicBezTo>
                    <a:pt x="25703" y="51707"/>
                    <a:pt x="30562" y="40168"/>
                    <a:pt x="38761" y="31362"/>
                  </a:cubicBezTo>
                  <a:cubicBezTo>
                    <a:pt x="46656" y="22859"/>
                    <a:pt x="57892" y="18304"/>
                    <a:pt x="71860" y="18304"/>
                  </a:cubicBez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332F189E-47FF-309A-EA7D-EFF5D3640D9A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9956297" y="6317615"/>
              <a:ext cx="231705" cy="151830"/>
            </a:xfrm>
            <a:custGeom>
              <a:avLst/>
              <a:gdLst>
                <a:gd name="csX0" fmla="*/ 62530 w 231705"/>
                <a:gd name="csY0" fmla="*/ 151915 h 151830"/>
                <a:gd name="csX1" fmla="*/ 78017 w 231705"/>
                <a:gd name="csY1" fmla="*/ 140376 h 151830"/>
                <a:gd name="csX2" fmla="*/ 116278 w 231705"/>
                <a:gd name="csY2" fmla="*/ 35309 h 151830"/>
                <a:gd name="csX3" fmla="*/ 154540 w 231705"/>
                <a:gd name="csY3" fmla="*/ 140376 h 151830"/>
                <a:gd name="csX4" fmla="*/ 169723 w 231705"/>
                <a:gd name="csY4" fmla="*/ 151915 h 151830"/>
                <a:gd name="csX5" fmla="*/ 185209 w 231705"/>
                <a:gd name="csY5" fmla="*/ 140376 h 151830"/>
                <a:gd name="csX6" fmla="*/ 230455 w 231705"/>
                <a:gd name="csY6" fmla="*/ 17393 h 151830"/>
                <a:gd name="csX7" fmla="*/ 231062 w 231705"/>
                <a:gd name="csY7" fmla="*/ 5551 h 151830"/>
                <a:gd name="csX8" fmla="*/ 221649 w 231705"/>
                <a:gd name="csY8" fmla="*/ 85 h 151830"/>
                <a:gd name="csX9" fmla="*/ 214057 w 231705"/>
                <a:gd name="csY9" fmla="*/ 2210 h 151830"/>
                <a:gd name="csX10" fmla="*/ 209199 w 231705"/>
                <a:gd name="csY10" fmla="*/ 9498 h 151830"/>
                <a:gd name="csX11" fmla="*/ 169723 w 231705"/>
                <a:gd name="csY11" fmla="*/ 121246 h 151830"/>
                <a:gd name="csX12" fmla="*/ 130247 w 231705"/>
                <a:gd name="csY12" fmla="*/ 10106 h 151830"/>
                <a:gd name="csX13" fmla="*/ 116886 w 231705"/>
                <a:gd name="csY13" fmla="*/ 85 h 151830"/>
                <a:gd name="csX14" fmla="*/ 103221 w 231705"/>
                <a:gd name="csY14" fmla="*/ 10106 h 151830"/>
                <a:gd name="csX15" fmla="*/ 63138 w 231705"/>
                <a:gd name="csY15" fmla="*/ 120942 h 151830"/>
                <a:gd name="csX16" fmla="*/ 24269 w 231705"/>
                <a:gd name="csY16" fmla="*/ 10106 h 151830"/>
                <a:gd name="csX17" fmla="*/ 19410 w 231705"/>
                <a:gd name="csY17" fmla="*/ 2210 h 151830"/>
                <a:gd name="csX18" fmla="*/ 12122 w 231705"/>
                <a:gd name="csY18" fmla="*/ 85 h 151830"/>
                <a:gd name="csX19" fmla="*/ 1798 w 231705"/>
                <a:gd name="csY19" fmla="*/ 4943 h 151830"/>
                <a:gd name="csX20" fmla="*/ 1798 w 231705"/>
                <a:gd name="csY20" fmla="*/ 17393 h 151830"/>
                <a:gd name="csX21" fmla="*/ 47044 w 231705"/>
                <a:gd name="csY21" fmla="*/ 140376 h 151830"/>
                <a:gd name="csX22" fmla="*/ 62530 w 231705"/>
                <a:gd name="csY22" fmla="*/ 151915 h 151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31705" h="151830">
                  <a:moveTo>
                    <a:pt x="62530" y="151915"/>
                  </a:moveTo>
                  <a:cubicBezTo>
                    <a:pt x="69818" y="151915"/>
                    <a:pt x="74980" y="148271"/>
                    <a:pt x="78017" y="140376"/>
                  </a:cubicBezTo>
                  <a:lnTo>
                    <a:pt x="116278" y="35309"/>
                  </a:lnTo>
                  <a:lnTo>
                    <a:pt x="154540" y="140376"/>
                  </a:lnTo>
                  <a:cubicBezTo>
                    <a:pt x="156969" y="148271"/>
                    <a:pt x="162131" y="151915"/>
                    <a:pt x="169723" y="151915"/>
                  </a:cubicBezTo>
                  <a:cubicBezTo>
                    <a:pt x="177011" y="151915"/>
                    <a:pt x="182173" y="148271"/>
                    <a:pt x="185209" y="140376"/>
                  </a:cubicBezTo>
                  <a:lnTo>
                    <a:pt x="230455" y="17393"/>
                  </a:lnTo>
                  <a:cubicBezTo>
                    <a:pt x="232277" y="13142"/>
                    <a:pt x="232277" y="9195"/>
                    <a:pt x="231062" y="5551"/>
                  </a:cubicBezTo>
                  <a:cubicBezTo>
                    <a:pt x="229544" y="1907"/>
                    <a:pt x="226507" y="85"/>
                    <a:pt x="221649" y="85"/>
                  </a:cubicBezTo>
                  <a:cubicBezTo>
                    <a:pt x="218612" y="85"/>
                    <a:pt x="215879" y="996"/>
                    <a:pt x="214057" y="2210"/>
                  </a:cubicBezTo>
                  <a:cubicBezTo>
                    <a:pt x="212235" y="3425"/>
                    <a:pt x="210413" y="5854"/>
                    <a:pt x="209199" y="9498"/>
                  </a:cubicBezTo>
                  <a:lnTo>
                    <a:pt x="169723" y="121246"/>
                  </a:lnTo>
                  <a:lnTo>
                    <a:pt x="130247" y="10106"/>
                  </a:lnTo>
                  <a:cubicBezTo>
                    <a:pt x="127817" y="3425"/>
                    <a:pt x="123262" y="85"/>
                    <a:pt x="116886" y="85"/>
                  </a:cubicBezTo>
                  <a:cubicBezTo>
                    <a:pt x="110205" y="85"/>
                    <a:pt x="105650" y="3425"/>
                    <a:pt x="103221" y="10106"/>
                  </a:cubicBezTo>
                  <a:lnTo>
                    <a:pt x="63138" y="120942"/>
                  </a:lnTo>
                  <a:lnTo>
                    <a:pt x="24269" y="10106"/>
                  </a:lnTo>
                  <a:cubicBezTo>
                    <a:pt x="23054" y="6462"/>
                    <a:pt x="21232" y="3729"/>
                    <a:pt x="19410" y="2210"/>
                  </a:cubicBezTo>
                  <a:cubicBezTo>
                    <a:pt x="17588" y="996"/>
                    <a:pt x="15159" y="85"/>
                    <a:pt x="12122" y="85"/>
                  </a:cubicBezTo>
                  <a:cubicBezTo>
                    <a:pt x="7264" y="85"/>
                    <a:pt x="3924" y="1907"/>
                    <a:pt x="1798" y="4943"/>
                  </a:cubicBezTo>
                  <a:cubicBezTo>
                    <a:pt x="-328" y="7980"/>
                    <a:pt x="-328" y="12231"/>
                    <a:pt x="1798" y="17393"/>
                  </a:cubicBezTo>
                  <a:lnTo>
                    <a:pt x="47044" y="140376"/>
                  </a:lnTo>
                  <a:cubicBezTo>
                    <a:pt x="49776" y="148271"/>
                    <a:pt x="54939" y="151915"/>
                    <a:pt x="62530" y="151915"/>
                  </a:cubicBez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577CD742-047C-A744-A8D3-35A5BC63F120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0219040" y="6254150"/>
              <a:ext cx="32188" cy="214688"/>
            </a:xfrm>
            <a:custGeom>
              <a:avLst/>
              <a:gdLst>
                <a:gd name="csX0" fmla="*/ 16306 w 32188"/>
                <a:gd name="csY0" fmla="*/ 30147 h 214688"/>
                <a:gd name="csX1" fmla="*/ 32400 w 32188"/>
                <a:gd name="csY1" fmla="*/ 14964 h 214688"/>
                <a:gd name="csX2" fmla="*/ 16306 w 32188"/>
                <a:gd name="csY2" fmla="*/ 85 h 214688"/>
                <a:gd name="csX3" fmla="*/ 212 w 32188"/>
                <a:gd name="csY3" fmla="*/ 14964 h 214688"/>
                <a:gd name="csX4" fmla="*/ 16306 w 32188"/>
                <a:gd name="csY4" fmla="*/ 30147 h 214688"/>
                <a:gd name="csX5" fmla="*/ 16306 w 32188"/>
                <a:gd name="csY5" fmla="*/ 214773 h 214688"/>
                <a:gd name="csX6" fmla="*/ 28756 w 32188"/>
                <a:gd name="csY6" fmla="*/ 201412 h 214688"/>
                <a:gd name="csX7" fmla="*/ 28756 w 32188"/>
                <a:gd name="csY7" fmla="*/ 77215 h 214688"/>
                <a:gd name="csX8" fmla="*/ 16306 w 32188"/>
                <a:gd name="csY8" fmla="*/ 64157 h 214688"/>
                <a:gd name="csX9" fmla="*/ 4160 w 32188"/>
                <a:gd name="csY9" fmla="*/ 77215 h 214688"/>
                <a:gd name="csX10" fmla="*/ 4160 w 32188"/>
                <a:gd name="csY10" fmla="*/ 201412 h 214688"/>
                <a:gd name="csX11" fmla="*/ 16306 w 32188"/>
                <a:gd name="csY11" fmla="*/ 214773 h 2146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2188" h="214688">
                  <a:moveTo>
                    <a:pt x="16306" y="30147"/>
                  </a:moveTo>
                  <a:cubicBezTo>
                    <a:pt x="26934" y="30147"/>
                    <a:pt x="32400" y="25289"/>
                    <a:pt x="32400" y="14964"/>
                  </a:cubicBezTo>
                  <a:cubicBezTo>
                    <a:pt x="32400" y="5247"/>
                    <a:pt x="26934" y="85"/>
                    <a:pt x="16306" y="85"/>
                  </a:cubicBezTo>
                  <a:cubicBezTo>
                    <a:pt x="5374" y="85"/>
                    <a:pt x="212" y="5247"/>
                    <a:pt x="212" y="14964"/>
                  </a:cubicBezTo>
                  <a:cubicBezTo>
                    <a:pt x="212" y="25289"/>
                    <a:pt x="5374" y="30147"/>
                    <a:pt x="16306" y="30147"/>
                  </a:cubicBezTo>
                  <a:close/>
                  <a:moveTo>
                    <a:pt x="16306" y="214773"/>
                  </a:moveTo>
                  <a:cubicBezTo>
                    <a:pt x="24505" y="214773"/>
                    <a:pt x="28756" y="210522"/>
                    <a:pt x="28756" y="201412"/>
                  </a:cubicBezTo>
                  <a:lnTo>
                    <a:pt x="28756" y="77215"/>
                  </a:lnTo>
                  <a:cubicBezTo>
                    <a:pt x="28756" y="68712"/>
                    <a:pt x="24505" y="64157"/>
                    <a:pt x="16306" y="64157"/>
                  </a:cubicBezTo>
                  <a:cubicBezTo>
                    <a:pt x="8107" y="64157"/>
                    <a:pt x="4160" y="68712"/>
                    <a:pt x="4160" y="77215"/>
                  </a:cubicBezTo>
                  <a:lnTo>
                    <a:pt x="4160" y="201412"/>
                  </a:lnTo>
                  <a:cubicBezTo>
                    <a:pt x="4160" y="210522"/>
                    <a:pt x="8107" y="214773"/>
                    <a:pt x="16306" y="214773"/>
                  </a:cubicBez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AADBBA29-BE44-B630-AFFE-8B76C1238598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0269448" y="6272370"/>
              <a:ext cx="109621" cy="197683"/>
            </a:xfrm>
            <a:custGeom>
              <a:avLst/>
              <a:gdLst>
                <a:gd name="csX0" fmla="*/ 83418 w 109621"/>
                <a:gd name="csY0" fmla="*/ 197768 h 197683"/>
                <a:gd name="csX1" fmla="*/ 94046 w 109621"/>
                <a:gd name="csY1" fmla="*/ 196857 h 197683"/>
                <a:gd name="csX2" fmla="*/ 103763 w 109621"/>
                <a:gd name="csY2" fmla="*/ 194428 h 197683"/>
                <a:gd name="csX3" fmla="*/ 108318 w 109621"/>
                <a:gd name="csY3" fmla="*/ 190177 h 197683"/>
                <a:gd name="csX4" fmla="*/ 109836 w 109621"/>
                <a:gd name="csY4" fmla="*/ 183496 h 197683"/>
                <a:gd name="csX5" fmla="*/ 108014 w 109621"/>
                <a:gd name="csY5" fmla="*/ 176208 h 197683"/>
                <a:gd name="csX6" fmla="*/ 103459 w 109621"/>
                <a:gd name="csY6" fmla="*/ 174386 h 197683"/>
                <a:gd name="csX7" fmla="*/ 96475 w 109621"/>
                <a:gd name="csY7" fmla="*/ 175601 h 197683"/>
                <a:gd name="csX8" fmla="*/ 86758 w 109621"/>
                <a:gd name="csY8" fmla="*/ 176816 h 197683"/>
                <a:gd name="csX9" fmla="*/ 63072 w 109621"/>
                <a:gd name="csY9" fmla="*/ 168009 h 197683"/>
                <a:gd name="csX10" fmla="*/ 55784 w 109621"/>
                <a:gd name="csY10" fmla="*/ 141591 h 197683"/>
                <a:gd name="csX11" fmla="*/ 55784 w 109621"/>
                <a:gd name="csY11" fmla="*/ 66586 h 197683"/>
                <a:gd name="csX12" fmla="*/ 94046 w 109621"/>
                <a:gd name="csY12" fmla="*/ 66586 h 197683"/>
                <a:gd name="csX13" fmla="*/ 104674 w 109621"/>
                <a:gd name="csY13" fmla="*/ 56869 h 197683"/>
                <a:gd name="csX14" fmla="*/ 94046 w 109621"/>
                <a:gd name="csY14" fmla="*/ 47456 h 197683"/>
                <a:gd name="csX15" fmla="*/ 55784 w 109621"/>
                <a:gd name="csY15" fmla="*/ 47456 h 197683"/>
                <a:gd name="csX16" fmla="*/ 55784 w 109621"/>
                <a:gd name="csY16" fmla="*/ 12535 h 197683"/>
                <a:gd name="csX17" fmla="*/ 43638 w 109621"/>
                <a:gd name="csY17" fmla="*/ 85 h 197683"/>
                <a:gd name="csX18" fmla="*/ 31188 w 109621"/>
                <a:gd name="csY18" fmla="*/ 12535 h 197683"/>
                <a:gd name="csX19" fmla="*/ 31188 w 109621"/>
                <a:gd name="csY19" fmla="*/ 47456 h 197683"/>
                <a:gd name="csX20" fmla="*/ 10843 w 109621"/>
                <a:gd name="csY20" fmla="*/ 47456 h 197683"/>
                <a:gd name="csX21" fmla="*/ 214 w 109621"/>
                <a:gd name="csY21" fmla="*/ 56869 h 197683"/>
                <a:gd name="csX22" fmla="*/ 10843 w 109621"/>
                <a:gd name="csY22" fmla="*/ 66586 h 197683"/>
                <a:gd name="csX23" fmla="*/ 31188 w 109621"/>
                <a:gd name="csY23" fmla="*/ 66586 h 197683"/>
                <a:gd name="csX24" fmla="*/ 31188 w 109621"/>
                <a:gd name="csY24" fmla="*/ 144020 h 197683"/>
                <a:gd name="csX25" fmla="*/ 44245 w 109621"/>
                <a:gd name="csY25" fmla="*/ 184103 h 197683"/>
                <a:gd name="csX26" fmla="*/ 83418 w 109621"/>
                <a:gd name="csY26" fmla="*/ 197768 h 1976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09621" h="197683">
                  <a:moveTo>
                    <a:pt x="83418" y="197768"/>
                  </a:moveTo>
                  <a:cubicBezTo>
                    <a:pt x="86454" y="197768"/>
                    <a:pt x="90098" y="197465"/>
                    <a:pt x="94046" y="196857"/>
                  </a:cubicBezTo>
                  <a:cubicBezTo>
                    <a:pt x="97993" y="196250"/>
                    <a:pt x="101334" y="195339"/>
                    <a:pt x="103763" y="194428"/>
                  </a:cubicBezTo>
                  <a:cubicBezTo>
                    <a:pt x="105889" y="193821"/>
                    <a:pt x="107407" y="192302"/>
                    <a:pt x="108318" y="190177"/>
                  </a:cubicBezTo>
                  <a:cubicBezTo>
                    <a:pt x="109229" y="188355"/>
                    <a:pt x="109836" y="185925"/>
                    <a:pt x="109836" y="183496"/>
                  </a:cubicBezTo>
                  <a:cubicBezTo>
                    <a:pt x="109836" y="180156"/>
                    <a:pt x="109229" y="177727"/>
                    <a:pt x="108014" y="176208"/>
                  </a:cubicBezTo>
                  <a:cubicBezTo>
                    <a:pt x="106800" y="174994"/>
                    <a:pt x="105281" y="174386"/>
                    <a:pt x="103459" y="174386"/>
                  </a:cubicBezTo>
                  <a:cubicBezTo>
                    <a:pt x="101334" y="174386"/>
                    <a:pt x="98904" y="174994"/>
                    <a:pt x="96475" y="175601"/>
                  </a:cubicBezTo>
                  <a:cubicBezTo>
                    <a:pt x="93742" y="176512"/>
                    <a:pt x="90402" y="176816"/>
                    <a:pt x="86758" y="176816"/>
                  </a:cubicBezTo>
                  <a:cubicBezTo>
                    <a:pt x="75826" y="176816"/>
                    <a:pt x="67931" y="174083"/>
                    <a:pt x="63072" y="168009"/>
                  </a:cubicBezTo>
                  <a:cubicBezTo>
                    <a:pt x="58214" y="161936"/>
                    <a:pt x="55784" y="153130"/>
                    <a:pt x="55784" y="141591"/>
                  </a:cubicBezTo>
                  <a:lnTo>
                    <a:pt x="55784" y="66586"/>
                  </a:lnTo>
                  <a:lnTo>
                    <a:pt x="94046" y="66586"/>
                  </a:lnTo>
                  <a:cubicBezTo>
                    <a:pt x="101030" y="66586"/>
                    <a:pt x="104674" y="63550"/>
                    <a:pt x="104674" y="56869"/>
                  </a:cubicBezTo>
                  <a:cubicBezTo>
                    <a:pt x="104674" y="50796"/>
                    <a:pt x="101030" y="47456"/>
                    <a:pt x="94046" y="47456"/>
                  </a:cubicBezTo>
                  <a:lnTo>
                    <a:pt x="55784" y="47456"/>
                  </a:lnTo>
                  <a:lnTo>
                    <a:pt x="55784" y="12535"/>
                  </a:lnTo>
                  <a:cubicBezTo>
                    <a:pt x="55784" y="4336"/>
                    <a:pt x="51533" y="85"/>
                    <a:pt x="43638" y="85"/>
                  </a:cubicBezTo>
                  <a:cubicBezTo>
                    <a:pt x="35136" y="85"/>
                    <a:pt x="31188" y="4336"/>
                    <a:pt x="31188" y="12535"/>
                  </a:cubicBezTo>
                  <a:lnTo>
                    <a:pt x="31188" y="47456"/>
                  </a:lnTo>
                  <a:lnTo>
                    <a:pt x="10843" y="47456"/>
                  </a:lnTo>
                  <a:cubicBezTo>
                    <a:pt x="3555" y="47456"/>
                    <a:pt x="214" y="50796"/>
                    <a:pt x="214" y="56869"/>
                  </a:cubicBezTo>
                  <a:cubicBezTo>
                    <a:pt x="214" y="63550"/>
                    <a:pt x="3555" y="66586"/>
                    <a:pt x="10843" y="66586"/>
                  </a:cubicBezTo>
                  <a:lnTo>
                    <a:pt x="31188" y="66586"/>
                  </a:lnTo>
                  <a:lnTo>
                    <a:pt x="31188" y="144020"/>
                  </a:lnTo>
                  <a:cubicBezTo>
                    <a:pt x="31188" y="161633"/>
                    <a:pt x="35439" y="174994"/>
                    <a:pt x="44245" y="184103"/>
                  </a:cubicBezTo>
                  <a:cubicBezTo>
                    <a:pt x="52748" y="193213"/>
                    <a:pt x="65805" y="197768"/>
                    <a:pt x="83418" y="197768"/>
                  </a:cubicBez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C67BB5B9-D6F8-B14D-8828-A9242F0F96F3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0401540" y="6251113"/>
              <a:ext cx="127234" cy="218332"/>
            </a:xfrm>
            <a:custGeom>
              <a:avLst/>
              <a:gdLst>
                <a:gd name="csX0" fmla="*/ 12364 w 127234"/>
                <a:gd name="csY0" fmla="*/ 218417 h 218332"/>
                <a:gd name="csX1" fmla="*/ 24815 w 127234"/>
                <a:gd name="csY1" fmla="*/ 205663 h 218332"/>
                <a:gd name="csX2" fmla="*/ 24815 w 127234"/>
                <a:gd name="csY2" fmla="*/ 132177 h 218332"/>
                <a:gd name="csX3" fmla="*/ 36657 w 127234"/>
                <a:gd name="csY3" fmla="*/ 98775 h 218332"/>
                <a:gd name="csX4" fmla="*/ 69149 w 127234"/>
                <a:gd name="csY4" fmla="*/ 86021 h 218332"/>
                <a:gd name="csX5" fmla="*/ 94657 w 127234"/>
                <a:gd name="csY5" fmla="*/ 95738 h 218332"/>
                <a:gd name="csX6" fmla="*/ 102856 w 127234"/>
                <a:gd name="csY6" fmla="*/ 125800 h 218332"/>
                <a:gd name="csX7" fmla="*/ 102856 w 127234"/>
                <a:gd name="csY7" fmla="*/ 205663 h 218332"/>
                <a:gd name="csX8" fmla="*/ 115306 w 127234"/>
                <a:gd name="csY8" fmla="*/ 218417 h 218332"/>
                <a:gd name="csX9" fmla="*/ 127452 w 127234"/>
                <a:gd name="csY9" fmla="*/ 205663 h 218332"/>
                <a:gd name="csX10" fmla="*/ 127452 w 127234"/>
                <a:gd name="csY10" fmla="*/ 124282 h 218332"/>
                <a:gd name="csX11" fmla="*/ 74919 w 127234"/>
                <a:gd name="csY11" fmla="*/ 65979 h 218332"/>
                <a:gd name="csX12" fmla="*/ 45160 w 127234"/>
                <a:gd name="csY12" fmla="*/ 72963 h 218332"/>
                <a:gd name="csX13" fmla="*/ 24815 w 127234"/>
                <a:gd name="csY13" fmla="*/ 93005 h 218332"/>
                <a:gd name="csX14" fmla="*/ 24815 w 127234"/>
                <a:gd name="csY14" fmla="*/ 12535 h 218332"/>
                <a:gd name="csX15" fmla="*/ 12364 w 127234"/>
                <a:gd name="csY15" fmla="*/ 85 h 218332"/>
                <a:gd name="csX16" fmla="*/ 218 w 127234"/>
                <a:gd name="csY16" fmla="*/ 12535 h 218332"/>
                <a:gd name="csX17" fmla="*/ 218 w 127234"/>
                <a:gd name="csY17" fmla="*/ 205663 h 218332"/>
                <a:gd name="csX18" fmla="*/ 12364 w 127234"/>
                <a:gd name="csY18" fmla="*/ 218417 h 218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27234" h="218332">
                  <a:moveTo>
                    <a:pt x="12364" y="218417"/>
                  </a:moveTo>
                  <a:cubicBezTo>
                    <a:pt x="20563" y="218417"/>
                    <a:pt x="24815" y="214166"/>
                    <a:pt x="24815" y="205663"/>
                  </a:cubicBezTo>
                  <a:lnTo>
                    <a:pt x="24815" y="132177"/>
                  </a:lnTo>
                  <a:cubicBezTo>
                    <a:pt x="24815" y="118209"/>
                    <a:pt x="28762" y="107277"/>
                    <a:pt x="36657" y="98775"/>
                  </a:cubicBezTo>
                  <a:cubicBezTo>
                    <a:pt x="44553" y="90272"/>
                    <a:pt x="55484" y="86021"/>
                    <a:pt x="69149" y="86021"/>
                  </a:cubicBezTo>
                  <a:cubicBezTo>
                    <a:pt x="80688" y="86021"/>
                    <a:pt x="89191" y="89361"/>
                    <a:pt x="94657" y="95738"/>
                  </a:cubicBezTo>
                  <a:cubicBezTo>
                    <a:pt x="100123" y="102115"/>
                    <a:pt x="102856" y="112136"/>
                    <a:pt x="102856" y="125800"/>
                  </a:cubicBezTo>
                  <a:lnTo>
                    <a:pt x="102856" y="205663"/>
                  </a:lnTo>
                  <a:cubicBezTo>
                    <a:pt x="102856" y="214166"/>
                    <a:pt x="106803" y="218417"/>
                    <a:pt x="115306" y="218417"/>
                  </a:cubicBezTo>
                  <a:cubicBezTo>
                    <a:pt x="123201" y="218417"/>
                    <a:pt x="127452" y="214166"/>
                    <a:pt x="127452" y="205663"/>
                  </a:cubicBezTo>
                  <a:lnTo>
                    <a:pt x="127452" y="124282"/>
                  </a:lnTo>
                  <a:cubicBezTo>
                    <a:pt x="127452" y="85414"/>
                    <a:pt x="109840" y="65979"/>
                    <a:pt x="74919" y="65979"/>
                  </a:cubicBezTo>
                  <a:cubicBezTo>
                    <a:pt x="63987" y="65979"/>
                    <a:pt x="53966" y="68408"/>
                    <a:pt x="45160" y="72963"/>
                  </a:cubicBezTo>
                  <a:cubicBezTo>
                    <a:pt x="36354" y="77518"/>
                    <a:pt x="29673" y="84199"/>
                    <a:pt x="24815" y="93005"/>
                  </a:cubicBezTo>
                  <a:lnTo>
                    <a:pt x="24815" y="12535"/>
                  </a:lnTo>
                  <a:cubicBezTo>
                    <a:pt x="24815" y="4336"/>
                    <a:pt x="20563" y="85"/>
                    <a:pt x="12364" y="85"/>
                  </a:cubicBezTo>
                  <a:cubicBezTo>
                    <a:pt x="4166" y="85"/>
                    <a:pt x="218" y="4336"/>
                    <a:pt x="218" y="12535"/>
                  </a:cubicBezTo>
                  <a:lnTo>
                    <a:pt x="218" y="205663"/>
                  </a:lnTo>
                  <a:cubicBezTo>
                    <a:pt x="218" y="214166"/>
                    <a:pt x="4166" y="218417"/>
                    <a:pt x="12364" y="218417"/>
                  </a:cubicBez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C855149-3C4F-A0C9-E7A9-595C9CFB926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0628375" y="6272370"/>
              <a:ext cx="109621" cy="197683"/>
            </a:xfrm>
            <a:custGeom>
              <a:avLst/>
              <a:gdLst>
                <a:gd name="csX0" fmla="*/ 83429 w 109621"/>
                <a:gd name="csY0" fmla="*/ 197768 h 197683"/>
                <a:gd name="csX1" fmla="*/ 94058 w 109621"/>
                <a:gd name="csY1" fmla="*/ 196857 h 197683"/>
                <a:gd name="csX2" fmla="*/ 103775 w 109621"/>
                <a:gd name="csY2" fmla="*/ 194428 h 197683"/>
                <a:gd name="csX3" fmla="*/ 108330 w 109621"/>
                <a:gd name="csY3" fmla="*/ 190177 h 197683"/>
                <a:gd name="csX4" fmla="*/ 109848 w 109621"/>
                <a:gd name="csY4" fmla="*/ 183496 h 197683"/>
                <a:gd name="csX5" fmla="*/ 108026 w 109621"/>
                <a:gd name="csY5" fmla="*/ 176208 h 197683"/>
                <a:gd name="csX6" fmla="*/ 103471 w 109621"/>
                <a:gd name="csY6" fmla="*/ 174386 h 197683"/>
                <a:gd name="csX7" fmla="*/ 96487 w 109621"/>
                <a:gd name="csY7" fmla="*/ 175601 h 197683"/>
                <a:gd name="csX8" fmla="*/ 86770 w 109621"/>
                <a:gd name="csY8" fmla="*/ 176816 h 197683"/>
                <a:gd name="csX9" fmla="*/ 63084 w 109621"/>
                <a:gd name="csY9" fmla="*/ 168009 h 197683"/>
                <a:gd name="csX10" fmla="*/ 55796 w 109621"/>
                <a:gd name="csY10" fmla="*/ 141591 h 197683"/>
                <a:gd name="csX11" fmla="*/ 55796 w 109621"/>
                <a:gd name="csY11" fmla="*/ 66586 h 197683"/>
                <a:gd name="csX12" fmla="*/ 94058 w 109621"/>
                <a:gd name="csY12" fmla="*/ 66586 h 197683"/>
                <a:gd name="csX13" fmla="*/ 104686 w 109621"/>
                <a:gd name="csY13" fmla="*/ 56869 h 197683"/>
                <a:gd name="csX14" fmla="*/ 94058 w 109621"/>
                <a:gd name="csY14" fmla="*/ 47456 h 197683"/>
                <a:gd name="csX15" fmla="*/ 55796 w 109621"/>
                <a:gd name="csY15" fmla="*/ 47456 h 197683"/>
                <a:gd name="csX16" fmla="*/ 55796 w 109621"/>
                <a:gd name="csY16" fmla="*/ 12535 h 197683"/>
                <a:gd name="csX17" fmla="*/ 43650 w 109621"/>
                <a:gd name="csY17" fmla="*/ 85 h 197683"/>
                <a:gd name="csX18" fmla="*/ 31200 w 109621"/>
                <a:gd name="csY18" fmla="*/ 12535 h 197683"/>
                <a:gd name="csX19" fmla="*/ 31200 w 109621"/>
                <a:gd name="csY19" fmla="*/ 47456 h 197683"/>
                <a:gd name="csX20" fmla="*/ 10854 w 109621"/>
                <a:gd name="csY20" fmla="*/ 47456 h 197683"/>
                <a:gd name="csX21" fmla="*/ 226 w 109621"/>
                <a:gd name="csY21" fmla="*/ 56869 h 197683"/>
                <a:gd name="csX22" fmla="*/ 10854 w 109621"/>
                <a:gd name="csY22" fmla="*/ 66586 h 197683"/>
                <a:gd name="csX23" fmla="*/ 31200 w 109621"/>
                <a:gd name="csY23" fmla="*/ 66586 h 197683"/>
                <a:gd name="csX24" fmla="*/ 31200 w 109621"/>
                <a:gd name="csY24" fmla="*/ 144020 h 197683"/>
                <a:gd name="csX25" fmla="*/ 44257 w 109621"/>
                <a:gd name="csY25" fmla="*/ 184103 h 197683"/>
                <a:gd name="csX26" fmla="*/ 83429 w 109621"/>
                <a:gd name="csY26" fmla="*/ 197768 h 1976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09621" h="197683">
                  <a:moveTo>
                    <a:pt x="83429" y="197768"/>
                  </a:moveTo>
                  <a:cubicBezTo>
                    <a:pt x="86466" y="197768"/>
                    <a:pt x="90110" y="197465"/>
                    <a:pt x="94058" y="196857"/>
                  </a:cubicBezTo>
                  <a:cubicBezTo>
                    <a:pt x="98005" y="196250"/>
                    <a:pt x="101345" y="195339"/>
                    <a:pt x="103775" y="194428"/>
                  </a:cubicBezTo>
                  <a:cubicBezTo>
                    <a:pt x="105900" y="193821"/>
                    <a:pt x="107419" y="192302"/>
                    <a:pt x="108330" y="190177"/>
                  </a:cubicBezTo>
                  <a:cubicBezTo>
                    <a:pt x="109241" y="188355"/>
                    <a:pt x="109848" y="185925"/>
                    <a:pt x="109848" y="183496"/>
                  </a:cubicBezTo>
                  <a:cubicBezTo>
                    <a:pt x="109848" y="180156"/>
                    <a:pt x="109241" y="177727"/>
                    <a:pt x="108026" y="176208"/>
                  </a:cubicBezTo>
                  <a:cubicBezTo>
                    <a:pt x="106811" y="174994"/>
                    <a:pt x="105293" y="174386"/>
                    <a:pt x="103471" y="174386"/>
                  </a:cubicBezTo>
                  <a:cubicBezTo>
                    <a:pt x="101345" y="174386"/>
                    <a:pt x="98916" y="174994"/>
                    <a:pt x="96487" y="175601"/>
                  </a:cubicBezTo>
                  <a:cubicBezTo>
                    <a:pt x="93754" y="176512"/>
                    <a:pt x="90414" y="176816"/>
                    <a:pt x="86770" y="176816"/>
                  </a:cubicBezTo>
                  <a:cubicBezTo>
                    <a:pt x="75838" y="176816"/>
                    <a:pt x="67943" y="174083"/>
                    <a:pt x="63084" y="168009"/>
                  </a:cubicBezTo>
                  <a:cubicBezTo>
                    <a:pt x="58226" y="161936"/>
                    <a:pt x="55796" y="153130"/>
                    <a:pt x="55796" y="141591"/>
                  </a:cubicBezTo>
                  <a:lnTo>
                    <a:pt x="55796" y="66586"/>
                  </a:lnTo>
                  <a:lnTo>
                    <a:pt x="94058" y="66586"/>
                  </a:lnTo>
                  <a:cubicBezTo>
                    <a:pt x="101042" y="66586"/>
                    <a:pt x="104686" y="63550"/>
                    <a:pt x="104686" y="56869"/>
                  </a:cubicBezTo>
                  <a:cubicBezTo>
                    <a:pt x="104686" y="50796"/>
                    <a:pt x="101042" y="47456"/>
                    <a:pt x="94058" y="47456"/>
                  </a:cubicBezTo>
                  <a:lnTo>
                    <a:pt x="55796" y="47456"/>
                  </a:lnTo>
                  <a:lnTo>
                    <a:pt x="55796" y="12535"/>
                  </a:lnTo>
                  <a:cubicBezTo>
                    <a:pt x="55796" y="4336"/>
                    <a:pt x="51545" y="85"/>
                    <a:pt x="43650" y="85"/>
                  </a:cubicBezTo>
                  <a:cubicBezTo>
                    <a:pt x="35147" y="85"/>
                    <a:pt x="31200" y="4336"/>
                    <a:pt x="31200" y="12535"/>
                  </a:cubicBezTo>
                  <a:lnTo>
                    <a:pt x="31200" y="47456"/>
                  </a:lnTo>
                  <a:lnTo>
                    <a:pt x="10854" y="47456"/>
                  </a:lnTo>
                  <a:cubicBezTo>
                    <a:pt x="3567" y="47456"/>
                    <a:pt x="226" y="50796"/>
                    <a:pt x="226" y="56869"/>
                  </a:cubicBezTo>
                  <a:cubicBezTo>
                    <a:pt x="226" y="63550"/>
                    <a:pt x="3567" y="66586"/>
                    <a:pt x="10854" y="66586"/>
                  </a:cubicBezTo>
                  <a:lnTo>
                    <a:pt x="31200" y="66586"/>
                  </a:lnTo>
                  <a:lnTo>
                    <a:pt x="31200" y="144020"/>
                  </a:lnTo>
                  <a:cubicBezTo>
                    <a:pt x="31200" y="161633"/>
                    <a:pt x="35451" y="174994"/>
                    <a:pt x="44257" y="184103"/>
                  </a:cubicBezTo>
                  <a:cubicBezTo>
                    <a:pt x="52760" y="193213"/>
                    <a:pt x="65817" y="197768"/>
                    <a:pt x="83429" y="197768"/>
                  </a:cubicBez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6E4DF5CF-892F-67E3-2B98-75CC7E86A4B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0760467" y="6251113"/>
              <a:ext cx="127234" cy="218332"/>
            </a:xfrm>
            <a:custGeom>
              <a:avLst/>
              <a:gdLst>
                <a:gd name="csX0" fmla="*/ 12376 w 127234"/>
                <a:gd name="csY0" fmla="*/ 218417 h 218332"/>
                <a:gd name="csX1" fmla="*/ 24826 w 127234"/>
                <a:gd name="csY1" fmla="*/ 205663 h 218332"/>
                <a:gd name="csX2" fmla="*/ 24826 w 127234"/>
                <a:gd name="csY2" fmla="*/ 132177 h 218332"/>
                <a:gd name="csX3" fmla="*/ 36669 w 127234"/>
                <a:gd name="csY3" fmla="*/ 98775 h 218332"/>
                <a:gd name="csX4" fmla="*/ 69161 w 127234"/>
                <a:gd name="csY4" fmla="*/ 86021 h 218332"/>
                <a:gd name="csX5" fmla="*/ 94668 w 127234"/>
                <a:gd name="csY5" fmla="*/ 95738 h 218332"/>
                <a:gd name="csX6" fmla="*/ 102867 w 127234"/>
                <a:gd name="csY6" fmla="*/ 125800 h 218332"/>
                <a:gd name="csX7" fmla="*/ 102867 w 127234"/>
                <a:gd name="csY7" fmla="*/ 205663 h 218332"/>
                <a:gd name="csX8" fmla="*/ 115317 w 127234"/>
                <a:gd name="csY8" fmla="*/ 218417 h 218332"/>
                <a:gd name="csX9" fmla="*/ 127464 w 127234"/>
                <a:gd name="csY9" fmla="*/ 205663 h 218332"/>
                <a:gd name="csX10" fmla="*/ 127464 w 127234"/>
                <a:gd name="csY10" fmla="*/ 124282 h 218332"/>
                <a:gd name="csX11" fmla="*/ 74930 w 127234"/>
                <a:gd name="csY11" fmla="*/ 65979 h 218332"/>
                <a:gd name="csX12" fmla="*/ 45172 w 127234"/>
                <a:gd name="csY12" fmla="*/ 72963 h 218332"/>
                <a:gd name="csX13" fmla="*/ 24826 w 127234"/>
                <a:gd name="csY13" fmla="*/ 93005 h 218332"/>
                <a:gd name="csX14" fmla="*/ 24826 w 127234"/>
                <a:gd name="csY14" fmla="*/ 12535 h 218332"/>
                <a:gd name="csX15" fmla="*/ 12376 w 127234"/>
                <a:gd name="csY15" fmla="*/ 85 h 218332"/>
                <a:gd name="csX16" fmla="*/ 230 w 127234"/>
                <a:gd name="csY16" fmla="*/ 12535 h 218332"/>
                <a:gd name="csX17" fmla="*/ 230 w 127234"/>
                <a:gd name="csY17" fmla="*/ 205663 h 218332"/>
                <a:gd name="csX18" fmla="*/ 12376 w 127234"/>
                <a:gd name="csY18" fmla="*/ 218417 h 218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27234" h="218332">
                  <a:moveTo>
                    <a:pt x="12376" y="218417"/>
                  </a:moveTo>
                  <a:cubicBezTo>
                    <a:pt x="20575" y="218417"/>
                    <a:pt x="24826" y="214166"/>
                    <a:pt x="24826" y="205663"/>
                  </a:cubicBezTo>
                  <a:lnTo>
                    <a:pt x="24826" y="132177"/>
                  </a:lnTo>
                  <a:cubicBezTo>
                    <a:pt x="24826" y="118209"/>
                    <a:pt x="28774" y="107277"/>
                    <a:pt x="36669" y="98775"/>
                  </a:cubicBezTo>
                  <a:cubicBezTo>
                    <a:pt x="44564" y="90272"/>
                    <a:pt x="55496" y="86021"/>
                    <a:pt x="69161" y="86021"/>
                  </a:cubicBezTo>
                  <a:cubicBezTo>
                    <a:pt x="80700" y="86021"/>
                    <a:pt x="89203" y="89361"/>
                    <a:pt x="94668" y="95738"/>
                  </a:cubicBezTo>
                  <a:cubicBezTo>
                    <a:pt x="100134" y="102115"/>
                    <a:pt x="102867" y="112136"/>
                    <a:pt x="102867" y="125800"/>
                  </a:cubicBezTo>
                  <a:lnTo>
                    <a:pt x="102867" y="205663"/>
                  </a:lnTo>
                  <a:cubicBezTo>
                    <a:pt x="102867" y="214166"/>
                    <a:pt x="106815" y="218417"/>
                    <a:pt x="115317" y="218417"/>
                  </a:cubicBezTo>
                  <a:cubicBezTo>
                    <a:pt x="123213" y="218417"/>
                    <a:pt x="127464" y="214166"/>
                    <a:pt x="127464" y="205663"/>
                  </a:cubicBezTo>
                  <a:lnTo>
                    <a:pt x="127464" y="124282"/>
                  </a:lnTo>
                  <a:cubicBezTo>
                    <a:pt x="127464" y="85414"/>
                    <a:pt x="109851" y="65979"/>
                    <a:pt x="74930" y="65979"/>
                  </a:cubicBezTo>
                  <a:cubicBezTo>
                    <a:pt x="63999" y="65979"/>
                    <a:pt x="53978" y="68408"/>
                    <a:pt x="45172" y="72963"/>
                  </a:cubicBezTo>
                  <a:cubicBezTo>
                    <a:pt x="36365" y="77518"/>
                    <a:pt x="29685" y="84199"/>
                    <a:pt x="24826" y="93005"/>
                  </a:cubicBezTo>
                  <a:lnTo>
                    <a:pt x="24826" y="12535"/>
                  </a:lnTo>
                  <a:cubicBezTo>
                    <a:pt x="24826" y="4336"/>
                    <a:pt x="20575" y="85"/>
                    <a:pt x="12376" y="85"/>
                  </a:cubicBezTo>
                  <a:cubicBezTo>
                    <a:pt x="4177" y="85"/>
                    <a:pt x="230" y="4336"/>
                    <a:pt x="230" y="12535"/>
                  </a:cubicBezTo>
                  <a:lnTo>
                    <a:pt x="230" y="205663"/>
                  </a:lnTo>
                  <a:cubicBezTo>
                    <a:pt x="230" y="214166"/>
                    <a:pt x="4177" y="218417"/>
                    <a:pt x="12376" y="218417"/>
                  </a:cubicBez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50A984A7-6273-170D-840B-DD331A34DBA9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0923837" y="6317008"/>
              <a:ext cx="135129" cy="153045"/>
            </a:xfrm>
            <a:custGeom>
              <a:avLst/>
              <a:gdLst>
                <a:gd name="csX0" fmla="*/ 75847 w 135129"/>
                <a:gd name="csY0" fmla="*/ 153130 h 153045"/>
                <a:gd name="csX1" fmla="*/ 102569 w 135129"/>
                <a:gd name="csY1" fmla="*/ 149182 h 153045"/>
                <a:gd name="csX2" fmla="*/ 126559 w 135129"/>
                <a:gd name="csY2" fmla="*/ 137947 h 153045"/>
                <a:gd name="csX3" fmla="*/ 132632 w 135129"/>
                <a:gd name="csY3" fmla="*/ 128230 h 153045"/>
                <a:gd name="csX4" fmla="*/ 127773 w 135129"/>
                <a:gd name="csY4" fmla="*/ 119727 h 153045"/>
                <a:gd name="csX5" fmla="*/ 116234 w 135129"/>
                <a:gd name="csY5" fmla="*/ 121549 h 153045"/>
                <a:gd name="csX6" fmla="*/ 96192 w 135129"/>
                <a:gd name="csY6" fmla="*/ 130963 h 153045"/>
                <a:gd name="csX7" fmla="*/ 75847 w 135129"/>
                <a:gd name="csY7" fmla="*/ 133392 h 153045"/>
                <a:gd name="csX8" fmla="*/ 38800 w 135129"/>
                <a:gd name="csY8" fmla="*/ 120335 h 153045"/>
                <a:gd name="csX9" fmla="*/ 24225 w 135129"/>
                <a:gd name="csY9" fmla="*/ 81770 h 153045"/>
                <a:gd name="csX10" fmla="*/ 124737 w 135129"/>
                <a:gd name="csY10" fmla="*/ 81770 h 153045"/>
                <a:gd name="csX11" fmla="*/ 135365 w 135129"/>
                <a:gd name="csY11" fmla="*/ 72356 h 153045"/>
                <a:gd name="csX12" fmla="*/ 118360 w 135129"/>
                <a:gd name="csY12" fmla="*/ 19519 h 153045"/>
                <a:gd name="csX13" fmla="*/ 71292 w 135129"/>
                <a:gd name="csY13" fmla="*/ 85 h 153045"/>
                <a:gd name="csX14" fmla="*/ 34246 w 135129"/>
                <a:gd name="csY14" fmla="*/ 9802 h 153045"/>
                <a:gd name="csX15" fmla="*/ 9345 w 135129"/>
                <a:gd name="csY15" fmla="*/ 36828 h 153045"/>
                <a:gd name="csX16" fmla="*/ 235 w 135129"/>
                <a:gd name="csY16" fmla="*/ 76911 h 153045"/>
                <a:gd name="csX17" fmla="*/ 20581 w 135129"/>
                <a:gd name="csY17" fmla="*/ 132785 h 153045"/>
                <a:gd name="csX18" fmla="*/ 75847 w 135129"/>
                <a:gd name="csY18" fmla="*/ 153130 h 153045"/>
                <a:gd name="csX19" fmla="*/ 71900 w 135129"/>
                <a:gd name="csY19" fmla="*/ 18304 h 153045"/>
                <a:gd name="csX20" fmla="*/ 102266 w 135129"/>
                <a:gd name="csY20" fmla="*/ 30754 h 153045"/>
                <a:gd name="csX21" fmla="*/ 114108 w 135129"/>
                <a:gd name="csY21" fmla="*/ 65676 h 153045"/>
                <a:gd name="csX22" fmla="*/ 24528 w 135129"/>
                <a:gd name="csY22" fmla="*/ 65676 h 153045"/>
                <a:gd name="csX23" fmla="*/ 38800 w 135129"/>
                <a:gd name="csY23" fmla="*/ 31362 h 153045"/>
                <a:gd name="csX24" fmla="*/ 71900 w 135129"/>
                <a:gd name="csY24" fmla="*/ 18304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35129" h="153045">
                  <a:moveTo>
                    <a:pt x="75847" y="153130"/>
                  </a:moveTo>
                  <a:cubicBezTo>
                    <a:pt x="84350" y="153130"/>
                    <a:pt x="93459" y="151915"/>
                    <a:pt x="102569" y="149182"/>
                  </a:cubicBezTo>
                  <a:cubicBezTo>
                    <a:pt x="111679" y="146753"/>
                    <a:pt x="119878" y="142805"/>
                    <a:pt x="126559" y="137947"/>
                  </a:cubicBezTo>
                  <a:cubicBezTo>
                    <a:pt x="130810" y="135214"/>
                    <a:pt x="132632" y="131874"/>
                    <a:pt x="132632" y="128230"/>
                  </a:cubicBezTo>
                  <a:cubicBezTo>
                    <a:pt x="132632" y="124586"/>
                    <a:pt x="130810" y="121549"/>
                    <a:pt x="127773" y="119727"/>
                  </a:cubicBezTo>
                  <a:cubicBezTo>
                    <a:pt x="124737" y="117905"/>
                    <a:pt x="120789" y="118513"/>
                    <a:pt x="116234" y="121549"/>
                  </a:cubicBezTo>
                  <a:cubicBezTo>
                    <a:pt x="109554" y="126104"/>
                    <a:pt x="102873" y="129141"/>
                    <a:pt x="96192" y="130963"/>
                  </a:cubicBezTo>
                  <a:cubicBezTo>
                    <a:pt x="89208" y="132785"/>
                    <a:pt x="82528" y="133392"/>
                    <a:pt x="75847" y="133392"/>
                  </a:cubicBezTo>
                  <a:cubicBezTo>
                    <a:pt x="60057" y="133392"/>
                    <a:pt x="47607" y="129141"/>
                    <a:pt x="38800" y="120335"/>
                  </a:cubicBezTo>
                  <a:cubicBezTo>
                    <a:pt x="29691" y="111528"/>
                    <a:pt x="24832" y="98775"/>
                    <a:pt x="24225" y="81770"/>
                  </a:cubicBezTo>
                  <a:lnTo>
                    <a:pt x="124737" y="81770"/>
                  </a:lnTo>
                  <a:cubicBezTo>
                    <a:pt x="131721" y="81770"/>
                    <a:pt x="135365" y="78733"/>
                    <a:pt x="135365" y="72356"/>
                  </a:cubicBezTo>
                  <a:cubicBezTo>
                    <a:pt x="135365" y="49885"/>
                    <a:pt x="129595" y="32273"/>
                    <a:pt x="118360" y="19519"/>
                  </a:cubicBezTo>
                  <a:cubicBezTo>
                    <a:pt x="106821" y="6765"/>
                    <a:pt x="91334" y="85"/>
                    <a:pt x="71292" y="85"/>
                  </a:cubicBezTo>
                  <a:cubicBezTo>
                    <a:pt x="57324" y="85"/>
                    <a:pt x="44874" y="3425"/>
                    <a:pt x="34246" y="9802"/>
                  </a:cubicBezTo>
                  <a:cubicBezTo>
                    <a:pt x="23617" y="16179"/>
                    <a:pt x="15418" y="25289"/>
                    <a:pt x="9345" y="36828"/>
                  </a:cubicBezTo>
                  <a:cubicBezTo>
                    <a:pt x="3272" y="48367"/>
                    <a:pt x="235" y="61728"/>
                    <a:pt x="235" y="76911"/>
                  </a:cubicBezTo>
                  <a:cubicBezTo>
                    <a:pt x="235" y="100597"/>
                    <a:pt x="6916" y="119120"/>
                    <a:pt x="20581" y="132785"/>
                  </a:cubicBezTo>
                  <a:cubicBezTo>
                    <a:pt x="33942" y="146449"/>
                    <a:pt x="52465" y="153130"/>
                    <a:pt x="75847" y="153130"/>
                  </a:cubicBezTo>
                  <a:close/>
                  <a:moveTo>
                    <a:pt x="71900" y="18304"/>
                  </a:moveTo>
                  <a:cubicBezTo>
                    <a:pt x="84957" y="18304"/>
                    <a:pt x="94978" y="22556"/>
                    <a:pt x="102266" y="30754"/>
                  </a:cubicBezTo>
                  <a:cubicBezTo>
                    <a:pt x="109554" y="39257"/>
                    <a:pt x="113501" y="50796"/>
                    <a:pt x="114108" y="65676"/>
                  </a:cubicBezTo>
                  <a:lnTo>
                    <a:pt x="24528" y="65676"/>
                  </a:lnTo>
                  <a:cubicBezTo>
                    <a:pt x="25743" y="51707"/>
                    <a:pt x="30602" y="40168"/>
                    <a:pt x="38800" y="31362"/>
                  </a:cubicBezTo>
                  <a:cubicBezTo>
                    <a:pt x="46696" y="22859"/>
                    <a:pt x="57931" y="18304"/>
                    <a:pt x="71900" y="18304"/>
                  </a:cubicBez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1FFC0A5-6A88-EC27-1354-8231D9D9B13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1172839" y="6251113"/>
              <a:ext cx="127234" cy="218332"/>
            </a:xfrm>
            <a:custGeom>
              <a:avLst/>
              <a:gdLst>
                <a:gd name="csX0" fmla="*/ 12390 w 127234"/>
                <a:gd name="csY0" fmla="*/ 218417 h 218332"/>
                <a:gd name="csX1" fmla="*/ 24840 w 127234"/>
                <a:gd name="csY1" fmla="*/ 205663 h 218332"/>
                <a:gd name="csX2" fmla="*/ 24840 w 127234"/>
                <a:gd name="csY2" fmla="*/ 132177 h 218332"/>
                <a:gd name="csX3" fmla="*/ 36683 w 127234"/>
                <a:gd name="csY3" fmla="*/ 98775 h 218332"/>
                <a:gd name="csX4" fmla="*/ 69174 w 127234"/>
                <a:gd name="csY4" fmla="*/ 86021 h 218332"/>
                <a:gd name="csX5" fmla="*/ 94682 w 127234"/>
                <a:gd name="csY5" fmla="*/ 95738 h 218332"/>
                <a:gd name="csX6" fmla="*/ 102881 w 127234"/>
                <a:gd name="csY6" fmla="*/ 125800 h 218332"/>
                <a:gd name="csX7" fmla="*/ 102881 w 127234"/>
                <a:gd name="csY7" fmla="*/ 205663 h 218332"/>
                <a:gd name="csX8" fmla="*/ 115331 w 127234"/>
                <a:gd name="csY8" fmla="*/ 218417 h 218332"/>
                <a:gd name="csX9" fmla="*/ 127477 w 127234"/>
                <a:gd name="csY9" fmla="*/ 205663 h 218332"/>
                <a:gd name="csX10" fmla="*/ 127477 w 127234"/>
                <a:gd name="csY10" fmla="*/ 124282 h 218332"/>
                <a:gd name="csX11" fmla="*/ 74944 w 127234"/>
                <a:gd name="csY11" fmla="*/ 65979 h 218332"/>
                <a:gd name="csX12" fmla="*/ 45185 w 127234"/>
                <a:gd name="csY12" fmla="*/ 72963 h 218332"/>
                <a:gd name="csX13" fmla="*/ 24840 w 127234"/>
                <a:gd name="csY13" fmla="*/ 93005 h 218332"/>
                <a:gd name="csX14" fmla="*/ 24840 w 127234"/>
                <a:gd name="csY14" fmla="*/ 12535 h 218332"/>
                <a:gd name="csX15" fmla="*/ 12390 w 127234"/>
                <a:gd name="csY15" fmla="*/ 85 h 218332"/>
                <a:gd name="csX16" fmla="*/ 243 w 127234"/>
                <a:gd name="csY16" fmla="*/ 12535 h 218332"/>
                <a:gd name="csX17" fmla="*/ 243 w 127234"/>
                <a:gd name="csY17" fmla="*/ 205663 h 218332"/>
                <a:gd name="csX18" fmla="*/ 12390 w 127234"/>
                <a:gd name="csY18" fmla="*/ 218417 h 218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27234" h="218332">
                  <a:moveTo>
                    <a:pt x="12390" y="218417"/>
                  </a:moveTo>
                  <a:cubicBezTo>
                    <a:pt x="20589" y="218417"/>
                    <a:pt x="24840" y="214166"/>
                    <a:pt x="24840" y="205663"/>
                  </a:cubicBezTo>
                  <a:lnTo>
                    <a:pt x="24840" y="132177"/>
                  </a:lnTo>
                  <a:cubicBezTo>
                    <a:pt x="24840" y="118209"/>
                    <a:pt x="28787" y="107277"/>
                    <a:pt x="36683" y="98775"/>
                  </a:cubicBezTo>
                  <a:cubicBezTo>
                    <a:pt x="44578" y="90272"/>
                    <a:pt x="55510" y="86021"/>
                    <a:pt x="69174" y="86021"/>
                  </a:cubicBezTo>
                  <a:cubicBezTo>
                    <a:pt x="80714" y="86021"/>
                    <a:pt x="89216" y="89361"/>
                    <a:pt x="94682" y="95738"/>
                  </a:cubicBezTo>
                  <a:cubicBezTo>
                    <a:pt x="100148" y="102115"/>
                    <a:pt x="102881" y="112136"/>
                    <a:pt x="102881" y="125800"/>
                  </a:cubicBezTo>
                  <a:lnTo>
                    <a:pt x="102881" y="205663"/>
                  </a:lnTo>
                  <a:cubicBezTo>
                    <a:pt x="102881" y="214166"/>
                    <a:pt x="106828" y="218417"/>
                    <a:pt x="115331" y="218417"/>
                  </a:cubicBezTo>
                  <a:cubicBezTo>
                    <a:pt x="123226" y="218417"/>
                    <a:pt x="127477" y="214166"/>
                    <a:pt x="127477" y="205663"/>
                  </a:cubicBezTo>
                  <a:lnTo>
                    <a:pt x="127477" y="124282"/>
                  </a:lnTo>
                  <a:cubicBezTo>
                    <a:pt x="127477" y="85414"/>
                    <a:pt x="109865" y="65979"/>
                    <a:pt x="74944" y="65979"/>
                  </a:cubicBezTo>
                  <a:cubicBezTo>
                    <a:pt x="64012" y="65979"/>
                    <a:pt x="53991" y="68408"/>
                    <a:pt x="45185" y="72963"/>
                  </a:cubicBezTo>
                  <a:cubicBezTo>
                    <a:pt x="36379" y="77518"/>
                    <a:pt x="29698" y="84199"/>
                    <a:pt x="24840" y="93005"/>
                  </a:cubicBezTo>
                  <a:lnTo>
                    <a:pt x="24840" y="12535"/>
                  </a:lnTo>
                  <a:cubicBezTo>
                    <a:pt x="24840" y="4336"/>
                    <a:pt x="20589" y="85"/>
                    <a:pt x="12390" y="85"/>
                  </a:cubicBezTo>
                  <a:cubicBezTo>
                    <a:pt x="4191" y="85"/>
                    <a:pt x="243" y="4336"/>
                    <a:pt x="243" y="12535"/>
                  </a:cubicBezTo>
                  <a:lnTo>
                    <a:pt x="243" y="205663"/>
                  </a:lnTo>
                  <a:cubicBezTo>
                    <a:pt x="243" y="214166"/>
                    <a:pt x="4191" y="218417"/>
                    <a:pt x="12390" y="218417"/>
                  </a:cubicBez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5B53FF3A-D159-7923-784D-1DE7023DDFEF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1341371" y="6254150"/>
              <a:ext cx="32188" cy="214688"/>
            </a:xfrm>
            <a:custGeom>
              <a:avLst/>
              <a:gdLst>
                <a:gd name="csX0" fmla="*/ 16343 w 32188"/>
                <a:gd name="csY0" fmla="*/ 30147 h 214688"/>
                <a:gd name="csX1" fmla="*/ 32437 w 32188"/>
                <a:gd name="csY1" fmla="*/ 14964 h 214688"/>
                <a:gd name="csX2" fmla="*/ 16343 w 32188"/>
                <a:gd name="csY2" fmla="*/ 85 h 214688"/>
                <a:gd name="csX3" fmla="*/ 249 w 32188"/>
                <a:gd name="csY3" fmla="*/ 14964 h 214688"/>
                <a:gd name="csX4" fmla="*/ 16343 w 32188"/>
                <a:gd name="csY4" fmla="*/ 30147 h 214688"/>
                <a:gd name="csX5" fmla="*/ 16343 w 32188"/>
                <a:gd name="csY5" fmla="*/ 214773 h 214688"/>
                <a:gd name="csX6" fmla="*/ 28793 w 32188"/>
                <a:gd name="csY6" fmla="*/ 201412 h 214688"/>
                <a:gd name="csX7" fmla="*/ 28793 w 32188"/>
                <a:gd name="csY7" fmla="*/ 77215 h 214688"/>
                <a:gd name="csX8" fmla="*/ 16343 w 32188"/>
                <a:gd name="csY8" fmla="*/ 64157 h 214688"/>
                <a:gd name="csX9" fmla="*/ 4197 w 32188"/>
                <a:gd name="csY9" fmla="*/ 77215 h 214688"/>
                <a:gd name="csX10" fmla="*/ 4197 w 32188"/>
                <a:gd name="csY10" fmla="*/ 201412 h 214688"/>
                <a:gd name="csX11" fmla="*/ 16343 w 32188"/>
                <a:gd name="csY11" fmla="*/ 214773 h 2146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2188" h="214688">
                  <a:moveTo>
                    <a:pt x="16343" y="30147"/>
                  </a:moveTo>
                  <a:cubicBezTo>
                    <a:pt x="26971" y="30147"/>
                    <a:pt x="32437" y="25289"/>
                    <a:pt x="32437" y="14964"/>
                  </a:cubicBezTo>
                  <a:cubicBezTo>
                    <a:pt x="32437" y="5247"/>
                    <a:pt x="26971" y="85"/>
                    <a:pt x="16343" y="85"/>
                  </a:cubicBezTo>
                  <a:cubicBezTo>
                    <a:pt x="5411" y="85"/>
                    <a:pt x="249" y="5247"/>
                    <a:pt x="249" y="14964"/>
                  </a:cubicBezTo>
                  <a:cubicBezTo>
                    <a:pt x="249" y="25289"/>
                    <a:pt x="5411" y="30147"/>
                    <a:pt x="16343" y="30147"/>
                  </a:cubicBezTo>
                  <a:close/>
                  <a:moveTo>
                    <a:pt x="16343" y="214773"/>
                  </a:moveTo>
                  <a:cubicBezTo>
                    <a:pt x="24542" y="214773"/>
                    <a:pt x="28793" y="210522"/>
                    <a:pt x="28793" y="201412"/>
                  </a:cubicBezTo>
                  <a:lnTo>
                    <a:pt x="28793" y="77215"/>
                  </a:lnTo>
                  <a:cubicBezTo>
                    <a:pt x="28793" y="68712"/>
                    <a:pt x="24542" y="64157"/>
                    <a:pt x="16343" y="64157"/>
                  </a:cubicBezTo>
                  <a:cubicBezTo>
                    <a:pt x="8144" y="64157"/>
                    <a:pt x="4197" y="68712"/>
                    <a:pt x="4197" y="77215"/>
                  </a:cubicBezTo>
                  <a:lnTo>
                    <a:pt x="4197" y="201412"/>
                  </a:lnTo>
                  <a:cubicBezTo>
                    <a:pt x="4197" y="210522"/>
                    <a:pt x="8144" y="214773"/>
                    <a:pt x="16343" y="214773"/>
                  </a:cubicBez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CA23B6AF-A7B7-6606-4938-BBA62DD53CFF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1406658" y="6317008"/>
              <a:ext cx="140898" cy="207704"/>
            </a:xfrm>
            <a:custGeom>
              <a:avLst/>
              <a:gdLst>
                <a:gd name="csX0" fmla="*/ 74648 w 140898"/>
                <a:gd name="csY0" fmla="*/ 207789 h 207704"/>
                <a:gd name="csX1" fmla="*/ 124145 w 140898"/>
                <a:gd name="csY1" fmla="*/ 190784 h 207704"/>
                <a:gd name="csX2" fmla="*/ 141150 w 140898"/>
                <a:gd name="csY2" fmla="*/ 139769 h 207704"/>
                <a:gd name="csX3" fmla="*/ 141150 w 140898"/>
                <a:gd name="csY3" fmla="*/ 13142 h 207704"/>
                <a:gd name="csX4" fmla="*/ 129004 w 140898"/>
                <a:gd name="csY4" fmla="*/ 692 h 207704"/>
                <a:gd name="csX5" fmla="*/ 116857 w 140898"/>
                <a:gd name="csY5" fmla="*/ 13142 h 207704"/>
                <a:gd name="csX6" fmla="*/ 116857 w 140898"/>
                <a:gd name="csY6" fmla="*/ 28933 h 207704"/>
                <a:gd name="csX7" fmla="*/ 97119 w 140898"/>
                <a:gd name="csY7" fmla="*/ 7676 h 207704"/>
                <a:gd name="csX8" fmla="*/ 66449 w 140898"/>
                <a:gd name="csY8" fmla="*/ 85 h 207704"/>
                <a:gd name="csX9" fmla="*/ 31225 w 140898"/>
                <a:gd name="csY9" fmla="*/ 9195 h 207704"/>
                <a:gd name="csX10" fmla="*/ 8146 w 140898"/>
                <a:gd name="csY10" fmla="*/ 35006 h 207704"/>
                <a:gd name="csX11" fmla="*/ 251 w 140898"/>
                <a:gd name="csY11" fmla="*/ 73267 h 207704"/>
                <a:gd name="csX12" fmla="*/ 8146 w 140898"/>
                <a:gd name="csY12" fmla="*/ 111832 h 207704"/>
                <a:gd name="csX13" fmla="*/ 31225 w 140898"/>
                <a:gd name="csY13" fmla="*/ 137643 h 207704"/>
                <a:gd name="csX14" fmla="*/ 66449 w 140898"/>
                <a:gd name="csY14" fmla="*/ 147057 h 207704"/>
                <a:gd name="csX15" fmla="*/ 97119 w 140898"/>
                <a:gd name="csY15" fmla="*/ 139162 h 207704"/>
                <a:gd name="csX16" fmla="*/ 117161 w 140898"/>
                <a:gd name="csY16" fmla="*/ 116994 h 207704"/>
                <a:gd name="csX17" fmla="*/ 117161 w 140898"/>
                <a:gd name="csY17" fmla="*/ 143109 h 207704"/>
                <a:gd name="csX18" fmla="*/ 73434 w 140898"/>
                <a:gd name="csY18" fmla="*/ 188051 h 207704"/>
                <a:gd name="csX19" fmla="*/ 49444 w 140898"/>
                <a:gd name="csY19" fmla="*/ 185014 h 207704"/>
                <a:gd name="csX20" fmla="*/ 23937 w 140898"/>
                <a:gd name="csY20" fmla="*/ 173779 h 207704"/>
                <a:gd name="csX21" fmla="*/ 16345 w 140898"/>
                <a:gd name="csY21" fmla="*/ 173172 h 207704"/>
                <a:gd name="csX22" fmla="*/ 11183 w 140898"/>
                <a:gd name="csY22" fmla="*/ 178334 h 207704"/>
                <a:gd name="csX23" fmla="*/ 9968 w 140898"/>
                <a:gd name="csY23" fmla="*/ 185622 h 207704"/>
                <a:gd name="csX24" fmla="*/ 15434 w 140898"/>
                <a:gd name="csY24" fmla="*/ 191999 h 207704"/>
                <a:gd name="csX25" fmla="*/ 43068 w 140898"/>
                <a:gd name="csY25" fmla="*/ 204145 h 207704"/>
                <a:gd name="csX26" fmla="*/ 74648 w 140898"/>
                <a:gd name="csY26" fmla="*/ 207789 h 207704"/>
                <a:gd name="csX27" fmla="*/ 71004 w 140898"/>
                <a:gd name="csY27" fmla="*/ 127015 h 207704"/>
                <a:gd name="csX28" fmla="*/ 37602 w 140898"/>
                <a:gd name="csY28" fmla="*/ 112439 h 207704"/>
                <a:gd name="csX29" fmla="*/ 25152 w 140898"/>
                <a:gd name="csY29" fmla="*/ 73267 h 207704"/>
                <a:gd name="csX30" fmla="*/ 37602 w 140898"/>
                <a:gd name="csY30" fmla="*/ 34398 h 207704"/>
                <a:gd name="csX31" fmla="*/ 71004 w 140898"/>
                <a:gd name="csY31" fmla="*/ 19823 h 207704"/>
                <a:gd name="csX32" fmla="*/ 104711 w 140898"/>
                <a:gd name="csY32" fmla="*/ 34398 h 207704"/>
                <a:gd name="csX33" fmla="*/ 117161 w 140898"/>
                <a:gd name="csY33" fmla="*/ 73267 h 207704"/>
                <a:gd name="csX34" fmla="*/ 104711 w 140898"/>
                <a:gd name="csY34" fmla="*/ 112439 h 207704"/>
                <a:gd name="csX35" fmla="*/ 71004 w 140898"/>
                <a:gd name="csY35" fmla="*/ 127015 h 207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140898" h="207704">
                  <a:moveTo>
                    <a:pt x="74648" y="207789"/>
                  </a:moveTo>
                  <a:cubicBezTo>
                    <a:pt x="96512" y="207789"/>
                    <a:pt x="112910" y="202323"/>
                    <a:pt x="124145" y="190784"/>
                  </a:cubicBezTo>
                  <a:cubicBezTo>
                    <a:pt x="135381" y="179548"/>
                    <a:pt x="141150" y="162543"/>
                    <a:pt x="141150" y="139769"/>
                  </a:cubicBezTo>
                  <a:lnTo>
                    <a:pt x="141150" y="13142"/>
                  </a:lnTo>
                  <a:cubicBezTo>
                    <a:pt x="141150" y="4943"/>
                    <a:pt x="136899" y="692"/>
                    <a:pt x="129004" y="692"/>
                  </a:cubicBezTo>
                  <a:cubicBezTo>
                    <a:pt x="120805" y="692"/>
                    <a:pt x="116857" y="4943"/>
                    <a:pt x="116857" y="13142"/>
                  </a:cubicBezTo>
                  <a:lnTo>
                    <a:pt x="116857" y="28933"/>
                  </a:lnTo>
                  <a:cubicBezTo>
                    <a:pt x="112606" y="19823"/>
                    <a:pt x="105925" y="12838"/>
                    <a:pt x="97119" y="7676"/>
                  </a:cubicBezTo>
                  <a:cubicBezTo>
                    <a:pt x="88009" y="2818"/>
                    <a:pt x="77989" y="85"/>
                    <a:pt x="66449" y="85"/>
                  </a:cubicBezTo>
                  <a:cubicBezTo>
                    <a:pt x="52785" y="85"/>
                    <a:pt x="40942" y="3121"/>
                    <a:pt x="31225" y="9195"/>
                  </a:cubicBezTo>
                  <a:cubicBezTo>
                    <a:pt x="21204" y="15268"/>
                    <a:pt x="13612" y="24074"/>
                    <a:pt x="8146" y="35006"/>
                  </a:cubicBezTo>
                  <a:cubicBezTo>
                    <a:pt x="2681" y="45938"/>
                    <a:pt x="251" y="58691"/>
                    <a:pt x="251" y="73267"/>
                  </a:cubicBezTo>
                  <a:cubicBezTo>
                    <a:pt x="251" y="87843"/>
                    <a:pt x="2681" y="100900"/>
                    <a:pt x="8146" y="111832"/>
                  </a:cubicBezTo>
                  <a:cubicBezTo>
                    <a:pt x="13612" y="122764"/>
                    <a:pt x="21204" y="131570"/>
                    <a:pt x="31225" y="137643"/>
                  </a:cubicBezTo>
                  <a:cubicBezTo>
                    <a:pt x="40942" y="144020"/>
                    <a:pt x="52785" y="147057"/>
                    <a:pt x="66449" y="147057"/>
                  </a:cubicBezTo>
                  <a:cubicBezTo>
                    <a:pt x="77989" y="147057"/>
                    <a:pt x="88009" y="144627"/>
                    <a:pt x="97119" y="139162"/>
                  </a:cubicBezTo>
                  <a:cubicBezTo>
                    <a:pt x="106229" y="133696"/>
                    <a:pt x="112910" y="126408"/>
                    <a:pt x="117161" y="116994"/>
                  </a:cubicBezTo>
                  <a:lnTo>
                    <a:pt x="117161" y="143109"/>
                  </a:lnTo>
                  <a:cubicBezTo>
                    <a:pt x="117161" y="173172"/>
                    <a:pt x="102585" y="188051"/>
                    <a:pt x="73434" y="188051"/>
                  </a:cubicBezTo>
                  <a:cubicBezTo>
                    <a:pt x="65538" y="188051"/>
                    <a:pt x="57340" y="187140"/>
                    <a:pt x="49444" y="185014"/>
                  </a:cubicBezTo>
                  <a:cubicBezTo>
                    <a:pt x="41246" y="183192"/>
                    <a:pt x="32743" y="179245"/>
                    <a:pt x="23937" y="173779"/>
                  </a:cubicBezTo>
                  <a:cubicBezTo>
                    <a:pt x="21204" y="172564"/>
                    <a:pt x="18775" y="172261"/>
                    <a:pt x="16345" y="173172"/>
                  </a:cubicBezTo>
                  <a:cubicBezTo>
                    <a:pt x="13916" y="174386"/>
                    <a:pt x="12398" y="175905"/>
                    <a:pt x="11183" y="178334"/>
                  </a:cubicBezTo>
                  <a:cubicBezTo>
                    <a:pt x="9968" y="180763"/>
                    <a:pt x="9361" y="183192"/>
                    <a:pt x="9968" y="185622"/>
                  </a:cubicBezTo>
                  <a:cubicBezTo>
                    <a:pt x="10576" y="188051"/>
                    <a:pt x="12398" y="190177"/>
                    <a:pt x="15434" y="191999"/>
                  </a:cubicBezTo>
                  <a:cubicBezTo>
                    <a:pt x="23633" y="197465"/>
                    <a:pt x="32743" y="201716"/>
                    <a:pt x="43068" y="204145"/>
                  </a:cubicBezTo>
                  <a:cubicBezTo>
                    <a:pt x="53392" y="206574"/>
                    <a:pt x="63716" y="207789"/>
                    <a:pt x="74648" y="207789"/>
                  </a:cubicBezTo>
                  <a:close/>
                  <a:moveTo>
                    <a:pt x="71004" y="127015"/>
                  </a:moveTo>
                  <a:cubicBezTo>
                    <a:pt x="57036" y="127015"/>
                    <a:pt x="45800" y="122157"/>
                    <a:pt x="37602" y="112439"/>
                  </a:cubicBezTo>
                  <a:cubicBezTo>
                    <a:pt x="29099" y="102722"/>
                    <a:pt x="25152" y="89665"/>
                    <a:pt x="25152" y="73267"/>
                  </a:cubicBezTo>
                  <a:cubicBezTo>
                    <a:pt x="25152" y="56869"/>
                    <a:pt x="29099" y="44116"/>
                    <a:pt x="37602" y="34398"/>
                  </a:cubicBezTo>
                  <a:cubicBezTo>
                    <a:pt x="45800" y="24681"/>
                    <a:pt x="57036" y="19823"/>
                    <a:pt x="71004" y="19823"/>
                  </a:cubicBezTo>
                  <a:cubicBezTo>
                    <a:pt x="84973" y="19823"/>
                    <a:pt x="96208" y="24681"/>
                    <a:pt x="104711" y="34398"/>
                  </a:cubicBezTo>
                  <a:cubicBezTo>
                    <a:pt x="112910" y="44116"/>
                    <a:pt x="117161" y="56869"/>
                    <a:pt x="117161" y="73267"/>
                  </a:cubicBezTo>
                  <a:cubicBezTo>
                    <a:pt x="117161" y="89665"/>
                    <a:pt x="112910" y="102722"/>
                    <a:pt x="104711" y="112439"/>
                  </a:cubicBezTo>
                  <a:cubicBezTo>
                    <a:pt x="96208" y="122157"/>
                    <a:pt x="84973" y="127015"/>
                    <a:pt x="71004" y="127015"/>
                  </a:cubicBez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1A53142E-BE77-F91B-9649-078BAD8AEFA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1593714" y="6251113"/>
              <a:ext cx="127234" cy="218332"/>
            </a:xfrm>
            <a:custGeom>
              <a:avLst/>
              <a:gdLst>
                <a:gd name="csX0" fmla="*/ 12404 w 127234"/>
                <a:gd name="csY0" fmla="*/ 218417 h 218332"/>
                <a:gd name="csX1" fmla="*/ 24854 w 127234"/>
                <a:gd name="csY1" fmla="*/ 205663 h 218332"/>
                <a:gd name="csX2" fmla="*/ 24854 w 127234"/>
                <a:gd name="csY2" fmla="*/ 132177 h 218332"/>
                <a:gd name="csX3" fmla="*/ 36696 w 127234"/>
                <a:gd name="csY3" fmla="*/ 98775 h 218332"/>
                <a:gd name="csX4" fmla="*/ 69188 w 127234"/>
                <a:gd name="csY4" fmla="*/ 86021 h 218332"/>
                <a:gd name="csX5" fmla="*/ 94696 w 127234"/>
                <a:gd name="csY5" fmla="*/ 95738 h 218332"/>
                <a:gd name="csX6" fmla="*/ 102895 w 127234"/>
                <a:gd name="csY6" fmla="*/ 125800 h 218332"/>
                <a:gd name="csX7" fmla="*/ 102895 w 127234"/>
                <a:gd name="csY7" fmla="*/ 205663 h 218332"/>
                <a:gd name="csX8" fmla="*/ 115345 w 127234"/>
                <a:gd name="csY8" fmla="*/ 218417 h 218332"/>
                <a:gd name="csX9" fmla="*/ 127491 w 127234"/>
                <a:gd name="csY9" fmla="*/ 205663 h 218332"/>
                <a:gd name="csX10" fmla="*/ 127491 w 127234"/>
                <a:gd name="csY10" fmla="*/ 124282 h 218332"/>
                <a:gd name="csX11" fmla="*/ 74958 w 127234"/>
                <a:gd name="csY11" fmla="*/ 65979 h 218332"/>
                <a:gd name="csX12" fmla="*/ 45199 w 127234"/>
                <a:gd name="csY12" fmla="*/ 72963 h 218332"/>
                <a:gd name="csX13" fmla="*/ 24854 w 127234"/>
                <a:gd name="csY13" fmla="*/ 93005 h 218332"/>
                <a:gd name="csX14" fmla="*/ 24854 w 127234"/>
                <a:gd name="csY14" fmla="*/ 12535 h 218332"/>
                <a:gd name="csX15" fmla="*/ 12404 w 127234"/>
                <a:gd name="csY15" fmla="*/ 85 h 218332"/>
                <a:gd name="csX16" fmla="*/ 257 w 127234"/>
                <a:gd name="csY16" fmla="*/ 12535 h 218332"/>
                <a:gd name="csX17" fmla="*/ 257 w 127234"/>
                <a:gd name="csY17" fmla="*/ 205663 h 218332"/>
                <a:gd name="csX18" fmla="*/ 12404 w 127234"/>
                <a:gd name="csY18" fmla="*/ 218417 h 218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27234" h="218332">
                  <a:moveTo>
                    <a:pt x="12404" y="218417"/>
                  </a:moveTo>
                  <a:cubicBezTo>
                    <a:pt x="20602" y="218417"/>
                    <a:pt x="24854" y="214166"/>
                    <a:pt x="24854" y="205663"/>
                  </a:cubicBezTo>
                  <a:lnTo>
                    <a:pt x="24854" y="132177"/>
                  </a:lnTo>
                  <a:cubicBezTo>
                    <a:pt x="24854" y="118209"/>
                    <a:pt x="28801" y="107277"/>
                    <a:pt x="36696" y="98775"/>
                  </a:cubicBezTo>
                  <a:cubicBezTo>
                    <a:pt x="44592" y="90272"/>
                    <a:pt x="55523" y="86021"/>
                    <a:pt x="69188" y="86021"/>
                  </a:cubicBezTo>
                  <a:cubicBezTo>
                    <a:pt x="80727" y="86021"/>
                    <a:pt x="89230" y="89361"/>
                    <a:pt x="94696" y="95738"/>
                  </a:cubicBezTo>
                  <a:cubicBezTo>
                    <a:pt x="100162" y="102115"/>
                    <a:pt x="102895" y="112136"/>
                    <a:pt x="102895" y="125800"/>
                  </a:cubicBezTo>
                  <a:lnTo>
                    <a:pt x="102895" y="205663"/>
                  </a:lnTo>
                  <a:cubicBezTo>
                    <a:pt x="102895" y="214166"/>
                    <a:pt x="106842" y="218417"/>
                    <a:pt x="115345" y="218417"/>
                  </a:cubicBezTo>
                  <a:cubicBezTo>
                    <a:pt x="123240" y="218417"/>
                    <a:pt x="127491" y="214166"/>
                    <a:pt x="127491" y="205663"/>
                  </a:cubicBezTo>
                  <a:lnTo>
                    <a:pt x="127491" y="124282"/>
                  </a:lnTo>
                  <a:cubicBezTo>
                    <a:pt x="127491" y="85414"/>
                    <a:pt x="109879" y="65979"/>
                    <a:pt x="74958" y="65979"/>
                  </a:cubicBezTo>
                  <a:cubicBezTo>
                    <a:pt x="64026" y="65979"/>
                    <a:pt x="54005" y="68408"/>
                    <a:pt x="45199" y="72963"/>
                  </a:cubicBezTo>
                  <a:cubicBezTo>
                    <a:pt x="36393" y="77518"/>
                    <a:pt x="29712" y="84199"/>
                    <a:pt x="24854" y="93005"/>
                  </a:cubicBezTo>
                  <a:lnTo>
                    <a:pt x="24854" y="12535"/>
                  </a:lnTo>
                  <a:cubicBezTo>
                    <a:pt x="24854" y="4336"/>
                    <a:pt x="20602" y="85"/>
                    <a:pt x="12404" y="85"/>
                  </a:cubicBezTo>
                  <a:cubicBezTo>
                    <a:pt x="4205" y="85"/>
                    <a:pt x="257" y="4336"/>
                    <a:pt x="257" y="12535"/>
                  </a:cubicBezTo>
                  <a:lnTo>
                    <a:pt x="257" y="205663"/>
                  </a:lnTo>
                  <a:cubicBezTo>
                    <a:pt x="257" y="214166"/>
                    <a:pt x="4205" y="218417"/>
                    <a:pt x="12404" y="218417"/>
                  </a:cubicBez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B99024FA-8673-E8A5-97F9-C5BB220DD951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1757083" y="6317008"/>
              <a:ext cx="135129" cy="153045"/>
            </a:xfrm>
            <a:custGeom>
              <a:avLst/>
              <a:gdLst>
                <a:gd name="csX0" fmla="*/ 75874 w 135129"/>
                <a:gd name="csY0" fmla="*/ 153130 h 153045"/>
                <a:gd name="csX1" fmla="*/ 102597 w 135129"/>
                <a:gd name="csY1" fmla="*/ 149182 h 153045"/>
                <a:gd name="csX2" fmla="*/ 126586 w 135129"/>
                <a:gd name="csY2" fmla="*/ 137947 h 153045"/>
                <a:gd name="csX3" fmla="*/ 132659 w 135129"/>
                <a:gd name="csY3" fmla="*/ 128230 h 153045"/>
                <a:gd name="csX4" fmla="*/ 127801 w 135129"/>
                <a:gd name="csY4" fmla="*/ 119727 h 153045"/>
                <a:gd name="csX5" fmla="*/ 116261 w 135129"/>
                <a:gd name="csY5" fmla="*/ 121549 h 153045"/>
                <a:gd name="csX6" fmla="*/ 96220 w 135129"/>
                <a:gd name="csY6" fmla="*/ 130963 h 153045"/>
                <a:gd name="csX7" fmla="*/ 75874 w 135129"/>
                <a:gd name="csY7" fmla="*/ 133392 h 153045"/>
                <a:gd name="csX8" fmla="*/ 38828 w 135129"/>
                <a:gd name="csY8" fmla="*/ 120335 h 153045"/>
                <a:gd name="csX9" fmla="*/ 24252 w 135129"/>
                <a:gd name="csY9" fmla="*/ 81770 h 153045"/>
                <a:gd name="csX10" fmla="*/ 124764 w 135129"/>
                <a:gd name="csY10" fmla="*/ 81770 h 153045"/>
                <a:gd name="csX11" fmla="*/ 135392 w 135129"/>
                <a:gd name="csY11" fmla="*/ 72356 h 153045"/>
                <a:gd name="csX12" fmla="*/ 118387 w 135129"/>
                <a:gd name="csY12" fmla="*/ 19519 h 153045"/>
                <a:gd name="csX13" fmla="*/ 71320 w 135129"/>
                <a:gd name="csY13" fmla="*/ 85 h 153045"/>
                <a:gd name="csX14" fmla="*/ 34273 w 135129"/>
                <a:gd name="csY14" fmla="*/ 9802 h 153045"/>
                <a:gd name="csX15" fmla="*/ 9373 w 135129"/>
                <a:gd name="csY15" fmla="*/ 36828 h 153045"/>
                <a:gd name="csX16" fmla="*/ 263 w 135129"/>
                <a:gd name="csY16" fmla="*/ 76911 h 153045"/>
                <a:gd name="csX17" fmla="*/ 20608 w 135129"/>
                <a:gd name="csY17" fmla="*/ 132785 h 153045"/>
                <a:gd name="csX18" fmla="*/ 75874 w 135129"/>
                <a:gd name="csY18" fmla="*/ 153130 h 153045"/>
                <a:gd name="csX19" fmla="*/ 71927 w 135129"/>
                <a:gd name="csY19" fmla="*/ 18304 h 153045"/>
                <a:gd name="csX20" fmla="*/ 102293 w 135129"/>
                <a:gd name="csY20" fmla="*/ 30754 h 153045"/>
                <a:gd name="csX21" fmla="*/ 114136 w 135129"/>
                <a:gd name="csY21" fmla="*/ 65676 h 153045"/>
                <a:gd name="csX22" fmla="*/ 24556 w 135129"/>
                <a:gd name="csY22" fmla="*/ 65676 h 153045"/>
                <a:gd name="csX23" fmla="*/ 38828 w 135129"/>
                <a:gd name="csY23" fmla="*/ 31362 h 153045"/>
                <a:gd name="csX24" fmla="*/ 71927 w 135129"/>
                <a:gd name="csY24" fmla="*/ 18304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35129" h="153045">
                  <a:moveTo>
                    <a:pt x="75874" y="153130"/>
                  </a:moveTo>
                  <a:cubicBezTo>
                    <a:pt x="84377" y="153130"/>
                    <a:pt x="93487" y="151915"/>
                    <a:pt x="102597" y="149182"/>
                  </a:cubicBezTo>
                  <a:cubicBezTo>
                    <a:pt x="111706" y="146753"/>
                    <a:pt x="119905" y="142805"/>
                    <a:pt x="126586" y="137947"/>
                  </a:cubicBezTo>
                  <a:cubicBezTo>
                    <a:pt x="130837" y="135214"/>
                    <a:pt x="132659" y="131874"/>
                    <a:pt x="132659" y="128230"/>
                  </a:cubicBezTo>
                  <a:cubicBezTo>
                    <a:pt x="132659" y="124586"/>
                    <a:pt x="130837" y="121549"/>
                    <a:pt x="127801" y="119727"/>
                  </a:cubicBezTo>
                  <a:cubicBezTo>
                    <a:pt x="124764" y="117905"/>
                    <a:pt x="120816" y="118513"/>
                    <a:pt x="116261" y="121549"/>
                  </a:cubicBezTo>
                  <a:cubicBezTo>
                    <a:pt x="109581" y="126104"/>
                    <a:pt x="102900" y="129141"/>
                    <a:pt x="96220" y="130963"/>
                  </a:cubicBezTo>
                  <a:cubicBezTo>
                    <a:pt x="89236" y="132785"/>
                    <a:pt x="82555" y="133392"/>
                    <a:pt x="75874" y="133392"/>
                  </a:cubicBezTo>
                  <a:cubicBezTo>
                    <a:pt x="60084" y="133392"/>
                    <a:pt x="47634" y="129141"/>
                    <a:pt x="38828" y="120335"/>
                  </a:cubicBezTo>
                  <a:cubicBezTo>
                    <a:pt x="29718" y="111528"/>
                    <a:pt x="24859" y="98775"/>
                    <a:pt x="24252" y="81770"/>
                  </a:cubicBezTo>
                  <a:lnTo>
                    <a:pt x="124764" y="81770"/>
                  </a:lnTo>
                  <a:cubicBezTo>
                    <a:pt x="131748" y="81770"/>
                    <a:pt x="135392" y="78733"/>
                    <a:pt x="135392" y="72356"/>
                  </a:cubicBezTo>
                  <a:cubicBezTo>
                    <a:pt x="135392" y="49885"/>
                    <a:pt x="129622" y="32273"/>
                    <a:pt x="118387" y="19519"/>
                  </a:cubicBezTo>
                  <a:cubicBezTo>
                    <a:pt x="106848" y="6765"/>
                    <a:pt x="91361" y="85"/>
                    <a:pt x="71320" y="85"/>
                  </a:cubicBezTo>
                  <a:cubicBezTo>
                    <a:pt x="57351" y="85"/>
                    <a:pt x="44901" y="3425"/>
                    <a:pt x="34273" y="9802"/>
                  </a:cubicBezTo>
                  <a:cubicBezTo>
                    <a:pt x="23645" y="16179"/>
                    <a:pt x="15446" y="25289"/>
                    <a:pt x="9373" y="36828"/>
                  </a:cubicBezTo>
                  <a:cubicBezTo>
                    <a:pt x="3299" y="48367"/>
                    <a:pt x="263" y="61728"/>
                    <a:pt x="263" y="76911"/>
                  </a:cubicBezTo>
                  <a:cubicBezTo>
                    <a:pt x="263" y="100597"/>
                    <a:pt x="6943" y="119120"/>
                    <a:pt x="20608" y="132785"/>
                  </a:cubicBezTo>
                  <a:cubicBezTo>
                    <a:pt x="33969" y="146449"/>
                    <a:pt x="52493" y="153130"/>
                    <a:pt x="75874" y="153130"/>
                  </a:cubicBezTo>
                  <a:close/>
                  <a:moveTo>
                    <a:pt x="71927" y="18304"/>
                  </a:moveTo>
                  <a:cubicBezTo>
                    <a:pt x="84984" y="18304"/>
                    <a:pt x="95005" y="22556"/>
                    <a:pt x="102293" y="30754"/>
                  </a:cubicBezTo>
                  <a:cubicBezTo>
                    <a:pt x="109581" y="39257"/>
                    <a:pt x="113528" y="50796"/>
                    <a:pt x="114136" y="65676"/>
                  </a:cubicBezTo>
                  <a:lnTo>
                    <a:pt x="24556" y="65676"/>
                  </a:lnTo>
                  <a:cubicBezTo>
                    <a:pt x="25770" y="51707"/>
                    <a:pt x="30629" y="40168"/>
                    <a:pt x="38828" y="31362"/>
                  </a:cubicBezTo>
                  <a:cubicBezTo>
                    <a:pt x="46723" y="22859"/>
                    <a:pt x="57958" y="18304"/>
                    <a:pt x="71927" y="18304"/>
                  </a:cubicBez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FA87277-DD7D-CCAA-D2D6-F5C0DC94B25A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1918935" y="6317008"/>
              <a:ext cx="117516" cy="153045"/>
            </a:xfrm>
            <a:custGeom>
              <a:avLst/>
              <a:gdLst>
                <a:gd name="csX0" fmla="*/ 58875 w 117516"/>
                <a:gd name="csY0" fmla="*/ 153130 h 153045"/>
                <a:gd name="csX1" fmla="*/ 101691 w 117516"/>
                <a:gd name="csY1" fmla="*/ 141591 h 153045"/>
                <a:gd name="csX2" fmla="*/ 117785 w 117516"/>
                <a:gd name="csY2" fmla="*/ 109403 h 153045"/>
                <a:gd name="csX3" fmla="*/ 107764 w 117516"/>
                <a:gd name="csY3" fmla="*/ 84503 h 153045"/>
                <a:gd name="csX4" fmla="*/ 78309 w 117516"/>
                <a:gd name="csY4" fmla="*/ 70838 h 153045"/>
                <a:gd name="csX5" fmla="*/ 50676 w 117516"/>
                <a:gd name="csY5" fmla="*/ 65068 h 153045"/>
                <a:gd name="csX6" fmla="*/ 28205 w 117516"/>
                <a:gd name="csY6" fmla="*/ 43205 h 153045"/>
                <a:gd name="csX7" fmla="*/ 37011 w 117516"/>
                <a:gd name="csY7" fmla="*/ 25592 h 153045"/>
                <a:gd name="csX8" fmla="*/ 62822 w 117516"/>
                <a:gd name="csY8" fmla="*/ 18912 h 153045"/>
                <a:gd name="csX9" fmla="*/ 81346 w 117516"/>
                <a:gd name="csY9" fmla="*/ 21948 h 153045"/>
                <a:gd name="csX10" fmla="*/ 99869 w 117516"/>
                <a:gd name="csY10" fmla="*/ 30754 h 153045"/>
                <a:gd name="csX11" fmla="*/ 109586 w 117516"/>
                <a:gd name="csY11" fmla="*/ 31665 h 153045"/>
                <a:gd name="csX12" fmla="*/ 114445 w 117516"/>
                <a:gd name="csY12" fmla="*/ 23467 h 153045"/>
                <a:gd name="csX13" fmla="*/ 109890 w 117516"/>
                <a:gd name="csY13" fmla="*/ 14660 h 153045"/>
                <a:gd name="csX14" fmla="*/ 88026 w 117516"/>
                <a:gd name="csY14" fmla="*/ 3729 h 153045"/>
                <a:gd name="csX15" fmla="*/ 62822 w 117516"/>
                <a:gd name="csY15" fmla="*/ 85 h 153045"/>
                <a:gd name="csX16" fmla="*/ 20917 w 117516"/>
                <a:gd name="csY16" fmla="*/ 12231 h 153045"/>
                <a:gd name="csX17" fmla="*/ 5127 w 117516"/>
                <a:gd name="csY17" fmla="*/ 44419 h 153045"/>
                <a:gd name="csX18" fmla="*/ 42781 w 117516"/>
                <a:gd name="csY18" fmla="*/ 83288 h 153045"/>
                <a:gd name="csX19" fmla="*/ 70414 w 117516"/>
                <a:gd name="csY19" fmla="*/ 89361 h 153045"/>
                <a:gd name="csX20" fmla="*/ 88633 w 117516"/>
                <a:gd name="csY20" fmla="*/ 97256 h 153045"/>
                <a:gd name="csX21" fmla="*/ 94403 w 117516"/>
                <a:gd name="csY21" fmla="*/ 110617 h 153045"/>
                <a:gd name="csX22" fmla="*/ 85597 w 117516"/>
                <a:gd name="csY22" fmla="*/ 127926 h 153045"/>
                <a:gd name="csX23" fmla="*/ 59482 w 117516"/>
                <a:gd name="csY23" fmla="*/ 134303 h 153045"/>
                <a:gd name="csX24" fmla="*/ 37315 w 117516"/>
                <a:gd name="csY24" fmla="*/ 131570 h 153045"/>
                <a:gd name="csX25" fmla="*/ 14540 w 117516"/>
                <a:gd name="csY25" fmla="*/ 121246 h 153045"/>
                <a:gd name="csX26" fmla="*/ 4519 w 117516"/>
                <a:gd name="csY26" fmla="*/ 121246 h 153045"/>
                <a:gd name="csX27" fmla="*/ 268 w 117516"/>
                <a:gd name="csY27" fmla="*/ 129748 h 153045"/>
                <a:gd name="csX28" fmla="*/ 5734 w 117516"/>
                <a:gd name="csY28" fmla="*/ 138251 h 153045"/>
                <a:gd name="csX29" fmla="*/ 31242 w 117516"/>
                <a:gd name="csY29" fmla="*/ 149790 h 153045"/>
                <a:gd name="csX30" fmla="*/ 58875 w 117516"/>
                <a:gd name="csY30" fmla="*/ 153130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17516" h="153045">
                  <a:moveTo>
                    <a:pt x="58875" y="153130"/>
                  </a:moveTo>
                  <a:cubicBezTo>
                    <a:pt x="76487" y="153130"/>
                    <a:pt x="90759" y="149486"/>
                    <a:pt x="101691" y="141591"/>
                  </a:cubicBezTo>
                  <a:cubicBezTo>
                    <a:pt x="112319" y="133696"/>
                    <a:pt x="117785" y="123067"/>
                    <a:pt x="117785" y="109403"/>
                  </a:cubicBezTo>
                  <a:cubicBezTo>
                    <a:pt x="117785" y="99078"/>
                    <a:pt x="114445" y="90576"/>
                    <a:pt x="107764" y="84503"/>
                  </a:cubicBezTo>
                  <a:cubicBezTo>
                    <a:pt x="101084" y="78429"/>
                    <a:pt x="91063" y="73874"/>
                    <a:pt x="78309" y="70838"/>
                  </a:cubicBezTo>
                  <a:lnTo>
                    <a:pt x="50676" y="65068"/>
                  </a:lnTo>
                  <a:cubicBezTo>
                    <a:pt x="35493" y="62032"/>
                    <a:pt x="28205" y="54744"/>
                    <a:pt x="28205" y="43205"/>
                  </a:cubicBezTo>
                  <a:cubicBezTo>
                    <a:pt x="28205" y="35917"/>
                    <a:pt x="30938" y="30147"/>
                    <a:pt x="37011" y="25592"/>
                  </a:cubicBezTo>
                  <a:cubicBezTo>
                    <a:pt x="42781" y="21341"/>
                    <a:pt x="51283" y="18912"/>
                    <a:pt x="62822" y="18912"/>
                  </a:cubicBezTo>
                  <a:cubicBezTo>
                    <a:pt x="68896" y="18912"/>
                    <a:pt x="74969" y="20126"/>
                    <a:pt x="81346" y="21948"/>
                  </a:cubicBezTo>
                  <a:cubicBezTo>
                    <a:pt x="87419" y="23770"/>
                    <a:pt x="93796" y="26807"/>
                    <a:pt x="99869" y="30754"/>
                  </a:cubicBezTo>
                  <a:cubicBezTo>
                    <a:pt x="103513" y="33184"/>
                    <a:pt x="106853" y="33487"/>
                    <a:pt x="109586" y="31665"/>
                  </a:cubicBezTo>
                  <a:cubicBezTo>
                    <a:pt x="112319" y="29843"/>
                    <a:pt x="113837" y="27111"/>
                    <a:pt x="114445" y="23467"/>
                  </a:cubicBezTo>
                  <a:cubicBezTo>
                    <a:pt x="114748" y="20126"/>
                    <a:pt x="113230" y="17090"/>
                    <a:pt x="109890" y="14660"/>
                  </a:cubicBezTo>
                  <a:cubicBezTo>
                    <a:pt x="103209" y="9802"/>
                    <a:pt x="95921" y="6158"/>
                    <a:pt x="88026" y="3729"/>
                  </a:cubicBezTo>
                  <a:cubicBezTo>
                    <a:pt x="79827" y="1299"/>
                    <a:pt x="71325" y="85"/>
                    <a:pt x="62822" y="85"/>
                  </a:cubicBezTo>
                  <a:cubicBezTo>
                    <a:pt x="45514" y="85"/>
                    <a:pt x="31545" y="4336"/>
                    <a:pt x="20917" y="12231"/>
                  </a:cubicBezTo>
                  <a:cubicBezTo>
                    <a:pt x="10289" y="20430"/>
                    <a:pt x="5127" y="31058"/>
                    <a:pt x="5127" y="44419"/>
                  </a:cubicBezTo>
                  <a:cubicBezTo>
                    <a:pt x="5127" y="65068"/>
                    <a:pt x="17577" y="77822"/>
                    <a:pt x="42781" y="83288"/>
                  </a:cubicBezTo>
                  <a:lnTo>
                    <a:pt x="70414" y="89361"/>
                  </a:lnTo>
                  <a:cubicBezTo>
                    <a:pt x="78613" y="91183"/>
                    <a:pt x="84686" y="93916"/>
                    <a:pt x="88633" y="97256"/>
                  </a:cubicBezTo>
                  <a:cubicBezTo>
                    <a:pt x="92277" y="100597"/>
                    <a:pt x="94403" y="105152"/>
                    <a:pt x="94403" y="110617"/>
                  </a:cubicBezTo>
                  <a:cubicBezTo>
                    <a:pt x="94403" y="117905"/>
                    <a:pt x="91366" y="123675"/>
                    <a:pt x="85597" y="127926"/>
                  </a:cubicBezTo>
                  <a:cubicBezTo>
                    <a:pt x="79524" y="132177"/>
                    <a:pt x="71021" y="134303"/>
                    <a:pt x="59482" y="134303"/>
                  </a:cubicBezTo>
                  <a:cubicBezTo>
                    <a:pt x="52194" y="134303"/>
                    <a:pt x="44603" y="133392"/>
                    <a:pt x="37315" y="131570"/>
                  </a:cubicBezTo>
                  <a:cubicBezTo>
                    <a:pt x="30027" y="129748"/>
                    <a:pt x="22435" y="126104"/>
                    <a:pt x="14540" y="121246"/>
                  </a:cubicBezTo>
                  <a:cubicBezTo>
                    <a:pt x="10289" y="119424"/>
                    <a:pt x="6949" y="119424"/>
                    <a:pt x="4519" y="121246"/>
                  </a:cubicBezTo>
                  <a:cubicBezTo>
                    <a:pt x="1786" y="123371"/>
                    <a:pt x="268" y="126104"/>
                    <a:pt x="268" y="129748"/>
                  </a:cubicBezTo>
                  <a:cubicBezTo>
                    <a:pt x="268" y="133392"/>
                    <a:pt x="2090" y="136125"/>
                    <a:pt x="5734" y="138251"/>
                  </a:cubicBezTo>
                  <a:cubicBezTo>
                    <a:pt x="13629" y="143716"/>
                    <a:pt x="22132" y="147360"/>
                    <a:pt x="31242" y="149790"/>
                  </a:cubicBezTo>
                  <a:cubicBezTo>
                    <a:pt x="40351" y="152219"/>
                    <a:pt x="49765" y="153130"/>
                    <a:pt x="58875" y="153130"/>
                  </a:cubicBez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F80E33F2-FCAC-1F99-F9FD-E5FB3AFA4811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2048294" y="6272370"/>
              <a:ext cx="109621" cy="197683"/>
            </a:xfrm>
            <a:custGeom>
              <a:avLst/>
              <a:gdLst>
                <a:gd name="csX0" fmla="*/ 83476 w 109621"/>
                <a:gd name="csY0" fmla="*/ 197768 h 197683"/>
                <a:gd name="csX1" fmla="*/ 94104 w 109621"/>
                <a:gd name="csY1" fmla="*/ 196857 h 197683"/>
                <a:gd name="csX2" fmla="*/ 103821 w 109621"/>
                <a:gd name="csY2" fmla="*/ 194428 h 197683"/>
                <a:gd name="csX3" fmla="*/ 108376 w 109621"/>
                <a:gd name="csY3" fmla="*/ 190177 h 197683"/>
                <a:gd name="csX4" fmla="*/ 109895 w 109621"/>
                <a:gd name="csY4" fmla="*/ 183496 h 197683"/>
                <a:gd name="csX5" fmla="*/ 108073 w 109621"/>
                <a:gd name="csY5" fmla="*/ 176208 h 197683"/>
                <a:gd name="csX6" fmla="*/ 103518 w 109621"/>
                <a:gd name="csY6" fmla="*/ 174386 h 197683"/>
                <a:gd name="csX7" fmla="*/ 96533 w 109621"/>
                <a:gd name="csY7" fmla="*/ 175601 h 197683"/>
                <a:gd name="csX8" fmla="*/ 86816 w 109621"/>
                <a:gd name="csY8" fmla="*/ 176816 h 197683"/>
                <a:gd name="csX9" fmla="*/ 63131 w 109621"/>
                <a:gd name="csY9" fmla="*/ 168009 h 197683"/>
                <a:gd name="csX10" fmla="*/ 55843 w 109621"/>
                <a:gd name="csY10" fmla="*/ 141591 h 197683"/>
                <a:gd name="csX11" fmla="*/ 55843 w 109621"/>
                <a:gd name="csY11" fmla="*/ 66586 h 197683"/>
                <a:gd name="csX12" fmla="*/ 94104 w 109621"/>
                <a:gd name="csY12" fmla="*/ 66586 h 197683"/>
                <a:gd name="csX13" fmla="*/ 104732 w 109621"/>
                <a:gd name="csY13" fmla="*/ 56869 h 197683"/>
                <a:gd name="csX14" fmla="*/ 94104 w 109621"/>
                <a:gd name="csY14" fmla="*/ 47456 h 197683"/>
                <a:gd name="csX15" fmla="*/ 55843 w 109621"/>
                <a:gd name="csY15" fmla="*/ 47456 h 197683"/>
                <a:gd name="csX16" fmla="*/ 55843 w 109621"/>
                <a:gd name="csY16" fmla="*/ 12535 h 197683"/>
                <a:gd name="csX17" fmla="*/ 43696 w 109621"/>
                <a:gd name="csY17" fmla="*/ 85 h 197683"/>
                <a:gd name="csX18" fmla="*/ 31246 w 109621"/>
                <a:gd name="csY18" fmla="*/ 12535 h 197683"/>
                <a:gd name="csX19" fmla="*/ 31246 w 109621"/>
                <a:gd name="csY19" fmla="*/ 47456 h 197683"/>
                <a:gd name="csX20" fmla="*/ 10901 w 109621"/>
                <a:gd name="csY20" fmla="*/ 47456 h 197683"/>
                <a:gd name="csX21" fmla="*/ 273 w 109621"/>
                <a:gd name="csY21" fmla="*/ 56869 h 197683"/>
                <a:gd name="csX22" fmla="*/ 10901 w 109621"/>
                <a:gd name="csY22" fmla="*/ 66586 h 197683"/>
                <a:gd name="csX23" fmla="*/ 31246 w 109621"/>
                <a:gd name="csY23" fmla="*/ 66586 h 197683"/>
                <a:gd name="csX24" fmla="*/ 31246 w 109621"/>
                <a:gd name="csY24" fmla="*/ 144020 h 197683"/>
                <a:gd name="csX25" fmla="*/ 44304 w 109621"/>
                <a:gd name="csY25" fmla="*/ 184103 h 197683"/>
                <a:gd name="csX26" fmla="*/ 83476 w 109621"/>
                <a:gd name="csY26" fmla="*/ 197768 h 1976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09621" h="197683">
                  <a:moveTo>
                    <a:pt x="83476" y="197768"/>
                  </a:moveTo>
                  <a:cubicBezTo>
                    <a:pt x="86513" y="197768"/>
                    <a:pt x="90157" y="197465"/>
                    <a:pt x="94104" y="196857"/>
                  </a:cubicBezTo>
                  <a:cubicBezTo>
                    <a:pt x="98052" y="196250"/>
                    <a:pt x="101392" y="195339"/>
                    <a:pt x="103821" y="194428"/>
                  </a:cubicBezTo>
                  <a:cubicBezTo>
                    <a:pt x="105947" y="193821"/>
                    <a:pt x="107465" y="192302"/>
                    <a:pt x="108376" y="190177"/>
                  </a:cubicBezTo>
                  <a:cubicBezTo>
                    <a:pt x="109287" y="188355"/>
                    <a:pt x="109895" y="185925"/>
                    <a:pt x="109895" y="183496"/>
                  </a:cubicBezTo>
                  <a:cubicBezTo>
                    <a:pt x="109895" y="180156"/>
                    <a:pt x="109287" y="177727"/>
                    <a:pt x="108073" y="176208"/>
                  </a:cubicBezTo>
                  <a:cubicBezTo>
                    <a:pt x="106858" y="174994"/>
                    <a:pt x="105340" y="174386"/>
                    <a:pt x="103518" y="174386"/>
                  </a:cubicBezTo>
                  <a:cubicBezTo>
                    <a:pt x="101392" y="174386"/>
                    <a:pt x="98963" y="174994"/>
                    <a:pt x="96533" y="175601"/>
                  </a:cubicBezTo>
                  <a:cubicBezTo>
                    <a:pt x="93800" y="176512"/>
                    <a:pt x="90460" y="176816"/>
                    <a:pt x="86816" y="176816"/>
                  </a:cubicBezTo>
                  <a:cubicBezTo>
                    <a:pt x="75884" y="176816"/>
                    <a:pt x="67989" y="174083"/>
                    <a:pt x="63131" y="168009"/>
                  </a:cubicBezTo>
                  <a:cubicBezTo>
                    <a:pt x="58272" y="161936"/>
                    <a:pt x="55843" y="153130"/>
                    <a:pt x="55843" y="141591"/>
                  </a:cubicBezTo>
                  <a:lnTo>
                    <a:pt x="55843" y="66586"/>
                  </a:lnTo>
                  <a:lnTo>
                    <a:pt x="94104" y="66586"/>
                  </a:lnTo>
                  <a:cubicBezTo>
                    <a:pt x="101088" y="66586"/>
                    <a:pt x="104732" y="63550"/>
                    <a:pt x="104732" y="56869"/>
                  </a:cubicBezTo>
                  <a:cubicBezTo>
                    <a:pt x="104732" y="50796"/>
                    <a:pt x="101088" y="47456"/>
                    <a:pt x="94104" y="47456"/>
                  </a:cubicBezTo>
                  <a:lnTo>
                    <a:pt x="55843" y="47456"/>
                  </a:lnTo>
                  <a:lnTo>
                    <a:pt x="55843" y="12535"/>
                  </a:lnTo>
                  <a:cubicBezTo>
                    <a:pt x="55843" y="4336"/>
                    <a:pt x="51592" y="85"/>
                    <a:pt x="43696" y="85"/>
                  </a:cubicBezTo>
                  <a:cubicBezTo>
                    <a:pt x="35194" y="85"/>
                    <a:pt x="31246" y="4336"/>
                    <a:pt x="31246" y="12535"/>
                  </a:cubicBezTo>
                  <a:lnTo>
                    <a:pt x="31246" y="47456"/>
                  </a:lnTo>
                  <a:lnTo>
                    <a:pt x="10901" y="47456"/>
                  </a:lnTo>
                  <a:cubicBezTo>
                    <a:pt x="3613" y="47456"/>
                    <a:pt x="273" y="50796"/>
                    <a:pt x="273" y="56869"/>
                  </a:cubicBezTo>
                  <a:cubicBezTo>
                    <a:pt x="273" y="63550"/>
                    <a:pt x="3613" y="66586"/>
                    <a:pt x="10901" y="66586"/>
                  </a:cubicBezTo>
                  <a:lnTo>
                    <a:pt x="31246" y="66586"/>
                  </a:lnTo>
                  <a:lnTo>
                    <a:pt x="31246" y="144020"/>
                  </a:lnTo>
                  <a:cubicBezTo>
                    <a:pt x="31246" y="161633"/>
                    <a:pt x="35498" y="174994"/>
                    <a:pt x="44304" y="184103"/>
                  </a:cubicBezTo>
                  <a:cubicBezTo>
                    <a:pt x="52806" y="193213"/>
                    <a:pt x="65864" y="197768"/>
                    <a:pt x="83476" y="197768"/>
                  </a:cubicBez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CC32508E-2B42-1ED5-F474-C4590CE8BE9B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2248104" y="6317008"/>
              <a:ext cx="117516" cy="153045"/>
            </a:xfrm>
            <a:custGeom>
              <a:avLst/>
              <a:gdLst>
                <a:gd name="csX0" fmla="*/ 58886 w 117516"/>
                <a:gd name="csY0" fmla="*/ 153130 h 153045"/>
                <a:gd name="csX1" fmla="*/ 101702 w 117516"/>
                <a:gd name="csY1" fmla="*/ 141591 h 153045"/>
                <a:gd name="csX2" fmla="*/ 117796 w 117516"/>
                <a:gd name="csY2" fmla="*/ 109403 h 153045"/>
                <a:gd name="csX3" fmla="*/ 107775 w 117516"/>
                <a:gd name="csY3" fmla="*/ 84503 h 153045"/>
                <a:gd name="csX4" fmla="*/ 78320 w 117516"/>
                <a:gd name="csY4" fmla="*/ 70838 h 153045"/>
                <a:gd name="csX5" fmla="*/ 50687 w 117516"/>
                <a:gd name="csY5" fmla="*/ 65068 h 153045"/>
                <a:gd name="csX6" fmla="*/ 28216 w 117516"/>
                <a:gd name="csY6" fmla="*/ 43205 h 153045"/>
                <a:gd name="csX7" fmla="*/ 37022 w 117516"/>
                <a:gd name="csY7" fmla="*/ 25592 h 153045"/>
                <a:gd name="csX8" fmla="*/ 62833 w 117516"/>
                <a:gd name="csY8" fmla="*/ 18912 h 153045"/>
                <a:gd name="csX9" fmla="*/ 81356 w 117516"/>
                <a:gd name="csY9" fmla="*/ 21948 h 153045"/>
                <a:gd name="csX10" fmla="*/ 99880 w 117516"/>
                <a:gd name="csY10" fmla="*/ 30754 h 153045"/>
                <a:gd name="csX11" fmla="*/ 109597 w 117516"/>
                <a:gd name="csY11" fmla="*/ 31665 h 153045"/>
                <a:gd name="csX12" fmla="*/ 114456 w 117516"/>
                <a:gd name="csY12" fmla="*/ 23467 h 153045"/>
                <a:gd name="csX13" fmla="*/ 109901 w 117516"/>
                <a:gd name="csY13" fmla="*/ 14660 h 153045"/>
                <a:gd name="csX14" fmla="*/ 88037 w 117516"/>
                <a:gd name="csY14" fmla="*/ 3729 h 153045"/>
                <a:gd name="csX15" fmla="*/ 62833 w 117516"/>
                <a:gd name="csY15" fmla="*/ 85 h 153045"/>
                <a:gd name="csX16" fmla="*/ 20928 w 117516"/>
                <a:gd name="csY16" fmla="*/ 12231 h 153045"/>
                <a:gd name="csX17" fmla="*/ 5137 w 117516"/>
                <a:gd name="csY17" fmla="*/ 44419 h 153045"/>
                <a:gd name="csX18" fmla="*/ 42791 w 117516"/>
                <a:gd name="csY18" fmla="*/ 83288 h 153045"/>
                <a:gd name="csX19" fmla="*/ 70425 w 117516"/>
                <a:gd name="csY19" fmla="*/ 89361 h 153045"/>
                <a:gd name="csX20" fmla="*/ 88644 w 117516"/>
                <a:gd name="csY20" fmla="*/ 97256 h 153045"/>
                <a:gd name="csX21" fmla="*/ 94414 w 117516"/>
                <a:gd name="csY21" fmla="*/ 110617 h 153045"/>
                <a:gd name="csX22" fmla="*/ 85608 w 117516"/>
                <a:gd name="csY22" fmla="*/ 127926 h 153045"/>
                <a:gd name="csX23" fmla="*/ 59493 w 117516"/>
                <a:gd name="csY23" fmla="*/ 134303 h 153045"/>
                <a:gd name="csX24" fmla="*/ 37326 w 117516"/>
                <a:gd name="csY24" fmla="*/ 131570 h 153045"/>
                <a:gd name="csX25" fmla="*/ 14551 w 117516"/>
                <a:gd name="csY25" fmla="*/ 121246 h 153045"/>
                <a:gd name="csX26" fmla="*/ 4530 w 117516"/>
                <a:gd name="csY26" fmla="*/ 121246 h 153045"/>
                <a:gd name="csX27" fmla="*/ 279 w 117516"/>
                <a:gd name="csY27" fmla="*/ 129748 h 153045"/>
                <a:gd name="csX28" fmla="*/ 5745 w 117516"/>
                <a:gd name="csY28" fmla="*/ 138251 h 153045"/>
                <a:gd name="csX29" fmla="*/ 31252 w 117516"/>
                <a:gd name="csY29" fmla="*/ 149790 h 153045"/>
                <a:gd name="csX30" fmla="*/ 58886 w 117516"/>
                <a:gd name="csY30" fmla="*/ 153130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17516" h="153045">
                  <a:moveTo>
                    <a:pt x="58886" y="153130"/>
                  </a:moveTo>
                  <a:cubicBezTo>
                    <a:pt x="76498" y="153130"/>
                    <a:pt x="90770" y="149486"/>
                    <a:pt x="101702" y="141591"/>
                  </a:cubicBezTo>
                  <a:cubicBezTo>
                    <a:pt x="112330" y="133696"/>
                    <a:pt x="117796" y="123067"/>
                    <a:pt x="117796" y="109403"/>
                  </a:cubicBezTo>
                  <a:cubicBezTo>
                    <a:pt x="117796" y="99078"/>
                    <a:pt x="114456" y="90576"/>
                    <a:pt x="107775" y="84503"/>
                  </a:cubicBezTo>
                  <a:cubicBezTo>
                    <a:pt x="101094" y="78429"/>
                    <a:pt x="91074" y="73874"/>
                    <a:pt x="78320" y="70838"/>
                  </a:cubicBezTo>
                  <a:lnTo>
                    <a:pt x="50687" y="65068"/>
                  </a:lnTo>
                  <a:cubicBezTo>
                    <a:pt x="35504" y="62032"/>
                    <a:pt x="28216" y="54744"/>
                    <a:pt x="28216" y="43205"/>
                  </a:cubicBezTo>
                  <a:cubicBezTo>
                    <a:pt x="28216" y="35917"/>
                    <a:pt x="30949" y="30147"/>
                    <a:pt x="37022" y="25592"/>
                  </a:cubicBezTo>
                  <a:cubicBezTo>
                    <a:pt x="42791" y="21341"/>
                    <a:pt x="51294" y="18912"/>
                    <a:pt x="62833" y="18912"/>
                  </a:cubicBezTo>
                  <a:cubicBezTo>
                    <a:pt x="68906" y="18912"/>
                    <a:pt x="74980" y="20126"/>
                    <a:pt x="81356" y="21948"/>
                  </a:cubicBezTo>
                  <a:cubicBezTo>
                    <a:pt x="87430" y="23770"/>
                    <a:pt x="93807" y="26807"/>
                    <a:pt x="99880" y="30754"/>
                  </a:cubicBezTo>
                  <a:cubicBezTo>
                    <a:pt x="103524" y="33184"/>
                    <a:pt x="106864" y="33487"/>
                    <a:pt x="109597" y="31665"/>
                  </a:cubicBezTo>
                  <a:cubicBezTo>
                    <a:pt x="112330" y="29843"/>
                    <a:pt x="113848" y="27111"/>
                    <a:pt x="114456" y="23467"/>
                  </a:cubicBezTo>
                  <a:cubicBezTo>
                    <a:pt x="114759" y="20126"/>
                    <a:pt x="113241" y="17090"/>
                    <a:pt x="109901" y="14660"/>
                  </a:cubicBezTo>
                  <a:cubicBezTo>
                    <a:pt x="103220" y="9802"/>
                    <a:pt x="95932" y="6158"/>
                    <a:pt x="88037" y="3729"/>
                  </a:cubicBezTo>
                  <a:cubicBezTo>
                    <a:pt x="79838" y="1299"/>
                    <a:pt x="71336" y="85"/>
                    <a:pt x="62833" y="85"/>
                  </a:cubicBezTo>
                  <a:cubicBezTo>
                    <a:pt x="45524" y="85"/>
                    <a:pt x="31556" y="4336"/>
                    <a:pt x="20928" y="12231"/>
                  </a:cubicBezTo>
                  <a:cubicBezTo>
                    <a:pt x="10300" y="20430"/>
                    <a:pt x="5137" y="31058"/>
                    <a:pt x="5137" y="44419"/>
                  </a:cubicBezTo>
                  <a:cubicBezTo>
                    <a:pt x="5137" y="65068"/>
                    <a:pt x="17588" y="77822"/>
                    <a:pt x="42791" y="83288"/>
                  </a:cubicBezTo>
                  <a:lnTo>
                    <a:pt x="70425" y="89361"/>
                  </a:lnTo>
                  <a:cubicBezTo>
                    <a:pt x="78623" y="91183"/>
                    <a:pt x="84697" y="93916"/>
                    <a:pt x="88644" y="97256"/>
                  </a:cubicBezTo>
                  <a:cubicBezTo>
                    <a:pt x="92288" y="100597"/>
                    <a:pt x="94414" y="105152"/>
                    <a:pt x="94414" y="110617"/>
                  </a:cubicBezTo>
                  <a:cubicBezTo>
                    <a:pt x="94414" y="117905"/>
                    <a:pt x="91377" y="123675"/>
                    <a:pt x="85608" y="127926"/>
                  </a:cubicBezTo>
                  <a:cubicBezTo>
                    <a:pt x="79534" y="132177"/>
                    <a:pt x="71032" y="134303"/>
                    <a:pt x="59493" y="134303"/>
                  </a:cubicBezTo>
                  <a:cubicBezTo>
                    <a:pt x="52205" y="134303"/>
                    <a:pt x="44613" y="133392"/>
                    <a:pt x="37326" y="131570"/>
                  </a:cubicBezTo>
                  <a:cubicBezTo>
                    <a:pt x="30038" y="129748"/>
                    <a:pt x="22446" y="126104"/>
                    <a:pt x="14551" y="121246"/>
                  </a:cubicBezTo>
                  <a:cubicBezTo>
                    <a:pt x="10300" y="119424"/>
                    <a:pt x="6959" y="119424"/>
                    <a:pt x="4530" y="121246"/>
                  </a:cubicBezTo>
                  <a:cubicBezTo>
                    <a:pt x="1797" y="123371"/>
                    <a:pt x="279" y="126104"/>
                    <a:pt x="279" y="129748"/>
                  </a:cubicBezTo>
                  <a:cubicBezTo>
                    <a:pt x="279" y="133392"/>
                    <a:pt x="2101" y="136125"/>
                    <a:pt x="5745" y="138251"/>
                  </a:cubicBezTo>
                  <a:cubicBezTo>
                    <a:pt x="13640" y="143716"/>
                    <a:pt x="22142" y="147360"/>
                    <a:pt x="31252" y="149790"/>
                  </a:cubicBezTo>
                  <a:cubicBezTo>
                    <a:pt x="40362" y="152219"/>
                    <a:pt x="49776" y="153130"/>
                    <a:pt x="58886" y="153130"/>
                  </a:cubicBez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537AD8A8-DF5B-1850-A7DE-711F552D1A58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2393861" y="6317008"/>
              <a:ext cx="120380" cy="153045"/>
            </a:xfrm>
            <a:custGeom>
              <a:avLst/>
              <a:gdLst>
                <a:gd name="csX0" fmla="*/ 71948 w 120380"/>
                <a:gd name="csY0" fmla="*/ 153130 h 153045"/>
                <a:gd name="csX1" fmla="*/ 94419 w 120380"/>
                <a:gd name="csY1" fmla="*/ 149790 h 153045"/>
                <a:gd name="csX2" fmla="*/ 115675 w 120380"/>
                <a:gd name="csY2" fmla="*/ 138251 h 153045"/>
                <a:gd name="csX3" fmla="*/ 119926 w 120380"/>
                <a:gd name="csY3" fmla="*/ 129444 h 153045"/>
                <a:gd name="csX4" fmla="*/ 115371 w 120380"/>
                <a:gd name="csY4" fmla="*/ 121246 h 153045"/>
                <a:gd name="csX5" fmla="*/ 105350 w 120380"/>
                <a:gd name="csY5" fmla="*/ 122157 h 153045"/>
                <a:gd name="csX6" fmla="*/ 88953 w 120380"/>
                <a:gd name="csY6" fmla="*/ 130659 h 153045"/>
                <a:gd name="csX7" fmla="*/ 73466 w 120380"/>
                <a:gd name="csY7" fmla="*/ 133088 h 153045"/>
                <a:gd name="csX8" fmla="*/ 37938 w 120380"/>
                <a:gd name="csY8" fmla="*/ 117905 h 153045"/>
                <a:gd name="csX9" fmla="*/ 25488 w 120380"/>
                <a:gd name="csY9" fmla="*/ 76000 h 153045"/>
                <a:gd name="csX10" fmla="*/ 37938 w 120380"/>
                <a:gd name="csY10" fmla="*/ 34702 h 153045"/>
                <a:gd name="csX11" fmla="*/ 73466 w 120380"/>
                <a:gd name="csY11" fmla="*/ 20126 h 153045"/>
                <a:gd name="csX12" fmla="*/ 88953 w 120380"/>
                <a:gd name="csY12" fmla="*/ 22556 h 153045"/>
                <a:gd name="csX13" fmla="*/ 105350 w 120380"/>
                <a:gd name="csY13" fmla="*/ 31058 h 153045"/>
                <a:gd name="csX14" fmla="*/ 115371 w 120380"/>
                <a:gd name="csY14" fmla="*/ 32273 h 153045"/>
                <a:gd name="csX15" fmla="*/ 120534 w 120380"/>
                <a:gd name="csY15" fmla="*/ 24074 h 153045"/>
                <a:gd name="csX16" fmla="*/ 116282 w 120380"/>
                <a:gd name="csY16" fmla="*/ 14964 h 153045"/>
                <a:gd name="csX17" fmla="*/ 94722 w 120380"/>
                <a:gd name="csY17" fmla="*/ 3729 h 153045"/>
                <a:gd name="csX18" fmla="*/ 71948 w 120380"/>
                <a:gd name="csY18" fmla="*/ 85 h 153045"/>
                <a:gd name="csX19" fmla="*/ 19414 w 120380"/>
                <a:gd name="csY19" fmla="*/ 20430 h 153045"/>
                <a:gd name="csX20" fmla="*/ 284 w 120380"/>
                <a:gd name="csY20" fmla="*/ 75696 h 153045"/>
                <a:gd name="csX21" fmla="*/ 8786 w 120380"/>
                <a:gd name="csY21" fmla="*/ 116691 h 153045"/>
                <a:gd name="csX22" fmla="*/ 33686 w 120380"/>
                <a:gd name="csY22" fmla="*/ 143716 h 153045"/>
                <a:gd name="csX23" fmla="*/ 71948 w 120380"/>
                <a:gd name="csY23" fmla="*/ 153130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20380" h="153045">
                  <a:moveTo>
                    <a:pt x="71948" y="153130"/>
                  </a:moveTo>
                  <a:cubicBezTo>
                    <a:pt x="79236" y="153130"/>
                    <a:pt x="86523" y="152219"/>
                    <a:pt x="94419" y="149790"/>
                  </a:cubicBezTo>
                  <a:cubicBezTo>
                    <a:pt x="102010" y="147360"/>
                    <a:pt x="108994" y="143716"/>
                    <a:pt x="115675" y="138251"/>
                  </a:cubicBezTo>
                  <a:cubicBezTo>
                    <a:pt x="118712" y="136125"/>
                    <a:pt x="120230" y="133088"/>
                    <a:pt x="119926" y="129444"/>
                  </a:cubicBezTo>
                  <a:cubicBezTo>
                    <a:pt x="119623" y="125800"/>
                    <a:pt x="118104" y="123067"/>
                    <a:pt x="115371" y="121246"/>
                  </a:cubicBezTo>
                  <a:cubicBezTo>
                    <a:pt x="112335" y="119424"/>
                    <a:pt x="108994" y="119727"/>
                    <a:pt x="105350" y="122157"/>
                  </a:cubicBezTo>
                  <a:cubicBezTo>
                    <a:pt x="99885" y="126408"/>
                    <a:pt x="94419" y="129141"/>
                    <a:pt x="88953" y="130659"/>
                  </a:cubicBezTo>
                  <a:cubicBezTo>
                    <a:pt x="83487" y="132481"/>
                    <a:pt x="78325" y="133088"/>
                    <a:pt x="73466" y="133088"/>
                  </a:cubicBezTo>
                  <a:cubicBezTo>
                    <a:pt x="57979" y="133088"/>
                    <a:pt x="46137" y="128230"/>
                    <a:pt x="37938" y="117905"/>
                  </a:cubicBezTo>
                  <a:cubicBezTo>
                    <a:pt x="29435" y="107581"/>
                    <a:pt x="25488" y="93612"/>
                    <a:pt x="25488" y="76000"/>
                  </a:cubicBezTo>
                  <a:cubicBezTo>
                    <a:pt x="25488" y="58084"/>
                    <a:pt x="29435" y="44419"/>
                    <a:pt x="37938" y="34702"/>
                  </a:cubicBezTo>
                  <a:cubicBezTo>
                    <a:pt x="46137" y="24985"/>
                    <a:pt x="57979" y="20126"/>
                    <a:pt x="73466" y="20126"/>
                  </a:cubicBezTo>
                  <a:cubicBezTo>
                    <a:pt x="78325" y="20126"/>
                    <a:pt x="83487" y="21037"/>
                    <a:pt x="88953" y="22556"/>
                  </a:cubicBezTo>
                  <a:cubicBezTo>
                    <a:pt x="94419" y="24378"/>
                    <a:pt x="99885" y="27111"/>
                    <a:pt x="105350" y="31058"/>
                  </a:cubicBezTo>
                  <a:cubicBezTo>
                    <a:pt x="108994" y="33791"/>
                    <a:pt x="112335" y="34095"/>
                    <a:pt x="115371" y="32273"/>
                  </a:cubicBezTo>
                  <a:cubicBezTo>
                    <a:pt x="118408" y="30451"/>
                    <a:pt x="119926" y="27718"/>
                    <a:pt x="120534" y="24074"/>
                  </a:cubicBezTo>
                  <a:cubicBezTo>
                    <a:pt x="121141" y="20430"/>
                    <a:pt x="119623" y="17393"/>
                    <a:pt x="116282" y="14964"/>
                  </a:cubicBezTo>
                  <a:cubicBezTo>
                    <a:pt x="109602" y="9802"/>
                    <a:pt x="102618" y="6158"/>
                    <a:pt x="94722" y="3729"/>
                  </a:cubicBezTo>
                  <a:cubicBezTo>
                    <a:pt x="86827" y="1299"/>
                    <a:pt x="79236" y="85"/>
                    <a:pt x="71948" y="85"/>
                  </a:cubicBezTo>
                  <a:cubicBezTo>
                    <a:pt x="49477" y="85"/>
                    <a:pt x="32168" y="7069"/>
                    <a:pt x="19414" y="20430"/>
                  </a:cubicBezTo>
                  <a:cubicBezTo>
                    <a:pt x="6661" y="33791"/>
                    <a:pt x="284" y="52314"/>
                    <a:pt x="284" y="75696"/>
                  </a:cubicBezTo>
                  <a:cubicBezTo>
                    <a:pt x="284" y="91487"/>
                    <a:pt x="3017" y="105152"/>
                    <a:pt x="8786" y="116691"/>
                  </a:cubicBezTo>
                  <a:cubicBezTo>
                    <a:pt x="14556" y="128230"/>
                    <a:pt x="22755" y="137340"/>
                    <a:pt x="33686" y="143716"/>
                  </a:cubicBezTo>
                  <a:cubicBezTo>
                    <a:pt x="44315" y="150093"/>
                    <a:pt x="57068" y="153130"/>
                    <a:pt x="71948" y="153130"/>
                  </a:cubicBez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FDB4A0CA-ED29-B163-0F7F-3FBF37031A44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2531420" y="6317008"/>
              <a:ext cx="140898" cy="153045"/>
            </a:xfrm>
            <a:custGeom>
              <a:avLst/>
              <a:gdLst>
                <a:gd name="csX0" fmla="*/ 70738 w 140898"/>
                <a:gd name="csY0" fmla="*/ 153130 h 153045"/>
                <a:gd name="csX1" fmla="*/ 107784 w 140898"/>
                <a:gd name="csY1" fmla="*/ 143716 h 153045"/>
                <a:gd name="csX2" fmla="*/ 132381 w 140898"/>
                <a:gd name="csY2" fmla="*/ 117298 h 153045"/>
                <a:gd name="csX3" fmla="*/ 141187 w 140898"/>
                <a:gd name="csY3" fmla="*/ 76607 h 153045"/>
                <a:gd name="csX4" fmla="*/ 132381 w 140898"/>
                <a:gd name="csY4" fmla="*/ 36220 h 153045"/>
                <a:gd name="csX5" fmla="*/ 107784 w 140898"/>
                <a:gd name="csY5" fmla="*/ 9498 h 153045"/>
                <a:gd name="csX6" fmla="*/ 70738 w 140898"/>
                <a:gd name="csY6" fmla="*/ 85 h 153045"/>
                <a:gd name="csX7" fmla="*/ 33387 w 140898"/>
                <a:gd name="csY7" fmla="*/ 9498 h 153045"/>
                <a:gd name="csX8" fmla="*/ 8791 w 140898"/>
                <a:gd name="csY8" fmla="*/ 36220 h 153045"/>
                <a:gd name="csX9" fmla="*/ 288 w 140898"/>
                <a:gd name="csY9" fmla="*/ 76607 h 153045"/>
                <a:gd name="csX10" fmla="*/ 8791 w 140898"/>
                <a:gd name="csY10" fmla="*/ 117298 h 153045"/>
                <a:gd name="csX11" fmla="*/ 33387 w 140898"/>
                <a:gd name="csY11" fmla="*/ 143716 h 153045"/>
                <a:gd name="csX12" fmla="*/ 70738 w 140898"/>
                <a:gd name="csY12" fmla="*/ 153130 h 153045"/>
                <a:gd name="csX13" fmla="*/ 70738 w 140898"/>
                <a:gd name="csY13" fmla="*/ 133392 h 153045"/>
                <a:gd name="csX14" fmla="*/ 37335 w 140898"/>
                <a:gd name="csY14" fmla="*/ 118816 h 153045"/>
                <a:gd name="csX15" fmla="*/ 25188 w 140898"/>
                <a:gd name="csY15" fmla="*/ 76607 h 153045"/>
                <a:gd name="csX16" fmla="*/ 37335 w 140898"/>
                <a:gd name="csY16" fmla="*/ 34398 h 153045"/>
                <a:gd name="csX17" fmla="*/ 70738 w 140898"/>
                <a:gd name="csY17" fmla="*/ 19823 h 153045"/>
                <a:gd name="csX18" fmla="*/ 103837 w 140898"/>
                <a:gd name="csY18" fmla="*/ 34398 h 153045"/>
                <a:gd name="csX19" fmla="*/ 116287 w 140898"/>
                <a:gd name="csY19" fmla="*/ 76607 h 153045"/>
                <a:gd name="csX20" fmla="*/ 103837 w 140898"/>
                <a:gd name="csY20" fmla="*/ 118816 h 153045"/>
                <a:gd name="csX21" fmla="*/ 70738 w 140898"/>
                <a:gd name="csY21" fmla="*/ 133392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0898" h="153045">
                  <a:moveTo>
                    <a:pt x="70738" y="153130"/>
                  </a:moveTo>
                  <a:cubicBezTo>
                    <a:pt x="84706" y="153130"/>
                    <a:pt x="97156" y="150093"/>
                    <a:pt x="107784" y="143716"/>
                  </a:cubicBezTo>
                  <a:cubicBezTo>
                    <a:pt x="118412" y="137643"/>
                    <a:pt x="126611" y="128837"/>
                    <a:pt x="132381" y="117298"/>
                  </a:cubicBezTo>
                  <a:cubicBezTo>
                    <a:pt x="138150" y="105759"/>
                    <a:pt x="141187" y="92398"/>
                    <a:pt x="141187" y="76607"/>
                  </a:cubicBezTo>
                  <a:cubicBezTo>
                    <a:pt x="141187" y="61121"/>
                    <a:pt x="138150" y="47760"/>
                    <a:pt x="132381" y="36220"/>
                  </a:cubicBezTo>
                  <a:cubicBezTo>
                    <a:pt x="126611" y="24681"/>
                    <a:pt x="118412" y="15875"/>
                    <a:pt x="107784" y="9498"/>
                  </a:cubicBezTo>
                  <a:cubicBezTo>
                    <a:pt x="97156" y="3425"/>
                    <a:pt x="84706" y="85"/>
                    <a:pt x="70738" y="85"/>
                  </a:cubicBezTo>
                  <a:cubicBezTo>
                    <a:pt x="56162" y="85"/>
                    <a:pt x="43712" y="3425"/>
                    <a:pt x="33387" y="9498"/>
                  </a:cubicBezTo>
                  <a:cubicBezTo>
                    <a:pt x="22759" y="15875"/>
                    <a:pt x="14560" y="24681"/>
                    <a:pt x="8791" y="36220"/>
                  </a:cubicBezTo>
                  <a:cubicBezTo>
                    <a:pt x="3021" y="47759"/>
                    <a:pt x="288" y="61121"/>
                    <a:pt x="288" y="76607"/>
                  </a:cubicBezTo>
                  <a:cubicBezTo>
                    <a:pt x="288" y="92398"/>
                    <a:pt x="3021" y="105759"/>
                    <a:pt x="8791" y="117298"/>
                  </a:cubicBezTo>
                  <a:cubicBezTo>
                    <a:pt x="14560" y="128837"/>
                    <a:pt x="22759" y="137643"/>
                    <a:pt x="33387" y="143716"/>
                  </a:cubicBezTo>
                  <a:cubicBezTo>
                    <a:pt x="43712" y="150093"/>
                    <a:pt x="56162" y="153130"/>
                    <a:pt x="70738" y="153130"/>
                  </a:cubicBezTo>
                  <a:close/>
                  <a:moveTo>
                    <a:pt x="70738" y="133392"/>
                  </a:moveTo>
                  <a:cubicBezTo>
                    <a:pt x="56769" y="133392"/>
                    <a:pt x="45534" y="128533"/>
                    <a:pt x="37335" y="118816"/>
                  </a:cubicBezTo>
                  <a:cubicBezTo>
                    <a:pt x="29136" y="109099"/>
                    <a:pt x="25188" y="94827"/>
                    <a:pt x="25188" y="76607"/>
                  </a:cubicBezTo>
                  <a:cubicBezTo>
                    <a:pt x="25188" y="58388"/>
                    <a:pt x="29136" y="44116"/>
                    <a:pt x="37335" y="34398"/>
                  </a:cubicBezTo>
                  <a:cubicBezTo>
                    <a:pt x="45534" y="24681"/>
                    <a:pt x="56769" y="19823"/>
                    <a:pt x="70738" y="19823"/>
                  </a:cubicBezTo>
                  <a:cubicBezTo>
                    <a:pt x="84402" y="19823"/>
                    <a:pt x="95334" y="24681"/>
                    <a:pt x="103837" y="34398"/>
                  </a:cubicBezTo>
                  <a:cubicBezTo>
                    <a:pt x="112036" y="44116"/>
                    <a:pt x="116287" y="58388"/>
                    <a:pt x="116287" y="76607"/>
                  </a:cubicBezTo>
                  <a:cubicBezTo>
                    <a:pt x="116287" y="94827"/>
                    <a:pt x="112036" y="109099"/>
                    <a:pt x="103837" y="118816"/>
                  </a:cubicBezTo>
                  <a:cubicBezTo>
                    <a:pt x="95334" y="128533"/>
                    <a:pt x="84402" y="133392"/>
                    <a:pt x="70738" y="133392"/>
                  </a:cubicBez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E68A172C-BEEF-D41D-5456-A4B21A7C79CD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2709365" y="6316634"/>
              <a:ext cx="83571" cy="152811"/>
            </a:xfrm>
            <a:custGeom>
              <a:avLst/>
              <a:gdLst>
                <a:gd name="csX0" fmla="*/ 12744 w 83571"/>
                <a:gd name="csY0" fmla="*/ 152897 h 152811"/>
                <a:gd name="csX1" fmla="*/ 25194 w 83571"/>
                <a:gd name="csY1" fmla="*/ 140143 h 152811"/>
                <a:gd name="csX2" fmla="*/ 25194 w 83571"/>
                <a:gd name="csY2" fmla="*/ 66657 h 152811"/>
                <a:gd name="csX3" fmla="*/ 36126 w 83571"/>
                <a:gd name="csY3" fmla="*/ 35683 h 152811"/>
                <a:gd name="csX4" fmla="*/ 68010 w 83571"/>
                <a:gd name="csY4" fmla="*/ 22322 h 152811"/>
                <a:gd name="csX5" fmla="*/ 72869 w 83571"/>
                <a:gd name="csY5" fmla="*/ 21715 h 152811"/>
                <a:gd name="csX6" fmla="*/ 83801 w 83571"/>
                <a:gd name="csY6" fmla="*/ 9872 h 152811"/>
                <a:gd name="csX7" fmla="*/ 73476 w 83571"/>
                <a:gd name="csY7" fmla="*/ 155 h 152811"/>
                <a:gd name="csX8" fmla="*/ 43110 w 83571"/>
                <a:gd name="csY8" fmla="*/ 8354 h 152811"/>
                <a:gd name="csX9" fmla="*/ 24283 w 83571"/>
                <a:gd name="csY9" fmla="*/ 29610 h 152811"/>
                <a:gd name="csX10" fmla="*/ 24283 w 83571"/>
                <a:gd name="csY10" fmla="*/ 13516 h 152811"/>
                <a:gd name="csX11" fmla="*/ 12137 w 83571"/>
                <a:gd name="csY11" fmla="*/ 1066 h 152811"/>
                <a:gd name="csX12" fmla="*/ 294 w 83571"/>
                <a:gd name="csY12" fmla="*/ 13516 h 152811"/>
                <a:gd name="csX13" fmla="*/ 294 w 83571"/>
                <a:gd name="csY13" fmla="*/ 140143 h 152811"/>
                <a:gd name="csX14" fmla="*/ 12744 w 83571"/>
                <a:gd name="csY14" fmla="*/ 152897 h 1528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83571" h="152811">
                  <a:moveTo>
                    <a:pt x="12744" y="152897"/>
                  </a:moveTo>
                  <a:cubicBezTo>
                    <a:pt x="20943" y="152897"/>
                    <a:pt x="25194" y="148645"/>
                    <a:pt x="25194" y="140143"/>
                  </a:cubicBezTo>
                  <a:lnTo>
                    <a:pt x="25194" y="66657"/>
                  </a:lnTo>
                  <a:cubicBezTo>
                    <a:pt x="25194" y="53599"/>
                    <a:pt x="28838" y="43275"/>
                    <a:pt x="36126" y="35683"/>
                  </a:cubicBezTo>
                  <a:cubicBezTo>
                    <a:pt x="43414" y="28092"/>
                    <a:pt x="54042" y="23537"/>
                    <a:pt x="68010" y="22322"/>
                  </a:cubicBezTo>
                  <a:lnTo>
                    <a:pt x="72869" y="21715"/>
                  </a:lnTo>
                  <a:cubicBezTo>
                    <a:pt x="80764" y="21108"/>
                    <a:pt x="84408" y="17160"/>
                    <a:pt x="83801" y="9872"/>
                  </a:cubicBezTo>
                  <a:cubicBezTo>
                    <a:pt x="83193" y="2888"/>
                    <a:pt x="79853" y="-452"/>
                    <a:pt x="73476" y="155"/>
                  </a:cubicBezTo>
                  <a:cubicBezTo>
                    <a:pt x="61633" y="762"/>
                    <a:pt x="51612" y="3495"/>
                    <a:pt x="43110" y="8354"/>
                  </a:cubicBezTo>
                  <a:cubicBezTo>
                    <a:pt x="34607" y="13212"/>
                    <a:pt x="28231" y="20500"/>
                    <a:pt x="24283" y="29610"/>
                  </a:cubicBezTo>
                  <a:lnTo>
                    <a:pt x="24283" y="13516"/>
                  </a:lnTo>
                  <a:cubicBezTo>
                    <a:pt x="24283" y="5317"/>
                    <a:pt x="20032" y="1066"/>
                    <a:pt x="12137" y="1066"/>
                  </a:cubicBezTo>
                  <a:cubicBezTo>
                    <a:pt x="4241" y="1066"/>
                    <a:pt x="294" y="5317"/>
                    <a:pt x="294" y="13516"/>
                  </a:cubicBezTo>
                  <a:lnTo>
                    <a:pt x="294" y="140143"/>
                  </a:lnTo>
                  <a:cubicBezTo>
                    <a:pt x="294" y="148645"/>
                    <a:pt x="4241" y="152897"/>
                    <a:pt x="12744" y="152897"/>
                  </a:cubicBez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3F77C5D7-9AA6-8340-A85F-00425E2C20A9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2807144" y="6317008"/>
              <a:ext cx="135129" cy="153045"/>
            </a:xfrm>
            <a:custGeom>
              <a:avLst/>
              <a:gdLst>
                <a:gd name="csX0" fmla="*/ 75909 w 135129"/>
                <a:gd name="csY0" fmla="*/ 153130 h 153045"/>
                <a:gd name="csX1" fmla="*/ 102631 w 135129"/>
                <a:gd name="csY1" fmla="*/ 149182 h 153045"/>
                <a:gd name="csX2" fmla="*/ 126620 w 135129"/>
                <a:gd name="csY2" fmla="*/ 137947 h 153045"/>
                <a:gd name="csX3" fmla="*/ 132694 w 135129"/>
                <a:gd name="csY3" fmla="*/ 128230 h 153045"/>
                <a:gd name="csX4" fmla="*/ 127835 w 135129"/>
                <a:gd name="csY4" fmla="*/ 119727 h 153045"/>
                <a:gd name="csX5" fmla="*/ 116296 w 135129"/>
                <a:gd name="csY5" fmla="*/ 121549 h 153045"/>
                <a:gd name="csX6" fmla="*/ 96254 w 135129"/>
                <a:gd name="csY6" fmla="*/ 130963 h 153045"/>
                <a:gd name="csX7" fmla="*/ 75909 w 135129"/>
                <a:gd name="csY7" fmla="*/ 133392 h 153045"/>
                <a:gd name="csX8" fmla="*/ 38862 w 135129"/>
                <a:gd name="csY8" fmla="*/ 120335 h 153045"/>
                <a:gd name="csX9" fmla="*/ 24286 w 135129"/>
                <a:gd name="csY9" fmla="*/ 81770 h 153045"/>
                <a:gd name="csX10" fmla="*/ 124798 w 135129"/>
                <a:gd name="csY10" fmla="*/ 81770 h 153045"/>
                <a:gd name="csX11" fmla="*/ 135426 w 135129"/>
                <a:gd name="csY11" fmla="*/ 72356 h 153045"/>
                <a:gd name="csX12" fmla="*/ 118421 w 135129"/>
                <a:gd name="csY12" fmla="*/ 19519 h 153045"/>
                <a:gd name="csX13" fmla="*/ 71354 w 135129"/>
                <a:gd name="csY13" fmla="*/ 85 h 153045"/>
                <a:gd name="csX14" fmla="*/ 34307 w 135129"/>
                <a:gd name="csY14" fmla="*/ 9802 h 153045"/>
                <a:gd name="csX15" fmla="*/ 9407 w 135129"/>
                <a:gd name="csY15" fmla="*/ 36828 h 153045"/>
                <a:gd name="csX16" fmla="*/ 297 w 135129"/>
                <a:gd name="csY16" fmla="*/ 76911 h 153045"/>
                <a:gd name="csX17" fmla="*/ 20643 w 135129"/>
                <a:gd name="csY17" fmla="*/ 132785 h 153045"/>
                <a:gd name="csX18" fmla="*/ 75909 w 135129"/>
                <a:gd name="csY18" fmla="*/ 153130 h 153045"/>
                <a:gd name="csX19" fmla="*/ 71961 w 135129"/>
                <a:gd name="csY19" fmla="*/ 18304 h 153045"/>
                <a:gd name="csX20" fmla="*/ 102327 w 135129"/>
                <a:gd name="csY20" fmla="*/ 30754 h 153045"/>
                <a:gd name="csX21" fmla="*/ 114170 w 135129"/>
                <a:gd name="csY21" fmla="*/ 65676 h 153045"/>
                <a:gd name="csX22" fmla="*/ 24590 w 135129"/>
                <a:gd name="csY22" fmla="*/ 65676 h 153045"/>
                <a:gd name="csX23" fmla="*/ 38862 w 135129"/>
                <a:gd name="csY23" fmla="*/ 31362 h 153045"/>
                <a:gd name="csX24" fmla="*/ 71961 w 135129"/>
                <a:gd name="csY24" fmla="*/ 18304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35129" h="153045">
                  <a:moveTo>
                    <a:pt x="75909" y="153130"/>
                  </a:moveTo>
                  <a:cubicBezTo>
                    <a:pt x="84411" y="153130"/>
                    <a:pt x="93521" y="151915"/>
                    <a:pt x="102631" y="149182"/>
                  </a:cubicBezTo>
                  <a:cubicBezTo>
                    <a:pt x="111741" y="146753"/>
                    <a:pt x="119940" y="142805"/>
                    <a:pt x="126620" y="137947"/>
                  </a:cubicBezTo>
                  <a:cubicBezTo>
                    <a:pt x="130872" y="135214"/>
                    <a:pt x="132694" y="131874"/>
                    <a:pt x="132694" y="128230"/>
                  </a:cubicBezTo>
                  <a:cubicBezTo>
                    <a:pt x="132694" y="124586"/>
                    <a:pt x="130872" y="121549"/>
                    <a:pt x="127835" y="119727"/>
                  </a:cubicBezTo>
                  <a:cubicBezTo>
                    <a:pt x="124798" y="117905"/>
                    <a:pt x="120851" y="118513"/>
                    <a:pt x="116296" y="121549"/>
                  </a:cubicBezTo>
                  <a:cubicBezTo>
                    <a:pt x="109615" y="126104"/>
                    <a:pt x="102935" y="129141"/>
                    <a:pt x="96254" y="130963"/>
                  </a:cubicBezTo>
                  <a:cubicBezTo>
                    <a:pt x="89270" y="132785"/>
                    <a:pt x="82589" y="133392"/>
                    <a:pt x="75909" y="133392"/>
                  </a:cubicBezTo>
                  <a:cubicBezTo>
                    <a:pt x="60119" y="133392"/>
                    <a:pt x="47668" y="129141"/>
                    <a:pt x="38862" y="120335"/>
                  </a:cubicBezTo>
                  <a:cubicBezTo>
                    <a:pt x="29752" y="111528"/>
                    <a:pt x="24894" y="98775"/>
                    <a:pt x="24286" y="81770"/>
                  </a:cubicBezTo>
                  <a:lnTo>
                    <a:pt x="124798" y="81770"/>
                  </a:lnTo>
                  <a:cubicBezTo>
                    <a:pt x="131783" y="81770"/>
                    <a:pt x="135426" y="78733"/>
                    <a:pt x="135426" y="72356"/>
                  </a:cubicBezTo>
                  <a:cubicBezTo>
                    <a:pt x="135426" y="49885"/>
                    <a:pt x="129657" y="32273"/>
                    <a:pt x="118421" y="19519"/>
                  </a:cubicBezTo>
                  <a:cubicBezTo>
                    <a:pt x="106882" y="6765"/>
                    <a:pt x="91396" y="85"/>
                    <a:pt x="71354" y="85"/>
                  </a:cubicBezTo>
                  <a:cubicBezTo>
                    <a:pt x="57386" y="85"/>
                    <a:pt x="44935" y="3425"/>
                    <a:pt x="34307" y="9802"/>
                  </a:cubicBezTo>
                  <a:cubicBezTo>
                    <a:pt x="23679" y="16179"/>
                    <a:pt x="15480" y="25289"/>
                    <a:pt x="9407" y="36828"/>
                  </a:cubicBezTo>
                  <a:cubicBezTo>
                    <a:pt x="3334" y="48367"/>
                    <a:pt x="297" y="61728"/>
                    <a:pt x="297" y="76911"/>
                  </a:cubicBezTo>
                  <a:cubicBezTo>
                    <a:pt x="297" y="100597"/>
                    <a:pt x="6978" y="119120"/>
                    <a:pt x="20643" y="132785"/>
                  </a:cubicBezTo>
                  <a:cubicBezTo>
                    <a:pt x="34004" y="146449"/>
                    <a:pt x="52527" y="153130"/>
                    <a:pt x="75909" y="153130"/>
                  </a:cubicBezTo>
                  <a:close/>
                  <a:moveTo>
                    <a:pt x="71961" y="18304"/>
                  </a:moveTo>
                  <a:cubicBezTo>
                    <a:pt x="85019" y="18304"/>
                    <a:pt x="95040" y="22556"/>
                    <a:pt x="102327" y="30754"/>
                  </a:cubicBezTo>
                  <a:cubicBezTo>
                    <a:pt x="109615" y="39257"/>
                    <a:pt x="113563" y="50796"/>
                    <a:pt x="114170" y="65676"/>
                  </a:cubicBezTo>
                  <a:lnTo>
                    <a:pt x="24590" y="65676"/>
                  </a:lnTo>
                  <a:cubicBezTo>
                    <a:pt x="25805" y="51707"/>
                    <a:pt x="30663" y="40168"/>
                    <a:pt x="38862" y="31362"/>
                  </a:cubicBezTo>
                  <a:cubicBezTo>
                    <a:pt x="46757" y="22859"/>
                    <a:pt x="57993" y="18304"/>
                    <a:pt x="71961" y="18304"/>
                  </a:cubicBezTo>
                  <a:close/>
                </a:path>
              </a:pathLst>
            </a:custGeom>
            <a:solidFill>
              <a:srgbClr val="000000"/>
            </a:solidFill>
            <a:ln w="3043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222756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F9349-48F2-D483-5C3A-1265940C0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Constituency Parsing: Inference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D9768-FBD8-3022-C547-7460AF42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20</a:t>
            </a:fld>
            <a:endParaRPr lang="en-CA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Speech Bubble: Rectangle with Corners Rounded 4">
                <a:extLst>
                  <a:ext uri="{FF2B5EF4-FFF2-40B4-BE49-F238E27FC236}">
                    <a16:creationId xmlns:a16="http://schemas.microsoft.com/office/drawing/2014/main" id="{996C7B5F-1218-B223-8D73-9693581172A8}"/>
                  </a:ext>
                </a:extLst>
              </p:cNvPr>
              <p:cNvSpPr/>
              <p:nvPr/>
            </p:nvSpPr>
            <p:spPr>
              <a:xfrm>
                <a:off x="1198286" y="1077566"/>
                <a:ext cx="4299862" cy="652462"/>
              </a:xfrm>
              <a:prstGeom prst="wedgeRoundRectCallout">
                <a:avLst>
                  <a:gd name="adj1" fmla="val 49710"/>
                  <a:gd name="adj2" fmla="val 125606"/>
                  <a:gd name="adj3" fmla="val 16667"/>
                </a:avLst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CA" sz="2800" dirty="0">
                    <a:latin typeface="Nunito" pitchFamily="2" charset="0"/>
                  </a:rPr>
                  <a:t>Inference: solve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CA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sz="2800" b="0" i="0" smtClean="0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n-CA" sz="28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</m:func>
                  </m:oMath>
                </a14:m>
                <a:endParaRPr lang="en-CA" sz="2800" dirty="0">
                  <a:latin typeface="Nunito" pitchFamily="2" charset="0"/>
                </a:endParaRPr>
              </a:p>
            </p:txBody>
          </p:sp>
        </mc:Choice>
        <mc:Fallback>
          <p:sp>
            <p:nvSpPr>
              <p:cNvPr id="5" name="Speech Bubble: Rectangle with Corners Rounded 4">
                <a:extLst>
                  <a:ext uri="{FF2B5EF4-FFF2-40B4-BE49-F238E27FC236}">
                    <a16:creationId xmlns:a16="http://schemas.microsoft.com/office/drawing/2014/main" id="{996C7B5F-1218-B223-8D73-9693581172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286" y="1077566"/>
                <a:ext cx="4299862" cy="652462"/>
              </a:xfrm>
              <a:prstGeom prst="wedgeRoundRectCallout">
                <a:avLst>
                  <a:gd name="adj1" fmla="val 49710"/>
                  <a:gd name="adj2" fmla="val 125606"/>
                  <a:gd name="adj3" fmla="val 16667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 descr="\documentclass{article}&#10;\usepackage{amsmath,bm}&#10;\pagestyle{empty}&#10;\begin{document}&#10;&#10;\newcommand{\score}{\textrm{score}}&#10;\newcommand{\classify}{\textrm{classify}}&#10;\newcommand{\bx}{\mathbf{x}}&#10;&#10;&#10;\begin{align*}&#10;\text{parse}(\mathbf{x}) = \arg\max_{\bm{y}} \score(\mathbf{x}, \bm{y}; \mathbf{w})&#10;\end{align*}&#10;&#10;&#10;\end{document}" title="IguanaTex Vector Display">
            <a:extLst>
              <a:ext uri="{FF2B5EF4-FFF2-40B4-BE49-F238E27FC236}">
                <a16:creationId xmlns:a16="http://schemas.microsoft.com/office/drawing/2014/main" id="{48D49F83-9766-F715-9F17-84528EBC07E4}"/>
              </a:ext>
            </a:extLst>
          </p:cNvPr>
          <p:cNvGrpSpPr>
            <a:grpSpLocks noChangeAspect="1"/>
          </p:cNvGrpSpPr>
          <p:nvPr/>
        </p:nvGrpSpPr>
        <p:grpSpPr>
          <a:xfrm>
            <a:off x="1689100" y="2271605"/>
            <a:ext cx="9093321" cy="943500"/>
            <a:chOff x="11932916" y="8114147"/>
            <a:chExt cx="9093321" cy="94350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B8DBB16-FCAD-C08E-DC8E-7AAB69A8E3CD}"/>
                </a:ext>
              </a:extLst>
            </p:cNvPr>
            <p:cNvSpPr/>
            <p:nvPr/>
          </p:nvSpPr>
          <p:spPr>
            <a:xfrm>
              <a:off x="11932916" y="8308996"/>
              <a:ext cx="311347" cy="402351"/>
            </a:xfrm>
            <a:custGeom>
              <a:avLst/>
              <a:gdLst>
                <a:gd name="connsiteX0" fmla="*/ 91103 w 311347"/>
                <a:gd name="connsiteY0" fmla="*/ 41838 h 402351"/>
                <a:gd name="connsiteX1" fmla="*/ 91103 w 311347"/>
                <a:gd name="connsiteY1" fmla="*/ 85 h 402351"/>
                <a:gd name="connsiteX2" fmla="*/ 161 w 311347"/>
                <a:gd name="connsiteY2" fmla="*/ 7044 h 402351"/>
                <a:gd name="connsiteX3" fmla="*/ 161 w 311347"/>
                <a:gd name="connsiteY3" fmla="*/ 26655 h 402351"/>
                <a:gd name="connsiteX4" fmla="*/ 49421 w 311347"/>
                <a:gd name="connsiteY4" fmla="*/ 58286 h 402351"/>
                <a:gd name="connsiteX5" fmla="*/ 49421 w 311347"/>
                <a:gd name="connsiteY5" fmla="*/ 354356 h 402351"/>
                <a:gd name="connsiteX6" fmla="*/ 161 w 311347"/>
                <a:gd name="connsiteY6" fmla="*/ 382824 h 402351"/>
                <a:gd name="connsiteX7" fmla="*/ 161 w 311347"/>
                <a:gd name="connsiteY7" fmla="*/ 402436 h 402351"/>
                <a:gd name="connsiteX8" fmla="*/ 70893 w 311347"/>
                <a:gd name="connsiteY8" fmla="*/ 400538 h 402351"/>
                <a:gd name="connsiteX9" fmla="*/ 142257 w 311347"/>
                <a:gd name="connsiteY9" fmla="*/ 402436 h 402351"/>
                <a:gd name="connsiteX10" fmla="*/ 142257 w 311347"/>
                <a:gd name="connsiteY10" fmla="*/ 382824 h 402351"/>
                <a:gd name="connsiteX11" fmla="*/ 92997 w 311347"/>
                <a:gd name="connsiteY11" fmla="*/ 354356 h 402351"/>
                <a:gd name="connsiteX12" fmla="*/ 92997 w 311347"/>
                <a:gd name="connsiteY12" fmla="*/ 248075 h 402351"/>
                <a:gd name="connsiteX13" fmla="*/ 92997 w 311347"/>
                <a:gd name="connsiteY13" fmla="*/ 242381 h 402351"/>
                <a:gd name="connsiteX14" fmla="*/ 170676 w 311347"/>
                <a:gd name="connsiteY14" fmla="*/ 286665 h 402351"/>
                <a:gd name="connsiteX15" fmla="*/ 311509 w 311347"/>
                <a:gd name="connsiteY15" fmla="*/ 143059 h 402351"/>
                <a:gd name="connsiteX16" fmla="*/ 179518 w 311347"/>
                <a:gd name="connsiteY16" fmla="*/ 85 h 402351"/>
                <a:gd name="connsiteX17" fmla="*/ 91103 w 311347"/>
                <a:gd name="connsiteY17" fmla="*/ 41838 h 402351"/>
                <a:gd name="connsiteX18" fmla="*/ 92997 w 311347"/>
                <a:gd name="connsiteY18" fmla="*/ 207587 h 402351"/>
                <a:gd name="connsiteX19" fmla="*/ 92997 w 311347"/>
                <a:gd name="connsiteY19" fmla="*/ 66511 h 402351"/>
                <a:gd name="connsiteX20" fmla="*/ 174466 w 311347"/>
                <a:gd name="connsiteY20" fmla="*/ 15900 h 402351"/>
                <a:gd name="connsiteX21" fmla="*/ 259091 w 311347"/>
                <a:gd name="connsiteY21" fmla="*/ 143059 h 402351"/>
                <a:gd name="connsiteX22" fmla="*/ 168150 w 311347"/>
                <a:gd name="connsiteY22" fmla="*/ 272747 h 402351"/>
                <a:gd name="connsiteX23" fmla="*/ 101839 w 311347"/>
                <a:gd name="connsiteY23" fmla="*/ 234157 h 402351"/>
                <a:gd name="connsiteX24" fmla="*/ 92997 w 311347"/>
                <a:gd name="connsiteY24" fmla="*/ 207587 h 40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11347" h="402351">
                  <a:moveTo>
                    <a:pt x="91103" y="41838"/>
                  </a:moveTo>
                  <a:lnTo>
                    <a:pt x="91103" y="85"/>
                  </a:lnTo>
                  <a:lnTo>
                    <a:pt x="161" y="7044"/>
                  </a:lnTo>
                  <a:lnTo>
                    <a:pt x="161" y="26655"/>
                  </a:lnTo>
                  <a:cubicBezTo>
                    <a:pt x="45000" y="26655"/>
                    <a:pt x="49421" y="30451"/>
                    <a:pt x="49421" y="58286"/>
                  </a:cubicBezTo>
                  <a:lnTo>
                    <a:pt x="49421" y="354356"/>
                  </a:lnTo>
                  <a:cubicBezTo>
                    <a:pt x="49421" y="382824"/>
                    <a:pt x="42474" y="382824"/>
                    <a:pt x="161" y="382824"/>
                  </a:cubicBezTo>
                  <a:lnTo>
                    <a:pt x="161" y="402436"/>
                  </a:lnTo>
                  <a:cubicBezTo>
                    <a:pt x="21634" y="401803"/>
                    <a:pt x="54473" y="400538"/>
                    <a:pt x="70893" y="400538"/>
                  </a:cubicBezTo>
                  <a:cubicBezTo>
                    <a:pt x="87945" y="400538"/>
                    <a:pt x="120153" y="401803"/>
                    <a:pt x="142257" y="402436"/>
                  </a:cubicBezTo>
                  <a:lnTo>
                    <a:pt x="142257" y="382824"/>
                  </a:lnTo>
                  <a:cubicBezTo>
                    <a:pt x="99944" y="382824"/>
                    <a:pt x="92997" y="382824"/>
                    <a:pt x="92997" y="354356"/>
                  </a:cubicBezTo>
                  <a:lnTo>
                    <a:pt x="92997" y="248075"/>
                  </a:lnTo>
                  <a:lnTo>
                    <a:pt x="92997" y="242381"/>
                  </a:lnTo>
                  <a:cubicBezTo>
                    <a:pt x="96155" y="252503"/>
                    <a:pt x="122679" y="286665"/>
                    <a:pt x="170676" y="286665"/>
                  </a:cubicBezTo>
                  <a:cubicBezTo>
                    <a:pt x="245829" y="286665"/>
                    <a:pt x="311509" y="224668"/>
                    <a:pt x="311509" y="143059"/>
                  </a:cubicBezTo>
                  <a:cubicBezTo>
                    <a:pt x="311509" y="62715"/>
                    <a:pt x="250250" y="85"/>
                    <a:pt x="179518" y="85"/>
                  </a:cubicBezTo>
                  <a:cubicBezTo>
                    <a:pt x="130258" y="85"/>
                    <a:pt x="103733" y="27920"/>
                    <a:pt x="91103" y="41838"/>
                  </a:cubicBezTo>
                  <a:close/>
                  <a:moveTo>
                    <a:pt x="92997" y="207587"/>
                  </a:moveTo>
                  <a:lnTo>
                    <a:pt x="92997" y="66511"/>
                  </a:lnTo>
                  <a:cubicBezTo>
                    <a:pt x="111312" y="34247"/>
                    <a:pt x="142257" y="15900"/>
                    <a:pt x="174466" y="15900"/>
                  </a:cubicBezTo>
                  <a:cubicBezTo>
                    <a:pt x="220568" y="15900"/>
                    <a:pt x="259091" y="71572"/>
                    <a:pt x="259091" y="143059"/>
                  </a:cubicBezTo>
                  <a:cubicBezTo>
                    <a:pt x="259091" y="219606"/>
                    <a:pt x="214884" y="272747"/>
                    <a:pt x="168150" y="272747"/>
                  </a:cubicBezTo>
                  <a:cubicBezTo>
                    <a:pt x="142889" y="272747"/>
                    <a:pt x="118890" y="260095"/>
                    <a:pt x="101839" y="234157"/>
                  </a:cubicBezTo>
                  <a:cubicBezTo>
                    <a:pt x="92997" y="220872"/>
                    <a:pt x="92997" y="220239"/>
                    <a:pt x="92997" y="207587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A0DB9C9-9C9C-1F2F-1AAF-F238A8F3B47C}"/>
                </a:ext>
              </a:extLst>
            </p:cNvPr>
            <p:cNvSpPr/>
            <p:nvPr/>
          </p:nvSpPr>
          <p:spPr>
            <a:xfrm>
              <a:off x="12292612" y="8305200"/>
              <a:ext cx="284823" cy="290376"/>
            </a:xfrm>
            <a:custGeom>
              <a:avLst/>
              <a:gdLst>
                <a:gd name="connsiteX0" fmla="*/ 183944 w 284823"/>
                <a:gd name="connsiteY0" fmla="*/ 235422 h 290376"/>
                <a:gd name="connsiteX1" fmla="*/ 233204 w 284823"/>
                <a:gd name="connsiteY1" fmla="*/ 287298 h 290376"/>
                <a:gd name="connsiteX2" fmla="*/ 284990 w 284823"/>
                <a:gd name="connsiteY2" fmla="*/ 227198 h 290376"/>
                <a:gd name="connsiteX3" fmla="*/ 284990 w 284823"/>
                <a:gd name="connsiteY3" fmla="*/ 191771 h 290376"/>
                <a:gd name="connsiteX4" fmla="*/ 269202 w 284823"/>
                <a:gd name="connsiteY4" fmla="*/ 191771 h 290376"/>
                <a:gd name="connsiteX5" fmla="*/ 269202 w 284823"/>
                <a:gd name="connsiteY5" fmla="*/ 227198 h 290376"/>
                <a:gd name="connsiteX6" fmla="*/ 246466 w 284823"/>
                <a:gd name="connsiteY6" fmla="*/ 267686 h 290376"/>
                <a:gd name="connsiteX7" fmla="*/ 223099 w 284823"/>
                <a:gd name="connsiteY7" fmla="*/ 236055 h 290376"/>
                <a:gd name="connsiteX8" fmla="*/ 223099 w 284823"/>
                <a:gd name="connsiteY8" fmla="*/ 109529 h 290376"/>
                <a:gd name="connsiteX9" fmla="*/ 200364 w 284823"/>
                <a:gd name="connsiteY9" fmla="*/ 34879 h 290376"/>
                <a:gd name="connsiteX10" fmla="*/ 113843 w 284823"/>
                <a:gd name="connsiteY10" fmla="*/ 85 h 290376"/>
                <a:gd name="connsiteX11" fmla="*/ 18481 w 284823"/>
                <a:gd name="connsiteY11" fmla="*/ 71572 h 290376"/>
                <a:gd name="connsiteX12" fmla="*/ 47532 w 284823"/>
                <a:gd name="connsiteY12" fmla="*/ 101305 h 290376"/>
                <a:gd name="connsiteX13" fmla="*/ 76583 w 284823"/>
                <a:gd name="connsiteY13" fmla="*/ 72204 h 290376"/>
                <a:gd name="connsiteX14" fmla="*/ 44374 w 284823"/>
                <a:gd name="connsiteY14" fmla="*/ 43103 h 290376"/>
                <a:gd name="connsiteX15" fmla="*/ 112580 w 284823"/>
                <a:gd name="connsiteY15" fmla="*/ 14002 h 290376"/>
                <a:gd name="connsiteX16" fmla="*/ 179523 w 284823"/>
                <a:gd name="connsiteY16" fmla="*/ 94979 h 290376"/>
                <a:gd name="connsiteX17" fmla="*/ 179523 w 284823"/>
                <a:gd name="connsiteY17" fmla="*/ 118386 h 290376"/>
                <a:gd name="connsiteX18" fmla="*/ 63321 w 284823"/>
                <a:gd name="connsiteY18" fmla="*/ 141161 h 290376"/>
                <a:gd name="connsiteX19" fmla="*/ 167 w 284823"/>
                <a:gd name="connsiteY19" fmla="*/ 223402 h 290376"/>
                <a:gd name="connsiteX20" fmla="*/ 101213 w 284823"/>
                <a:gd name="connsiteY20" fmla="*/ 290461 h 290376"/>
                <a:gd name="connsiteX21" fmla="*/ 183944 w 284823"/>
                <a:gd name="connsiteY21" fmla="*/ 235422 h 290376"/>
                <a:gd name="connsiteX22" fmla="*/ 179523 w 284823"/>
                <a:gd name="connsiteY22" fmla="*/ 131671 h 290376"/>
                <a:gd name="connsiteX23" fmla="*/ 179523 w 284823"/>
                <a:gd name="connsiteY23" fmla="*/ 194934 h 290376"/>
                <a:gd name="connsiteX24" fmla="*/ 105634 w 284823"/>
                <a:gd name="connsiteY24" fmla="*/ 276543 h 290376"/>
                <a:gd name="connsiteX25" fmla="*/ 48795 w 284823"/>
                <a:gd name="connsiteY25" fmla="*/ 222770 h 290376"/>
                <a:gd name="connsiteX26" fmla="*/ 179523 w 284823"/>
                <a:gd name="connsiteY26" fmla="*/ 131671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84823" h="290376">
                  <a:moveTo>
                    <a:pt x="183944" y="235422"/>
                  </a:moveTo>
                  <a:cubicBezTo>
                    <a:pt x="186470" y="260727"/>
                    <a:pt x="203522" y="287298"/>
                    <a:pt x="233204" y="287298"/>
                  </a:cubicBezTo>
                  <a:cubicBezTo>
                    <a:pt x="246466" y="287298"/>
                    <a:pt x="284990" y="278441"/>
                    <a:pt x="284990" y="227198"/>
                  </a:cubicBezTo>
                  <a:lnTo>
                    <a:pt x="284990" y="191771"/>
                  </a:lnTo>
                  <a:lnTo>
                    <a:pt x="269202" y="191771"/>
                  </a:lnTo>
                  <a:lnTo>
                    <a:pt x="269202" y="227198"/>
                  </a:lnTo>
                  <a:cubicBezTo>
                    <a:pt x="269202" y="263890"/>
                    <a:pt x="253413" y="267686"/>
                    <a:pt x="246466" y="267686"/>
                  </a:cubicBezTo>
                  <a:cubicBezTo>
                    <a:pt x="225626" y="267686"/>
                    <a:pt x="223099" y="239218"/>
                    <a:pt x="223099" y="236055"/>
                  </a:cubicBezTo>
                  <a:lnTo>
                    <a:pt x="223099" y="109529"/>
                  </a:lnTo>
                  <a:cubicBezTo>
                    <a:pt x="223099" y="82959"/>
                    <a:pt x="223099" y="58286"/>
                    <a:pt x="200364" y="34879"/>
                  </a:cubicBezTo>
                  <a:cubicBezTo>
                    <a:pt x="175734" y="10207"/>
                    <a:pt x="144157" y="85"/>
                    <a:pt x="113843" y="85"/>
                  </a:cubicBezTo>
                  <a:cubicBezTo>
                    <a:pt x="62057" y="85"/>
                    <a:pt x="18481" y="29818"/>
                    <a:pt x="18481" y="71572"/>
                  </a:cubicBezTo>
                  <a:cubicBezTo>
                    <a:pt x="18481" y="90550"/>
                    <a:pt x="31112" y="101305"/>
                    <a:pt x="47532" y="101305"/>
                  </a:cubicBezTo>
                  <a:cubicBezTo>
                    <a:pt x="65215" y="101305"/>
                    <a:pt x="76583" y="88653"/>
                    <a:pt x="76583" y="72204"/>
                  </a:cubicBezTo>
                  <a:cubicBezTo>
                    <a:pt x="76583" y="64613"/>
                    <a:pt x="73425" y="43736"/>
                    <a:pt x="44374" y="43103"/>
                  </a:cubicBezTo>
                  <a:cubicBezTo>
                    <a:pt x="61426" y="20961"/>
                    <a:pt x="92371" y="14002"/>
                    <a:pt x="112580" y="14002"/>
                  </a:cubicBezTo>
                  <a:cubicBezTo>
                    <a:pt x="143526" y="14002"/>
                    <a:pt x="179523" y="38675"/>
                    <a:pt x="179523" y="94979"/>
                  </a:cubicBezTo>
                  <a:lnTo>
                    <a:pt x="179523" y="118386"/>
                  </a:lnTo>
                  <a:cubicBezTo>
                    <a:pt x="147315" y="120284"/>
                    <a:pt x="103107" y="122182"/>
                    <a:pt x="63321" y="141161"/>
                  </a:cubicBezTo>
                  <a:cubicBezTo>
                    <a:pt x="15955" y="162670"/>
                    <a:pt x="167" y="195567"/>
                    <a:pt x="167" y="223402"/>
                  </a:cubicBezTo>
                  <a:cubicBezTo>
                    <a:pt x="167" y="274645"/>
                    <a:pt x="61426" y="290461"/>
                    <a:pt x="101213" y="290461"/>
                  </a:cubicBezTo>
                  <a:cubicBezTo>
                    <a:pt x="142894" y="290461"/>
                    <a:pt x="171945" y="265156"/>
                    <a:pt x="183944" y="235422"/>
                  </a:cubicBezTo>
                  <a:close/>
                  <a:moveTo>
                    <a:pt x="179523" y="131671"/>
                  </a:moveTo>
                  <a:lnTo>
                    <a:pt x="179523" y="194934"/>
                  </a:lnTo>
                  <a:cubicBezTo>
                    <a:pt x="179523" y="255034"/>
                    <a:pt x="134053" y="276543"/>
                    <a:pt x="105634" y="276543"/>
                  </a:cubicBezTo>
                  <a:cubicBezTo>
                    <a:pt x="74688" y="276543"/>
                    <a:pt x="48795" y="254401"/>
                    <a:pt x="48795" y="222770"/>
                  </a:cubicBezTo>
                  <a:cubicBezTo>
                    <a:pt x="48795" y="187975"/>
                    <a:pt x="75320" y="135467"/>
                    <a:pt x="179523" y="131671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1120DCE-35A5-47E7-BC16-989F54A209BC}"/>
                </a:ext>
              </a:extLst>
            </p:cNvPr>
            <p:cNvSpPr/>
            <p:nvPr/>
          </p:nvSpPr>
          <p:spPr>
            <a:xfrm>
              <a:off x="12599541" y="8308996"/>
              <a:ext cx="212196" cy="279621"/>
            </a:xfrm>
            <a:custGeom>
              <a:avLst/>
              <a:gdLst>
                <a:gd name="connsiteX0" fmla="*/ 87955 w 212196"/>
                <a:gd name="connsiteY0" fmla="*/ 69674 h 279621"/>
                <a:gd name="connsiteX1" fmla="*/ 87955 w 212196"/>
                <a:gd name="connsiteY1" fmla="*/ 85 h 279621"/>
                <a:gd name="connsiteX2" fmla="*/ 172 w 212196"/>
                <a:gd name="connsiteY2" fmla="*/ 7044 h 279621"/>
                <a:gd name="connsiteX3" fmla="*/ 172 w 212196"/>
                <a:gd name="connsiteY3" fmla="*/ 26655 h 279621"/>
                <a:gd name="connsiteX4" fmla="*/ 49432 w 212196"/>
                <a:gd name="connsiteY4" fmla="*/ 62082 h 279621"/>
                <a:gd name="connsiteX5" fmla="*/ 49432 w 212196"/>
                <a:gd name="connsiteY5" fmla="*/ 231626 h 279621"/>
                <a:gd name="connsiteX6" fmla="*/ 172 w 212196"/>
                <a:gd name="connsiteY6" fmla="*/ 260095 h 279621"/>
                <a:gd name="connsiteX7" fmla="*/ 172 w 212196"/>
                <a:gd name="connsiteY7" fmla="*/ 279706 h 279621"/>
                <a:gd name="connsiteX8" fmla="*/ 72167 w 212196"/>
                <a:gd name="connsiteY8" fmla="*/ 277808 h 279621"/>
                <a:gd name="connsiteX9" fmla="*/ 152372 w 212196"/>
                <a:gd name="connsiteY9" fmla="*/ 279706 h 279621"/>
                <a:gd name="connsiteX10" fmla="*/ 152372 w 212196"/>
                <a:gd name="connsiteY10" fmla="*/ 260095 h 279621"/>
                <a:gd name="connsiteX11" fmla="*/ 139110 w 212196"/>
                <a:gd name="connsiteY11" fmla="*/ 260095 h 279621"/>
                <a:gd name="connsiteX12" fmla="*/ 91113 w 212196"/>
                <a:gd name="connsiteY12" fmla="*/ 230361 h 279621"/>
                <a:gd name="connsiteX13" fmla="*/ 91113 w 212196"/>
                <a:gd name="connsiteY13" fmla="*/ 132936 h 279621"/>
                <a:gd name="connsiteX14" fmla="*/ 165635 w 212196"/>
                <a:gd name="connsiteY14" fmla="*/ 14002 h 279621"/>
                <a:gd name="connsiteX15" fmla="*/ 172581 w 212196"/>
                <a:gd name="connsiteY15" fmla="*/ 14635 h 279621"/>
                <a:gd name="connsiteX16" fmla="*/ 158056 w 212196"/>
                <a:gd name="connsiteY16" fmla="*/ 39308 h 279621"/>
                <a:gd name="connsiteX17" fmla="*/ 185212 w 212196"/>
                <a:gd name="connsiteY17" fmla="*/ 66511 h 279621"/>
                <a:gd name="connsiteX18" fmla="*/ 212368 w 212196"/>
                <a:gd name="connsiteY18" fmla="*/ 38675 h 279621"/>
                <a:gd name="connsiteX19" fmla="*/ 165635 w 212196"/>
                <a:gd name="connsiteY19" fmla="*/ 85 h 279621"/>
                <a:gd name="connsiteX20" fmla="*/ 87955 w 212196"/>
                <a:gd name="connsiteY20" fmla="*/ 69674 h 27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12196" h="279621">
                  <a:moveTo>
                    <a:pt x="87955" y="69674"/>
                  </a:moveTo>
                  <a:lnTo>
                    <a:pt x="87955" y="85"/>
                  </a:lnTo>
                  <a:lnTo>
                    <a:pt x="172" y="7044"/>
                  </a:lnTo>
                  <a:lnTo>
                    <a:pt x="172" y="26655"/>
                  </a:lnTo>
                  <a:cubicBezTo>
                    <a:pt x="44379" y="26655"/>
                    <a:pt x="49432" y="31083"/>
                    <a:pt x="49432" y="62082"/>
                  </a:cubicBezTo>
                  <a:lnTo>
                    <a:pt x="49432" y="231626"/>
                  </a:lnTo>
                  <a:cubicBezTo>
                    <a:pt x="49432" y="260095"/>
                    <a:pt x="42485" y="260095"/>
                    <a:pt x="172" y="260095"/>
                  </a:cubicBezTo>
                  <a:lnTo>
                    <a:pt x="172" y="279706"/>
                  </a:lnTo>
                  <a:cubicBezTo>
                    <a:pt x="24802" y="279073"/>
                    <a:pt x="54484" y="277808"/>
                    <a:pt x="72167" y="277808"/>
                  </a:cubicBezTo>
                  <a:cubicBezTo>
                    <a:pt x="97428" y="277808"/>
                    <a:pt x="127111" y="277808"/>
                    <a:pt x="152372" y="279706"/>
                  </a:cubicBezTo>
                  <a:lnTo>
                    <a:pt x="152372" y="260095"/>
                  </a:lnTo>
                  <a:lnTo>
                    <a:pt x="139110" y="260095"/>
                  </a:lnTo>
                  <a:cubicBezTo>
                    <a:pt x="92376" y="260095"/>
                    <a:pt x="91113" y="253136"/>
                    <a:pt x="91113" y="230361"/>
                  </a:cubicBezTo>
                  <a:lnTo>
                    <a:pt x="91113" y="132936"/>
                  </a:lnTo>
                  <a:cubicBezTo>
                    <a:pt x="91113" y="70306"/>
                    <a:pt x="117638" y="14002"/>
                    <a:pt x="165635" y="14002"/>
                  </a:cubicBezTo>
                  <a:cubicBezTo>
                    <a:pt x="170055" y="14002"/>
                    <a:pt x="171318" y="14002"/>
                    <a:pt x="172581" y="14635"/>
                  </a:cubicBezTo>
                  <a:cubicBezTo>
                    <a:pt x="170687" y="15268"/>
                    <a:pt x="158056" y="22859"/>
                    <a:pt x="158056" y="39308"/>
                  </a:cubicBezTo>
                  <a:cubicBezTo>
                    <a:pt x="158056" y="57021"/>
                    <a:pt x="171318" y="66511"/>
                    <a:pt x="185212" y="66511"/>
                  </a:cubicBezTo>
                  <a:cubicBezTo>
                    <a:pt x="196580" y="66511"/>
                    <a:pt x="212368" y="58919"/>
                    <a:pt x="212368" y="38675"/>
                  </a:cubicBezTo>
                  <a:cubicBezTo>
                    <a:pt x="212368" y="18431"/>
                    <a:pt x="192791" y="85"/>
                    <a:pt x="165635" y="85"/>
                  </a:cubicBezTo>
                  <a:cubicBezTo>
                    <a:pt x="119532" y="85"/>
                    <a:pt x="96797" y="42471"/>
                    <a:pt x="87955" y="69674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BE8AC8C-0AB8-8C88-E8FF-408E21A5C789}"/>
                </a:ext>
              </a:extLst>
            </p:cNvPr>
            <p:cNvSpPr/>
            <p:nvPr/>
          </p:nvSpPr>
          <p:spPr>
            <a:xfrm>
              <a:off x="12850051" y="8305200"/>
              <a:ext cx="206512" cy="290376"/>
            </a:xfrm>
            <a:custGeom>
              <a:avLst/>
              <a:gdLst>
                <a:gd name="connsiteX0" fmla="*/ 110695 w 206512"/>
                <a:gd name="connsiteY0" fmla="*/ 160772 h 290376"/>
                <a:gd name="connsiteX1" fmla="*/ 176375 w 206512"/>
                <a:gd name="connsiteY1" fmla="*/ 218974 h 290376"/>
                <a:gd name="connsiteX2" fmla="*/ 105011 w 206512"/>
                <a:gd name="connsiteY2" fmla="*/ 276543 h 290376"/>
                <a:gd name="connsiteX3" fmla="*/ 17227 w 206512"/>
                <a:gd name="connsiteY3" fmla="*/ 186710 h 290376"/>
                <a:gd name="connsiteX4" fmla="*/ 8386 w 206512"/>
                <a:gd name="connsiteY4" fmla="*/ 175955 h 290376"/>
                <a:gd name="connsiteX5" fmla="*/ 176 w 206512"/>
                <a:gd name="connsiteY5" fmla="*/ 191771 h 290376"/>
                <a:gd name="connsiteX6" fmla="*/ 176 w 206512"/>
                <a:gd name="connsiteY6" fmla="*/ 275278 h 290376"/>
                <a:gd name="connsiteX7" fmla="*/ 7123 w 206512"/>
                <a:gd name="connsiteY7" fmla="*/ 290461 h 290376"/>
                <a:gd name="connsiteX8" fmla="*/ 22911 w 206512"/>
                <a:gd name="connsiteY8" fmla="*/ 277808 h 290376"/>
                <a:gd name="connsiteX9" fmla="*/ 35542 w 206512"/>
                <a:gd name="connsiteY9" fmla="*/ 263258 h 290376"/>
                <a:gd name="connsiteX10" fmla="*/ 105011 w 206512"/>
                <a:gd name="connsiteY10" fmla="*/ 290461 h 290376"/>
                <a:gd name="connsiteX11" fmla="*/ 206688 w 206512"/>
                <a:gd name="connsiteY11" fmla="*/ 202526 h 290376"/>
                <a:gd name="connsiteX12" fmla="*/ 180164 w 206512"/>
                <a:gd name="connsiteY12" fmla="*/ 142426 h 290376"/>
                <a:gd name="connsiteX13" fmla="*/ 108169 w 206512"/>
                <a:gd name="connsiteY13" fmla="*/ 112060 h 290376"/>
                <a:gd name="connsiteX14" fmla="*/ 30489 w 206512"/>
                <a:gd name="connsiteY14" fmla="*/ 60184 h 290376"/>
                <a:gd name="connsiteX15" fmla="*/ 101222 w 206512"/>
                <a:gd name="connsiteY15" fmla="*/ 12105 h 290376"/>
                <a:gd name="connsiteX16" fmla="*/ 175111 w 206512"/>
                <a:gd name="connsiteY16" fmla="*/ 88653 h 290376"/>
                <a:gd name="connsiteX17" fmla="*/ 182690 w 206512"/>
                <a:gd name="connsiteY17" fmla="*/ 94346 h 290376"/>
                <a:gd name="connsiteX18" fmla="*/ 190900 w 206512"/>
                <a:gd name="connsiteY18" fmla="*/ 79163 h 290376"/>
                <a:gd name="connsiteX19" fmla="*/ 190900 w 206512"/>
                <a:gd name="connsiteY19" fmla="*/ 15268 h 290376"/>
                <a:gd name="connsiteX20" fmla="*/ 183953 w 206512"/>
                <a:gd name="connsiteY20" fmla="*/ 85 h 290376"/>
                <a:gd name="connsiteX21" fmla="*/ 171322 w 206512"/>
                <a:gd name="connsiteY21" fmla="*/ 7676 h 290376"/>
                <a:gd name="connsiteX22" fmla="*/ 160586 w 206512"/>
                <a:gd name="connsiteY22" fmla="*/ 17798 h 290376"/>
                <a:gd name="connsiteX23" fmla="*/ 101222 w 206512"/>
                <a:gd name="connsiteY23" fmla="*/ 85 h 290376"/>
                <a:gd name="connsiteX24" fmla="*/ 176 w 206512"/>
                <a:gd name="connsiteY24" fmla="*/ 77898 h 290376"/>
                <a:gd name="connsiteX25" fmla="*/ 27332 w 206512"/>
                <a:gd name="connsiteY25" fmla="*/ 131671 h 290376"/>
                <a:gd name="connsiteX26" fmla="*/ 110695 w 206512"/>
                <a:gd name="connsiteY26" fmla="*/ 160772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512" h="290376">
                  <a:moveTo>
                    <a:pt x="110695" y="160772"/>
                  </a:moveTo>
                  <a:cubicBezTo>
                    <a:pt x="124589" y="163303"/>
                    <a:pt x="176375" y="173425"/>
                    <a:pt x="176375" y="218974"/>
                  </a:cubicBezTo>
                  <a:cubicBezTo>
                    <a:pt x="176375" y="251238"/>
                    <a:pt x="154271" y="276543"/>
                    <a:pt x="105011" y="276543"/>
                  </a:cubicBezTo>
                  <a:cubicBezTo>
                    <a:pt x="51962" y="276543"/>
                    <a:pt x="29226" y="240483"/>
                    <a:pt x="17227" y="186710"/>
                  </a:cubicBezTo>
                  <a:cubicBezTo>
                    <a:pt x="15333" y="178486"/>
                    <a:pt x="14701" y="175955"/>
                    <a:pt x="8386" y="175955"/>
                  </a:cubicBezTo>
                  <a:cubicBezTo>
                    <a:pt x="176" y="175955"/>
                    <a:pt x="176" y="180384"/>
                    <a:pt x="176" y="191771"/>
                  </a:cubicBezTo>
                  <a:lnTo>
                    <a:pt x="176" y="275278"/>
                  </a:lnTo>
                  <a:cubicBezTo>
                    <a:pt x="176" y="286032"/>
                    <a:pt x="176" y="290461"/>
                    <a:pt x="7123" y="290461"/>
                  </a:cubicBezTo>
                  <a:cubicBezTo>
                    <a:pt x="10280" y="290461"/>
                    <a:pt x="10912" y="289828"/>
                    <a:pt x="22911" y="277808"/>
                  </a:cubicBezTo>
                  <a:cubicBezTo>
                    <a:pt x="24174" y="276543"/>
                    <a:pt x="24174" y="275278"/>
                    <a:pt x="35542" y="263258"/>
                  </a:cubicBezTo>
                  <a:cubicBezTo>
                    <a:pt x="63329" y="289828"/>
                    <a:pt x="91749" y="290461"/>
                    <a:pt x="105011" y="290461"/>
                  </a:cubicBezTo>
                  <a:cubicBezTo>
                    <a:pt x="177638" y="290461"/>
                    <a:pt x="206688" y="248075"/>
                    <a:pt x="206688" y="202526"/>
                  </a:cubicBezTo>
                  <a:cubicBezTo>
                    <a:pt x="206688" y="168996"/>
                    <a:pt x="187742" y="150017"/>
                    <a:pt x="180164" y="142426"/>
                  </a:cubicBezTo>
                  <a:cubicBezTo>
                    <a:pt x="159323" y="122182"/>
                    <a:pt x="134693" y="117121"/>
                    <a:pt x="108169" y="112060"/>
                  </a:cubicBezTo>
                  <a:cubicBezTo>
                    <a:pt x="72802" y="105101"/>
                    <a:pt x="30489" y="96877"/>
                    <a:pt x="30489" y="60184"/>
                  </a:cubicBezTo>
                  <a:cubicBezTo>
                    <a:pt x="30489" y="38042"/>
                    <a:pt x="46909" y="12105"/>
                    <a:pt x="101222" y="12105"/>
                  </a:cubicBezTo>
                  <a:cubicBezTo>
                    <a:pt x="170691" y="12105"/>
                    <a:pt x="173848" y="69041"/>
                    <a:pt x="175111" y="88653"/>
                  </a:cubicBezTo>
                  <a:cubicBezTo>
                    <a:pt x="175743" y="94346"/>
                    <a:pt x="181427" y="94346"/>
                    <a:pt x="182690" y="94346"/>
                  </a:cubicBezTo>
                  <a:cubicBezTo>
                    <a:pt x="190900" y="94346"/>
                    <a:pt x="190900" y="91183"/>
                    <a:pt x="190900" y="79163"/>
                  </a:cubicBezTo>
                  <a:lnTo>
                    <a:pt x="190900" y="15268"/>
                  </a:lnTo>
                  <a:cubicBezTo>
                    <a:pt x="190900" y="4513"/>
                    <a:pt x="190900" y="85"/>
                    <a:pt x="183953" y="85"/>
                  </a:cubicBezTo>
                  <a:cubicBezTo>
                    <a:pt x="180795" y="85"/>
                    <a:pt x="179532" y="85"/>
                    <a:pt x="171322" y="7676"/>
                  </a:cubicBezTo>
                  <a:cubicBezTo>
                    <a:pt x="169428" y="10207"/>
                    <a:pt x="163112" y="15900"/>
                    <a:pt x="160586" y="17798"/>
                  </a:cubicBezTo>
                  <a:cubicBezTo>
                    <a:pt x="136588" y="85"/>
                    <a:pt x="110695" y="85"/>
                    <a:pt x="101222" y="85"/>
                  </a:cubicBezTo>
                  <a:cubicBezTo>
                    <a:pt x="24174" y="85"/>
                    <a:pt x="176" y="42471"/>
                    <a:pt x="176" y="77898"/>
                  </a:cubicBezTo>
                  <a:cubicBezTo>
                    <a:pt x="176" y="100040"/>
                    <a:pt x="10280" y="117753"/>
                    <a:pt x="27332" y="131671"/>
                  </a:cubicBezTo>
                  <a:cubicBezTo>
                    <a:pt x="47541" y="148120"/>
                    <a:pt x="65224" y="151915"/>
                    <a:pt x="110695" y="160772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5E99C55-6626-2EBD-31E9-02C0F1FEC493}"/>
                </a:ext>
              </a:extLst>
            </p:cNvPr>
            <p:cNvSpPr/>
            <p:nvPr/>
          </p:nvSpPr>
          <p:spPr>
            <a:xfrm>
              <a:off x="13096001" y="8305200"/>
              <a:ext cx="244404" cy="290376"/>
            </a:xfrm>
            <a:custGeom>
              <a:avLst/>
              <a:gdLst>
                <a:gd name="connsiteX0" fmla="*/ 53229 w 244404"/>
                <a:gd name="connsiteY0" fmla="*/ 124080 h 290376"/>
                <a:gd name="connsiteX1" fmla="*/ 131539 w 244404"/>
                <a:gd name="connsiteY1" fmla="*/ 14002 h 290376"/>
                <a:gd name="connsiteX2" fmla="*/ 202903 w 244404"/>
                <a:gd name="connsiteY2" fmla="*/ 124080 h 290376"/>
                <a:gd name="connsiteX3" fmla="*/ 53229 w 244404"/>
                <a:gd name="connsiteY3" fmla="*/ 124080 h 290376"/>
                <a:gd name="connsiteX4" fmla="*/ 52597 w 244404"/>
                <a:gd name="connsiteY4" fmla="*/ 137365 h 290376"/>
                <a:gd name="connsiteX5" fmla="*/ 228796 w 244404"/>
                <a:gd name="connsiteY5" fmla="*/ 137365 h 290376"/>
                <a:gd name="connsiteX6" fmla="*/ 244585 w 244404"/>
                <a:gd name="connsiteY6" fmla="*/ 124080 h 290376"/>
                <a:gd name="connsiteX7" fmla="*/ 131539 w 244404"/>
                <a:gd name="connsiteY7" fmla="*/ 85 h 290376"/>
                <a:gd name="connsiteX8" fmla="*/ 180 w 244404"/>
                <a:gd name="connsiteY8" fmla="*/ 144324 h 290376"/>
                <a:gd name="connsiteX9" fmla="*/ 139118 w 244404"/>
                <a:gd name="connsiteY9" fmla="*/ 290461 h 290376"/>
                <a:gd name="connsiteX10" fmla="*/ 244585 w 244404"/>
                <a:gd name="connsiteY10" fmla="*/ 208219 h 290376"/>
                <a:gd name="connsiteX11" fmla="*/ 236375 w 244404"/>
                <a:gd name="connsiteY11" fmla="*/ 200628 h 290376"/>
                <a:gd name="connsiteX12" fmla="*/ 228165 w 244404"/>
                <a:gd name="connsiteY12" fmla="*/ 209484 h 290376"/>
                <a:gd name="connsiteX13" fmla="*/ 142907 w 244404"/>
                <a:gd name="connsiteY13" fmla="*/ 274645 h 290376"/>
                <a:gd name="connsiteX14" fmla="*/ 71543 w 244404"/>
                <a:gd name="connsiteY14" fmla="*/ 232259 h 290376"/>
                <a:gd name="connsiteX15" fmla="*/ 52597 w 244404"/>
                <a:gd name="connsiteY15" fmla="*/ 137365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04" h="290376">
                  <a:moveTo>
                    <a:pt x="53229" y="124080"/>
                  </a:moveTo>
                  <a:cubicBezTo>
                    <a:pt x="57018" y="29818"/>
                    <a:pt x="110067" y="14002"/>
                    <a:pt x="131539" y="14002"/>
                  </a:cubicBezTo>
                  <a:cubicBezTo>
                    <a:pt x="196588" y="14002"/>
                    <a:pt x="202903" y="99407"/>
                    <a:pt x="202903" y="124080"/>
                  </a:cubicBezTo>
                  <a:lnTo>
                    <a:pt x="53229" y="124080"/>
                  </a:lnTo>
                  <a:close/>
                  <a:moveTo>
                    <a:pt x="52597" y="137365"/>
                  </a:moveTo>
                  <a:lnTo>
                    <a:pt x="228796" y="137365"/>
                  </a:lnTo>
                  <a:cubicBezTo>
                    <a:pt x="242690" y="137365"/>
                    <a:pt x="244585" y="137365"/>
                    <a:pt x="244585" y="124080"/>
                  </a:cubicBezTo>
                  <a:cubicBezTo>
                    <a:pt x="244585" y="61450"/>
                    <a:pt x="210481" y="85"/>
                    <a:pt x="131539" y="85"/>
                  </a:cubicBezTo>
                  <a:cubicBezTo>
                    <a:pt x="58281" y="85"/>
                    <a:pt x="180" y="65245"/>
                    <a:pt x="180" y="144324"/>
                  </a:cubicBezTo>
                  <a:cubicBezTo>
                    <a:pt x="180" y="229096"/>
                    <a:pt x="66491" y="290461"/>
                    <a:pt x="139118" y="290461"/>
                  </a:cubicBezTo>
                  <a:cubicBezTo>
                    <a:pt x="216165" y="290461"/>
                    <a:pt x="244585" y="220239"/>
                    <a:pt x="244585" y="208219"/>
                  </a:cubicBezTo>
                  <a:cubicBezTo>
                    <a:pt x="244585" y="201893"/>
                    <a:pt x="239532" y="200628"/>
                    <a:pt x="236375" y="200628"/>
                  </a:cubicBezTo>
                  <a:cubicBezTo>
                    <a:pt x="230691" y="200628"/>
                    <a:pt x="229428" y="204423"/>
                    <a:pt x="228165" y="209484"/>
                  </a:cubicBezTo>
                  <a:cubicBezTo>
                    <a:pt x="206061" y="274645"/>
                    <a:pt x="149222" y="274645"/>
                    <a:pt x="142907" y="274645"/>
                  </a:cubicBezTo>
                  <a:cubicBezTo>
                    <a:pt x="111330" y="274645"/>
                    <a:pt x="86069" y="255666"/>
                    <a:pt x="71543" y="232259"/>
                  </a:cubicBezTo>
                  <a:cubicBezTo>
                    <a:pt x="52597" y="201893"/>
                    <a:pt x="52597" y="160139"/>
                    <a:pt x="52597" y="137365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39C1316-2AB2-134C-BBCA-3FC94574698E}"/>
                </a:ext>
              </a:extLst>
            </p:cNvPr>
            <p:cNvSpPr/>
            <p:nvPr/>
          </p:nvSpPr>
          <p:spPr>
            <a:xfrm>
              <a:off x="13421521" y="8114147"/>
              <a:ext cx="146516" cy="632627"/>
            </a:xfrm>
            <a:custGeom>
              <a:avLst/>
              <a:gdLst>
                <a:gd name="connsiteX0" fmla="*/ 146701 w 146516"/>
                <a:gd name="connsiteY0" fmla="*/ 626386 h 632627"/>
                <a:gd name="connsiteX1" fmla="*/ 135965 w 146516"/>
                <a:gd name="connsiteY1" fmla="*/ 612468 h 632627"/>
                <a:gd name="connsiteX2" fmla="*/ 36813 w 146516"/>
                <a:gd name="connsiteY2" fmla="*/ 316399 h 632627"/>
                <a:gd name="connsiteX3" fmla="*/ 138491 w 146516"/>
                <a:gd name="connsiteY3" fmla="*/ 17166 h 632627"/>
                <a:gd name="connsiteX4" fmla="*/ 146701 w 146516"/>
                <a:gd name="connsiteY4" fmla="*/ 6411 h 632627"/>
                <a:gd name="connsiteX5" fmla="*/ 140385 w 146516"/>
                <a:gd name="connsiteY5" fmla="*/ 85 h 632627"/>
                <a:gd name="connsiteX6" fmla="*/ 39971 w 146516"/>
                <a:gd name="connsiteY6" fmla="*/ 123447 h 632627"/>
                <a:gd name="connsiteX7" fmla="*/ 184 w 146516"/>
                <a:gd name="connsiteY7" fmla="*/ 316399 h 632627"/>
                <a:gd name="connsiteX8" fmla="*/ 41866 w 146516"/>
                <a:gd name="connsiteY8" fmla="*/ 513778 h 632627"/>
                <a:gd name="connsiteX9" fmla="*/ 140385 w 146516"/>
                <a:gd name="connsiteY9" fmla="*/ 632712 h 632627"/>
                <a:gd name="connsiteX10" fmla="*/ 146701 w 146516"/>
                <a:gd name="connsiteY10" fmla="*/ 626386 h 632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516" h="632627">
                  <a:moveTo>
                    <a:pt x="146701" y="626386"/>
                  </a:moveTo>
                  <a:cubicBezTo>
                    <a:pt x="146701" y="624488"/>
                    <a:pt x="146701" y="623223"/>
                    <a:pt x="135965" y="612468"/>
                  </a:cubicBezTo>
                  <a:cubicBezTo>
                    <a:pt x="57022" y="532757"/>
                    <a:pt x="36813" y="413191"/>
                    <a:pt x="36813" y="316399"/>
                  </a:cubicBezTo>
                  <a:cubicBezTo>
                    <a:pt x="36813" y="206321"/>
                    <a:pt x="60812" y="96244"/>
                    <a:pt x="138491" y="17166"/>
                  </a:cubicBezTo>
                  <a:cubicBezTo>
                    <a:pt x="146701" y="9574"/>
                    <a:pt x="146701" y="8309"/>
                    <a:pt x="146701" y="6411"/>
                  </a:cubicBezTo>
                  <a:cubicBezTo>
                    <a:pt x="146701" y="1983"/>
                    <a:pt x="144175" y="85"/>
                    <a:pt x="140385" y="85"/>
                  </a:cubicBezTo>
                  <a:cubicBezTo>
                    <a:pt x="134070" y="85"/>
                    <a:pt x="77232" y="43103"/>
                    <a:pt x="39971" y="123447"/>
                  </a:cubicBezTo>
                  <a:cubicBezTo>
                    <a:pt x="7763" y="193036"/>
                    <a:pt x="184" y="263258"/>
                    <a:pt x="184" y="316399"/>
                  </a:cubicBezTo>
                  <a:cubicBezTo>
                    <a:pt x="184" y="365743"/>
                    <a:pt x="7131" y="442291"/>
                    <a:pt x="41866" y="513778"/>
                  </a:cubicBezTo>
                  <a:cubicBezTo>
                    <a:pt x="79758" y="591592"/>
                    <a:pt x="134070" y="632712"/>
                    <a:pt x="140385" y="632712"/>
                  </a:cubicBezTo>
                  <a:cubicBezTo>
                    <a:pt x="144175" y="632712"/>
                    <a:pt x="146701" y="630814"/>
                    <a:pt x="146701" y="626386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023334B-AE19-0D8D-2460-79D2915B5099}"/>
                </a:ext>
              </a:extLst>
            </p:cNvPr>
            <p:cNvSpPr/>
            <p:nvPr/>
          </p:nvSpPr>
          <p:spPr>
            <a:xfrm>
              <a:off x="13618492" y="8307731"/>
              <a:ext cx="355555" cy="280886"/>
            </a:xfrm>
            <a:custGeom>
              <a:avLst/>
              <a:gdLst>
                <a:gd name="connsiteX0" fmla="*/ 204806 w 355555"/>
                <a:gd name="connsiteY0" fmla="*/ 125345 h 280886"/>
                <a:gd name="connsiteX1" fmla="*/ 278696 w 355555"/>
                <a:gd name="connsiteY1" fmla="*/ 43103 h 280886"/>
                <a:gd name="connsiteX2" fmla="*/ 343113 w 355555"/>
                <a:gd name="connsiteY2" fmla="*/ 29818 h 280886"/>
                <a:gd name="connsiteX3" fmla="*/ 343113 w 355555"/>
                <a:gd name="connsiteY3" fmla="*/ 85 h 280886"/>
                <a:gd name="connsiteX4" fmla="*/ 285011 w 355555"/>
                <a:gd name="connsiteY4" fmla="*/ 1983 h 280886"/>
                <a:gd name="connsiteX5" fmla="*/ 219963 w 355555"/>
                <a:gd name="connsiteY5" fmla="*/ 85 h 280886"/>
                <a:gd name="connsiteX6" fmla="*/ 219963 w 355555"/>
                <a:gd name="connsiteY6" fmla="*/ 29818 h 280886"/>
                <a:gd name="connsiteX7" fmla="*/ 243961 w 355555"/>
                <a:gd name="connsiteY7" fmla="*/ 35512 h 280886"/>
                <a:gd name="connsiteX8" fmla="*/ 238909 w 355555"/>
                <a:gd name="connsiteY8" fmla="*/ 43103 h 280886"/>
                <a:gd name="connsiteX9" fmla="*/ 185860 w 355555"/>
                <a:gd name="connsiteY9" fmla="*/ 102570 h 280886"/>
                <a:gd name="connsiteX10" fmla="*/ 123969 w 355555"/>
                <a:gd name="connsiteY10" fmla="*/ 29818 h 280886"/>
                <a:gd name="connsiteX11" fmla="*/ 149231 w 355555"/>
                <a:gd name="connsiteY11" fmla="*/ 29818 h 280886"/>
                <a:gd name="connsiteX12" fmla="*/ 149231 w 355555"/>
                <a:gd name="connsiteY12" fmla="*/ 85 h 280886"/>
                <a:gd name="connsiteX13" fmla="*/ 72815 w 355555"/>
                <a:gd name="connsiteY13" fmla="*/ 1983 h 280886"/>
                <a:gd name="connsiteX14" fmla="*/ 3346 w 355555"/>
                <a:gd name="connsiteY14" fmla="*/ 85 h 280886"/>
                <a:gd name="connsiteX15" fmla="*/ 3346 w 355555"/>
                <a:gd name="connsiteY15" fmla="*/ 29818 h 280886"/>
                <a:gd name="connsiteX16" fmla="*/ 48185 w 355555"/>
                <a:gd name="connsiteY16" fmla="*/ 29818 h 280886"/>
                <a:gd name="connsiteX17" fmla="*/ 146705 w 355555"/>
                <a:gd name="connsiteY17" fmla="*/ 146222 h 280886"/>
                <a:gd name="connsiteX18" fmla="*/ 63973 w 355555"/>
                <a:gd name="connsiteY18" fmla="*/ 239218 h 280886"/>
                <a:gd name="connsiteX19" fmla="*/ 188 w 355555"/>
                <a:gd name="connsiteY19" fmla="*/ 251238 h 280886"/>
                <a:gd name="connsiteX20" fmla="*/ 188 w 355555"/>
                <a:gd name="connsiteY20" fmla="*/ 280971 h 280886"/>
                <a:gd name="connsiteX21" fmla="*/ 58289 w 355555"/>
                <a:gd name="connsiteY21" fmla="*/ 279073 h 280886"/>
                <a:gd name="connsiteX22" fmla="*/ 123338 w 355555"/>
                <a:gd name="connsiteY22" fmla="*/ 280971 h 280886"/>
                <a:gd name="connsiteX23" fmla="*/ 123338 w 355555"/>
                <a:gd name="connsiteY23" fmla="*/ 251238 h 280886"/>
                <a:gd name="connsiteX24" fmla="*/ 99971 w 355555"/>
                <a:gd name="connsiteY24" fmla="*/ 244279 h 280886"/>
                <a:gd name="connsiteX25" fmla="*/ 104392 w 355555"/>
                <a:gd name="connsiteY25" fmla="*/ 237953 h 280886"/>
                <a:gd name="connsiteX26" fmla="*/ 165651 w 355555"/>
                <a:gd name="connsiteY26" fmla="*/ 168996 h 280886"/>
                <a:gd name="connsiteX27" fmla="*/ 235120 w 355555"/>
                <a:gd name="connsiteY27" fmla="*/ 251238 h 280886"/>
                <a:gd name="connsiteX28" fmla="*/ 210490 w 355555"/>
                <a:gd name="connsiteY28" fmla="*/ 251238 h 280886"/>
                <a:gd name="connsiteX29" fmla="*/ 210490 w 355555"/>
                <a:gd name="connsiteY29" fmla="*/ 280971 h 280886"/>
                <a:gd name="connsiteX30" fmla="*/ 286274 w 355555"/>
                <a:gd name="connsiteY30" fmla="*/ 279073 h 280886"/>
                <a:gd name="connsiteX31" fmla="*/ 355743 w 355555"/>
                <a:gd name="connsiteY31" fmla="*/ 280971 h 280886"/>
                <a:gd name="connsiteX32" fmla="*/ 355743 w 355555"/>
                <a:gd name="connsiteY32" fmla="*/ 251238 h 280886"/>
                <a:gd name="connsiteX33" fmla="*/ 310904 w 355555"/>
                <a:gd name="connsiteY33" fmla="*/ 251238 h 280886"/>
                <a:gd name="connsiteX34" fmla="*/ 204806 w 355555"/>
                <a:gd name="connsiteY34" fmla="*/ 125345 h 28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55555" h="280886">
                  <a:moveTo>
                    <a:pt x="204806" y="125345"/>
                  </a:moveTo>
                  <a:lnTo>
                    <a:pt x="278696" y="43103"/>
                  </a:lnTo>
                  <a:cubicBezTo>
                    <a:pt x="286906" y="34247"/>
                    <a:pt x="290695" y="29818"/>
                    <a:pt x="343113" y="29818"/>
                  </a:cubicBezTo>
                  <a:lnTo>
                    <a:pt x="343113" y="85"/>
                  </a:lnTo>
                  <a:cubicBezTo>
                    <a:pt x="321009" y="1350"/>
                    <a:pt x="288169" y="1983"/>
                    <a:pt x="285011" y="1983"/>
                  </a:cubicBezTo>
                  <a:cubicBezTo>
                    <a:pt x="269223" y="1983"/>
                    <a:pt x="237646" y="717"/>
                    <a:pt x="219963" y="85"/>
                  </a:cubicBezTo>
                  <a:lnTo>
                    <a:pt x="219963" y="29818"/>
                  </a:lnTo>
                  <a:cubicBezTo>
                    <a:pt x="228804" y="29818"/>
                    <a:pt x="236383" y="31083"/>
                    <a:pt x="243961" y="35512"/>
                  </a:cubicBezTo>
                  <a:cubicBezTo>
                    <a:pt x="241435" y="39308"/>
                    <a:pt x="241435" y="40573"/>
                    <a:pt x="238909" y="43103"/>
                  </a:cubicBezTo>
                  <a:lnTo>
                    <a:pt x="185860" y="102570"/>
                  </a:lnTo>
                  <a:lnTo>
                    <a:pt x="123969" y="29818"/>
                  </a:lnTo>
                  <a:lnTo>
                    <a:pt x="149231" y="29818"/>
                  </a:lnTo>
                  <a:lnTo>
                    <a:pt x="149231" y="85"/>
                  </a:lnTo>
                  <a:cubicBezTo>
                    <a:pt x="132811" y="717"/>
                    <a:pt x="93024" y="1983"/>
                    <a:pt x="72815" y="1983"/>
                  </a:cubicBezTo>
                  <a:cubicBezTo>
                    <a:pt x="52606" y="1983"/>
                    <a:pt x="24186" y="717"/>
                    <a:pt x="3346" y="85"/>
                  </a:cubicBezTo>
                  <a:lnTo>
                    <a:pt x="3346" y="29818"/>
                  </a:lnTo>
                  <a:lnTo>
                    <a:pt x="48185" y="29818"/>
                  </a:lnTo>
                  <a:lnTo>
                    <a:pt x="146705" y="146222"/>
                  </a:lnTo>
                  <a:lnTo>
                    <a:pt x="63973" y="239218"/>
                  </a:lnTo>
                  <a:cubicBezTo>
                    <a:pt x="53237" y="251238"/>
                    <a:pt x="30502" y="251238"/>
                    <a:pt x="188" y="251238"/>
                  </a:cubicBezTo>
                  <a:lnTo>
                    <a:pt x="188" y="280971"/>
                  </a:lnTo>
                  <a:cubicBezTo>
                    <a:pt x="22292" y="279706"/>
                    <a:pt x="55132" y="279073"/>
                    <a:pt x="58289" y="279073"/>
                  </a:cubicBezTo>
                  <a:cubicBezTo>
                    <a:pt x="74078" y="279073"/>
                    <a:pt x="110707" y="280339"/>
                    <a:pt x="123338" y="280971"/>
                  </a:cubicBezTo>
                  <a:lnTo>
                    <a:pt x="123338" y="251238"/>
                  </a:lnTo>
                  <a:cubicBezTo>
                    <a:pt x="111970" y="251238"/>
                    <a:pt x="99971" y="248075"/>
                    <a:pt x="99971" y="244279"/>
                  </a:cubicBezTo>
                  <a:cubicBezTo>
                    <a:pt x="99971" y="243646"/>
                    <a:pt x="99971" y="243014"/>
                    <a:pt x="104392" y="237953"/>
                  </a:cubicBezTo>
                  <a:lnTo>
                    <a:pt x="165651" y="168996"/>
                  </a:lnTo>
                  <a:lnTo>
                    <a:pt x="235120" y="251238"/>
                  </a:lnTo>
                  <a:lnTo>
                    <a:pt x="210490" y="251238"/>
                  </a:lnTo>
                  <a:lnTo>
                    <a:pt x="210490" y="280971"/>
                  </a:lnTo>
                  <a:cubicBezTo>
                    <a:pt x="226910" y="280339"/>
                    <a:pt x="265434" y="279073"/>
                    <a:pt x="286274" y="279073"/>
                  </a:cubicBezTo>
                  <a:cubicBezTo>
                    <a:pt x="306483" y="279073"/>
                    <a:pt x="334903" y="280339"/>
                    <a:pt x="355743" y="280971"/>
                  </a:cubicBezTo>
                  <a:lnTo>
                    <a:pt x="355743" y="251238"/>
                  </a:lnTo>
                  <a:lnTo>
                    <a:pt x="310904" y="251238"/>
                  </a:lnTo>
                  <a:lnTo>
                    <a:pt x="204806" y="125345"/>
                  </a:ln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DDD2741-98EB-886A-40B2-50EFDBBE4320}"/>
                </a:ext>
              </a:extLst>
            </p:cNvPr>
            <p:cNvSpPr/>
            <p:nvPr/>
          </p:nvSpPr>
          <p:spPr>
            <a:xfrm>
              <a:off x="14023901" y="8114147"/>
              <a:ext cx="146516" cy="632627"/>
            </a:xfrm>
            <a:custGeom>
              <a:avLst/>
              <a:gdLst>
                <a:gd name="connsiteX0" fmla="*/ 146711 w 146516"/>
                <a:gd name="connsiteY0" fmla="*/ 316399 h 632627"/>
                <a:gd name="connsiteX1" fmla="*/ 105029 w 146516"/>
                <a:gd name="connsiteY1" fmla="*/ 119019 h 632627"/>
                <a:gd name="connsiteX2" fmla="*/ 6509 w 146516"/>
                <a:gd name="connsiteY2" fmla="*/ 85 h 632627"/>
                <a:gd name="connsiteX3" fmla="*/ 194 w 146516"/>
                <a:gd name="connsiteY3" fmla="*/ 6411 h 632627"/>
                <a:gd name="connsiteX4" fmla="*/ 12193 w 146516"/>
                <a:gd name="connsiteY4" fmla="*/ 20961 h 632627"/>
                <a:gd name="connsiteX5" fmla="*/ 110081 w 146516"/>
                <a:gd name="connsiteY5" fmla="*/ 316399 h 632627"/>
                <a:gd name="connsiteX6" fmla="*/ 8404 w 146516"/>
                <a:gd name="connsiteY6" fmla="*/ 615631 h 632627"/>
                <a:gd name="connsiteX7" fmla="*/ 194 w 146516"/>
                <a:gd name="connsiteY7" fmla="*/ 626386 h 632627"/>
                <a:gd name="connsiteX8" fmla="*/ 6509 w 146516"/>
                <a:gd name="connsiteY8" fmla="*/ 632712 h 632627"/>
                <a:gd name="connsiteX9" fmla="*/ 106924 w 146516"/>
                <a:gd name="connsiteY9" fmla="*/ 509350 h 632627"/>
                <a:gd name="connsiteX10" fmla="*/ 146711 w 146516"/>
                <a:gd name="connsiteY10" fmla="*/ 316399 h 632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516" h="632627">
                  <a:moveTo>
                    <a:pt x="146711" y="316399"/>
                  </a:moveTo>
                  <a:cubicBezTo>
                    <a:pt x="146711" y="267054"/>
                    <a:pt x="139764" y="190506"/>
                    <a:pt x="105029" y="119019"/>
                  </a:cubicBezTo>
                  <a:cubicBezTo>
                    <a:pt x="67137" y="41206"/>
                    <a:pt x="12825" y="85"/>
                    <a:pt x="6509" y="85"/>
                  </a:cubicBezTo>
                  <a:cubicBezTo>
                    <a:pt x="2720" y="85"/>
                    <a:pt x="194" y="2615"/>
                    <a:pt x="194" y="6411"/>
                  </a:cubicBezTo>
                  <a:cubicBezTo>
                    <a:pt x="194" y="8309"/>
                    <a:pt x="194" y="9574"/>
                    <a:pt x="12193" y="20961"/>
                  </a:cubicBezTo>
                  <a:cubicBezTo>
                    <a:pt x="74084" y="83592"/>
                    <a:pt x="110081" y="184179"/>
                    <a:pt x="110081" y="316399"/>
                  </a:cubicBezTo>
                  <a:cubicBezTo>
                    <a:pt x="110081" y="424578"/>
                    <a:pt x="86715" y="535920"/>
                    <a:pt x="8404" y="615631"/>
                  </a:cubicBezTo>
                  <a:cubicBezTo>
                    <a:pt x="194" y="623223"/>
                    <a:pt x="194" y="624488"/>
                    <a:pt x="194" y="626386"/>
                  </a:cubicBezTo>
                  <a:cubicBezTo>
                    <a:pt x="194" y="630182"/>
                    <a:pt x="2720" y="632712"/>
                    <a:pt x="6509" y="632712"/>
                  </a:cubicBezTo>
                  <a:cubicBezTo>
                    <a:pt x="12825" y="632712"/>
                    <a:pt x="69663" y="589694"/>
                    <a:pt x="106924" y="509350"/>
                  </a:cubicBezTo>
                  <a:cubicBezTo>
                    <a:pt x="139132" y="439761"/>
                    <a:pt x="146711" y="369539"/>
                    <a:pt x="146711" y="316399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F625C07-7E4A-8950-0528-0659B21129F7}"/>
                </a:ext>
              </a:extLst>
            </p:cNvPr>
            <p:cNvSpPr/>
            <p:nvPr/>
          </p:nvSpPr>
          <p:spPr>
            <a:xfrm>
              <a:off x="14444291" y="8356443"/>
              <a:ext cx="419972" cy="148034"/>
            </a:xfrm>
            <a:custGeom>
              <a:avLst/>
              <a:gdLst>
                <a:gd name="connsiteX0" fmla="*/ 398701 w 419972"/>
                <a:gd name="connsiteY0" fmla="*/ 25390 h 148034"/>
                <a:gd name="connsiteX1" fmla="*/ 420173 w 419972"/>
                <a:gd name="connsiteY1" fmla="*/ 12737 h 148034"/>
                <a:gd name="connsiteX2" fmla="*/ 399332 w 419972"/>
                <a:gd name="connsiteY2" fmla="*/ 85 h 148034"/>
                <a:gd name="connsiteX3" fmla="*/ 21041 w 419972"/>
                <a:gd name="connsiteY3" fmla="*/ 85 h 148034"/>
                <a:gd name="connsiteX4" fmla="*/ 201 w 419972"/>
                <a:gd name="connsiteY4" fmla="*/ 12737 h 148034"/>
                <a:gd name="connsiteX5" fmla="*/ 21673 w 419972"/>
                <a:gd name="connsiteY5" fmla="*/ 25390 h 148034"/>
                <a:gd name="connsiteX6" fmla="*/ 398701 w 419972"/>
                <a:gd name="connsiteY6" fmla="*/ 25390 h 148034"/>
                <a:gd name="connsiteX7" fmla="*/ 399332 w 419972"/>
                <a:gd name="connsiteY7" fmla="*/ 148120 h 148034"/>
                <a:gd name="connsiteX8" fmla="*/ 420173 w 419972"/>
                <a:gd name="connsiteY8" fmla="*/ 135467 h 148034"/>
                <a:gd name="connsiteX9" fmla="*/ 398701 w 419972"/>
                <a:gd name="connsiteY9" fmla="*/ 122814 h 148034"/>
                <a:gd name="connsiteX10" fmla="*/ 21673 w 419972"/>
                <a:gd name="connsiteY10" fmla="*/ 122814 h 148034"/>
                <a:gd name="connsiteX11" fmla="*/ 201 w 419972"/>
                <a:gd name="connsiteY11" fmla="*/ 135467 h 148034"/>
                <a:gd name="connsiteX12" fmla="*/ 21041 w 419972"/>
                <a:gd name="connsiteY12" fmla="*/ 148120 h 148034"/>
                <a:gd name="connsiteX13" fmla="*/ 399332 w 419972"/>
                <a:gd name="connsiteY13" fmla="*/ 148120 h 148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9972" h="148034">
                  <a:moveTo>
                    <a:pt x="398701" y="25390"/>
                  </a:moveTo>
                  <a:cubicBezTo>
                    <a:pt x="408174" y="25390"/>
                    <a:pt x="420173" y="25390"/>
                    <a:pt x="420173" y="12737"/>
                  </a:cubicBezTo>
                  <a:cubicBezTo>
                    <a:pt x="420173" y="85"/>
                    <a:pt x="408174" y="85"/>
                    <a:pt x="399332" y="85"/>
                  </a:cubicBezTo>
                  <a:lnTo>
                    <a:pt x="21041" y="85"/>
                  </a:lnTo>
                  <a:cubicBezTo>
                    <a:pt x="12200" y="85"/>
                    <a:pt x="201" y="85"/>
                    <a:pt x="201" y="12737"/>
                  </a:cubicBezTo>
                  <a:cubicBezTo>
                    <a:pt x="201" y="25390"/>
                    <a:pt x="12200" y="25390"/>
                    <a:pt x="21673" y="25390"/>
                  </a:cubicBezTo>
                  <a:lnTo>
                    <a:pt x="398701" y="25390"/>
                  </a:lnTo>
                  <a:close/>
                  <a:moveTo>
                    <a:pt x="399332" y="148120"/>
                  </a:moveTo>
                  <a:cubicBezTo>
                    <a:pt x="408174" y="148120"/>
                    <a:pt x="420173" y="148120"/>
                    <a:pt x="420173" y="135467"/>
                  </a:cubicBezTo>
                  <a:cubicBezTo>
                    <a:pt x="420173" y="122814"/>
                    <a:pt x="408174" y="122814"/>
                    <a:pt x="398701" y="122814"/>
                  </a:cubicBezTo>
                  <a:lnTo>
                    <a:pt x="21673" y="122814"/>
                  </a:lnTo>
                  <a:cubicBezTo>
                    <a:pt x="12200" y="122814"/>
                    <a:pt x="201" y="122814"/>
                    <a:pt x="201" y="135467"/>
                  </a:cubicBezTo>
                  <a:cubicBezTo>
                    <a:pt x="201" y="148120"/>
                    <a:pt x="12200" y="148120"/>
                    <a:pt x="21041" y="148120"/>
                  </a:cubicBezTo>
                  <a:lnTo>
                    <a:pt x="399332" y="148120"/>
                  </a:ln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219DC5A-6826-F6AF-FE1D-03934678FCC1}"/>
                </a:ext>
              </a:extLst>
            </p:cNvPr>
            <p:cNvSpPr/>
            <p:nvPr/>
          </p:nvSpPr>
          <p:spPr>
            <a:xfrm>
              <a:off x="15102070" y="8305200"/>
              <a:ext cx="284823" cy="290376"/>
            </a:xfrm>
            <a:custGeom>
              <a:avLst/>
              <a:gdLst>
                <a:gd name="connsiteX0" fmla="*/ 183988 w 284823"/>
                <a:gd name="connsiteY0" fmla="*/ 235422 h 290376"/>
                <a:gd name="connsiteX1" fmla="*/ 233248 w 284823"/>
                <a:gd name="connsiteY1" fmla="*/ 287298 h 290376"/>
                <a:gd name="connsiteX2" fmla="*/ 285034 w 284823"/>
                <a:gd name="connsiteY2" fmla="*/ 227198 h 290376"/>
                <a:gd name="connsiteX3" fmla="*/ 285034 w 284823"/>
                <a:gd name="connsiteY3" fmla="*/ 191771 h 290376"/>
                <a:gd name="connsiteX4" fmla="*/ 269246 w 284823"/>
                <a:gd name="connsiteY4" fmla="*/ 191771 h 290376"/>
                <a:gd name="connsiteX5" fmla="*/ 269246 w 284823"/>
                <a:gd name="connsiteY5" fmla="*/ 227198 h 290376"/>
                <a:gd name="connsiteX6" fmla="*/ 246511 w 284823"/>
                <a:gd name="connsiteY6" fmla="*/ 267686 h 290376"/>
                <a:gd name="connsiteX7" fmla="*/ 223144 w 284823"/>
                <a:gd name="connsiteY7" fmla="*/ 236055 h 290376"/>
                <a:gd name="connsiteX8" fmla="*/ 223144 w 284823"/>
                <a:gd name="connsiteY8" fmla="*/ 109529 h 290376"/>
                <a:gd name="connsiteX9" fmla="*/ 200408 w 284823"/>
                <a:gd name="connsiteY9" fmla="*/ 34879 h 290376"/>
                <a:gd name="connsiteX10" fmla="*/ 113888 w 284823"/>
                <a:gd name="connsiteY10" fmla="*/ 85 h 290376"/>
                <a:gd name="connsiteX11" fmla="*/ 18526 w 284823"/>
                <a:gd name="connsiteY11" fmla="*/ 71572 h 290376"/>
                <a:gd name="connsiteX12" fmla="*/ 47576 w 284823"/>
                <a:gd name="connsiteY12" fmla="*/ 101305 h 290376"/>
                <a:gd name="connsiteX13" fmla="*/ 76627 w 284823"/>
                <a:gd name="connsiteY13" fmla="*/ 72204 h 290376"/>
                <a:gd name="connsiteX14" fmla="*/ 44419 w 284823"/>
                <a:gd name="connsiteY14" fmla="*/ 43103 h 290376"/>
                <a:gd name="connsiteX15" fmla="*/ 112625 w 284823"/>
                <a:gd name="connsiteY15" fmla="*/ 14002 h 290376"/>
                <a:gd name="connsiteX16" fmla="*/ 179568 w 284823"/>
                <a:gd name="connsiteY16" fmla="*/ 94979 h 290376"/>
                <a:gd name="connsiteX17" fmla="*/ 179568 w 284823"/>
                <a:gd name="connsiteY17" fmla="*/ 118386 h 290376"/>
                <a:gd name="connsiteX18" fmla="*/ 63365 w 284823"/>
                <a:gd name="connsiteY18" fmla="*/ 141161 h 290376"/>
                <a:gd name="connsiteX19" fmla="*/ 211 w 284823"/>
                <a:gd name="connsiteY19" fmla="*/ 223402 h 290376"/>
                <a:gd name="connsiteX20" fmla="*/ 101257 w 284823"/>
                <a:gd name="connsiteY20" fmla="*/ 290461 h 290376"/>
                <a:gd name="connsiteX21" fmla="*/ 183988 w 284823"/>
                <a:gd name="connsiteY21" fmla="*/ 235422 h 290376"/>
                <a:gd name="connsiteX22" fmla="*/ 179568 w 284823"/>
                <a:gd name="connsiteY22" fmla="*/ 131671 h 290376"/>
                <a:gd name="connsiteX23" fmla="*/ 179568 w 284823"/>
                <a:gd name="connsiteY23" fmla="*/ 194934 h 290376"/>
                <a:gd name="connsiteX24" fmla="*/ 105678 w 284823"/>
                <a:gd name="connsiteY24" fmla="*/ 276543 h 290376"/>
                <a:gd name="connsiteX25" fmla="*/ 48839 w 284823"/>
                <a:gd name="connsiteY25" fmla="*/ 222770 h 290376"/>
                <a:gd name="connsiteX26" fmla="*/ 179568 w 284823"/>
                <a:gd name="connsiteY26" fmla="*/ 131671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84823" h="290376">
                  <a:moveTo>
                    <a:pt x="183988" y="235422"/>
                  </a:moveTo>
                  <a:cubicBezTo>
                    <a:pt x="186515" y="260727"/>
                    <a:pt x="203566" y="287298"/>
                    <a:pt x="233248" y="287298"/>
                  </a:cubicBezTo>
                  <a:cubicBezTo>
                    <a:pt x="246511" y="287298"/>
                    <a:pt x="285034" y="278441"/>
                    <a:pt x="285034" y="227198"/>
                  </a:cubicBezTo>
                  <a:lnTo>
                    <a:pt x="285034" y="191771"/>
                  </a:lnTo>
                  <a:lnTo>
                    <a:pt x="269246" y="191771"/>
                  </a:lnTo>
                  <a:lnTo>
                    <a:pt x="269246" y="227198"/>
                  </a:lnTo>
                  <a:cubicBezTo>
                    <a:pt x="269246" y="263890"/>
                    <a:pt x="253458" y="267686"/>
                    <a:pt x="246511" y="267686"/>
                  </a:cubicBezTo>
                  <a:cubicBezTo>
                    <a:pt x="225670" y="267686"/>
                    <a:pt x="223144" y="239218"/>
                    <a:pt x="223144" y="236055"/>
                  </a:cubicBezTo>
                  <a:lnTo>
                    <a:pt x="223144" y="109529"/>
                  </a:lnTo>
                  <a:cubicBezTo>
                    <a:pt x="223144" y="82959"/>
                    <a:pt x="223144" y="58286"/>
                    <a:pt x="200408" y="34879"/>
                  </a:cubicBezTo>
                  <a:cubicBezTo>
                    <a:pt x="175778" y="10207"/>
                    <a:pt x="144202" y="85"/>
                    <a:pt x="113888" y="85"/>
                  </a:cubicBezTo>
                  <a:cubicBezTo>
                    <a:pt x="62102" y="85"/>
                    <a:pt x="18526" y="29818"/>
                    <a:pt x="18526" y="71572"/>
                  </a:cubicBezTo>
                  <a:cubicBezTo>
                    <a:pt x="18526" y="90550"/>
                    <a:pt x="31156" y="101305"/>
                    <a:pt x="47576" y="101305"/>
                  </a:cubicBezTo>
                  <a:cubicBezTo>
                    <a:pt x="65259" y="101305"/>
                    <a:pt x="76627" y="88653"/>
                    <a:pt x="76627" y="72204"/>
                  </a:cubicBezTo>
                  <a:cubicBezTo>
                    <a:pt x="76627" y="64613"/>
                    <a:pt x="73469" y="43736"/>
                    <a:pt x="44419" y="43103"/>
                  </a:cubicBezTo>
                  <a:cubicBezTo>
                    <a:pt x="61470" y="20961"/>
                    <a:pt x="92416" y="14002"/>
                    <a:pt x="112625" y="14002"/>
                  </a:cubicBezTo>
                  <a:cubicBezTo>
                    <a:pt x="143570" y="14002"/>
                    <a:pt x="179568" y="38675"/>
                    <a:pt x="179568" y="94979"/>
                  </a:cubicBezTo>
                  <a:lnTo>
                    <a:pt x="179568" y="118386"/>
                  </a:lnTo>
                  <a:cubicBezTo>
                    <a:pt x="147359" y="120284"/>
                    <a:pt x="103152" y="122182"/>
                    <a:pt x="63365" y="141161"/>
                  </a:cubicBezTo>
                  <a:cubicBezTo>
                    <a:pt x="16000" y="162670"/>
                    <a:pt x="211" y="195567"/>
                    <a:pt x="211" y="223402"/>
                  </a:cubicBezTo>
                  <a:cubicBezTo>
                    <a:pt x="211" y="274645"/>
                    <a:pt x="61470" y="290461"/>
                    <a:pt x="101257" y="290461"/>
                  </a:cubicBezTo>
                  <a:cubicBezTo>
                    <a:pt x="142939" y="290461"/>
                    <a:pt x="171989" y="265156"/>
                    <a:pt x="183988" y="235422"/>
                  </a:cubicBezTo>
                  <a:close/>
                  <a:moveTo>
                    <a:pt x="179568" y="131671"/>
                  </a:moveTo>
                  <a:lnTo>
                    <a:pt x="179568" y="194934"/>
                  </a:lnTo>
                  <a:cubicBezTo>
                    <a:pt x="179568" y="255034"/>
                    <a:pt x="134097" y="276543"/>
                    <a:pt x="105678" y="276543"/>
                  </a:cubicBezTo>
                  <a:cubicBezTo>
                    <a:pt x="74732" y="276543"/>
                    <a:pt x="48839" y="254401"/>
                    <a:pt x="48839" y="222770"/>
                  </a:cubicBezTo>
                  <a:cubicBezTo>
                    <a:pt x="48839" y="187975"/>
                    <a:pt x="75364" y="135467"/>
                    <a:pt x="179568" y="131671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58A8CC3-8312-282F-A670-84E965A0491F}"/>
                </a:ext>
              </a:extLst>
            </p:cNvPr>
            <p:cNvSpPr/>
            <p:nvPr/>
          </p:nvSpPr>
          <p:spPr>
            <a:xfrm>
              <a:off x="15408998" y="8308996"/>
              <a:ext cx="212196" cy="279621"/>
            </a:xfrm>
            <a:custGeom>
              <a:avLst/>
              <a:gdLst>
                <a:gd name="connsiteX0" fmla="*/ 88000 w 212196"/>
                <a:gd name="connsiteY0" fmla="*/ 69674 h 279621"/>
                <a:gd name="connsiteX1" fmla="*/ 88000 w 212196"/>
                <a:gd name="connsiteY1" fmla="*/ 85 h 279621"/>
                <a:gd name="connsiteX2" fmla="*/ 216 w 212196"/>
                <a:gd name="connsiteY2" fmla="*/ 7044 h 279621"/>
                <a:gd name="connsiteX3" fmla="*/ 216 w 212196"/>
                <a:gd name="connsiteY3" fmla="*/ 26655 h 279621"/>
                <a:gd name="connsiteX4" fmla="*/ 49476 w 212196"/>
                <a:gd name="connsiteY4" fmla="*/ 62082 h 279621"/>
                <a:gd name="connsiteX5" fmla="*/ 49476 w 212196"/>
                <a:gd name="connsiteY5" fmla="*/ 231626 h 279621"/>
                <a:gd name="connsiteX6" fmla="*/ 216 w 212196"/>
                <a:gd name="connsiteY6" fmla="*/ 260095 h 279621"/>
                <a:gd name="connsiteX7" fmla="*/ 216 w 212196"/>
                <a:gd name="connsiteY7" fmla="*/ 279706 h 279621"/>
                <a:gd name="connsiteX8" fmla="*/ 72211 w 212196"/>
                <a:gd name="connsiteY8" fmla="*/ 277808 h 279621"/>
                <a:gd name="connsiteX9" fmla="*/ 152417 w 212196"/>
                <a:gd name="connsiteY9" fmla="*/ 279706 h 279621"/>
                <a:gd name="connsiteX10" fmla="*/ 152417 w 212196"/>
                <a:gd name="connsiteY10" fmla="*/ 260095 h 279621"/>
                <a:gd name="connsiteX11" fmla="*/ 139154 w 212196"/>
                <a:gd name="connsiteY11" fmla="*/ 260095 h 279621"/>
                <a:gd name="connsiteX12" fmla="*/ 91157 w 212196"/>
                <a:gd name="connsiteY12" fmla="*/ 230361 h 279621"/>
                <a:gd name="connsiteX13" fmla="*/ 91157 w 212196"/>
                <a:gd name="connsiteY13" fmla="*/ 132936 h 279621"/>
                <a:gd name="connsiteX14" fmla="*/ 165679 w 212196"/>
                <a:gd name="connsiteY14" fmla="*/ 14002 h 279621"/>
                <a:gd name="connsiteX15" fmla="*/ 172626 w 212196"/>
                <a:gd name="connsiteY15" fmla="*/ 14635 h 279621"/>
                <a:gd name="connsiteX16" fmla="*/ 158100 w 212196"/>
                <a:gd name="connsiteY16" fmla="*/ 39308 h 279621"/>
                <a:gd name="connsiteX17" fmla="*/ 185256 w 212196"/>
                <a:gd name="connsiteY17" fmla="*/ 66511 h 279621"/>
                <a:gd name="connsiteX18" fmla="*/ 212413 w 212196"/>
                <a:gd name="connsiteY18" fmla="*/ 38675 h 279621"/>
                <a:gd name="connsiteX19" fmla="*/ 165679 w 212196"/>
                <a:gd name="connsiteY19" fmla="*/ 85 h 279621"/>
                <a:gd name="connsiteX20" fmla="*/ 88000 w 212196"/>
                <a:gd name="connsiteY20" fmla="*/ 69674 h 27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12196" h="279621">
                  <a:moveTo>
                    <a:pt x="88000" y="69674"/>
                  </a:moveTo>
                  <a:lnTo>
                    <a:pt x="88000" y="85"/>
                  </a:lnTo>
                  <a:lnTo>
                    <a:pt x="216" y="7044"/>
                  </a:lnTo>
                  <a:lnTo>
                    <a:pt x="216" y="26655"/>
                  </a:lnTo>
                  <a:cubicBezTo>
                    <a:pt x="44424" y="26655"/>
                    <a:pt x="49476" y="31083"/>
                    <a:pt x="49476" y="62082"/>
                  </a:cubicBezTo>
                  <a:lnTo>
                    <a:pt x="49476" y="231626"/>
                  </a:lnTo>
                  <a:cubicBezTo>
                    <a:pt x="49476" y="260095"/>
                    <a:pt x="42529" y="260095"/>
                    <a:pt x="216" y="260095"/>
                  </a:cubicBezTo>
                  <a:lnTo>
                    <a:pt x="216" y="279706"/>
                  </a:lnTo>
                  <a:cubicBezTo>
                    <a:pt x="24846" y="279073"/>
                    <a:pt x="54528" y="277808"/>
                    <a:pt x="72211" y="277808"/>
                  </a:cubicBezTo>
                  <a:cubicBezTo>
                    <a:pt x="97473" y="277808"/>
                    <a:pt x="127155" y="277808"/>
                    <a:pt x="152417" y="279706"/>
                  </a:cubicBezTo>
                  <a:lnTo>
                    <a:pt x="152417" y="260095"/>
                  </a:lnTo>
                  <a:lnTo>
                    <a:pt x="139154" y="260095"/>
                  </a:lnTo>
                  <a:cubicBezTo>
                    <a:pt x="92421" y="260095"/>
                    <a:pt x="91157" y="253136"/>
                    <a:pt x="91157" y="230361"/>
                  </a:cubicBezTo>
                  <a:lnTo>
                    <a:pt x="91157" y="132936"/>
                  </a:lnTo>
                  <a:cubicBezTo>
                    <a:pt x="91157" y="70306"/>
                    <a:pt x="117682" y="14002"/>
                    <a:pt x="165679" y="14002"/>
                  </a:cubicBezTo>
                  <a:cubicBezTo>
                    <a:pt x="170100" y="14002"/>
                    <a:pt x="171363" y="14002"/>
                    <a:pt x="172626" y="14635"/>
                  </a:cubicBezTo>
                  <a:cubicBezTo>
                    <a:pt x="170731" y="15268"/>
                    <a:pt x="158100" y="22859"/>
                    <a:pt x="158100" y="39308"/>
                  </a:cubicBezTo>
                  <a:cubicBezTo>
                    <a:pt x="158100" y="57021"/>
                    <a:pt x="171363" y="66511"/>
                    <a:pt x="185256" y="66511"/>
                  </a:cubicBezTo>
                  <a:cubicBezTo>
                    <a:pt x="196624" y="66511"/>
                    <a:pt x="212413" y="58919"/>
                    <a:pt x="212413" y="38675"/>
                  </a:cubicBezTo>
                  <a:cubicBezTo>
                    <a:pt x="212413" y="18431"/>
                    <a:pt x="192835" y="85"/>
                    <a:pt x="165679" y="85"/>
                  </a:cubicBezTo>
                  <a:cubicBezTo>
                    <a:pt x="119577" y="85"/>
                    <a:pt x="96841" y="42471"/>
                    <a:pt x="88000" y="69674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CE6BE-6A98-29B7-1006-862F5503AE60}"/>
                </a:ext>
              </a:extLst>
            </p:cNvPr>
            <p:cNvSpPr/>
            <p:nvPr/>
          </p:nvSpPr>
          <p:spPr>
            <a:xfrm>
              <a:off x="15656351" y="8302037"/>
              <a:ext cx="288612" cy="416901"/>
            </a:xfrm>
            <a:custGeom>
              <a:avLst/>
              <a:gdLst>
                <a:gd name="connsiteX0" fmla="*/ 122738 w 288612"/>
                <a:gd name="connsiteY0" fmla="*/ 177853 h 416901"/>
                <a:gd name="connsiteX1" fmla="*/ 67794 w 288612"/>
                <a:gd name="connsiteY1" fmla="*/ 100040 h 416901"/>
                <a:gd name="connsiteX2" fmla="*/ 77899 w 288612"/>
                <a:gd name="connsiteY2" fmla="*/ 46899 h 416901"/>
                <a:gd name="connsiteX3" fmla="*/ 122738 w 288612"/>
                <a:gd name="connsiteY3" fmla="*/ 21594 h 416901"/>
                <a:gd name="connsiteX4" fmla="*/ 177682 w 288612"/>
                <a:gd name="connsiteY4" fmla="*/ 99407 h 416901"/>
                <a:gd name="connsiteX5" fmla="*/ 167577 w 288612"/>
                <a:gd name="connsiteY5" fmla="*/ 152548 h 416901"/>
                <a:gd name="connsiteX6" fmla="*/ 122738 w 288612"/>
                <a:gd name="connsiteY6" fmla="*/ 177853 h 416901"/>
                <a:gd name="connsiteX7" fmla="*/ 49480 w 288612"/>
                <a:gd name="connsiteY7" fmla="*/ 202526 h 416901"/>
                <a:gd name="connsiteX8" fmla="*/ 60216 w 288612"/>
                <a:gd name="connsiteY8" fmla="*/ 172792 h 416901"/>
                <a:gd name="connsiteX9" fmla="*/ 122738 w 288612"/>
                <a:gd name="connsiteY9" fmla="*/ 192404 h 416901"/>
                <a:gd name="connsiteX10" fmla="*/ 225047 w 288612"/>
                <a:gd name="connsiteY10" fmla="*/ 100040 h 416901"/>
                <a:gd name="connsiteX11" fmla="*/ 199154 w 288612"/>
                <a:gd name="connsiteY11" fmla="*/ 38675 h 416901"/>
                <a:gd name="connsiteX12" fmla="*/ 255993 w 288612"/>
                <a:gd name="connsiteY12" fmla="*/ 14002 h 416901"/>
                <a:gd name="connsiteX13" fmla="*/ 262308 w 288612"/>
                <a:gd name="connsiteY13" fmla="*/ 14635 h 416901"/>
                <a:gd name="connsiteX14" fmla="*/ 252203 w 288612"/>
                <a:gd name="connsiteY14" fmla="*/ 31716 h 416901"/>
                <a:gd name="connsiteX15" fmla="*/ 270518 w 288612"/>
                <a:gd name="connsiteY15" fmla="*/ 50062 h 416901"/>
                <a:gd name="connsiteX16" fmla="*/ 288832 w 288612"/>
                <a:gd name="connsiteY16" fmla="*/ 31083 h 416901"/>
                <a:gd name="connsiteX17" fmla="*/ 256624 w 288612"/>
                <a:gd name="connsiteY17" fmla="*/ 85 h 416901"/>
                <a:gd name="connsiteX18" fmla="*/ 189681 w 288612"/>
                <a:gd name="connsiteY18" fmla="*/ 29818 h 416901"/>
                <a:gd name="connsiteX19" fmla="*/ 122738 w 288612"/>
                <a:gd name="connsiteY19" fmla="*/ 7044 h 416901"/>
                <a:gd name="connsiteX20" fmla="*/ 20429 w 288612"/>
                <a:gd name="connsiteY20" fmla="*/ 99407 h 416901"/>
                <a:gd name="connsiteX21" fmla="*/ 50111 w 288612"/>
                <a:gd name="connsiteY21" fmla="*/ 164568 h 416901"/>
                <a:gd name="connsiteX22" fmla="*/ 30534 w 288612"/>
                <a:gd name="connsiteY22" fmla="*/ 217076 h 416901"/>
                <a:gd name="connsiteX23" fmla="*/ 58321 w 288612"/>
                <a:gd name="connsiteY23" fmla="*/ 273380 h 416901"/>
                <a:gd name="connsiteX24" fmla="*/ 220 w 288612"/>
                <a:gd name="connsiteY24" fmla="*/ 336643 h 416901"/>
                <a:gd name="connsiteX25" fmla="*/ 139790 w 288612"/>
                <a:gd name="connsiteY25" fmla="*/ 416986 h 416901"/>
                <a:gd name="connsiteX26" fmla="*/ 279991 w 288612"/>
                <a:gd name="connsiteY26" fmla="*/ 335377 h 416901"/>
                <a:gd name="connsiteX27" fmla="*/ 238941 w 288612"/>
                <a:gd name="connsiteY27" fmla="*/ 263258 h 416901"/>
                <a:gd name="connsiteX28" fmla="*/ 130317 w 288612"/>
                <a:gd name="connsiteY28" fmla="*/ 245544 h 416901"/>
                <a:gd name="connsiteX29" fmla="*/ 82951 w 288612"/>
                <a:gd name="connsiteY29" fmla="*/ 244912 h 416901"/>
                <a:gd name="connsiteX30" fmla="*/ 49480 w 288612"/>
                <a:gd name="connsiteY30" fmla="*/ 202526 h 416901"/>
                <a:gd name="connsiteX31" fmla="*/ 140421 w 288612"/>
                <a:gd name="connsiteY31" fmla="*/ 402436 h 416901"/>
                <a:gd name="connsiteX32" fmla="*/ 33060 w 288612"/>
                <a:gd name="connsiteY32" fmla="*/ 336643 h 416901"/>
                <a:gd name="connsiteX33" fmla="*/ 84846 w 288612"/>
                <a:gd name="connsiteY33" fmla="*/ 282237 h 416901"/>
                <a:gd name="connsiteX34" fmla="*/ 122107 w 288612"/>
                <a:gd name="connsiteY34" fmla="*/ 282237 h 416901"/>
                <a:gd name="connsiteX35" fmla="*/ 247151 w 288612"/>
                <a:gd name="connsiteY35" fmla="*/ 336643 h 416901"/>
                <a:gd name="connsiteX36" fmla="*/ 140421 w 288612"/>
                <a:gd name="connsiteY36" fmla="*/ 402436 h 416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8612" h="416901">
                  <a:moveTo>
                    <a:pt x="122738" y="177853"/>
                  </a:moveTo>
                  <a:cubicBezTo>
                    <a:pt x="67794" y="177853"/>
                    <a:pt x="67794" y="114590"/>
                    <a:pt x="67794" y="100040"/>
                  </a:cubicBezTo>
                  <a:cubicBezTo>
                    <a:pt x="67794" y="82959"/>
                    <a:pt x="68426" y="62715"/>
                    <a:pt x="77899" y="46899"/>
                  </a:cubicBezTo>
                  <a:cubicBezTo>
                    <a:pt x="82951" y="39308"/>
                    <a:pt x="97477" y="21594"/>
                    <a:pt x="122738" y="21594"/>
                  </a:cubicBezTo>
                  <a:cubicBezTo>
                    <a:pt x="177682" y="21594"/>
                    <a:pt x="177682" y="84857"/>
                    <a:pt x="177682" y="99407"/>
                  </a:cubicBezTo>
                  <a:cubicBezTo>
                    <a:pt x="177682" y="116488"/>
                    <a:pt x="177050" y="136732"/>
                    <a:pt x="167577" y="152548"/>
                  </a:cubicBezTo>
                  <a:cubicBezTo>
                    <a:pt x="162525" y="160139"/>
                    <a:pt x="148000" y="177853"/>
                    <a:pt x="122738" y="177853"/>
                  </a:cubicBezTo>
                  <a:close/>
                  <a:moveTo>
                    <a:pt x="49480" y="202526"/>
                  </a:moveTo>
                  <a:cubicBezTo>
                    <a:pt x="49480" y="199995"/>
                    <a:pt x="49480" y="185445"/>
                    <a:pt x="60216" y="172792"/>
                  </a:cubicBezTo>
                  <a:cubicBezTo>
                    <a:pt x="84846" y="190506"/>
                    <a:pt x="110739" y="192404"/>
                    <a:pt x="122738" y="192404"/>
                  </a:cubicBezTo>
                  <a:cubicBezTo>
                    <a:pt x="181471" y="192404"/>
                    <a:pt x="225047" y="148752"/>
                    <a:pt x="225047" y="100040"/>
                  </a:cubicBezTo>
                  <a:cubicBezTo>
                    <a:pt x="225047" y="76633"/>
                    <a:pt x="214943" y="53225"/>
                    <a:pt x="199154" y="38675"/>
                  </a:cubicBezTo>
                  <a:cubicBezTo>
                    <a:pt x="221890" y="17166"/>
                    <a:pt x="244625" y="14002"/>
                    <a:pt x="255993" y="14002"/>
                  </a:cubicBezTo>
                  <a:cubicBezTo>
                    <a:pt x="257256" y="14002"/>
                    <a:pt x="260413" y="14002"/>
                    <a:pt x="262308" y="14635"/>
                  </a:cubicBezTo>
                  <a:cubicBezTo>
                    <a:pt x="255361" y="17166"/>
                    <a:pt x="252203" y="24124"/>
                    <a:pt x="252203" y="31716"/>
                  </a:cubicBezTo>
                  <a:cubicBezTo>
                    <a:pt x="252203" y="42471"/>
                    <a:pt x="260413" y="50062"/>
                    <a:pt x="270518" y="50062"/>
                  </a:cubicBezTo>
                  <a:cubicBezTo>
                    <a:pt x="276833" y="50062"/>
                    <a:pt x="288832" y="45634"/>
                    <a:pt x="288832" y="31083"/>
                  </a:cubicBezTo>
                  <a:cubicBezTo>
                    <a:pt x="288832" y="20329"/>
                    <a:pt x="281254" y="85"/>
                    <a:pt x="256624" y="85"/>
                  </a:cubicBezTo>
                  <a:cubicBezTo>
                    <a:pt x="243993" y="85"/>
                    <a:pt x="216206" y="3880"/>
                    <a:pt x="189681" y="29818"/>
                  </a:cubicBezTo>
                  <a:cubicBezTo>
                    <a:pt x="163157" y="8941"/>
                    <a:pt x="136632" y="7044"/>
                    <a:pt x="122738" y="7044"/>
                  </a:cubicBezTo>
                  <a:cubicBezTo>
                    <a:pt x="64005" y="7044"/>
                    <a:pt x="20429" y="50695"/>
                    <a:pt x="20429" y="99407"/>
                  </a:cubicBezTo>
                  <a:cubicBezTo>
                    <a:pt x="20429" y="127243"/>
                    <a:pt x="34323" y="151283"/>
                    <a:pt x="50111" y="164568"/>
                  </a:cubicBezTo>
                  <a:cubicBezTo>
                    <a:pt x="41901" y="174057"/>
                    <a:pt x="30534" y="194934"/>
                    <a:pt x="30534" y="217076"/>
                  </a:cubicBezTo>
                  <a:cubicBezTo>
                    <a:pt x="30534" y="236687"/>
                    <a:pt x="38744" y="260727"/>
                    <a:pt x="58321" y="273380"/>
                  </a:cubicBezTo>
                  <a:cubicBezTo>
                    <a:pt x="20429" y="284134"/>
                    <a:pt x="220" y="311337"/>
                    <a:pt x="220" y="336643"/>
                  </a:cubicBezTo>
                  <a:cubicBezTo>
                    <a:pt x="220" y="382192"/>
                    <a:pt x="62742" y="416986"/>
                    <a:pt x="139790" y="416986"/>
                  </a:cubicBezTo>
                  <a:cubicBezTo>
                    <a:pt x="214311" y="416986"/>
                    <a:pt x="279991" y="384722"/>
                    <a:pt x="279991" y="335377"/>
                  </a:cubicBezTo>
                  <a:cubicBezTo>
                    <a:pt x="279991" y="313235"/>
                    <a:pt x="271149" y="280971"/>
                    <a:pt x="238941" y="263258"/>
                  </a:cubicBezTo>
                  <a:cubicBezTo>
                    <a:pt x="205470" y="245544"/>
                    <a:pt x="168840" y="245544"/>
                    <a:pt x="130317" y="245544"/>
                  </a:cubicBezTo>
                  <a:cubicBezTo>
                    <a:pt x="114528" y="245544"/>
                    <a:pt x="87372" y="245544"/>
                    <a:pt x="82951" y="244912"/>
                  </a:cubicBezTo>
                  <a:cubicBezTo>
                    <a:pt x="62742" y="242381"/>
                    <a:pt x="49480" y="222770"/>
                    <a:pt x="49480" y="202526"/>
                  </a:cubicBezTo>
                  <a:close/>
                  <a:moveTo>
                    <a:pt x="140421" y="402436"/>
                  </a:moveTo>
                  <a:cubicBezTo>
                    <a:pt x="76636" y="402436"/>
                    <a:pt x="33060" y="370172"/>
                    <a:pt x="33060" y="336643"/>
                  </a:cubicBezTo>
                  <a:cubicBezTo>
                    <a:pt x="33060" y="307542"/>
                    <a:pt x="57058" y="284134"/>
                    <a:pt x="84846" y="282237"/>
                  </a:cubicBezTo>
                  <a:lnTo>
                    <a:pt x="122107" y="282237"/>
                  </a:lnTo>
                  <a:cubicBezTo>
                    <a:pt x="176419" y="282237"/>
                    <a:pt x="247151" y="282237"/>
                    <a:pt x="247151" y="336643"/>
                  </a:cubicBezTo>
                  <a:cubicBezTo>
                    <a:pt x="247151" y="370804"/>
                    <a:pt x="202312" y="402436"/>
                    <a:pt x="140421" y="402436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7AFE4FF-DECA-C89E-487E-FC27BB0977EC}"/>
                </a:ext>
              </a:extLst>
            </p:cNvPr>
            <p:cNvSpPr/>
            <p:nvPr/>
          </p:nvSpPr>
          <p:spPr>
            <a:xfrm>
              <a:off x="16088670" y="8308996"/>
              <a:ext cx="493230" cy="279621"/>
            </a:xfrm>
            <a:custGeom>
              <a:avLst/>
              <a:gdLst>
                <a:gd name="connsiteX0" fmla="*/ 49487 w 493230"/>
                <a:gd name="connsiteY0" fmla="*/ 62082 h 279621"/>
                <a:gd name="connsiteX1" fmla="*/ 49487 w 493230"/>
                <a:gd name="connsiteY1" fmla="*/ 231626 h 279621"/>
                <a:gd name="connsiteX2" fmla="*/ 227 w 493230"/>
                <a:gd name="connsiteY2" fmla="*/ 260095 h 279621"/>
                <a:gd name="connsiteX3" fmla="*/ 227 w 493230"/>
                <a:gd name="connsiteY3" fmla="*/ 279706 h 279621"/>
                <a:gd name="connsiteX4" fmla="*/ 71591 w 493230"/>
                <a:gd name="connsiteY4" fmla="*/ 277808 h 279621"/>
                <a:gd name="connsiteX5" fmla="*/ 142323 w 493230"/>
                <a:gd name="connsiteY5" fmla="*/ 279706 h 279621"/>
                <a:gd name="connsiteX6" fmla="*/ 142323 w 493230"/>
                <a:gd name="connsiteY6" fmla="*/ 260095 h 279621"/>
                <a:gd name="connsiteX7" fmla="*/ 93063 w 493230"/>
                <a:gd name="connsiteY7" fmla="*/ 231626 h 279621"/>
                <a:gd name="connsiteX8" fmla="*/ 93063 w 493230"/>
                <a:gd name="connsiteY8" fmla="*/ 115223 h 279621"/>
                <a:gd name="connsiteX9" fmla="*/ 178320 w 493230"/>
                <a:gd name="connsiteY9" fmla="*/ 14002 h 279621"/>
                <a:gd name="connsiteX10" fmla="*/ 225054 w 493230"/>
                <a:gd name="connsiteY10" fmla="*/ 84224 h 279621"/>
                <a:gd name="connsiteX11" fmla="*/ 225054 w 493230"/>
                <a:gd name="connsiteY11" fmla="*/ 231626 h 279621"/>
                <a:gd name="connsiteX12" fmla="*/ 175794 w 493230"/>
                <a:gd name="connsiteY12" fmla="*/ 260095 h 279621"/>
                <a:gd name="connsiteX13" fmla="*/ 175794 w 493230"/>
                <a:gd name="connsiteY13" fmla="*/ 279706 h 279621"/>
                <a:gd name="connsiteX14" fmla="*/ 247158 w 493230"/>
                <a:gd name="connsiteY14" fmla="*/ 277808 h 279621"/>
                <a:gd name="connsiteX15" fmla="*/ 317890 w 493230"/>
                <a:gd name="connsiteY15" fmla="*/ 279706 h 279621"/>
                <a:gd name="connsiteX16" fmla="*/ 317890 w 493230"/>
                <a:gd name="connsiteY16" fmla="*/ 260095 h 279621"/>
                <a:gd name="connsiteX17" fmla="*/ 268630 w 493230"/>
                <a:gd name="connsiteY17" fmla="*/ 231626 h 279621"/>
                <a:gd name="connsiteX18" fmla="*/ 268630 w 493230"/>
                <a:gd name="connsiteY18" fmla="*/ 115223 h 279621"/>
                <a:gd name="connsiteX19" fmla="*/ 353888 w 493230"/>
                <a:gd name="connsiteY19" fmla="*/ 14002 h 279621"/>
                <a:gd name="connsiteX20" fmla="*/ 400621 w 493230"/>
                <a:gd name="connsiteY20" fmla="*/ 84224 h 279621"/>
                <a:gd name="connsiteX21" fmla="*/ 400621 w 493230"/>
                <a:gd name="connsiteY21" fmla="*/ 231626 h 279621"/>
                <a:gd name="connsiteX22" fmla="*/ 351361 w 493230"/>
                <a:gd name="connsiteY22" fmla="*/ 260095 h 279621"/>
                <a:gd name="connsiteX23" fmla="*/ 351361 w 493230"/>
                <a:gd name="connsiteY23" fmla="*/ 279706 h 279621"/>
                <a:gd name="connsiteX24" fmla="*/ 422725 w 493230"/>
                <a:gd name="connsiteY24" fmla="*/ 277808 h 279621"/>
                <a:gd name="connsiteX25" fmla="*/ 493457 w 493230"/>
                <a:gd name="connsiteY25" fmla="*/ 279706 h 279621"/>
                <a:gd name="connsiteX26" fmla="*/ 493457 w 493230"/>
                <a:gd name="connsiteY26" fmla="*/ 260095 h 279621"/>
                <a:gd name="connsiteX27" fmla="*/ 444197 w 493230"/>
                <a:gd name="connsiteY27" fmla="*/ 241116 h 279621"/>
                <a:gd name="connsiteX28" fmla="*/ 444197 w 493230"/>
                <a:gd name="connsiteY28" fmla="*/ 120284 h 279621"/>
                <a:gd name="connsiteX29" fmla="*/ 424620 w 493230"/>
                <a:gd name="connsiteY29" fmla="*/ 23492 h 279621"/>
                <a:gd name="connsiteX30" fmla="*/ 358308 w 493230"/>
                <a:gd name="connsiteY30" fmla="*/ 85 h 279621"/>
                <a:gd name="connsiteX31" fmla="*/ 266736 w 493230"/>
                <a:gd name="connsiteY31" fmla="*/ 62082 h 279621"/>
                <a:gd name="connsiteX32" fmla="*/ 182741 w 493230"/>
                <a:gd name="connsiteY32" fmla="*/ 85 h 279621"/>
                <a:gd name="connsiteX33" fmla="*/ 89274 w 493230"/>
                <a:gd name="connsiteY33" fmla="*/ 66511 h 279621"/>
                <a:gd name="connsiteX34" fmla="*/ 89274 w 493230"/>
                <a:gd name="connsiteY34" fmla="*/ 85 h 279621"/>
                <a:gd name="connsiteX35" fmla="*/ 227 w 493230"/>
                <a:gd name="connsiteY35" fmla="*/ 7044 h 279621"/>
                <a:gd name="connsiteX36" fmla="*/ 227 w 493230"/>
                <a:gd name="connsiteY36" fmla="*/ 26655 h 279621"/>
                <a:gd name="connsiteX37" fmla="*/ 49487 w 493230"/>
                <a:gd name="connsiteY37" fmla="*/ 62082 h 27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93230" h="279621">
                  <a:moveTo>
                    <a:pt x="49487" y="62082"/>
                  </a:moveTo>
                  <a:lnTo>
                    <a:pt x="49487" y="231626"/>
                  </a:lnTo>
                  <a:cubicBezTo>
                    <a:pt x="49487" y="260095"/>
                    <a:pt x="42540" y="260095"/>
                    <a:pt x="227" y="260095"/>
                  </a:cubicBezTo>
                  <a:lnTo>
                    <a:pt x="227" y="279706"/>
                  </a:lnTo>
                  <a:cubicBezTo>
                    <a:pt x="22331" y="279073"/>
                    <a:pt x="54539" y="277808"/>
                    <a:pt x="71591" y="277808"/>
                  </a:cubicBezTo>
                  <a:cubicBezTo>
                    <a:pt x="88010" y="277808"/>
                    <a:pt x="120850" y="279073"/>
                    <a:pt x="142323" y="279706"/>
                  </a:cubicBezTo>
                  <a:lnTo>
                    <a:pt x="142323" y="260095"/>
                  </a:lnTo>
                  <a:cubicBezTo>
                    <a:pt x="100010" y="260095"/>
                    <a:pt x="93063" y="260095"/>
                    <a:pt x="93063" y="231626"/>
                  </a:cubicBezTo>
                  <a:lnTo>
                    <a:pt x="93063" y="115223"/>
                  </a:lnTo>
                  <a:cubicBezTo>
                    <a:pt x="93063" y="49430"/>
                    <a:pt x="137902" y="14002"/>
                    <a:pt x="178320" y="14002"/>
                  </a:cubicBezTo>
                  <a:cubicBezTo>
                    <a:pt x="218107" y="14002"/>
                    <a:pt x="225054" y="48164"/>
                    <a:pt x="225054" y="84224"/>
                  </a:cubicBezTo>
                  <a:lnTo>
                    <a:pt x="225054" y="231626"/>
                  </a:lnTo>
                  <a:cubicBezTo>
                    <a:pt x="225054" y="260095"/>
                    <a:pt x="218107" y="260095"/>
                    <a:pt x="175794" y="260095"/>
                  </a:cubicBezTo>
                  <a:lnTo>
                    <a:pt x="175794" y="279706"/>
                  </a:lnTo>
                  <a:cubicBezTo>
                    <a:pt x="197898" y="279073"/>
                    <a:pt x="230106" y="277808"/>
                    <a:pt x="247158" y="277808"/>
                  </a:cubicBezTo>
                  <a:cubicBezTo>
                    <a:pt x="263578" y="277808"/>
                    <a:pt x="296418" y="279073"/>
                    <a:pt x="317890" y="279706"/>
                  </a:cubicBezTo>
                  <a:lnTo>
                    <a:pt x="317890" y="260095"/>
                  </a:lnTo>
                  <a:cubicBezTo>
                    <a:pt x="275577" y="260095"/>
                    <a:pt x="268630" y="260095"/>
                    <a:pt x="268630" y="231626"/>
                  </a:cubicBezTo>
                  <a:lnTo>
                    <a:pt x="268630" y="115223"/>
                  </a:lnTo>
                  <a:cubicBezTo>
                    <a:pt x="268630" y="49430"/>
                    <a:pt x="313469" y="14002"/>
                    <a:pt x="353888" y="14002"/>
                  </a:cubicBezTo>
                  <a:cubicBezTo>
                    <a:pt x="393674" y="14002"/>
                    <a:pt x="400621" y="48164"/>
                    <a:pt x="400621" y="84224"/>
                  </a:cubicBezTo>
                  <a:lnTo>
                    <a:pt x="400621" y="231626"/>
                  </a:lnTo>
                  <a:cubicBezTo>
                    <a:pt x="400621" y="260095"/>
                    <a:pt x="393674" y="260095"/>
                    <a:pt x="351361" y="260095"/>
                  </a:cubicBezTo>
                  <a:lnTo>
                    <a:pt x="351361" y="279706"/>
                  </a:lnTo>
                  <a:cubicBezTo>
                    <a:pt x="373465" y="279073"/>
                    <a:pt x="405674" y="277808"/>
                    <a:pt x="422725" y="277808"/>
                  </a:cubicBezTo>
                  <a:cubicBezTo>
                    <a:pt x="439145" y="277808"/>
                    <a:pt x="471985" y="279073"/>
                    <a:pt x="493457" y="279706"/>
                  </a:cubicBezTo>
                  <a:lnTo>
                    <a:pt x="493457" y="260095"/>
                  </a:lnTo>
                  <a:cubicBezTo>
                    <a:pt x="460617" y="260095"/>
                    <a:pt x="444829" y="260095"/>
                    <a:pt x="444197" y="241116"/>
                  </a:cubicBezTo>
                  <a:lnTo>
                    <a:pt x="444197" y="120284"/>
                  </a:lnTo>
                  <a:cubicBezTo>
                    <a:pt x="444197" y="65878"/>
                    <a:pt x="444197" y="46267"/>
                    <a:pt x="424620" y="23492"/>
                  </a:cubicBezTo>
                  <a:cubicBezTo>
                    <a:pt x="415778" y="12737"/>
                    <a:pt x="394938" y="85"/>
                    <a:pt x="358308" y="85"/>
                  </a:cubicBezTo>
                  <a:cubicBezTo>
                    <a:pt x="305259" y="85"/>
                    <a:pt x="277472" y="38042"/>
                    <a:pt x="266736" y="62082"/>
                  </a:cubicBezTo>
                  <a:cubicBezTo>
                    <a:pt x="257894" y="7044"/>
                    <a:pt x="211160" y="85"/>
                    <a:pt x="182741" y="85"/>
                  </a:cubicBezTo>
                  <a:cubicBezTo>
                    <a:pt x="136639" y="85"/>
                    <a:pt x="106957" y="27288"/>
                    <a:pt x="89274" y="66511"/>
                  </a:cubicBezTo>
                  <a:lnTo>
                    <a:pt x="89274" y="85"/>
                  </a:lnTo>
                  <a:lnTo>
                    <a:pt x="227" y="7044"/>
                  </a:lnTo>
                  <a:lnTo>
                    <a:pt x="227" y="26655"/>
                  </a:lnTo>
                  <a:cubicBezTo>
                    <a:pt x="44434" y="26655"/>
                    <a:pt x="49487" y="31083"/>
                    <a:pt x="49487" y="62082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CE62314-9C32-D002-2EC7-79B53A8F2C19}"/>
                </a:ext>
              </a:extLst>
            </p:cNvPr>
            <p:cNvSpPr/>
            <p:nvPr/>
          </p:nvSpPr>
          <p:spPr>
            <a:xfrm>
              <a:off x="16621268" y="8305200"/>
              <a:ext cx="284823" cy="290376"/>
            </a:xfrm>
            <a:custGeom>
              <a:avLst/>
              <a:gdLst>
                <a:gd name="connsiteX0" fmla="*/ 184012 w 284823"/>
                <a:gd name="connsiteY0" fmla="*/ 235422 h 290376"/>
                <a:gd name="connsiteX1" fmla="*/ 233272 w 284823"/>
                <a:gd name="connsiteY1" fmla="*/ 287298 h 290376"/>
                <a:gd name="connsiteX2" fmla="*/ 285058 w 284823"/>
                <a:gd name="connsiteY2" fmla="*/ 227198 h 290376"/>
                <a:gd name="connsiteX3" fmla="*/ 285058 w 284823"/>
                <a:gd name="connsiteY3" fmla="*/ 191771 h 290376"/>
                <a:gd name="connsiteX4" fmla="*/ 269270 w 284823"/>
                <a:gd name="connsiteY4" fmla="*/ 191771 h 290376"/>
                <a:gd name="connsiteX5" fmla="*/ 269270 w 284823"/>
                <a:gd name="connsiteY5" fmla="*/ 227198 h 290376"/>
                <a:gd name="connsiteX6" fmla="*/ 246535 w 284823"/>
                <a:gd name="connsiteY6" fmla="*/ 267686 h 290376"/>
                <a:gd name="connsiteX7" fmla="*/ 223168 w 284823"/>
                <a:gd name="connsiteY7" fmla="*/ 236055 h 290376"/>
                <a:gd name="connsiteX8" fmla="*/ 223168 w 284823"/>
                <a:gd name="connsiteY8" fmla="*/ 109529 h 290376"/>
                <a:gd name="connsiteX9" fmla="*/ 200432 w 284823"/>
                <a:gd name="connsiteY9" fmla="*/ 34879 h 290376"/>
                <a:gd name="connsiteX10" fmla="*/ 113912 w 284823"/>
                <a:gd name="connsiteY10" fmla="*/ 85 h 290376"/>
                <a:gd name="connsiteX11" fmla="*/ 18550 w 284823"/>
                <a:gd name="connsiteY11" fmla="*/ 71572 h 290376"/>
                <a:gd name="connsiteX12" fmla="*/ 47600 w 284823"/>
                <a:gd name="connsiteY12" fmla="*/ 101305 h 290376"/>
                <a:gd name="connsiteX13" fmla="*/ 76651 w 284823"/>
                <a:gd name="connsiteY13" fmla="*/ 72204 h 290376"/>
                <a:gd name="connsiteX14" fmla="*/ 44443 w 284823"/>
                <a:gd name="connsiteY14" fmla="*/ 43103 h 290376"/>
                <a:gd name="connsiteX15" fmla="*/ 112649 w 284823"/>
                <a:gd name="connsiteY15" fmla="*/ 14002 h 290376"/>
                <a:gd name="connsiteX16" fmla="*/ 179592 w 284823"/>
                <a:gd name="connsiteY16" fmla="*/ 94979 h 290376"/>
                <a:gd name="connsiteX17" fmla="*/ 179592 w 284823"/>
                <a:gd name="connsiteY17" fmla="*/ 118386 h 290376"/>
                <a:gd name="connsiteX18" fmla="*/ 63389 w 284823"/>
                <a:gd name="connsiteY18" fmla="*/ 141161 h 290376"/>
                <a:gd name="connsiteX19" fmla="*/ 235 w 284823"/>
                <a:gd name="connsiteY19" fmla="*/ 223402 h 290376"/>
                <a:gd name="connsiteX20" fmla="*/ 101281 w 284823"/>
                <a:gd name="connsiteY20" fmla="*/ 290461 h 290376"/>
                <a:gd name="connsiteX21" fmla="*/ 184012 w 284823"/>
                <a:gd name="connsiteY21" fmla="*/ 235422 h 290376"/>
                <a:gd name="connsiteX22" fmla="*/ 179592 w 284823"/>
                <a:gd name="connsiteY22" fmla="*/ 131671 h 290376"/>
                <a:gd name="connsiteX23" fmla="*/ 179592 w 284823"/>
                <a:gd name="connsiteY23" fmla="*/ 194934 h 290376"/>
                <a:gd name="connsiteX24" fmla="*/ 105702 w 284823"/>
                <a:gd name="connsiteY24" fmla="*/ 276543 h 290376"/>
                <a:gd name="connsiteX25" fmla="*/ 48863 w 284823"/>
                <a:gd name="connsiteY25" fmla="*/ 222770 h 290376"/>
                <a:gd name="connsiteX26" fmla="*/ 179592 w 284823"/>
                <a:gd name="connsiteY26" fmla="*/ 131671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84823" h="290376">
                  <a:moveTo>
                    <a:pt x="184012" y="235422"/>
                  </a:moveTo>
                  <a:cubicBezTo>
                    <a:pt x="186539" y="260727"/>
                    <a:pt x="203590" y="287298"/>
                    <a:pt x="233272" y="287298"/>
                  </a:cubicBezTo>
                  <a:cubicBezTo>
                    <a:pt x="246535" y="287298"/>
                    <a:pt x="285058" y="278441"/>
                    <a:pt x="285058" y="227198"/>
                  </a:cubicBezTo>
                  <a:lnTo>
                    <a:pt x="285058" y="191771"/>
                  </a:lnTo>
                  <a:lnTo>
                    <a:pt x="269270" y="191771"/>
                  </a:lnTo>
                  <a:lnTo>
                    <a:pt x="269270" y="227198"/>
                  </a:lnTo>
                  <a:cubicBezTo>
                    <a:pt x="269270" y="263890"/>
                    <a:pt x="253482" y="267686"/>
                    <a:pt x="246535" y="267686"/>
                  </a:cubicBezTo>
                  <a:cubicBezTo>
                    <a:pt x="225694" y="267686"/>
                    <a:pt x="223168" y="239218"/>
                    <a:pt x="223168" y="236055"/>
                  </a:cubicBezTo>
                  <a:lnTo>
                    <a:pt x="223168" y="109529"/>
                  </a:lnTo>
                  <a:cubicBezTo>
                    <a:pt x="223168" y="82959"/>
                    <a:pt x="223168" y="58286"/>
                    <a:pt x="200432" y="34879"/>
                  </a:cubicBezTo>
                  <a:cubicBezTo>
                    <a:pt x="175802" y="10207"/>
                    <a:pt x="144226" y="85"/>
                    <a:pt x="113912" y="85"/>
                  </a:cubicBezTo>
                  <a:cubicBezTo>
                    <a:pt x="62126" y="85"/>
                    <a:pt x="18550" y="29818"/>
                    <a:pt x="18550" y="71572"/>
                  </a:cubicBezTo>
                  <a:cubicBezTo>
                    <a:pt x="18550" y="90550"/>
                    <a:pt x="31180" y="101305"/>
                    <a:pt x="47600" y="101305"/>
                  </a:cubicBezTo>
                  <a:cubicBezTo>
                    <a:pt x="65283" y="101305"/>
                    <a:pt x="76651" y="88653"/>
                    <a:pt x="76651" y="72204"/>
                  </a:cubicBezTo>
                  <a:cubicBezTo>
                    <a:pt x="76651" y="64613"/>
                    <a:pt x="73493" y="43736"/>
                    <a:pt x="44443" y="43103"/>
                  </a:cubicBezTo>
                  <a:cubicBezTo>
                    <a:pt x="61494" y="20961"/>
                    <a:pt x="92439" y="14002"/>
                    <a:pt x="112649" y="14002"/>
                  </a:cubicBezTo>
                  <a:cubicBezTo>
                    <a:pt x="143594" y="14002"/>
                    <a:pt x="179592" y="38675"/>
                    <a:pt x="179592" y="94979"/>
                  </a:cubicBezTo>
                  <a:lnTo>
                    <a:pt x="179592" y="118386"/>
                  </a:lnTo>
                  <a:cubicBezTo>
                    <a:pt x="147383" y="120284"/>
                    <a:pt x="103176" y="122182"/>
                    <a:pt x="63389" y="141161"/>
                  </a:cubicBezTo>
                  <a:cubicBezTo>
                    <a:pt x="16024" y="162670"/>
                    <a:pt x="235" y="195567"/>
                    <a:pt x="235" y="223402"/>
                  </a:cubicBezTo>
                  <a:cubicBezTo>
                    <a:pt x="235" y="274645"/>
                    <a:pt x="61494" y="290461"/>
                    <a:pt x="101281" y="290461"/>
                  </a:cubicBezTo>
                  <a:cubicBezTo>
                    <a:pt x="142963" y="290461"/>
                    <a:pt x="172013" y="265156"/>
                    <a:pt x="184012" y="235422"/>
                  </a:cubicBezTo>
                  <a:close/>
                  <a:moveTo>
                    <a:pt x="179592" y="131671"/>
                  </a:moveTo>
                  <a:lnTo>
                    <a:pt x="179592" y="194934"/>
                  </a:lnTo>
                  <a:cubicBezTo>
                    <a:pt x="179592" y="255034"/>
                    <a:pt x="134121" y="276543"/>
                    <a:pt x="105702" y="276543"/>
                  </a:cubicBezTo>
                  <a:cubicBezTo>
                    <a:pt x="74756" y="276543"/>
                    <a:pt x="48863" y="254401"/>
                    <a:pt x="48863" y="222770"/>
                  </a:cubicBezTo>
                  <a:cubicBezTo>
                    <a:pt x="48863" y="187975"/>
                    <a:pt x="75388" y="135467"/>
                    <a:pt x="179592" y="131671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5593F1C-9165-2470-53B6-6A9BFDB6F493}"/>
                </a:ext>
              </a:extLst>
            </p:cNvPr>
            <p:cNvSpPr/>
            <p:nvPr/>
          </p:nvSpPr>
          <p:spPr>
            <a:xfrm>
              <a:off x="16918091" y="8315955"/>
              <a:ext cx="318294" cy="272662"/>
            </a:xfrm>
            <a:custGeom>
              <a:avLst/>
              <a:gdLst>
                <a:gd name="connsiteX0" fmla="*/ 173913 w 318294"/>
                <a:gd name="connsiteY0" fmla="*/ 124080 h 272662"/>
                <a:gd name="connsiteX1" fmla="*/ 232014 w 318294"/>
                <a:gd name="connsiteY1" fmla="*/ 52593 h 272662"/>
                <a:gd name="connsiteX2" fmla="*/ 307167 w 318294"/>
                <a:gd name="connsiteY2" fmla="*/ 19696 h 272662"/>
                <a:gd name="connsiteX3" fmla="*/ 307167 w 318294"/>
                <a:gd name="connsiteY3" fmla="*/ 85 h 272662"/>
                <a:gd name="connsiteX4" fmla="*/ 255381 w 318294"/>
                <a:gd name="connsiteY4" fmla="*/ 1983 h 272662"/>
                <a:gd name="connsiteX5" fmla="*/ 194754 w 318294"/>
                <a:gd name="connsiteY5" fmla="*/ 85 h 272662"/>
                <a:gd name="connsiteX6" fmla="*/ 194754 w 318294"/>
                <a:gd name="connsiteY6" fmla="*/ 19696 h 272662"/>
                <a:gd name="connsiteX7" fmla="*/ 213068 w 318294"/>
                <a:gd name="connsiteY7" fmla="*/ 39308 h 272662"/>
                <a:gd name="connsiteX8" fmla="*/ 203595 w 318294"/>
                <a:gd name="connsiteY8" fmla="*/ 61450 h 272662"/>
                <a:gd name="connsiteX9" fmla="*/ 164440 w 318294"/>
                <a:gd name="connsiteY9" fmla="*/ 110795 h 272662"/>
                <a:gd name="connsiteX10" fmla="*/ 115180 w 318294"/>
                <a:gd name="connsiteY10" fmla="*/ 46899 h 272662"/>
                <a:gd name="connsiteX11" fmla="*/ 109496 w 318294"/>
                <a:gd name="connsiteY11" fmla="*/ 35512 h 272662"/>
                <a:gd name="connsiteX12" fmla="*/ 131600 w 318294"/>
                <a:gd name="connsiteY12" fmla="*/ 19696 h 272662"/>
                <a:gd name="connsiteX13" fmla="*/ 131600 w 318294"/>
                <a:gd name="connsiteY13" fmla="*/ 85 h 272662"/>
                <a:gd name="connsiteX14" fmla="*/ 63394 w 318294"/>
                <a:gd name="connsiteY14" fmla="*/ 1983 h 272662"/>
                <a:gd name="connsiteX15" fmla="*/ 3398 w 318294"/>
                <a:gd name="connsiteY15" fmla="*/ 85 h 272662"/>
                <a:gd name="connsiteX16" fmla="*/ 3398 w 318294"/>
                <a:gd name="connsiteY16" fmla="*/ 19696 h 272662"/>
                <a:gd name="connsiteX17" fmla="*/ 77919 w 318294"/>
                <a:gd name="connsiteY17" fmla="*/ 58286 h 272662"/>
                <a:gd name="connsiteX18" fmla="*/ 140441 w 318294"/>
                <a:gd name="connsiteY18" fmla="*/ 139895 h 272662"/>
                <a:gd name="connsiteX19" fmla="*/ 81077 w 318294"/>
                <a:gd name="connsiteY19" fmla="*/ 215178 h 272662"/>
                <a:gd name="connsiteX20" fmla="*/ 240 w 318294"/>
                <a:gd name="connsiteY20" fmla="*/ 253136 h 272662"/>
                <a:gd name="connsiteX21" fmla="*/ 240 w 318294"/>
                <a:gd name="connsiteY21" fmla="*/ 272747 h 272662"/>
                <a:gd name="connsiteX22" fmla="*/ 52658 w 318294"/>
                <a:gd name="connsiteY22" fmla="*/ 270849 h 272662"/>
                <a:gd name="connsiteX23" fmla="*/ 112654 w 318294"/>
                <a:gd name="connsiteY23" fmla="*/ 272747 h 272662"/>
                <a:gd name="connsiteX24" fmla="*/ 112654 w 318294"/>
                <a:gd name="connsiteY24" fmla="*/ 253136 h 272662"/>
                <a:gd name="connsiteX25" fmla="*/ 94339 w 318294"/>
                <a:gd name="connsiteY25" fmla="*/ 233524 h 272662"/>
                <a:gd name="connsiteX26" fmla="*/ 151177 w 318294"/>
                <a:gd name="connsiteY26" fmla="*/ 153181 h 272662"/>
                <a:gd name="connsiteX27" fmla="*/ 199174 w 318294"/>
                <a:gd name="connsiteY27" fmla="*/ 216443 h 272662"/>
                <a:gd name="connsiteX28" fmla="*/ 212437 w 318294"/>
                <a:gd name="connsiteY28" fmla="*/ 237320 h 272662"/>
                <a:gd name="connsiteX29" fmla="*/ 189701 w 318294"/>
                <a:gd name="connsiteY29" fmla="*/ 253136 h 272662"/>
                <a:gd name="connsiteX30" fmla="*/ 189701 w 318294"/>
                <a:gd name="connsiteY30" fmla="*/ 272747 h 272662"/>
                <a:gd name="connsiteX31" fmla="*/ 257907 w 318294"/>
                <a:gd name="connsiteY31" fmla="*/ 270849 h 272662"/>
                <a:gd name="connsiteX32" fmla="*/ 318535 w 318294"/>
                <a:gd name="connsiteY32" fmla="*/ 272747 h 272662"/>
                <a:gd name="connsiteX33" fmla="*/ 318535 w 318294"/>
                <a:gd name="connsiteY33" fmla="*/ 253136 h 272662"/>
                <a:gd name="connsiteX34" fmla="*/ 258539 w 318294"/>
                <a:gd name="connsiteY34" fmla="*/ 233524 h 272662"/>
                <a:gd name="connsiteX35" fmla="*/ 173913 w 318294"/>
                <a:gd name="connsiteY35" fmla="*/ 124080 h 272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318294" h="272662">
                  <a:moveTo>
                    <a:pt x="173913" y="124080"/>
                  </a:moveTo>
                  <a:cubicBezTo>
                    <a:pt x="192859" y="100040"/>
                    <a:pt x="216857" y="69041"/>
                    <a:pt x="232014" y="52593"/>
                  </a:cubicBezTo>
                  <a:cubicBezTo>
                    <a:pt x="251592" y="29818"/>
                    <a:pt x="277485" y="20329"/>
                    <a:pt x="307167" y="19696"/>
                  </a:cubicBezTo>
                  <a:lnTo>
                    <a:pt x="307167" y="85"/>
                  </a:lnTo>
                  <a:cubicBezTo>
                    <a:pt x="290747" y="1350"/>
                    <a:pt x="271801" y="1983"/>
                    <a:pt x="255381" y="1983"/>
                  </a:cubicBezTo>
                  <a:cubicBezTo>
                    <a:pt x="236435" y="1983"/>
                    <a:pt x="202963" y="717"/>
                    <a:pt x="194754" y="85"/>
                  </a:cubicBezTo>
                  <a:lnTo>
                    <a:pt x="194754" y="19696"/>
                  </a:lnTo>
                  <a:cubicBezTo>
                    <a:pt x="208016" y="20961"/>
                    <a:pt x="213068" y="29186"/>
                    <a:pt x="213068" y="39308"/>
                  </a:cubicBezTo>
                  <a:cubicBezTo>
                    <a:pt x="213068" y="49430"/>
                    <a:pt x="206753" y="57654"/>
                    <a:pt x="203595" y="61450"/>
                  </a:cubicBezTo>
                  <a:lnTo>
                    <a:pt x="164440" y="110795"/>
                  </a:lnTo>
                  <a:lnTo>
                    <a:pt x="115180" y="46899"/>
                  </a:lnTo>
                  <a:cubicBezTo>
                    <a:pt x="109496" y="40573"/>
                    <a:pt x="109496" y="39308"/>
                    <a:pt x="109496" y="35512"/>
                  </a:cubicBezTo>
                  <a:cubicBezTo>
                    <a:pt x="109496" y="26022"/>
                    <a:pt x="118969" y="20329"/>
                    <a:pt x="131600" y="19696"/>
                  </a:cubicBezTo>
                  <a:lnTo>
                    <a:pt x="131600" y="85"/>
                  </a:lnTo>
                  <a:cubicBezTo>
                    <a:pt x="115180" y="717"/>
                    <a:pt x="73498" y="1983"/>
                    <a:pt x="63394" y="1983"/>
                  </a:cubicBezTo>
                  <a:cubicBezTo>
                    <a:pt x="50131" y="1983"/>
                    <a:pt x="20449" y="1350"/>
                    <a:pt x="3398" y="85"/>
                  </a:cubicBezTo>
                  <a:lnTo>
                    <a:pt x="3398" y="19696"/>
                  </a:lnTo>
                  <a:cubicBezTo>
                    <a:pt x="47605" y="19696"/>
                    <a:pt x="48237" y="20329"/>
                    <a:pt x="77919" y="58286"/>
                  </a:cubicBezTo>
                  <a:lnTo>
                    <a:pt x="140441" y="139895"/>
                  </a:lnTo>
                  <a:lnTo>
                    <a:pt x="81077" y="215178"/>
                  </a:lnTo>
                  <a:cubicBezTo>
                    <a:pt x="50763" y="251871"/>
                    <a:pt x="13502" y="253136"/>
                    <a:pt x="240" y="253136"/>
                  </a:cubicBezTo>
                  <a:lnTo>
                    <a:pt x="240" y="272747"/>
                  </a:lnTo>
                  <a:cubicBezTo>
                    <a:pt x="16660" y="271482"/>
                    <a:pt x="36238" y="270849"/>
                    <a:pt x="52658" y="270849"/>
                  </a:cubicBezTo>
                  <a:cubicBezTo>
                    <a:pt x="70972" y="270849"/>
                    <a:pt x="97497" y="272115"/>
                    <a:pt x="112654" y="272747"/>
                  </a:cubicBezTo>
                  <a:lnTo>
                    <a:pt x="112654" y="253136"/>
                  </a:lnTo>
                  <a:cubicBezTo>
                    <a:pt x="98760" y="251238"/>
                    <a:pt x="94339" y="243014"/>
                    <a:pt x="94339" y="233524"/>
                  </a:cubicBezTo>
                  <a:cubicBezTo>
                    <a:pt x="94339" y="219606"/>
                    <a:pt x="112654" y="198730"/>
                    <a:pt x="151177" y="153181"/>
                  </a:cubicBezTo>
                  <a:lnTo>
                    <a:pt x="199174" y="216443"/>
                  </a:lnTo>
                  <a:cubicBezTo>
                    <a:pt x="204227" y="223402"/>
                    <a:pt x="212437" y="233524"/>
                    <a:pt x="212437" y="237320"/>
                  </a:cubicBezTo>
                  <a:cubicBezTo>
                    <a:pt x="212437" y="243014"/>
                    <a:pt x="206753" y="252503"/>
                    <a:pt x="189701" y="253136"/>
                  </a:cubicBezTo>
                  <a:lnTo>
                    <a:pt x="189701" y="272747"/>
                  </a:lnTo>
                  <a:cubicBezTo>
                    <a:pt x="208647" y="272115"/>
                    <a:pt x="244013" y="270849"/>
                    <a:pt x="257907" y="270849"/>
                  </a:cubicBezTo>
                  <a:cubicBezTo>
                    <a:pt x="274959" y="270849"/>
                    <a:pt x="299589" y="271482"/>
                    <a:pt x="318535" y="272747"/>
                  </a:cubicBezTo>
                  <a:lnTo>
                    <a:pt x="318535" y="253136"/>
                  </a:lnTo>
                  <a:cubicBezTo>
                    <a:pt x="284432" y="253136"/>
                    <a:pt x="273064" y="251871"/>
                    <a:pt x="258539" y="233524"/>
                  </a:cubicBezTo>
                  <a:lnTo>
                    <a:pt x="173913" y="124080"/>
                  </a:ln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330B44E-D5F9-626D-71A5-8E9AC6384D40}"/>
                </a:ext>
              </a:extLst>
            </p:cNvPr>
            <p:cNvSpPr/>
            <p:nvPr/>
          </p:nvSpPr>
          <p:spPr>
            <a:xfrm>
              <a:off x="16517768" y="8768031"/>
              <a:ext cx="270550" cy="289616"/>
            </a:xfrm>
            <a:custGeom>
              <a:avLst/>
              <a:gdLst>
                <a:gd name="connsiteX0" fmla="*/ 227903 w 270550"/>
                <a:gd name="connsiteY0" fmla="*/ 201140 h 289616"/>
                <a:gd name="connsiteX1" fmla="*/ 269016 w 270550"/>
                <a:gd name="connsiteY1" fmla="*/ 36846 h 289616"/>
                <a:gd name="connsiteX2" fmla="*/ 270784 w 270550"/>
                <a:gd name="connsiteY2" fmla="*/ 25775 h 289616"/>
                <a:gd name="connsiteX3" fmla="*/ 247796 w 270550"/>
                <a:gd name="connsiteY3" fmla="*/ 3633 h 289616"/>
                <a:gd name="connsiteX4" fmla="*/ 213756 w 270550"/>
                <a:gd name="connsiteY4" fmla="*/ 38175 h 289616"/>
                <a:gd name="connsiteX5" fmla="*/ 202262 w 270550"/>
                <a:gd name="connsiteY5" fmla="*/ 84230 h 289616"/>
                <a:gd name="connsiteX6" fmla="*/ 188558 w 270550"/>
                <a:gd name="connsiteY6" fmla="*/ 139585 h 289616"/>
                <a:gd name="connsiteX7" fmla="*/ 179274 w 270550"/>
                <a:gd name="connsiteY7" fmla="*/ 159070 h 289616"/>
                <a:gd name="connsiteX8" fmla="*/ 132414 w 270550"/>
                <a:gd name="connsiteY8" fmla="*/ 183426 h 289616"/>
                <a:gd name="connsiteX9" fmla="*/ 102353 w 270550"/>
                <a:gd name="connsiteY9" fmla="*/ 151099 h 289616"/>
                <a:gd name="connsiteX10" fmla="*/ 127552 w 270550"/>
                <a:gd name="connsiteY10" fmla="*/ 64745 h 289616"/>
                <a:gd name="connsiteX11" fmla="*/ 134183 w 270550"/>
                <a:gd name="connsiteY11" fmla="*/ 40832 h 289616"/>
                <a:gd name="connsiteX12" fmla="*/ 77155 w 270550"/>
                <a:gd name="connsiteY12" fmla="*/ 91 h 289616"/>
                <a:gd name="connsiteX13" fmla="*/ 234 w 270550"/>
                <a:gd name="connsiteY13" fmla="*/ 69174 h 289616"/>
                <a:gd name="connsiteX14" fmla="*/ 14380 w 270550"/>
                <a:gd name="connsiteY14" fmla="*/ 77145 h 289616"/>
                <a:gd name="connsiteX15" fmla="*/ 28968 w 270550"/>
                <a:gd name="connsiteY15" fmla="*/ 67402 h 289616"/>
                <a:gd name="connsiteX16" fmla="*/ 74502 w 270550"/>
                <a:gd name="connsiteY16" fmla="*/ 20461 h 289616"/>
                <a:gd name="connsiteX17" fmla="*/ 82018 w 270550"/>
                <a:gd name="connsiteY17" fmla="*/ 31089 h 289616"/>
                <a:gd name="connsiteX18" fmla="*/ 74944 w 270550"/>
                <a:gd name="connsiteY18" fmla="*/ 56331 h 289616"/>
                <a:gd name="connsiteX19" fmla="*/ 49304 w 270550"/>
                <a:gd name="connsiteY19" fmla="*/ 142685 h 289616"/>
                <a:gd name="connsiteX20" fmla="*/ 128878 w 270550"/>
                <a:gd name="connsiteY20" fmla="*/ 203797 h 289616"/>
                <a:gd name="connsiteX21" fmla="*/ 175738 w 270550"/>
                <a:gd name="connsiteY21" fmla="*/ 190512 h 289616"/>
                <a:gd name="connsiteX22" fmla="*/ 94396 w 270550"/>
                <a:gd name="connsiteY22" fmla="*/ 269337 h 289616"/>
                <a:gd name="connsiteX23" fmla="*/ 71408 w 270550"/>
                <a:gd name="connsiteY23" fmla="*/ 265794 h 289616"/>
                <a:gd name="connsiteX24" fmla="*/ 86881 w 270550"/>
                <a:gd name="connsiteY24" fmla="*/ 237453 h 289616"/>
                <a:gd name="connsiteX25" fmla="*/ 62124 w 270550"/>
                <a:gd name="connsiteY25" fmla="*/ 213982 h 289616"/>
                <a:gd name="connsiteX26" fmla="*/ 26758 w 270550"/>
                <a:gd name="connsiteY26" fmla="*/ 250738 h 289616"/>
                <a:gd name="connsiteX27" fmla="*/ 93954 w 270550"/>
                <a:gd name="connsiteY27" fmla="*/ 289708 h 289616"/>
                <a:gd name="connsiteX28" fmla="*/ 227903 w 270550"/>
                <a:gd name="connsiteY28" fmla="*/ 201140 h 289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70550" h="289616">
                  <a:moveTo>
                    <a:pt x="227903" y="201140"/>
                  </a:moveTo>
                  <a:lnTo>
                    <a:pt x="269016" y="36846"/>
                  </a:lnTo>
                  <a:cubicBezTo>
                    <a:pt x="270784" y="29761"/>
                    <a:pt x="270784" y="27547"/>
                    <a:pt x="270784" y="25775"/>
                  </a:cubicBezTo>
                  <a:cubicBezTo>
                    <a:pt x="270784" y="10276"/>
                    <a:pt x="258848" y="3633"/>
                    <a:pt x="247796" y="3633"/>
                  </a:cubicBezTo>
                  <a:cubicBezTo>
                    <a:pt x="222598" y="3633"/>
                    <a:pt x="216851" y="25775"/>
                    <a:pt x="213756" y="38175"/>
                  </a:cubicBezTo>
                  <a:lnTo>
                    <a:pt x="202262" y="84230"/>
                  </a:lnTo>
                  <a:lnTo>
                    <a:pt x="188558" y="139585"/>
                  </a:lnTo>
                  <a:cubicBezTo>
                    <a:pt x="185463" y="151542"/>
                    <a:pt x="185463" y="152427"/>
                    <a:pt x="179274" y="159070"/>
                  </a:cubicBezTo>
                  <a:cubicBezTo>
                    <a:pt x="167780" y="171912"/>
                    <a:pt x="152308" y="183426"/>
                    <a:pt x="132414" y="183426"/>
                  </a:cubicBezTo>
                  <a:cubicBezTo>
                    <a:pt x="102353" y="183426"/>
                    <a:pt x="102353" y="159956"/>
                    <a:pt x="102353" y="151099"/>
                  </a:cubicBezTo>
                  <a:cubicBezTo>
                    <a:pt x="102353" y="126743"/>
                    <a:pt x="114289" y="96630"/>
                    <a:pt x="127552" y="64745"/>
                  </a:cubicBezTo>
                  <a:cubicBezTo>
                    <a:pt x="132414" y="52346"/>
                    <a:pt x="134183" y="47474"/>
                    <a:pt x="134183" y="40832"/>
                  </a:cubicBezTo>
                  <a:cubicBezTo>
                    <a:pt x="134183" y="14262"/>
                    <a:pt x="105448" y="91"/>
                    <a:pt x="77155" y="91"/>
                  </a:cubicBezTo>
                  <a:cubicBezTo>
                    <a:pt x="26758" y="91"/>
                    <a:pt x="234" y="56331"/>
                    <a:pt x="234" y="69174"/>
                  </a:cubicBezTo>
                  <a:cubicBezTo>
                    <a:pt x="234" y="77145"/>
                    <a:pt x="7749" y="77145"/>
                    <a:pt x="14380" y="77145"/>
                  </a:cubicBezTo>
                  <a:cubicBezTo>
                    <a:pt x="25432" y="77145"/>
                    <a:pt x="26316" y="76259"/>
                    <a:pt x="28968" y="67402"/>
                  </a:cubicBezTo>
                  <a:cubicBezTo>
                    <a:pt x="36484" y="42160"/>
                    <a:pt x="55493" y="20461"/>
                    <a:pt x="74502" y="20461"/>
                  </a:cubicBezTo>
                  <a:cubicBezTo>
                    <a:pt x="77155" y="20461"/>
                    <a:pt x="82018" y="20461"/>
                    <a:pt x="82018" y="31089"/>
                  </a:cubicBezTo>
                  <a:cubicBezTo>
                    <a:pt x="82018" y="39503"/>
                    <a:pt x="78923" y="47474"/>
                    <a:pt x="74944" y="56331"/>
                  </a:cubicBezTo>
                  <a:cubicBezTo>
                    <a:pt x="58588" y="96187"/>
                    <a:pt x="49304" y="121871"/>
                    <a:pt x="49304" y="142685"/>
                  </a:cubicBezTo>
                  <a:cubicBezTo>
                    <a:pt x="49304" y="191840"/>
                    <a:pt x="91743" y="203797"/>
                    <a:pt x="128878" y="203797"/>
                  </a:cubicBezTo>
                  <a:cubicBezTo>
                    <a:pt x="142140" y="203797"/>
                    <a:pt x="154960" y="202468"/>
                    <a:pt x="175738" y="190512"/>
                  </a:cubicBezTo>
                  <a:cubicBezTo>
                    <a:pt x="164244" y="241881"/>
                    <a:pt x="126667" y="269337"/>
                    <a:pt x="94396" y="269337"/>
                  </a:cubicBezTo>
                  <a:cubicBezTo>
                    <a:pt x="90859" y="269337"/>
                    <a:pt x="81576" y="269337"/>
                    <a:pt x="71408" y="265794"/>
                  </a:cubicBezTo>
                  <a:cubicBezTo>
                    <a:pt x="83344" y="258266"/>
                    <a:pt x="86881" y="243209"/>
                    <a:pt x="86881" y="237453"/>
                  </a:cubicBezTo>
                  <a:cubicBezTo>
                    <a:pt x="86881" y="224610"/>
                    <a:pt x="77155" y="213982"/>
                    <a:pt x="62124" y="213982"/>
                  </a:cubicBezTo>
                  <a:cubicBezTo>
                    <a:pt x="42673" y="213982"/>
                    <a:pt x="26758" y="230810"/>
                    <a:pt x="26758" y="250738"/>
                  </a:cubicBezTo>
                  <a:cubicBezTo>
                    <a:pt x="26758" y="273323"/>
                    <a:pt x="49746" y="289708"/>
                    <a:pt x="93954" y="289708"/>
                  </a:cubicBezTo>
                  <a:cubicBezTo>
                    <a:pt x="147445" y="289708"/>
                    <a:pt x="213314" y="259595"/>
                    <a:pt x="227903" y="201140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8B4E855-7980-DF26-28D5-FEF77B811B0C}"/>
                </a:ext>
              </a:extLst>
            </p:cNvPr>
            <p:cNvSpPr/>
            <p:nvPr/>
          </p:nvSpPr>
          <p:spPr>
            <a:xfrm>
              <a:off x="17369920" y="8305200"/>
              <a:ext cx="206512" cy="290376"/>
            </a:xfrm>
            <a:custGeom>
              <a:avLst/>
              <a:gdLst>
                <a:gd name="connsiteX0" fmla="*/ 110766 w 206512"/>
                <a:gd name="connsiteY0" fmla="*/ 160772 h 290376"/>
                <a:gd name="connsiteX1" fmla="*/ 176446 w 206512"/>
                <a:gd name="connsiteY1" fmla="*/ 218974 h 290376"/>
                <a:gd name="connsiteX2" fmla="*/ 105082 w 206512"/>
                <a:gd name="connsiteY2" fmla="*/ 276543 h 290376"/>
                <a:gd name="connsiteX3" fmla="*/ 17298 w 206512"/>
                <a:gd name="connsiteY3" fmla="*/ 186710 h 290376"/>
                <a:gd name="connsiteX4" fmla="*/ 8457 w 206512"/>
                <a:gd name="connsiteY4" fmla="*/ 175955 h 290376"/>
                <a:gd name="connsiteX5" fmla="*/ 247 w 206512"/>
                <a:gd name="connsiteY5" fmla="*/ 191771 h 290376"/>
                <a:gd name="connsiteX6" fmla="*/ 247 w 206512"/>
                <a:gd name="connsiteY6" fmla="*/ 275278 h 290376"/>
                <a:gd name="connsiteX7" fmla="*/ 7194 w 206512"/>
                <a:gd name="connsiteY7" fmla="*/ 290461 h 290376"/>
                <a:gd name="connsiteX8" fmla="*/ 22982 w 206512"/>
                <a:gd name="connsiteY8" fmla="*/ 277808 h 290376"/>
                <a:gd name="connsiteX9" fmla="*/ 35613 w 206512"/>
                <a:gd name="connsiteY9" fmla="*/ 263258 h 290376"/>
                <a:gd name="connsiteX10" fmla="*/ 105082 w 206512"/>
                <a:gd name="connsiteY10" fmla="*/ 290461 h 290376"/>
                <a:gd name="connsiteX11" fmla="*/ 206760 w 206512"/>
                <a:gd name="connsiteY11" fmla="*/ 202526 h 290376"/>
                <a:gd name="connsiteX12" fmla="*/ 180235 w 206512"/>
                <a:gd name="connsiteY12" fmla="*/ 142426 h 290376"/>
                <a:gd name="connsiteX13" fmla="*/ 108240 w 206512"/>
                <a:gd name="connsiteY13" fmla="*/ 112060 h 290376"/>
                <a:gd name="connsiteX14" fmla="*/ 30561 w 206512"/>
                <a:gd name="connsiteY14" fmla="*/ 60184 h 290376"/>
                <a:gd name="connsiteX15" fmla="*/ 101293 w 206512"/>
                <a:gd name="connsiteY15" fmla="*/ 12105 h 290376"/>
                <a:gd name="connsiteX16" fmla="*/ 175183 w 206512"/>
                <a:gd name="connsiteY16" fmla="*/ 88653 h 290376"/>
                <a:gd name="connsiteX17" fmla="*/ 182761 w 206512"/>
                <a:gd name="connsiteY17" fmla="*/ 94346 h 290376"/>
                <a:gd name="connsiteX18" fmla="*/ 190971 w 206512"/>
                <a:gd name="connsiteY18" fmla="*/ 79163 h 290376"/>
                <a:gd name="connsiteX19" fmla="*/ 190971 w 206512"/>
                <a:gd name="connsiteY19" fmla="*/ 15268 h 290376"/>
                <a:gd name="connsiteX20" fmla="*/ 184024 w 206512"/>
                <a:gd name="connsiteY20" fmla="*/ 85 h 290376"/>
                <a:gd name="connsiteX21" fmla="*/ 171394 w 206512"/>
                <a:gd name="connsiteY21" fmla="*/ 7676 h 290376"/>
                <a:gd name="connsiteX22" fmla="*/ 160657 w 206512"/>
                <a:gd name="connsiteY22" fmla="*/ 17798 h 290376"/>
                <a:gd name="connsiteX23" fmla="*/ 101293 w 206512"/>
                <a:gd name="connsiteY23" fmla="*/ 85 h 290376"/>
                <a:gd name="connsiteX24" fmla="*/ 247 w 206512"/>
                <a:gd name="connsiteY24" fmla="*/ 77898 h 290376"/>
                <a:gd name="connsiteX25" fmla="*/ 27403 w 206512"/>
                <a:gd name="connsiteY25" fmla="*/ 131671 h 290376"/>
                <a:gd name="connsiteX26" fmla="*/ 110766 w 206512"/>
                <a:gd name="connsiteY26" fmla="*/ 160772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512" h="290376">
                  <a:moveTo>
                    <a:pt x="110766" y="160772"/>
                  </a:moveTo>
                  <a:cubicBezTo>
                    <a:pt x="124660" y="163303"/>
                    <a:pt x="176446" y="173425"/>
                    <a:pt x="176446" y="218974"/>
                  </a:cubicBezTo>
                  <a:cubicBezTo>
                    <a:pt x="176446" y="251238"/>
                    <a:pt x="154342" y="276543"/>
                    <a:pt x="105082" y="276543"/>
                  </a:cubicBezTo>
                  <a:cubicBezTo>
                    <a:pt x="52033" y="276543"/>
                    <a:pt x="29298" y="240483"/>
                    <a:pt x="17298" y="186710"/>
                  </a:cubicBezTo>
                  <a:cubicBezTo>
                    <a:pt x="15404" y="178486"/>
                    <a:pt x="14772" y="175955"/>
                    <a:pt x="8457" y="175955"/>
                  </a:cubicBezTo>
                  <a:cubicBezTo>
                    <a:pt x="247" y="175955"/>
                    <a:pt x="247" y="180384"/>
                    <a:pt x="247" y="191771"/>
                  </a:cubicBezTo>
                  <a:lnTo>
                    <a:pt x="247" y="275278"/>
                  </a:lnTo>
                  <a:cubicBezTo>
                    <a:pt x="247" y="286032"/>
                    <a:pt x="247" y="290461"/>
                    <a:pt x="7194" y="290461"/>
                  </a:cubicBezTo>
                  <a:cubicBezTo>
                    <a:pt x="10352" y="290461"/>
                    <a:pt x="10983" y="289828"/>
                    <a:pt x="22982" y="277808"/>
                  </a:cubicBezTo>
                  <a:cubicBezTo>
                    <a:pt x="24245" y="276543"/>
                    <a:pt x="24245" y="275278"/>
                    <a:pt x="35613" y="263258"/>
                  </a:cubicBezTo>
                  <a:cubicBezTo>
                    <a:pt x="63401" y="289828"/>
                    <a:pt x="91820" y="290461"/>
                    <a:pt x="105082" y="290461"/>
                  </a:cubicBezTo>
                  <a:cubicBezTo>
                    <a:pt x="177709" y="290461"/>
                    <a:pt x="206760" y="248075"/>
                    <a:pt x="206760" y="202526"/>
                  </a:cubicBezTo>
                  <a:cubicBezTo>
                    <a:pt x="206760" y="168996"/>
                    <a:pt x="187814" y="150017"/>
                    <a:pt x="180235" y="142426"/>
                  </a:cubicBezTo>
                  <a:cubicBezTo>
                    <a:pt x="159394" y="122182"/>
                    <a:pt x="134764" y="117121"/>
                    <a:pt x="108240" y="112060"/>
                  </a:cubicBezTo>
                  <a:cubicBezTo>
                    <a:pt x="72874" y="105101"/>
                    <a:pt x="30561" y="96877"/>
                    <a:pt x="30561" y="60184"/>
                  </a:cubicBezTo>
                  <a:cubicBezTo>
                    <a:pt x="30561" y="38042"/>
                    <a:pt x="46981" y="12105"/>
                    <a:pt x="101293" y="12105"/>
                  </a:cubicBezTo>
                  <a:cubicBezTo>
                    <a:pt x="170762" y="12105"/>
                    <a:pt x="173920" y="69041"/>
                    <a:pt x="175183" y="88653"/>
                  </a:cubicBezTo>
                  <a:cubicBezTo>
                    <a:pt x="175814" y="94346"/>
                    <a:pt x="181498" y="94346"/>
                    <a:pt x="182761" y="94346"/>
                  </a:cubicBezTo>
                  <a:cubicBezTo>
                    <a:pt x="190971" y="94346"/>
                    <a:pt x="190971" y="91183"/>
                    <a:pt x="190971" y="79163"/>
                  </a:cubicBezTo>
                  <a:lnTo>
                    <a:pt x="190971" y="15268"/>
                  </a:lnTo>
                  <a:cubicBezTo>
                    <a:pt x="190971" y="4513"/>
                    <a:pt x="190971" y="85"/>
                    <a:pt x="184024" y="85"/>
                  </a:cubicBezTo>
                  <a:cubicBezTo>
                    <a:pt x="180867" y="85"/>
                    <a:pt x="179604" y="85"/>
                    <a:pt x="171394" y="7676"/>
                  </a:cubicBezTo>
                  <a:cubicBezTo>
                    <a:pt x="169499" y="10207"/>
                    <a:pt x="163184" y="15900"/>
                    <a:pt x="160657" y="17798"/>
                  </a:cubicBezTo>
                  <a:cubicBezTo>
                    <a:pt x="136659" y="85"/>
                    <a:pt x="110766" y="85"/>
                    <a:pt x="101293" y="85"/>
                  </a:cubicBezTo>
                  <a:cubicBezTo>
                    <a:pt x="24245" y="85"/>
                    <a:pt x="247" y="42471"/>
                    <a:pt x="247" y="77898"/>
                  </a:cubicBezTo>
                  <a:cubicBezTo>
                    <a:pt x="247" y="100040"/>
                    <a:pt x="10352" y="117753"/>
                    <a:pt x="27403" y="131671"/>
                  </a:cubicBezTo>
                  <a:cubicBezTo>
                    <a:pt x="47612" y="148120"/>
                    <a:pt x="65295" y="151915"/>
                    <a:pt x="110766" y="160772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3962A80-456F-FF8D-D22A-17FE9ACFA4E5}"/>
                </a:ext>
              </a:extLst>
            </p:cNvPr>
            <p:cNvSpPr/>
            <p:nvPr/>
          </p:nvSpPr>
          <p:spPr>
            <a:xfrm>
              <a:off x="17619658" y="8305200"/>
              <a:ext cx="240615" cy="290376"/>
            </a:xfrm>
            <a:custGeom>
              <a:avLst/>
              <a:gdLst>
                <a:gd name="connsiteX0" fmla="*/ 52668 w 240615"/>
                <a:gd name="connsiteY0" fmla="*/ 145589 h 290376"/>
                <a:gd name="connsiteX1" fmla="*/ 137926 w 240615"/>
                <a:gd name="connsiteY1" fmla="*/ 15900 h 290376"/>
                <a:gd name="connsiteX2" fmla="*/ 205500 w 240615"/>
                <a:gd name="connsiteY2" fmla="*/ 39308 h 290376"/>
                <a:gd name="connsiteX3" fmla="*/ 175818 w 240615"/>
                <a:gd name="connsiteY3" fmla="*/ 68408 h 290376"/>
                <a:gd name="connsiteX4" fmla="*/ 204869 w 240615"/>
                <a:gd name="connsiteY4" fmla="*/ 97509 h 290376"/>
                <a:gd name="connsiteX5" fmla="*/ 233920 w 240615"/>
                <a:gd name="connsiteY5" fmla="*/ 67776 h 290376"/>
                <a:gd name="connsiteX6" fmla="*/ 137294 w 240615"/>
                <a:gd name="connsiteY6" fmla="*/ 85 h 290376"/>
                <a:gd name="connsiteX7" fmla="*/ 251 w 240615"/>
                <a:gd name="connsiteY7" fmla="*/ 146854 h 290376"/>
                <a:gd name="connsiteX8" fmla="*/ 136031 w 240615"/>
                <a:gd name="connsiteY8" fmla="*/ 290461 h 290376"/>
                <a:gd name="connsiteX9" fmla="*/ 240867 w 240615"/>
                <a:gd name="connsiteY9" fmla="*/ 208219 h 290376"/>
                <a:gd name="connsiteX10" fmla="*/ 232657 w 240615"/>
                <a:gd name="connsiteY10" fmla="*/ 201893 h 290376"/>
                <a:gd name="connsiteX11" fmla="*/ 224447 w 240615"/>
                <a:gd name="connsiteY11" fmla="*/ 208219 h 290376"/>
                <a:gd name="connsiteX12" fmla="*/ 141715 w 240615"/>
                <a:gd name="connsiteY12" fmla="*/ 274645 h 290376"/>
                <a:gd name="connsiteX13" fmla="*/ 52668 w 240615"/>
                <a:gd name="connsiteY13" fmla="*/ 145589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0615" h="290376">
                  <a:moveTo>
                    <a:pt x="52668" y="145589"/>
                  </a:moveTo>
                  <a:cubicBezTo>
                    <a:pt x="52668" y="42471"/>
                    <a:pt x="104455" y="15900"/>
                    <a:pt x="137926" y="15900"/>
                  </a:cubicBezTo>
                  <a:cubicBezTo>
                    <a:pt x="143610" y="15900"/>
                    <a:pt x="183397" y="16533"/>
                    <a:pt x="205500" y="39308"/>
                  </a:cubicBezTo>
                  <a:cubicBezTo>
                    <a:pt x="179607" y="41206"/>
                    <a:pt x="175818" y="60184"/>
                    <a:pt x="175818" y="68408"/>
                  </a:cubicBezTo>
                  <a:cubicBezTo>
                    <a:pt x="175818" y="84857"/>
                    <a:pt x="187186" y="97509"/>
                    <a:pt x="204869" y="97509"/>
                  </a:cubicBezTo>
                  <a:cubicBezTo>
                    <a:pt x="221289" y="97509"/>
                    <a:pt x="233920" y="86755"/>
                    <a:pt x="233920" y="67776"/>
                  </a:cubicBezTo>
                  <a:cubicBezTo>
                    <a:pt x="233920" y="24757"/>
                    <a:pt x="185923" y="85"/>
                    <a:pt x="137294" y="85"/>
                  </a:cubicBezTo>
                  <a:cubicBezTo>
                    <a:pt x="58352" y="85"/>
                    <a:pt x="251" y="68408"/>
                    <a:pt x="251" y="146854"/>
                  </a:cubicBezTo>
                  <a:cubicBezTo>
                    <a:pt x="251" y="227831"/>
                    <a:pt x="62773" y="290461"/>
                    <a:pt x="136031" y="290461"/>
                  </a:cubicBezTo>
                  <a:cubicBezTo>
                    <a:pt x="220657" y="290461"/>
                    <a:pt x="240867" y="214545"/>
                    <a:pt x="240867" y="208219"/>
                  </a:cubicBezTo>
                  <a:cubicBezTo>
                    <a:pt x="240867" y="201893"/>
                    <a:pt x="234551" y="201893"/>
                    <a:pt x="232657" y="201893"/>
                  </a:cubicBezTo>
                  <a:cubicBezTo>
                    <a:pt x="226973" y="201893"/>
                    <a:pt x="225710" y="204423"/>
                    <a:pt x="224447" y="208219"/>
                  </a:cubicBezTo>
                  <a:cubicBezTo>
                    <a:pt x="206132" y="267054"/>
                    <a:pt x="165082" y="274645"/>
                    <a:pt x="141715" y="274645"/>
                  </a:cubicBezTo>
                  <a:cubicBezTo>
                    <a:pt x="108244" y="274645"/>
                    <a:pt x="52668" y="247442"/>
                    <a:pt x="52668" y="145589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8DE7DBB-62C3-14AC-44FA-9F20AB01BA76}"/>
                </a:ext>
              </a:extLst>
            </p:cNvPr>
            <p:cNvSpPr/>
            <p:nvPr/>
          </p:nvSpPr>
          <p:spPr>
            <a:xfrm>
              <a:off x="17896553" y="8305200"/>
              <a:ext cx="279770" cy="290376"/>
            </a:xfrm>
            <a:custGeom>
              <a:avLst/>
              <a:gdLst>
                <a:gd name="connsiteX0" fmla="*/ 280026 w 279770"/>
                <a:gd name="connsiteY0" fmla="*/ 148120 h 290376"/>
                <a:gd name="connsiteX1" fmla="*/ 140457 w 279770"/>
                <a:gd name="connsiteY1" fmla="*/ 85 h 290376"/>
                <a:gd name="connsiteX2" fmla="*/ 255 w 279770"/>
                <a:gd name="connsiteY2" fmla="*/ 148120 h 290376"/>
                <a:gd name="connsiteX3" fmla="*/ 139825 w 279770"/>
                <a:gd name="connsiteY3" fmla="*/ 290461 h 290376"/>
                <a:gd name="connsiteX4" fmla="*/ 280026 w 279770"/>
                <a:gd name="connsiteY4" fmla="*/ 148120 h 290376"/>
                <a:gd name="connsiteX5" fmla="*/ 140457 w 279770"/>
                <a:gd name="connsiteY5" fmla="*/ 274645 h 290376"/>
                <a:gd name="connsiteX6" fmla="*/ 68461 w 279770"/>
                <a:gd name="connsiteY6" fmla="*/ 232259 h 290376"/>
                <a:gd name="connsiteX7" fmla="*/ 52673 w 279770"/>
                <a:gd name="connsiteY7" fmla="*/ 143059 h 290376"/>
                <a:gd name="connsiteX8" fmla="*/ 67830 w 279770"/>
                <a:gd name="connsiteY8" fmla="*/ 56389 h 290376"/>
                <a:gd name="connsiteX9" fmla="*/ 139825 w 279770"/>
                <a:gd name="connsiteY9" fmla="*/ 14002 h 290376"/>
                <a:gd name="connsiteX10" fmla="*/ 211189 w 279770"/>
                <a:gd name="connsiteY10" fmla="*/ 55123 h 290376"/>
                <a:gd name="connsiteX11" fmla="*/ 227609 w 279770"/>
                <a:gd name="connsiteY11" fmla="*/ 143059 h 290376"/>
                <a:gd name="connsiteX12" fmla="*/ 213715 w 279770"/>
                <a:gd name="connsiteY12" fmla="*/ 227831 h 290376"/>
                <a:gd name="connsiteX13" fmla="*/ 140457 w 279770"/>
                <a:gd name="connsiteY13" fmla="*/ 274645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9770" h="290376">
                  <a:moveTo>
                    <a:pt x="280026" y="148120"/>
                  </a:moveTo>
                  <a:cubicBezTo>
                    <a:pt x="280026" y="67143"/>
                    <a:pt x="216873" y="85"/>
                    <a:pt x="140457" y="85"/>
                  </a:cubicBezTo>
                  <a:cubicBezTo>
                    <a:pt x="61514" y="85"/>
                    <a:pt x="255" y="69041"/>
                    <a:pt x="255" y="148120"/>
                  </a:cubicBezTo>
                  <a:cubicBezTo>
                    <a:pt x="255" y="229729"/>
                    <a:pt x="65935" y="290461"/>
                    <a:pt x="139825" y="290461"/>
                  </a:cubicBezTo>
                  <a:cubicBezTo>
                    <a:pt x="216241" y="290461"/>
                    <a:pt x="280026" y="228463"/>
                    <a:pt x="280026" y="148120"/>
                  </a:cubicBezTo>
                  <a:close/>
                  <a:moveTo>
                    <a:pt x="140457" y="274645"/>
                  </a:moveTo>
                  <a:cubicBezTo>
                    <a:pt x="113301" y="274645"/>
                    <a:pt x="85513" y="261360"/>
                    <a:pt x="68461" y="232259"/>
                  </a:cubicBezTo>
                  <a:cubicBezTo>
                    <a:pt x="52673" y="204423"/>
                    <a:pt x="52673" y="165833"/>
                    <a:pt x="52673" y="143059"/>
                  </a:cubicBezTo>
                  <a:cubicBezTo>
                    <a:pt x="52673" y="118386"/>
                    <a:pt x="52673" y="84224"/>
                    <a:pt x="67830" y="56389"/>
                  </a:cubicBezTo>
                  <a:cubicBezTo>
                    <a:pt x="84881" y="27288"/>
                    <a:pt x="114564" y="14002"/>
                    <a:pt x="139825" y="14002"/>
                  </a:cubicBezTo>
                  <a:cubicBezTo>
                    <a:pt x="167613" y="14002"/>
                    <a:pt x="194769" y="27920"/>
                    <a:pt x="211189" y="55123"/>
                  </a:cubicBezTo>
                  <a:cubicBezTo>
                    <a:pt x="227609" y="82326"/>
                    <a:pt x="227609" y="119019"/>
                    <a:pt x="227609" y="143059"/>
                  </a:cubicBezTo>
                  <a:cubicBezTo>
                    <a:pt x="227609" y="165833"/>
                    <a:pt x="227609" y="199995"/>
                    <a:pt x="213715" y="227831"/>
                  </a:cubicBezTo>
                  <a:cubicBezTo>
                    <a:pt x="199821" y="256299"/>
                    <a:pt x="172033" y="274645"/>
                    <a:pt x="140457" y="274645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B976725-2E2E-D39E-00FB-18AEA79CEF2D}"/>
                </a:ext>
              </a:extLst>
            </p:cNvPr>
            <p:cNvSpPr/>
            <p:nvPr/>
          </p:nvSpPr>
          <p:spPr>
            <a:xfrm>
              <a:off x="18212323" y="8308996"/>
              <a:ext cx="212196" cy="279621"/>
            </a:xfrm>
            <a:custGeom>
              <a:avLst/>
              <a:gdLst>
                <a:gd name="connsiteX0" fmla="*/ 88044 w 212196"/>
                <a:gd name="connsiteY0" fmla="*/ 69674 h 279621"/>
                <a:gd name="connsiteX1" fmla="*/ 88044 w 212196"/>
                <a:gd name="connsiteY1" fmla="*/ 85 h 279621"/>
                <a:gd name="connsiteX2" fmla="*/ 260 w 212196"/>
                <a:gd name="connsiteY2" fmla="*/ 7044 h 279621"/>
                <a:gd name="connsiteX3" fmla="*/ 260 w 212196"/>
                <a:gd name="connsiteY3" fmla="*/ 26655 h 279621"/>
                <a:gd name="connsiteX4" fmla="*/ 49520 w 212196"/>
                <a:gd name="connsiteY4" fmla="*/ 62082 h 279621"/>
                <a:gd name="connsiteX5" fmla="*/ 49520 w 212196"/>
                <a:gd name="connsiteY5" fmla="*/ 231626 h 279621"/>
                <a:gd name="connsiteX6" fmla="*/ 260 w 212196"/>
                <a:gd name="connsiteY6" fmla="*/ 260095 h 279621"/>
                <a:gd name="connsiteX7" fmla="*/ 260 w 212196"/>
                <a:gd name="connsiteY7" fmla="*/ 279706 h 279621"/>
                <a:gd name="connsiteX8" fmla="*/ 72256 w 212196"/>
                <a:gd name="connsiteY8" fmla="*/ 277808 h 279621"/>
                <a:gd name="connsiteX9" fmla="*/ 152461 w 212196"/>
                <a:gd name="connsiteY9" fmla="*/ 279706 h 279621"/>
                <a:gd name="connsiteX10" fmla="*/ 152461 w 212196"/>
                <a:gd name="connsiteY10" fmla="*/ 260095 h 279621"/>
                <a:gd name="connsiteX11" fmla="*/ 139199 w 212196"/>
                <a:gd name="connsiteY11" fmla="*/ 260095 h 279621"/>
                <a:gd name="connsiteX12" fmla="*/ 91202 w 212196"/>
                <a:gd name="connsiteY12" fmla="*/ 230361 h 279621"/>
                <a:gd name="connsiteX13" fmla="*/ 91202 w 212196"/>
                <a:gd name="connsiteY13" fmla="*/ 132936 h 279621"/>
                <a:gd name="connsiteX14" fmla="*/ 165723 w 212196"/>
                <a:gd name="connsiteY14" fmla="*/ 14002 h 279621"/>
                <a:gd name="connsiteX15" fmla="*/ 172670 w 212196"/>
                <a:gd name="connsiteY15" fmla="*/ 14635 h 279621"/>
                <a:gd name="connsiteX16" fmla="*/ 158145 w 212196"/>
                <a:gd name="connsiteY16" fmla="*/ 39308 h 279621"/>
                <a:gd name="connsiteX17" fmla="*/ 185301 w 212196"/>
                <a:gd name="connsiteY17" fmla="*/ 66511 h 279621"/>
                <a:gd name="connsiteX18" fmla="*/ 212457 w 212196"/>
                <a:gd name="connsiteY18" fmla="*/ 38675 h 279621"/>
                <a:gd name="connsiteX19" fmla="*/ 165723 w 212196"/>
                <a:gd name="connsiteY19" fmla="*/ 85 h 279621"/>
                <a:gd name="connsiteX20" fmla="*/ 88044 w 212196"/>
                <a:gd name="connsiteY20" fmla="*/ 69674 h 27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12196" h="279621">
                  <a:moveTo>
                    <a:pt x="88044" y="69674"/>
                  </a:moveTo>
                  <a:lnTo>
                    <a:pt x="88044" y="85"/>
                  </a:lnTo>
                  <a:lnTo>
                    <a:pt x="260" y="7044"/>
                  </a:lnTo>
                  <a:lnTo>
                    <a:pt x="260" y="26655"/>
                  </a:lnTo>
                  <a:cubicBezTo>
                    <a:pt x="44468" y="26655"/>
                    <a:pt x="49520" y="31083"/>
                    <a:pt x="49520" y="62082"/>
                  </a:cubicBezTo>
                  <a:lnTo>
                    <a:pt x="49520" y="231626"/>
                  </a:lnTo>
                  <a:cubicBezTo>
                    <a:pt x="49520" y="260095"/>
                    <a:pt x="42573" y="260095"/>
                    <a:pt x="260" y="260095"/>
                  </a:cubicBezTo>
                  <a:lnTo>
                    <a:pt x="260" y="279706"/>
                  </a:lnTo>
                  <a:cubicBezTo>
                    <a:pt x="24890" y="279073"/>
                    <a:pt x="54573" y="277808"/>
                    <a:pt x="72256" y="277808"/>
                  </a:cubicBezTo>
                  <a:cubicBezTo>
                    <a:pt x="97517" y="277808"/>
                    <a:pt x="127199" y="277808"/>
                    <a:pt x="152461" y="279706"/>
                  </a:cubicBezTo>
                  <a:lnTo>
                    <a:pt x="152461" y="260095"/>
                  </a:lnTo>
                  <a:lnTo>
                    <a:pt x="139199" y="260095"/>
                  </a:lnTo>
                  <a:cubicBezTo>
                    <a:pt x="92465" y="260095"/>
                    <a:pt x="91202" y="253136"/>
                    <a:pt x="91202" y="230361"/>
                  </a:cubicBezTo>
                  <a:lnTo>
                    <a:pt x="91202" y="132936"/>
                  </a:lnTo>
                  <a:cubicBezTo>
                    <a:pt x="91202" y="70306"/>
                    <a:pt x="117726" y="14002"/>
                    <a:pt x="165723" y="14002"/>
                  </a:cubicBezTo>
                  <a:cubicBezTo>
                    <a:pt x="170144" y="14002"/>
                    <a:pt x="171407" y="14002"/>
                    <a:pt x="172670" y="14635"/>
                  </a:cubicBezTo>
                  <a:cubicBezTo>
                    <a:pt x="170775" y="15268"/>
                    <a:pt x="158145" y="22859"/>
                    <a:pt x="158145" y="39308"/>
                  </a:cubicBezTo>
                  <a:cubicBezTo>
                    <a:pt x="158145" y="57021"/>
                    <a:pt x="171407" y="66511"/>
                    <a:pt x="185301" y="66511"/>
                  </a:cubicBezTo>
                  <a:cubicBezTo>
                    <a:pt x="196668" y="66511"/>
                    <a:pt x="212457" y="58919"/>
                    <a:pt x="212457" y="38675"/>
                  </a:cubicBezTo>
                  <a:cubicBezTo>
                    <a:pt x="212457" y="18431"/>
                    <a:pt x="192879" y="85"/>
                    <a:pt x="165723" y="85"/>
                  </a:cubicBezTo>
                  <a:cubicBezTo>
                    <a:pt x="119621" y="85"/>
                    <a:pt x="96886" y="42471"/>
                    <a:pt x="88044" y="69674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A2369FA-EB38-3C82-CEC2-790917946690}"/>
                </a:ext>
              </a:extLst>
            </p:cNvPr>
            <p:cNvSpPr/>
            <p:nvPr/>
          </p:nvSpPr>
          <p:spPr>
            <a:xfrm>
              <a:off x="18459676" y="8305200"/>
              <a:ext cx="244404" cy="290376"/>
            </a:xfrm>
            <a:custGeom>
              <a:avLst/>
              <a:gdLst>
                <a:gd name="connsiteX0" fmla="*/ 53313 w 244404"/>
                <a:gd name="connsiteY0" fmla="*/ 124080 h 290376"/>
                <a:gd name="connsiteX1" fmla="*/ 131624 w 244404"/>
                <a:gd name="connsiteY1" fmla="*/ 14002 h 290376"/>
                <a:gd name="connsiteX2" fmla="*/ 202988 w 244404"/>
                <a:gd name="connsiteY2" fmla="*/ 124080 h 290376"/>
                <a:gd name="connsiteX3" fmla="*/ 53313 w 244404"/>
                <a:gd name="connsiteY3" fmla="*/ 124080 h 290376"/>
                <a:gd name="connsiteX4" fmla="*/ 52682 w 244404"/>
                <a:gd name="connsiteY4" fmla="*/ 137365 h 290376"/>
                <a:gd name="connsiteX5" fmla="*/ 228881 w 244404"/>
                <a:gd name="connsiteY5" fmla="*/ 137365 h 290376"/>
                <a:gd name="connsiteX6" fmla="*/ 244669 w 244404"/>
                <a:gd name="connsiteY6" fmla="*/ 124080 h 290376"/>
                <a:gd name="connsiteX7" fmla="*/ 131624 w 244404"/>
                <a:gd name="connsiteY7" fmla="*/ 85 h 290376"/>
                <a:gd name="connsiteX8" fmla="*/ 264 w 244404"/>
                <a:gd name="connsiteY8" fmla="*/ 144324 h 290376"/>
                <a:gd name="connsiteX9" fmla="*/ 139202 w 244404"/>
                <a:gd name="connsiteY9" fmla="*/ 290461 h 290376"/>
                <a:gd name="connsiteX10" fmla="*/ 244669 w 244404"/>
                <a:gd name="connsiteY10" fmla="*/ 208219 h 290376"/>
                <a:gd name="connsiteX11" fmla="*/ 236459 w 244404"/>
                <a:gd name="connsiteY11" fmla="*/ 200628 h 290376"/>
                <a:gd name="connsiteX12" fmla="*/ 228249 w 244404"/>
                <a:gd name="connsiteY12" fmla="*/ 209484 h 290376"/>
                <a:gd name="connsiteX13" fmla="*/ 142992 w 244404"/>
                <a:gd name="connsiteY13" fmla="*/ 274645 h 290376"/>
                <a:gd name="connsiteX14" fmla="*/ 71628 w 244404"/>
                <a:gd name="connsiteY14" fmla="*/ 232259 h 290376"/>
                <a:gd name="connsiteX15" fmla="*/ 52682 w 244404"/>
                <a:gd name="connsiteY15" fmla="*/ 137365 h 29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04" h="290376">
                  <a:moveTo>
                    <a:pt x="53313" y="124080"/>
                  </a:moveTo>
                  <a:cubicBezTo>
                    <a:pt x="57103" y="29818"/>
                    <a:pt x="110152" y="14002"/>
                    <a:pt x="131624" y="14002"/>
                  </a:cubicBezTo>
                  <a:cubicBezTo>
                    <a:pt x="196672" y="14002"/>
                    <a:pt x="202988" y="99407"/>
                    <a:pt x="202988" y="124080"/>
                  </a:cubicBezTo>
                  <a:lnTo>
                    <a:pt x="53313" y="124080"/>
                  </a:lnTo>
                  <a:close/>
                  <a:moveTo>
                    <a:pt x="52682" y="137365"/>
                  </a:moveTo>
                  <a:lnTo>
                    <a:pt x="228881" y="137365"/>
                  </a:lnTo>
                  <a:cubicBezTo>
                    <a:pt x="242775" y="137365"/>
                    <a:pt x="244669" y="137365"/>
                    <a:pt x="244669" y="124080"/>
                  </a:cubicBezTo>
                  <a:cubicBezTo>
                    <a:pt x="244669" y="61450"/>
                    <a:pt x="210566" y="85"/>
                    <a:pt x="131624" y="85"/>
                  </a:cubicBezTo>
                  <a:cubicBezTo>
                    <a:pt x="58366" y="85"/>
                    <a:pt x="264" y="65245"/>
                    <a:pt x="264" y="144324"/>
                  </a:cubicBezTo>
                  <a:cubicBezTo>
                    <a:pt x="264" y="229096"/>
                    <a:pt x="66576" y="290461"/>
                    <a:pt x="139202" y="290461"/>
                  </a:cubicBezTo>
                  <a:cubicBezTo>
                    <a:pt x="216250" y="290461"/>
                    <a:pt x="244669" y="220239"/>
                    <a:pt x="244669" y="208219"/>
                  </a:cubicBezTo>
                  <a:cubicBezTo>
                    <a:pt x="244669" y="201893"/>
                    <a:pt x="239617" y="200628"/>
                    <a:pt x="236459" y="200628"/>
                  </a:cubicBezTo>
                  <a:cubicBezTo>
                    <a:pt x="230775" y="200628"/>
                    <a:pt x="229512" y="204423"/>
                    <a:pt x="228249" y="209484"/>
                  </a:cubicBezTo>
                  <a:cubicBezTo>
                    <a:pt x="206145" y="274645"/>
                    <a:pt x="149307" y="274645"/>
                    <a:pt x="142992" y="274645"/>
                  </a:cubicBezTo>
                  <a:cubicBezTo>
                    <a:pt x="111415" y="274645"/>
                    <a:pt x="86153" y="255666"/>
                    <a:pt x="71628" y="232259"/>
                  </a:cubicBezTo>
                  <a:cubicBezTo>
                    <a:pt x="52682" y="201893"/>
                    <a:pt x="52682" y="160139"/>
                    <a:pt x="52682" y="137365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23CFB22-0C6D-26F2-EEA7-66ED34D5F709}"/>
                </a:ext>
              </a:extLst>
            </p:cNvPr>
            <p:cNvSpPr/>
            <p:nvPr/>
          </p:nvSpPr>
          <p:spPr>
            <a:xfrm>
              <a:off x="18785195" y="8114147"/>
              <a:ext cx="146516" cy="632627"/>
            </a:xfrm>
            <a:custGeom>
              <a:avLst/>
              <a:gdLst>
                <a:gd name="connsiteX0" fmla="*/ 146785 w 146516"/>
                <a:gd name="connsiteY0" fmla="*/ 626386 h 632627"/>
                <a:gd name="connsiteX1" fmla="*/ 136049 w 146516"/>
                <a:gd name="connsiteY1" fmla="*/ 612468 h 632627"/>
                <a:gd name="connsiteX2" fmla="*/ 36898 w 146516"/>
                <a:gd name="connsiteY2" fmla="*/ 316399 h 632627"/>
                <a:gd name="connsiteX3" fmla="*/ 138575 w 146516"/>
                <a:gd name="connsiteY3" fmla="*/ 17166 h 632627"/>
                <a:gd name="connsiteX4" fmla="*/ 146785 w 146516"/>
                <a:gd name="connsiteY4" fmla="*/ 6411 h 632627"/>
                <a:gd name="connsiteX5" fmla="*/ 140470 w 146516"/>
                <a:gd name="connsiteY5" fmla="*/ 85 h 632627"/>
                <a:gd name="connsiteX6" fmla="*/ 40056 w 146516"/>
                <a:gd name="connsiteY6" fmla="*/ 123447 h 632627"/>
                <a:gd name="connsiteX7" fmla="*/ 269 w 146516"/>
                <a:gd name="connsiteY7" fmla="*/ 316399 h 632627"/>
                <a:gd name="connsiteX8" fmla="*/ 41950 w 146516"/>
                <a:gd name="connsiteY8" fmla="*/ 513778 h 632627"/>
                <a:gd name="connsiteX9" fmla="*/ 140470 w 146516"/>
                <a:gd name="connsiteY9" fmla="*/ 632712 h 632627"/>
                <a:gd name="connsiteX10" fmla="*/ 146785 w 146516"/>
                <a:gd name="connsiteY10" fmla="*/ 626386 h 632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516" h="632627">
                  <a:moveTo>
                    <a:pt x="146785" y="626386"/>
                  </a:moveTo>
                  <a:cubicBezTo>
                    <a:pt x="146785" y="624488"/>
                    <a:pt x="146785" y="623223"/>
                    <a:pt x="136049" y="612468"/>
                  </a:cubicBezTo>
                  <a:cubicBezTo>
                    <a:pt x="57107" y="532757"/>
                    <a:pt x="36898" y="413191"/>
                    <a:pt x="36898" y="316399"/>
                  </a:cubicBezTo>
                  <a:cubicBezTo>
                    <a:pt x="36898" y="206321"/>
                    <a:pt x="60896" y="96244"/>
                    <a:pt x="138575" y="17166"/>
                  </a:cubicBezTo>
                  <a:cubicBezTo>
                    <a:pt x="146785" y="9574"/>
                    <a:pt x="146785" y="8309"/>
                    <a:pt x="146785" y="6411"/>
                  </a:cubicBezTo>
                  <a:cubicBezTo>
                    <a:pt x="146785" y="1983"/>
                    <a:pt x="144259" y="85"/>
                    <a:pt x="140470" y="85"/>
                  </a:cubicBezTo>
                  <a:cubicBezTo>
                    <a:pt x="134155" y="85"/>
                    <a:pt x="77316" y="43103"/>
                    <a:pt x="40056" y="123447"/>
                  </a:cubicBezTo>
                  <a:cubicBezTo>
                    <a:pt x="7847" y="193036"/>
                    <a:pt x="269" y="263258"/>
                    <a:pt x="269" y="316399"/>
                  </a:cubicBezTo>
                  <a:cubicBezTo>
                    <a:pt x="269" y="365743"/>
                    <a:pt x="7216" y="442291"/>
                    <a:pt x="41950" y="513778"/>
                  </a:cubicBezTo>
                  <a:cubicBezTo>
                    <a:pt x="79842" y="591592"/>
                    <a:pt x="134155" y="632712"/>
                    <a:pt x="140470" y="632712"/>
                  </a:cubicBezTo>
                  <a:cubicBezTo>
                    <a:pt x="144259" y="632712"/>
                    <a:pt x="146785" y="630814"/>
                    <a:pt x="146785" y="626386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0419785-82EB-52B0-583E-266316374B5A}"/>
                </a:ext>
              </a:extLst>
            </p:cNvPr>
            <p:cNvSpPr/>
            <p:nvPr/>
          </p:nvSpPr>
          <p:spPr>
            <a:xfrm>
              <a:off x="18982166" y="8307731"/>
              <a:ext cx="355555" cy="280886"/>
            </a:xfrm>
            <a:custGeom>
              <a:avLst/>
              <a:gdLst>
                <a:gd name="connsiteX0" fmla="*/ 204891 w 355555"/>
                <a:gd name="connsiteY0" fmla="*/ 125345 h 280886"/>
                <a:gd name="connsiteX1" fmla="*/ 278780 w 355555"/>
                <a:gd name="connsiteY1" fmla="*/ 43103 h 280886"/>
                <a:gd name="connsiteX2" fmla="*/ 343197 w 355555"/>
                <a:gd name="connsiteY2" fmla="*/ 29818 h 280886"/>
                <a:gd name="connsiteX3" fmla="*/ 343197 w 355555"/>
                <a:gd name="connsiteY3" fmla="*/ 85 h 280886"/>
                <a:gd name="connsiteX4" fmla="*/ 285096 w 355555"/>
                <a:gd name="connsiteY4" fmla="*/ 1983 h 280886"/>
                <a:gd name="connsiteX5" fmla="*/ 220047 w 355555"/>
                <a:gd name="connsiteY5" fmla="*/ 85 h 280886"/>
                <a:gd name="connsiteX6" fmla="*/ 220047 w 355555"/>
                <a:gd name="connsiteY6" fmla="*/ 29818 h 280886"/>
                <a:gd name="connsiteX7" fmla="*/ 244046 w 355555"/>
                <a:gd name="connsiteY7" fmla="*/ 35512 h 280886"/>
                <a:gd name="connsiteX8" fmla="*/ 238994 w 355555"/>
                <a:gd name="connsiteY8" fmla="*/ 43103 h 280886"/>
                <a:gd name="connsiteX9" fmla="*/ 185944 w 355555"/>
                <a:gd name="connsiteY9" fmla="*/ 102570 h 280886"/>
                <a:gd name="connsiteX10" fmla="*/ 124054 w 355555"/>
                <a:gd name="connsiteY10" fmla="*/ 29818 h 280886"/>
                <a:gd name="connsiteX11" fmla="*/ 149315 w 355555"/>
                <a:gd name="connsiteY11" fmla="*/ 29818 h 280886"/>
                <a:gd name="connsiteX12" fmla="*/ 149315 w 355555"/>
                <a:gd name="connsiteY12" fmla="*/ 85 h 280886"/>
                <a:gd name="connsiteX13" fmla="*/ 72899 w 355555"/>
                <a:gd name="connsiteY13" fmla="*/ 1983 h 280886"/>
                <a:gd name="connsiteX14" fmla="*/ 3430 w 355555"/>
                <a:gd name="connsiteY14" fmla="*/ 85 h 280886"/>
                <a:gd name="connsiteX15" fmla="*/ 3430 w 355555"/>
                <a:gd name="connsiteY15" fmla="*/ 29818 h 280886"/>
                <a:gd name="connsiteX16" fmla="*/ 48269 w 355555"/>
                <a:gd name="connsiteY16" fmla="*/ 29818 h 280886"/>
                <a:gd name="connsiteX17" fmla="*/ 146789 w 355555"/>
                <a:gd name="connsiteY17" fmla="*/ 146222 h 280886"/>
                <a:gd name="connsiteX18" fmla="*/ 64058 w 355555"/>
                <a:gd name="connsiteY18" fmla="*/ 239218 h 280886"/>
                <a:gd name="connsiteX19" fmla="*/ 273 w 355555"/>
                <a:gd name="connsiteY19" fmla="*/ 251238 h 280886"/>
                <a:gd name="connsiteX20" fmla="*/ 273 w 355555"/>
                <a:gd name="connsiteY20" fmla="*/ 280971 h 280886"/>
                <a:gd name="connsiteX21" fmla="*/ 58374 w 355555"/>
                <a:gd name="connsiteY21" fmla="*/ 279073 h 280886"/>
                <a:gd name="connsiteX22" fmla="*/ 123422 w 355555"/>
                <a:gd name="connsiteY22" fmla="*/ 280971 h 280886"/>
                <a:gd name="connsiteX23" fmla="*/ 123422 w 355555"/>
                <a:gd name="connsiteY23" fmla="*/ 251238 h 280886"/>
                <a:gd name="connsiteX24" fmla="*/ 100055 w 355555"/>
                <a:gd name="connsiteY24" fmla="*/ 244279 h 280886"/>
                <a:gd name="connsiteX25" fmla="*/ 104476 w 355555"/>
                <a:gd name="connsiteY25" fmla="*/ 237953 h 280886"/>
                <a:gd name="connsiteX26" fmla="*/ 165735 w 355555"/>
                <a:gd name="connsiteY26" fmla="*/ 168996 h 280886"/>
                <a:gd name="connsiteX27" fmla="*/ 235204 w 355555"/>
                <a:gd name="connsiteY27" fmla="*/ 251238 h 280886"/>
                <a:gd name="connsiteX28" fmla="*/ 210574 w 355555"/>
                <a:gd name="connsiteY28" fmla="*/ 251238 h 280886"/>
                <a:gd name="connsiteX29" fmla="*/ 210574 w 355555"/>
                <a:gd name="connsiteY29" fmla="*/ 280971 h 280886"/>
                <a:gd name="connsiteX30" fmla="*/ 286359 w 355555"/>
                <a:gd name="connsiteY30" fmla="*/ 279073 h 280886"/>
                <a:gd name="connsiteX31" fmla="*/ 355828 w 355555"/>
                <a:gd name="connsiteY31" fmla="*/ 280971 h 280886"/>
                <a:gd name="connsiteX32" fmla="*/ 355828 w 355555"/>
                <a:gd name="connsiteY32" fmla="*/ 251238 h 280886"/>
                <a:gd name="connsiteX33" fmla="*/ 310989 w 355555"/>
                <a:gd name="connsiteY33" fmla="*/ 251238 h 280886"/>
                <a:gd name="connsiteX34" fmla="*/ 204891 w 355555"/>
                <a:gd name="connsiteY34" fmla="*/ 125345 h 28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55555" h="280886">
                  <a:moveTo>
                    <a:pt x="204891" y="125345"/>
                  </a:moveTo>
                  <a:lnTo>
                    <a:pt x="278780" y="43103"/>
                  </a:lnTo>
                  <a:cubicBezTo>
                    <a:pt x="286990" y="34247"/>
                    <a:pt x="290780" y="29818"/>
                    <a:pt x="343197" y="29818"/>
                  </a:cubicBezTo>
                  <a:lnTo>
                    <a:pt x="343197" y="85"/>
                  </a:lnTo>
                  <a:cubicBezTo>
                    <a:pt x="321093" y="1350"/>
                    <a:pt x="288254" y="1983"/>
                    <a:pt x="285096" y="1983"/>
                  </a:cubicBezTo>
                  <a:cubicBezTo>
                    <a:pt x="269307" y="1983"/>
                    <a:pt x="237731" y="717"/>
                    <a:pt x="220047" y="85"/>
                  </a:cubicBezTo>
                  <a:lnTo>
                    <a:pt x="220047" y="29818"/>
                  </a:lnTo>
                  <a:cubicBezTo>
                    <a:pt x="228889" y="29818"/>
                    <a:pt x="236467" y="31083"/>
                    <a:pt x="244046" y="35512"/>
                  </a:cubicBezTo>
                  <a:cubicBezTo>
                    <a:pt x="241520" y="39308"/>
                    <a:pt x="241520" y="40573"/>
                    <a:pt x="238994" y="43103"/>
                  </a:cubicBezTo>
                  <a:lnTo>
                    <a:pt x="185944" y="102570"/>
                  </a:lnTo>
                  <a:lnTo>
                    <a:pt x="124054" y="29818"/>
                  </a:lnTo>
                  <a:lnTo>
                    <a:pt x="149315" y="29818"/>
                  </a:lnTo>
                  <a:lnTo>
                    <a:pt x="149315" y="85"/>
                  </a:lnTo>
                  <a:cubicBezTo>
                    <a:pt x="132895" y="717"/>
                    <a:pt x="93108" y="1983"/>
                    <a:pt x="72899" y="1983"/>
                  </a:cubicBezTo>
                  <a:cubicBezTo>
                    <a:pt x="52690" y="1983"/>
                    <a:pt x="24271" y="717"/>
                    <a:pt x="3430" y="85"/>
                  </a:cubicBezTo>
                  <a:lnTo>
                    <a:pt x="3430" y="29818"/>
                  </a:lnTo>
                  <a:lnTo>
                    <a:pt x="48269" y="29818"/>
                  </a:lnTo>
                  <a:lnTo>
                    <a:pt x="146789" y="146222"/>
                  </a:lnTo>
                  <a:lnTo>
                    <a:pt x="64058" y="239218"/>
                  </a:lnTo>
                  <a:cubicBezTo>
                    <a:pt x="53322" y="251238"/>
                    <a:pt x="30586" y="251238"/>
                    <a:pt x="273" y="251238"/>
                  </a:cubicBezTo>
                  <a:lnTo>
                    <a:pt x="273" y="280971"/>
                  </a:lnTo>
                  <a:cubicBezTo>
                    <a:pt x="22376" y="279706"/>
                    <a:pt x="55216" y="279073"/>
                    <a:pt x="58374" y="279073"/>
                  </a:cubicBezTo>
                  <a:cubicBezTo>
                    <a:pt x="74162" y="279073"/>
                    <a:pt x="110792" y="280339"/>
                    <a:pt x="123422" y="280971"/>
                  </a:cubicBezTo>
                  <a:lnTo>
                    <a:pt x="123422" y="251238"/>
                  </a:lnTo>
                  <a:cubicBezTo>
                    <a:pt x="112055" y="251238"/>
                    <a:pt x="100055" y="248075"/>
                    <a:pt x="100055" y="244279"/>
                  </a:cubicBezTo>
                  <a:cubicBezTo>
                    <a:pt x="100055" y="243646"/>
                    <a:pt x="100055" y="243014"/>
                    <a:pt x="104476" y="237953"/>
                  </a:cubicBezTo>
                  <a:lnTo>
                    <a:pt x="165735" y="168996"/>
                  </a:lnTo>
                  <a:lnTo>
                    <a:pt x="235204" y="251238"/>
                  </a:lnTo>
                  <a:lnTo>
                    <a:pt x="210574" y="251238"/>
                  </a:lnTo>
                  <a:lnTo>
                    <a:pt x="210574" y="280971"/>
                  </a:lnTo>
                  <a:cubicBezTo>
                    <a:pt x="226994" y="280339"/>
                    <a:pt x="265518" y="279073"/>
                    <a:pt x="286359" y="279073"/>
                  </a:cubicBezTo>
                  <a:cubicBezTo>
                    <a:pt x="306568" y="279073"/>
                    <a:pt x="334987" y="280339"/>
                    <a:pt x="355828" y="280971"/>
                  </a:cubicBezTo>
                  <a:lnTo>
                    <a:pt x="355828" y="251238"/>
                  </a:lnTo>
                  <a:lnTo>
                    <a:pt x="310989" y="251238"/>
                  </a:lnTo>
                  <a:lnTo>
                    <a:pt x="204891" y="125345"/>
                  </a:ln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FC0101F-972A-8111-ED6C-EEA555018135}"/>
                </a:ext>
              </a:extLst>
            </p:cNvPr>
            <p:cNvSpPr/>
            <p:nvPr/>
          </p:nvSpPr>
          <p:spPr>
            <a:xfrm>
              <a:off x="19405890" y="8521559"/>
              <a:ext cx="73889" cy="189155"/>
            </a:xfrm>
            <a:custGeom>
              <a:avLst/>
              <a:gdLst>
                <a:gd name="connsiteX0" fmla="*/ 74168 w 73889"/>
                <a:gd name="connsiteY0" fmla="*/ 66511 h 189155"/>
                <a:gd name="connsiteX1" fmla="*/ 33750 w 73889"/>
                <a:gd name="connsiteY1" fmla="*/ 85 h 189155"/>
                <a:gd name="connsiteX2" fmla="*/ 279 w 73889"/>
                <a:gd name="connsiteY2" fmla="*/ 33614 h 189155"/>
                <a:gd name="connsiteX3" fmla="*/ 33750 w 73889"/>
                <a:gd name="connsiteY3" fmla="*/ 67143 h 189155"/>
                <a:gd name="connsiteX4" fmla="*/ 55854 w 73889"/>
                <a:gd name="connsiteY4" fmla="*/ 58919 h 189155"/>
                <a:gd name="connsiteX5" fmla="*/ 59012 w 73889"/>
                <a:gd name="connsiteY5" fmla="*/ 57021 h 189155"/>
                <a:gd name="connsiteX6" fmla="*/ 60275 w 73889"/>
                <a:gd name="connsiteY6" fmla="*/ 66511 h 189155"/>
                <a:gd name="connsiteX7" fmla="*/ 17330 w 73889"/>
                <a:gd name="connsiteY7" fmla="*/ 172159 h 189155"/>
                <a:gd name="connsiteX8" fmla="*/ 10383 w 73889"/>
                <a:gd name="connsiteY8" fmla="*/ 182281 h 189155"/>
                <a:gd name="connsiteX9" fmla="*/ 16699 w 73889"/>
                <a:gd name="connsiteY9" fmla="*/ 189240 h 189155"/>
                <a:gd name="connsiteX10" fmla="*/ 74168 w 73889"/>
                <a:gd name="connsiteY10" fmla="*/ 66511 h 18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889" h="189155">
                  <a:moveTo>
                    <a:pt x="74168" y="66511"/>
                  </a:moveTo>
                  <a:cubicBezTo>
                    <a:pt x="74168" y="24757"/>
                    <a:pt x="58380" y="85"/>
                    <a:pt x="33750" y="85"/>
                  </a:cubicBezTo>
                  <a:cubicBezTo>
                    <a:pt x="12909" y="85"/>
                    <a:pt x="279" y="15900"/>
                    <a:pt x="279" y="33614"/>
                  </a:cubicBezTo>
                  <a:cubicBezTo>
                    <a:pt x="279" y="50695"/>
                    <a:pt x="12909" y="67143"/>
                    <a:pt x="33750" y="67143"/>
                  </a:cubicBezTo>
                  <a:cubicBezTo>
                    <a:pt x="41329" y="67143"/>
                    <a:pt x="49538" y="64613"/>
                    <a:pt x="55854" y="58919"/>
                  </a:cubicBezTo>
                  <a:cubicBezTo>
                    <a:pt x="57748" y="57654"/>
                    <a:pt x="58380" y="57021"/>
                    <a:pt x="59012" y="57021"/>
                  </a:cubicBezTo>
                  <a:cubicBezTo>
                    <a:pt x="59643" y="57021"/>
                    <a:pt x="60275" y="57654"/>
                    <a:pt x="60275" y="66511"/>
                  </a:cubicBezTo>
                  <a:cubicBezTo>
                    <a:pt x="60275" y="113325"/>
                    <a:pt x="38171" y="151283"/>
                    <a:pt x="17330" y="172159"/>
                  </a:cubicBezTo>
                  <a:cubicBezTo>
                    <a:pt x="10383" y="179118"/>
                    <a:pt x="10383" y="180384"/>
                    <a:pt x="10383" y="182281"/>
                  </a:cubicBezTo>
                  <a:cubicBezTo>
                    <a:pt x="10383" y="186710"/>
                    <a:pt x="13541" y="189240"/>
                    <a:pt x="16699" y="189240"/>
                  </a:cubicBezTo>
                  <a:cubicBezTo>
                    <a:pt x="23645" y="189240"/>
                    <a:pt x="74168" y="140528"/>
                    <a:pt x="74168" y="66511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4E493BC-6B10-4C36-A76D-69F05A536B71}"/>
                </a:ext>
              </a:extLst>
            </p:cNvPr>
            <p:cNvSpPr/>
            <p:nvPr/>
          </p:nvSpPr>
          <p:spPr>
            <a:xfrm>
              <a:off x="19652468" y="8302670"/>
              <a:ext cx="347345" cy="413738"/>
            </a:xfrm>
            <a:custGeom>
              <a:avLst/>
              <a:gdLst>
                <a:gd name="connsiteX0" fmla="*/ 344471 w 347345"/>
                <a:gd name="connsiteY0" fmla="*/ 47532 h 413738"/>
                <a:gd name="connsiteX1" fmla="*/ 347629 w 347345"/>
                <a:gd name="connsiteY1" fmla="*/ 32981 h 413738"/>
                <a:gd name="connsiteX2" fmla="*/ 317946 w 347345"/>
                <a:gd name="connsiteY2" fmla="*/ 5146 h 413738"/>
                <a:gd name="connsiteX3" fmla="*/ 273107 w 347345"/>
                <a:gd name="connsiteY3" fmla="*/ 51960 h 413738"/>
                <a:gd name="connsiteX4" fmla="*/ 256687 w 347345"/>
                <a:gd name="connsiteY4" fmla="*/ 117753 h 413738"/>
                <a:gd name="connsiteX5" fmla="*/ 230163 w 347345"/>
                <a:gd name="connsiteY5" fmla="*/ 222770 h 413738"/>
                <a:gd name="connsiteX6" fmla="*/ 205533 w 347345"/>
                <a:gd name="connsiteY6" fmla="*/ 253136 h 413738"/>
                <a:gd name="connsiteX7" fmla="*/ 162588 w 347345"/>
                <a:gd name="connsiteY7" fmla="*/ 268319 h 413738"/>
                <a:gd name="connsiteX8" fmla="*/ 124696 w 347345"/>
                <a:gd name="connsiteY8" fmla="*/ 222137 h 413738"/>
                <a:gd name="connsiteX9" fmla="*/ 161957 w 347345"/>
                <a:gd name="connsiteY9" fmla="*/ 88652 h 413738"/>
                <a:gd name="connsiteX10" fmla="*/ 170167 w 347345"/>
                <a:gd name="connsiteY10" fmla="*/ 57021 h 413738"/>
                <a:gd name="connsiteX11" fmla="*/ 98803 w 347345"/>
                <a:gd name="connsiteY11" fmla="*/ 85 h 413738"/>
                <a:gd name="connsiteX12" fmla="*/ 283 w 347345"/>
                <a:gd name="connsiteY12" fmla="*/ 98775 h 413738"/>
                <a:gd name="connsiteX13" fmla="*/ 15440 w 347345"/>
                <a:gd name="connsiteY13" fmla="*/ 107631 h 413738"/>
                <a:gd name="connsiteX14" fmla="*/ 29965 w 347345"/>
                <a:gd name="connsiteY14" fmla="*/ 99407 h 413738"/>
                <a:gd name="connsiteX15" fmla="*/ 95014 w 347345"/>
                <a:gd name="connsiteY15" fmla="*/ 22859 h 413738"/>
                <a:gd name="connsiteX16" fmla="*/ 105750 w 347345"/>
                <a:gd name="connsiteY16" fmla="*/ 36144 h 413738"/>
                <a:gd name="connsiteX17" fmla="*/ 95014 w 347345"/>
                <a:gd name="connsiteY17" fmla="*/ 77265 h 413738"/>
                <a:gd name="connsiteX18" fmla="*/ 57121 w 347345"/>
                <a:gd name="connsiteY18" fmla="*/ 208852 h 413738"/>
                <a:gd name="connsiteX19" fmla="*/ 157536 w 347345"/>
                <a:gd name="connsiteY19" fmla="*/ 291093 h 413738"/>
                <a:gd name="connsiteX20" fmla="*/ 218163 w 347345"/>
                <a:gd name="connsiteY20" fmla="*/ 272115 h 413738"/>
                <a:gd name="connsiteX21" fmla="*/ 109539 w 347345"/>
                <a:gd name="connsiteY21" fmla="*/ 391049 h 413738"/>
                <a:gd name="connsiteX22" fmla="*/ 71015 w 347345"/>
                <a:gd name="connsiteY22" fmla="*/ 382192 h 413738"/>
                <a:gd name="connsiteX23" fmla="*/ 101329 w 347345"/>
                <a:gd name="connsiteY23" fmla="*/ 339806 h 413738"/>
                <a:gd name="connsiteX24" fmla="*/ 70384 w 347345"/>
                <a:gd name="connsiteY24" fmla="*/ 310705 h 413738"/>
                <a:gd name="connsiteX25" fmla="*/ 24913 w 347345"/>
                <a:gd name="connsiteY25" fmla="*/ 358785 h 413738"/>
                <a:gd name="connsiteX26" fmla="*/ 109539 w 347345"/>
                <a:gd name="connsiteY26" fmla="*/ 413823 h 413738"/>
                <a:gd name="connsiteX27" fmla="*/ 285106 w 347345"/>
                <a:gd name="connsiteY27" fmla="*/ 286665 h 413738"/>
                <a:gd name="connsiteX28" fmla="*/ 344471 w 347345"/>
                <a:gd name="connsiteY28" fmla="*/ 47532 h 41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7345" h="413738">
                  <a:moveTo>
                    <a:pt x="344471" y="47532"/>
                  </a:moveTo>
                  <a:cubicBezTo>
                    <a:pt x="347629" y="36144"/>
                    <a:pt x="347629" y="34879"/>
                    <a:pt x="347629" y="32981"/>
                  </a:cubicBezTo>
                  <a:cubicBezTo>
                    <a:pt x="347629" y="19063"/>
                    <a:pt x="337524" y="5146"/>
                    <a:pt x="317946" y="5146"/>
                  </a:cubicBezTo>
                  <a:cubicBezTo>
                    <a:pt x="285106" y="5146"/>
                    <a:pt x="277528" y="34879"/>
                    <a:pt x="273107" y="51960"/>
                  </a:cubicBezTo>
                  <a:lnTo>
                    <a:pt x="256687" y="117753"/>
                  </a:lnTo>
                  <a:cubicBezTo>
                    <a:pt x="249109" y="148120"/>
                    <a:pt x="237109" y="196832"/>
                    <a:pt x="230163" y="222770"/>
                  </a:cubicBezTo>
                  <a:cubicBezTo>
                    <a:pt x="227005" y="236687"/>
                    <a:pt x="207427" y="251870"/>
                    <a:pt x="205533" y="253136"/>
                  </a:cubicBezTo>
                  <a:cubicBezTo>
                    <a:pt x="198586" y="257564"/>
                    <a:pt x="183429" y="268319"/>
                    <a:pt x="162588" y="268319"/>
                  </a:cubicBezTo>
                  <a:cubicBezTo>
                    <a:pt x="125327" y="268319"/>
                    <a:pt x="124696" y="236687"/>
                    <a:pt x="124696" y="222137"/>
                  </a:cubicBezTo>
                  <a:cubicBezTo>
                    <a:pt x="124696" y="183547"/>
                    <a:pt x="144273" y="134202"/>
                    <a:pt x="161957" y="88652"/>
                  </a:cubicBezTo>
                  <a:cubicBezTo>
                    <a:pt x="168272" y="72204"/>
                    <a:pt x="170167" y="67776"/>
                    <a:pt x="170167" y="57021"/>
                  </a:cubicBezTo>
                  <a:cubicBezTo>
                    <a:pt x="170167" y="20329"/>
                    <a:pt x="133537" y="85"/>
                    <a:pt x="98803" y="85"/>
                  </a:cubicBezTo>
                  <a:cubicBezTo>
                    <a:pt x="31860" y="85"/>
                    <a:pt x="283" y="86122"/>
                    <a:pt x="283" y="98775"/>
                  </a:cubicBezTo>
                  <a:cubicBezTo>
                    <a:pt x="283" y="107631"/>
                    <a:pt x="9756" y="107631"/>
                    <a:pt x="15440" y="107631"/>
                  </a:cubicBezTo>
                  <a:cubicBezTo>
                    <a:pt x="23018" y="107631"/>
                    <a:pt x="27439" y="107631"/>
                    <a:pt x="29965" y="99407"/>
                  </a:cubicBezTo>
                  <a:cubicBezTo>
                    <a:pt x="50806" y="29185"/>
                    <a:pt x="85541" y="22859"/>
                    <a:pt x="95014" y="22859"/>
                  </a:cubicBezTo>
                  <a:cubicBezTo>
                    <a:pt x="99434" y="22859"/>
                    <a:pt x="105750" y="22859"/>
                    <a:pt x="105750" y="36144"/>
                  </a:cubicBezTo>
                  <a:cubicBezTo>
                    <a:pt x="105750" y="50695"/>
                    <a:pt x="98803" y="67143"/>
                    <a:pt x="95014" y="77265"/>
                  </a:cubicBezTo>
                  <a:cubicBezTo>
                    <a:pt x="70384" y="140528"/>
                    <a:pt x="57121" y="176588"/>
                    <a:pt x="57121" y="208852"/>
                  </a:cubicBezTo>
                  <a:cubicBezTo>
                    <a:pt x="57121" y="280971"/>
                    <a:pt x="120275" y="291093"/>
                    <a:pt x="157536" y="291093"/>
                  </a:cubicBezTo>
                  <a:cubicBezTo>
                    <a:pt x="173324" y="291093"/>
                    <a:pt x="194797" y="288563"/>
                    <a:pt x="218163" y="272115"/>
                  </a:cubicBezTo>
                  <a:cubicBezTo>
                    <a:pt x="200480" y="349928"/>
                    <a:pt x="153115" y="391049"/>
                    <a:pt x="109539" y="391049"/>
                  </a:cubicBezTo>
                  <a:cubicBezTo>
                    <a:pt x="101329" y="391049"/>
                    <a:pt x="83646" y="389783"/>
                    <a:pt x="71015" y="382192"/>
                  </a:cubicBezTo>
                  <a:cubicBezTo>
                    <a:pt x="91224" y="373968"/>
                    <a:pt x="101329" y="356887"/>
                    <a:pt x="101329" y="339806"/>
                  </a:cubicBezTo>
                  <a:cubicBezTo>
                    <a:pt x="101329" y="317031"/>
                    <a:pt x="83014" y="310705"/>
                    <a:pt x="70384" y="310705"/>
                  </a:cubicBezTo>
                  <a:cubicBezTo>
                    <a:pt x="47017" y="310705"/>
                    <a:pt x="24913" y="330949"/>
                    <a:pt x="24913" y="358785"/>
                  </a:cubicBezTo>
                  <a:cubicBezTo>
                    <a:pt x="24913" y="391049"/>
                    <a:pt x="58384" y="413823"/>
                    <a:pt x="109539" y="413823"/>
                  </a:cubicBezTo>
                  <a:cubicBezTo>
                    <a:pt x="182166" y="413823"/>
                    <a:pt x="265529" y="365111"/>
                    <a:pt x="285106" y="286665"/>
                  </a:cubicBezTo>
                  <a:lnTo>
                    <a:pt x="344471" y="47532"/>
                  </a:ln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9200E56-0997-2223-6BC5-456FAEE70283}"/>
                </a:ext>
              </a:extLst>
            </p:cNvPr>
            <p:cNvSpPr/>
            <p:nvPr/>
          </p:nvSpPr>
          <p:spPr>
            <a:xfrm>
              <a:off x="20082743" y="8315955"/>
              <a:ext cx="68837" cy="394759"/>
            </a:xfrm>
            <a:custGeom>
              <a:avLst/>
              <a:gdLst>
                <a:gd name="connsiteX0" fmla="*/ 67232 w 68837"/>
                <a:gd name="connsiteY0" fmla="*/ 33614 h 394759"/>
                <a:gd name="connsiteX1" fmla="*/ 33761 w 68837"/>
                <a:gd name="connsiteY1" fmla="*/ 85 h 394759"/>
                <a:gd name="connsiteX2" fmla="*/ 289 w 68837"/>
                <a:gd name="connsiteY2" fmla="*/ 33614 h 394759"/>
                <a:gd name="connsiteX3" fmla="*/ 33761 w 68837"/>
                <a:gd name="connsiteY3" fmla="*/ 67143 h 394759"/>
                <a:gd name="connsiteX4" fmla="*/ 67232 w 68837"/>
                <a:gd name="connsiteY4" fmla="*/ 33614 h 394759"/>
                <a:gd name="connsiteX5" fmla="*/ 55233 w 68837"/>
                <a:gd name="connsiteY5" fmla="*/ 265788 h 394759"/>
                <a:gd name="connsiteX6" fmla="*/ 14815 w 68837"/>
                <a:gd name="connsiteY6" fmla="*/ 379661 h 394759"/>
                <a:gd name="connsiteX7" fmla="*/ 10394 w 68837"/>
                <a:gd name="connsiteY7" fmla="*/ 387885 h 394759"/>
                <a:gd name="connsiteX8" fmla="*/ 16709 w 68837"/>
                <a:gd name="connsiteY8" fmla="*/ 394844 h 394759"/>
                <a:gd name="connsiteX9" fmla="*/ 69127 w 68837"/>
                <a:gd name="connsiteY9" fmla="*/ 270849 h 394759"/>
                <a:gd name="connsiteX10" fmla="*/ 33761 w 68837"/>
                <a:gd name="connsiteY10" fmla="*/ 205689 h 394759"/>
                <a:gd name="connsiteX11" fmla="*/ 289 w 68837"/>
                <a:gd name="connsiteY11" fmla="*/ 239218 h 394759"/>
                <a:gd name="connsiteX12" fmla="*/ 33761 w 68837"/>
                <a:gd name="connsiteY12" fmla="*/ 272747 h 394759"/>
                <a:gd name="connsiteX13" fmla="*/ 38813 w 68837"/>
                <a:gd name="connsiteY13" fmla="*/ 272115 h 394759"/>
                <a:gd name="connsiteX14" fmla="*/ 55233 w 68837"/>
                <a:gd name="connsiteY14" fmla="*/ 265788 h 39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8837" h="394759">
                  <a:moveTo>
                    <a:pt x="67232" y="33614"/>
                  </a:moveTo>
                  <a:cubicBezTo>
                    <a:pt x="67232" y="15268"/>
                    <a:pt x="52075" y="85"/>
                    <a:pt x="33761" y="85"/>
                  </a:cubicBezTo>
                  <a:cubicBezTo>
                    <a:pt x="15446" y="85"/>
                    <a:pt x="289" y="15268"/>
                    <a:pt x="289" y="33614"/>
                  </a:cubicBezTo>
                  <a:cubicBezTo>
                    <a:pt x="289" y="51960"/>
                    <a:pt x="15446" y="67143"/>
                    <a:pt x="33761" y="67143"/>
                  </a:cubicBezTo>
                  <a:cubicBezTo>
                    <a:pt x="52075" y="67143"/>
                    <a:pt x="67232" y="51960"/>
                    <a:pt x="67232" y="33614"/>
                  </a:cubicBezTo>
                  <a:close/>
                  <a:moveTo>
                    <a:pt x="55233" y="265788"/>
                  </a:moveTo>
                  <a:cubicBezTo>
                    <a:pt x="55233" y="283502"/>
                    <a:pt x="55233" y="332847"/>
                    <a:pt x="14815" y="379661"/>
                  </a:cubicBezTo>
                  <a:cubicBezTo>
                    <a:pt x="10394" y="384722"/>
                    <a:pt x="10394" y="385988"/>
                    <a:pt x="10394" y="387885"/>
                  </a:cubicBezTo>
                  <a:cubicBezTo>
                    <a:pt x="10394" y="392314"/>
                    <a:pt x="13552" y="394844"/>
                    <a:pt x="16709" y="394844"/>
                  </a:cubicBezTo>
                  <a:cubicBezTo>
                    <a:pt x="23656" y="394844"/>
                    <a:pt x="69127" y="344234"/>
                    <a:pt x="69127" y="270849"/>
                  </a:cubicBezTo>
                  <a:cubicBezTo>
                    <a:pt x="69127" y="252503"/>
                    <a:pt x="67864" y="205689"/>
                    <a:pt x="33761" y="205689"/>
                  </a:cubicBezTo>
                  <a:cubicBezTo>
                    <a:pt x="11657" y="205689"/>
                    <a:pt x="289" y="222770"/>
                    <a:pt x="289" y="239218"/>
                  </a:cubicBezTo>
                  <a:cubicBezTo>
                    <a:pt x="289" y="255666"/>
                    <a:pt x="11025" y="272747"/>
                    <a:pt x="33761" y="272747"/>
                  </a:cubicBezTo>
                  <a:cubicBezTo>
                    <a:pt x="36918" y="272747"/>
                    <a:pt x="38181" y="272747"/>
                    <a:pt x="38813" y="272115"/>
                  </a:cubicBezTo>
                  <a:cubicBezTo>
                    <a:pt x="43234" y="271482"/>
                    <a:pt x="50181" y="270217"/>
                    <a:pt x="55233" y="265788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50BDB46-10E6-9196-8686-69B9D0AF41C9}"/>
                </a:ext>
              </a:extLst>
            </p:cNvPr>
            <p:cNvSpPr/>
            <p:nvPr/>
          </p:nvSpPr>
          <p:spPr>
            <a:xfrm>
              <a:off x="20324900" y="8307731"/>
              <a:ext cx="492598" cy="283417"/>
            </a:xfrm>
            <a:custGeom>
              <a:avLst/>
              <a:gdLst>
                <a:gd name="connsiteX0" fmla="*/ 449948 w 492598"/>
                <a:gd name="connsiteY0" fmla="*/ 43103 h 283417"/>
                <a:gd name="connsiteX1" fmla="*/ 492893 w 492598"/>
                <a:gd name="connsiteY1" fmla="*/ 29818 h 283417"/>
                <a:gd name="connsiteX2" fmla="*/ 492893 w 492598"/>
                <a:gd name="connsiteY2" fmla="*/ 85 h 283417"/>
                <a:gd name="connsiteX3" fmla="*/ 444264 w 492598"/>
                <a:gd name="connsiteY3" fmla="*/ 1983 h 283417"/>
                <a:gd name="connsiteX4" fmla="*/ 383637 w 492598"/>
                <a:gd name="connsiteY4" fmla="*/ 85 h 283417"/>
                <a:gd name="connsiteX5" fmla="*/ 383637 w 492598"/>
                <a:gd name="connsiteY5" fmla="*/ 29818 h 283417"/>
                <a:gd name="connsiteX6" fmla="*/ 420266 w 492598"/>
                <a:gd name="connsiteY6" fmla="*/ 37410 h 283417"/>
                <a:gd name="connsiteX7" fmla="*/ 417740 w 492598"/>
                <a:gd name="connsiteY7" fmla="*/ 45001 h 283417"/>
                <a:gd name="connsiteX8" fmla="*/ 351428 w 492598"/>
                <a:gd name="connsiteY8" fmla="*/ 206954 h 283417"/>
                <a:gd name="connsiteX9" fmla="*/ 279433 w 492598"/>
                <a:gd name="connsiteY9" fmla="*/ 29818 h 283417"/>
                <a:gd name="connsiteX10" fmla="*/ 314799 w 492598"/>
                <a:gd name="connsiteY10" fmla="*/ 29818 h 283417"/>
                <a:gd name="connsiteX11" fmla="*/ 314799 w 492598"/>
                <a:gd name="connsiteY11" fmla="*/ 85 h 283417"/>
                <a:gd name="connsiteX12" fmla="*/ 242804 w 492598"/>
                <a:gd name="connsiteY12" fmla="*/ 1983 h 283417"/>
                <a:gd name="connsiteX13" fmla="*/ 179650 w 492598"/>
                <a:gd name="connsiteY13" fmla="*/ 85 h 283417"/>
                <a:gd name="connsiteX14" fmla="*/ 179650 w 492598"/>
                <a:gd name="connsiteY14" fmla="*/ 29818 h 283417"/>
                <a:gd name="connsiteX15" fmla="*/ 216911 w 492598"/>
                <a:gd name="connsiteY15" fmla="*/ 29818 h 283417"/>
                <a:gd name="connsiteX16" fmla="*/ 230173 w 492598"/>
                <a:gd name="connsiteY16" fmla="*/ 63347 h 283417"/>
                <a:gd name="connsiteX17" fmla="*/ 227647 w 492598"/>
                <a:gd name="connsiteY17" fmla="*/ 71572 h 283417"/>
                <a:gd name="connsiteX18" fmla="*/ 177756 w 492598"/>
                <a:gd name="connsiteY18" fmla="*/ 193036 h 283417"/>
                <a:gd name="connsiteX19" fmla="*/ 111444 w 492598"/>
                <a:gd name="connsiteY19" fmla="*/ 29818 h 283417"/>
                <a:gd name="connsiteX20" fmla="*/ 146810 w 492598"/>
                <a:gd name="connsiteY20" fmla="*/ 29818 h 283417"/>
                <a:gd name="connsiteX21" fmla="*/ 146810 w 492598"/>
                <a:gd name="connsiteY21" fmla="*/ 85 h 283417"/>
                <a:gd name="connsiteX22" fmla="*/ 69131 w 492598"/>
                <a:gd name="connsiteY22" fmla="*/ 1983 h 283417"/>
                <a:gd name="connsiteX23" fmla="*/ 294 w 492598"/>
                <a:gd name="connsiteY23" fmla="*/ 85 h 283417"/>
                <a:gd name="connsiteX24" fmla="*/ 294 w 492598"/>
                <a:gd name="connsiteY24" fmla="*/ 29818 h 283417"/>
                <a:gd name="connsiteX25" fmla="*/ 37554 w 492598"/>
                <a:gd name="connsiteY25" fmla="*/ 29818 h 283417"/>
                <a:gd name="connsiteX26" fmla="*/ 134180 w 492598"/>
                <a:gd name="connsiteY26" fmla="*/ 266421 h 283417"/>
                <a:gd name="connsiteX27" fmla="*/ 156915 w 492598"/>
                <a:gd name="connsiteY27" fmla="*/ 283502 h 283417"/>
                <a:gd name="connsiteX28" fmla="*/ 179650 w 492598"/>
                <a:gd name="connsiteY28" fmla="*/ 266421 h 283417"/>
                <a:gd name="connsiteX29" fmla="*/ 246593 w 492598"/>
                <a:gd name="connsiteY29" fmla="*/ 102570 h 283417"/>
                <a:gd name="connsiteX30" fmla="*/ 313536 w 492598"/>
                <a:gd name="connsiteY30" fmla="*/ 266421 h 283417"/>
                <a:gd name="connsiteX31" fmla="*/ 336272 w 492598"/>
                <a:gd name="connsiteY31" fmla="*/ 283502 h 283417"/>
                <a:gd name="connsiteX32" fmla="*/ 359007 w 492598"/>
                <a:gd name="connsiteY32" fmla="*/ 266421 h 283417"/>
                <a:gd name="connsiteX33" fmla="*/ 449948 w 492598"/>
                <a:gd name="connsiteY33" fmla="*/ 43103 h 28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92598" h="283417">
                  <a:moveTo>
                    <a:pt x="449948" y="43103"/>
                  </a:moveTo>
                  <a:cubicBezTo>
                    <a:pt x="453106" y="34879"/>
                    <a:pt x="455632" y="29818"/>
                    <a:pt x="492893" y="29818"/>
                  </a:cubicBezTo>
                  <a:lnTo>
                    <a:pt x="492893" y="85"/>
                  </a:lnTo>
                  <a:cubicBezTo>
                    <a:pt x="478367" y="1350"/>
                    <a:pt x="459421" y="1983"/>
                    <a:pt x="444264" y="1983"/>
                  </a:cubicBezTo>
                  <a:cubicBezTo>
                    <a:pt x="427213" y="1983"/>
                    <a:pt x="397531" y="717"/>
                    <a:pt x="383637" y="85"/>
                  </a:cubicBezTo>
                  <a:lnTo>
                    <a:pt x="383637" y="29818"/>
                  </a:lnTo>
                  <a:cubicBezTo>
                    <a:pt x="389321" y="29818"/>
                    <a:pt x="420266" y="30451"/>
                    <a:pt x="420266" y="37410"/>
                  </a:cubicBezTo>
                  <a:cubicBezTo>
                    <a:pt x="420266" y="39308"/>
                    <a:pt x="418371" y="43103"/>
                    <a:pt x="417740" y="45001"/>
                  </a:cubicBezTo>
                  <a:lnTo>
                    <a:pt x="351428" y="206954"/>
                  </a:lnTo>
                  <a:lnTo>
                    <a:pt x="279433" y="29818"/>
                  </a:lnTo>
                  <a:lnTo>
                    <a:pt x="314799" y="29818"/>
                  </a:lnTo>
                  <a:lnTo>
                    <a:pt x="314799" y="85"/>
                  </a:lnTo>
                  <a:cubicBezTo>
                    <a:pt x="294590" y="717"/>
                    <a:pt x="261750" y="1983"/>
                    <a:pt x="242804" y="1983"/>
                  </a:cubicBezTo>
                  <a:cubicBezTo>
                    <a:pt x="216279" y="1983"/>
                    <a:pt x="189755" y="717"/>
                    <a:pt x="179650" y="85"/>
                  </a:cubicBezTo>
                  <a:lnTo>
                    <a:pt x="179650" y="29818"/>
                  </a:lnTo>
                  <a:lnTo>
                    <a:pt x="216911" y="29818"/>
                  </a:lnTo>
                  <a:cubicBezTo>
                    <a:pt x="230173" y="61450"/>
                    <a:pt x="230173" y="62715"/>
                    <a:pt x="230173" y="63347"/>
                  </a:cubicBezTo>
                  <a:cubicBezTo>
                    <a:pt x="230173" y="65878"/>
                    <a:pt x="228279" y="69674"/>
                    <a:pt x="227647" y="71572"/>
                  </a:cubicBezTo>
                  <a:lnTo>
                    <a:pt x="177756" y="193036"/>
                  </a:lnTo>
                  <a:lnTo>
                    <a:pt x="111444" y="29818"/>
                  </a:lnTo>
                  <a:lnTo>
                    <a:pt x="146810" y="29818"/>
                  </a:lnTo>
                  <a:lnTo>
                    <a:pt x="146810" y="85"/>
                  </a:lnTo>
                  <a:cubicBezTo>
                    <a:pt x="120917" y="1350"/>
                    <a:pt x="95024" y="1983"/>
                    <a:pt x="69131" y="1983"/>
                  </a:cubicBezTo>
                  <a:cubicBezTo>
                    <a:pt x="49554" y="1983"/>
                    <a:pt x="21766" y="717"/>
                    <a:pt x="294" y="85"/>
                  </a:cubicBezTo>
                  <a:lnTo>
                    <a:pt x="294" y="29818"/>
                  </a:lnTo>
                  <a:lnTo>
                    <a:pt x="37554" y="29818"/>
                  </a:lnTo>
                  <a:lnTo>
                    <a:pt x="134180" y="266421"/>
                  </a:lnTo>
                  <a:cubicBezTo>
                    <a:pt x="138600" y="277176"/>
                    <a:pt x="141126" y="283502"/>
                    <a:pt x="156915" y="283502"/>
                  </a:cubicBezTo>
                  <a:cubicBezTo>
                    <a:pt x="172703" y="283502"/>
                    <a:pt x="175229" y="277176"/>
                    <a:pt x="179650" y="266421"/>
                  </a:cubicBezTo>
                  <a:lnTo>
                    <a:pt x="246593" y="102570"/>
                  </a:lnTo>
                  <a:lnTo>
                    <a:pt x="313536" y="266421"/>
                  </a:lnTo>
                  <a:cubicBezTo>
                    <a:pt x="317957" y="277176"/>
                    <a:pt x="320483" y="283502"/>
                    <a:pt x="336272" y="283502"/>
                  </a:cubicBezTo>
                  <a:cubicBezTo>
                    <a:pt x="352060" y="283502"/>
                    <a:pt x="354586" y="277176"/>
                    <a:pt x="359007" y="266421"/>
                  </a:cubicBezTo>
                  <a:lnTo>
                    <a:pt x="449948" y="43103"/>
                  </a:ln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1135240-9B48-0509-30AC-F0482C3696EB}"/>
                </a:ext>
              </a:extLst>
            </p:cNvPr>
            <p:cNvSpPr/>
            <p:nvPr/>
          </p:nvSpPr>
          <p:spPr>
            <a:xfrm>
              <a:off x="20879721" y="8114147"/>
              <a:ext cx="146516" cy="632627"/>
            </a:xfrm>
            <a:custGeom>
              <a:avLst/>
              <a:gdLst>
                <a:gd name="connsiteX0" fmla="*/ 146819 w 146516"/>
                <a:gd name="connsiteY0" fmla="*/ 316399 h 632627"/>
                <a:gd name="connsiteX1" fmla="*/ 105137 w 146516"/>
                <a:gd name="connsiteY1" fmla="*/ 119019 h 632627"/>
                <a:gd name="connsiteX2" fmla="*/ 6618 w 146516"/>
                <a:gd name="connsiteY2" fmla="*/ 85 h 632627"/>
                <a:gd name="connsiteX3" fmla="*/ 302 w 146516"/>
                <a:gd name="connsiteY3" fmla="*/ 6411 h 632627"/>
                <a:gd name="connsiteX4" fmla="*/ 12301 w 146516"/>
                <a:gd name="connsiteY4" fmla="*/ 20961 h 632627"/>
                <a:gd name="connsiteX5" fmla="*/ 110190 w 146516"/>
                <a:gd name="connsiteY5" fmla="*/ 316399 h 632627"/>
                <a:gd name="connsiteX6" fmla="*/ 8512 w 146516"/>
                <a:gd name="connsiteY6" fmla="*/ 615631 h 632627"/>
                <a:gd name="connsiteX7" fmla="*/ 302 w 146516"/>
                <a:gd name="connsiteY7" fmla="*/ 626386 h 632627"/>
                <a:gd name="connsiteX8" fmla="*/ 6618 w 146516"/>
                <a:gd name="connsiteY8" fmla="*/ 632712 h 632627"/>
                <a:gd name="connsiteX9" fmla="*/ 107032 w 146516"/>
                <a:gd name="connsiteY9" fmla="*/ 509350 h 632627"/>
                <a:gd name="connsiteX10" fmla="*/ 146819 w 146516"/>
                <a:gd name="connsiteY10" fmla="*/ 316399 h 632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516" h="632627">
                  <a:moveTo>
                    <a:pt x="146819" y="316399"/>
                  </a:moveTo>
                  <a:cubicBezTo>
                    <a:pt x="146819" y="267054"/>
                    <a:pt x="139872" y="190506"/>
                    <a:pt x="105137" y="119019"/>
                  </a:cubicBezTo>
                  <a:cubicBezTo>
                    <a:pt x="67245" y="41206"/>
                    <a:pt x="12933" y="85"/>
                    <a:pt x="6618" y="85"/>
                  </a:cubicBezTo>
                  <a:cubicBezTo>
                    <a:pt x="2828" y="85"/>
                    <a:pt x="302" y="2615"/>
                    <a:pt x="302" y="6411"/>
                  </a:cubicBezTo>
                  <a:cubicBezTo>
                    <a:pt x="302" y="8309"/>
                    <a:pt x="302" y="9574"/>
                    <a:pt x="12301" y="20961"/>
                  </a:cubicBezTo>
                  <a:cubicBezTo>
                    <a:pt x="74192" y="83592"/>
                    <a:pt x="110190" y="184179"/>
                    <a:pt x="110190" y="316399"/>
                  </a:cubicBezTo>
                  <a:cubicBezTo>
                    <a:pt x="110190" y="424578"/>
                    <a:pt x="86823" y="535920"/>
                    <a:pt x="8512" y="615631"/>
                  </a:cubicBezTo>
                  <a:cubicBezTo>
                    <a:pt x="302" y="623223"/>
                    <a:pt x="302" y="624488"/>
                    <a:pt x="302" y="626386"/>
                  </a:cubicBezTo>
                  <a:cubicBezTo>
                    <a:pt x="302" y="630182"/>
                    <a:pt x="2828" y="632712"/>
                    <a:pt x="6618" y="632712"/>
                  </a:cubicBezTo>
                  <a:cubicBezTo>
                    <a:pt x="12933" y="632712"/>
                    <a:pt x="69771" y="589694"/>
                    <a:pt x="107032" y="509350"/>
                  </a:cubicBezTo>
                  <a:cubicBezTo>
                    <a:pt x="139240" y="439761"/>
                    <a:pt x="146819" y="369539"/>
                    <a:pt x="146819" y="316399"/>
                  </a:cubicBezTo>
                  <a:close/>
                </a:path>
              </a:pathLst>
            </a:custGeom>
            <a:solidFill>
              <a:srgbClr val="000000"/>
            </a:solidFill>
            <a:ln w="2544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</p:grp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B0DEA81E-9064-9A42-B975-933F550FF19B}"/>
              </a:ext>
            </a:extLst>
          </p:cNvPr>
          <p:cNvSpPr>
            <a:spLocks noGrp="1"/>
          </p:cNvSpPr>
          <p:nvPr/>
        </p:nvSpPr>
        <p:spPr>
          <a:xfrm>
            <a:off x="838199" y="3363805"/>
            <a:ext cx="10875159" cy="2416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 dirty="0">
                <a:latin typeface="Nunito" pitchFamily="2" charset="0"/>
              </a:rPr>
              <a:t>Let’s first assume     is a binary unlabeled parse tree.</a:t>
            </a:r>
            <a:br>
              <a:rPr lang="en-US" sz="2400" dirty="0">
                <a:latin typeface="Nunito" pitchFamily="2" charset="0"/>
              </a:rPr>
            </a:br>
            <a:r>
              <a:rPr lang="en-US" sz="2400" dirty="0">
                <a:latin typeface="Nunito" pitchFamily="2" charset="0"/>
              </a:rPr>
              <a:t>(We’ll see any tree can be converted into binary without loss of </a:t>
            </a:r>
            <a:r>
              <a:rPr lang="en-US" sz="2400" dirty="0" err="1">
                <a:latin typeface="Nunito" pitchFamily="2" charset="0"/>
              </a:rPr>
              <a:t>geneality</a:t>
            </a:r>
            <a:r>
              <a:rPr lang="en-US" sz="2400" dirty="0">
                <a:latin typeface="Nunito" pitchFamily="2" charset="0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en-CA" sz="2000" dirty="0">
                <a:latin typeface="Nunito" pitchFamily="2" charset="0"/>
              </a:rPr>
              <a:t>Each node is either a terminal node or the parent of two other nodes.</a:t>
            </a:r>
          </a:p>
          <a:p>
            <a:pPr lvl="1">
              <a:lnSpc>
                <a:spcPct val="100000"/>
              </a:lnSpc>
            </a:pPr>
            <a:r>
              <a:rPr lang="en-CA" sz="2000" dirty="0">
                <a:latin typeface="Nunito" pitchFamily="2" charset="0"/>
              </a:rPr>
              <a:t>There is one root node.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3F29389-63B0-A0F4-4AA8-455A742AE1BF}"/>
              </a:ext>
            </a:extLst>
          </p:cNvPr>
          <p:cNvSpPr/>
          <p:nvPr/>
        </p:nvSpPr>
        <p:spPr>
          <a:xfrm>
            <a:off x="3629168" y="3489401"/>
            <a:ext cx="208533" cy="230912"/>
          </a:xfrm>
          <a:custGeom>
            <a:avLst/>
            <a:gdLst>
              <a:gd name="connsiteX0" fmla="*/ 227903 w 270550"/>
              <a:gd name="connsiteY0" fmla="*/ 201140 h 289616"/>
              <a:gd name="connsiteX1" fmla="*/ 269016 w 270550"/>
              <a:gd name="connsiteY1" fmla="*/ 36846 h 289616"/>
              <a:gd name="connsiteX2" fmla="*/ 270784 w 270550"/>
              <a:gd name="connsiteY2" fmla="*/ 25775 h 289616"/>
              <a:gd name="connsiteX3" fmla="*/ 247796 w 270550"/>
              <a:gd name="connsiteY3" fmla="*/ 3633 h 289616"/>
              <a:gd name="connsiteX4" fmla="*/ 213756 w 270550"/>
              <a:gd name="connsiteY4" fmla="*/ 38175 h 289616"/>
              <a:gd name="connsiteX5" fmla="*/ 202262 w 270550"/>
              <a:gd name="connsiteY5" fmla="*/ 84230 h 289616"/>
              <a:gd name="connsiteX6" fmla="*/ 188558 w 270550"/>
              <a:gd name="connsiteY6" fmla="*/ 139585 h 289616"/>
              <a:gd name="connsiteX7" fmla="*/ 179274 w 270550"/>
              <a:gd name="connsiteY7" fmla="*/ 159070 h 289616"/>
              <a:gd name="connsiteX8" fmla="*/ 132414 w 270550"/>
              <a:gd name="connsiteY8" fmla="*/ 183426 h 289616"/>
              <a:gd name="connsiteX9" fmla="*/ 102353 w 270550"/>
              <a:gd name="connsiteY9" fmla="*/ 151099 h 289616"/>
              <a:gd name="connsiteX10" fmla="*/ 127552 w 270550"/>
              <a:gd name="connsiteY10" fmla="*/ 64745 h 289616"/>
              <a:gd name="connsiteX11" fmla="*/ 134183 w 270550"/>
              <a:gd name="connsiteY11" fmla="*/ 40832 h 289616"/>
              <a:gd name="connsiteX12" fmla="*/ 77155 w 270550"/>
              <a:gd name="connsiteY12" fmla="*/ 91 h 289616"/>
              <a:gd name="connsiteX13" fmla="*/ 234 w 270550"/>
              <a:gd name="connsiteY13" fmla="*/ 69174 h 289616"/>
              <a:gd name="connsiteX14" fmla="*/ 14380 w 270550"/>
              <a:gd name="connsiteY14" fmla="*/ 77145 h 289616"/>
              <a:gd name="connsiteX15" fmla="*/ 28968 w 270550"/>
              <a:gd name="connsiteY15" fmla="*/ 67402 h 289616"/>
              <a:gd name="connsiteX16" fmla="*/ 74502 w 270550"/>
              <a:gd name="connsiteY16" fmla="*/ 20461 h 289616"/>
              <a:gd name="connsiteX17" fmla="*/ 82018 w 270550"/>
              <a:gd name="connsiteY17" fmla="*/ 31089 h 289616"/>
              <a:gd name="connsiteX18" fmla="*/ 74944 w 270550"/>
              <a:gd name="connsiteY18" fmla="*/ 56331 h 289616"/>
              <a:gd name="connsiteX19" fmla="*/ 49304 w 270550"/>
              <a:gd name="connsiteY19" fmla="*/ 142685 h 289616"/>
              <a:gd name="connsiteX20" fmla="*/ 128878 w 270550"/>
              <a:gd name="connsiteY20" fmla="*/ 203797 h 289616"/>
              <a:gd name="connsiteX21" fmla="*/ 175738 w 270550"/>
              <a:gd name="connsiteY21" fmla="*/ 190512 h 289616"/>
              <a:gd name="connsiteX22" fmla="*/ 94396 w 270550"/>
              <a:gd name="connsiteY22" fmla="*/ 269337 h 289616"/>
              <a:gd name="connsiteX23" fmla="*/ 71408 w 270550"/>
              <a:gd name="connsiteY23" fmla="*/ 265794 h 289616"/>
              <a:gd name="connsiteX24" fmla="*/ 86881 w 270550"/>
              <a:gd name="connsiteY24" fmla="*/ 237453 h 289616"/>
              <a:gd name="connsiteX25" fmla="*/ 62124 w 270550"/>
              <a:gd name="connsiteY25" fmla="*/ 213982 h 289616"/>
              <a:gd name="connsiteX26" fmla="*/ 26758 w 270550"/>
              <a:gd name="connsiteY26" fmla="*/ 250738 h 289616"/>
              <a:gd name="connsiteX27" fmla="*/ 93954 w 270550"/>
              <a:gd name="connsiteY27" fmla="*/ 289708 h 289616"/>
              <a:gd name="connsiteX28" fmla="*/ 227903 w 270550"/>
              <a:gd name="connsiteY28" fmla="*/ 201140 h 289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70550" h="289616">
                <a:moveTo>
                  <a:pt x="227903" y="201140"/>
                </a:moveTo>
                <a:lnTo>
                  <a:pt x="269016" y="36846"/>
                </a:lnTo>
                <a:cubicBezTo>
                  <a:pt x="270784" y="29761"/>
                  <a:pt x="270784" y="27547"/>
                  <a:pt x="270784" y="25775"/>
                </a:cubicBezTo>
                <a:cubicBezTo>
                  <a:pt x="270784" y="10276"/>
                  <a:pt x="258848" y="3633"/>
                  <a:pt x="247796" y="3633"/>
                </a:cubicBezTo>
                <a:cubicBezTo>
                  <a:pt x="222598" y="3633"/>
                  <a:pt x="216851" y="25775"/>
                  <a:pt x="213756" y="38175"/>
                </a:cubicBezTo>
                <a:lnTo>
                  <a:pt x="202262" y="84230"/>
                </a:lnTo>
                <a:lnTo>
                  <a:pt x="188558" y="139585"/>
                </a:lnTo>
                <a:cubicBezTo>
                  <a:pt x="185463" y="151542"/>
                  <a:pt x="185463" y="152427"/>
                  <a:pt x="179274" y="159070"/>
                </a:cubicBezTo>
                <a:cubicBezTo>
                  <a:pt x="167780" y="171912"/>
                  <a:pt x="152308" y="183426"/>
                  <a:pt x="132414" y="183426"/>
                </a:cubicBezTo>
                <a:cubicBezTo>
                  <a:pt x="102353" y="183426"/>
                  <a:pt x="102353" y="159956"/>
                  <a:pt x="102353" y="151099"/>
                </a:cubicBezTo>
                <a:cubicBezTo>
                  <a:pt x="102353" y="126743"/>
                  <a:pt x="114289" y="96630"/>
                  <a:pt x="127552" y="64745"/>
                </a:cubicBezTo>
                <a:cubicBezTo>
                  <a:pt x="132414" y="52346"/>
                  <a:pt x="134183" y="47474"/>
                  <a:pt x="134183" y="40832"/>
                </a:cubicBezTo>
                <a:cubicBezTo>
                  <a:pt x="134183" y="14262"/>
                  <a:pt x="105448" y="91"/>
                  <a:pt x="77155" y="91"/>
                </a:cubicBezTo>
                <a:cubicBezTo>
                  <a:pt x="26758" y="91"/>
                  <a:pt x="234" y="56331"/>
                  <a:pt x="234" y="69174"/>
                </a:cubicBezTo>
                <a:cubicBezTo>
                  <a:pt x="234" y="77145"/>
                  <a:pt x="7749" y="77145"/>
                  <a:pt x="14380" y="77145"/>
                </a:cubicBezTo>
                <a:cubicBezTo>
                  <a:pt x="25432" y="77145"/>
                  <a:pt x="26316" y="76259"/>
                  <a:pt x="28968" y="67402"/>
                </a:cubicBezTo>
                <a:cubicBezTo>
                  <a:pt x="36484" y="42160"/>
                  <a:pt x="55493" y="20461"/>
                  <a:pt x="74502" y="20461"/>
                </a:cubicBezTo>
                <a:cubicBezTo>
                  <a:pt x="77155" y="20461"/>
                  <a:pt x="82018" y="20461"/>
                  <a:pt x="82018" y="31089"/>
                </a:cubicBezTo>
                <a:cubicBezTo>
                  <a:pt x="82018" y="39503"/>
                  <a:pt x="78923" y="47474"/>
                  <a:pt x="74944" y="56331"/>
                </a:cubicBezTo>
                <a:cubicBezTo>
                  <a:pt x="58588" y="96187"/>
                  <a:pt x="49304" y="121871"/>
                  <a:pt x="49304" y="142685"/>
                </a:cubicBezTo>
                <a:cubicBezTo>
                  <a:pt x="49304" y="191840"/>
                  <a:pt x="91743" y="203797"/>
                  <a:pt x="128878" y="203797"/>
                </a:cubicBezTo>
                <a:cubicBezTo>
                  <a:pt x="142140" y="203797"/>
                  <a:pt x="154960" y="202468"/>
                  <a:pt x="175738" y="190512"/>
                </a:cubicBezTo>
                <a:cubicBezTo>
                  <a:pt x="164244" y="241881"/>
                  <a:pt x="126667" y="269337"/>
                  <a:pt x="94396" y="269337"/>
                </a:cubicBezTo>
                <a:cubicBezTo>
                  <a:pt x="90859" y="269337"/>
                  <a:pt x="81576" y="269337"/>
                  <a:pt x="71408" y="265794"/>
                </a:cubicBezTo>
                <a:cubicBezTo>
                  <a:pt x="83344" y="258266"/>
                  <a:pt x="86881" y="243209"/>
                  <a:pt x="86881" y="237453"/>
                </a:cubicBezTo>
                <a:cubicBezTo>
                  <a:pt x="86881" y="224610"/>
                  <a:pt x="77155" y="213982"/>
                  <a:pt x="62124" y="213982"/>
                </a:cubicBezTo>
                <a:cubicBezTo>
                  <a:pt x="42673" y="213982"/>
                  <a:pt x="26758" y="230810"/>
                  <a:pt x="26758" y="250738"/>
                </a:cubicBezTo>
                <a:cubicBezTo>
                  <a:pt x="26758" y="273323"/>
                  <a:pt x="49746" y="289708"/>
                  <a:pt x="93954" y="289708"/>
                </a:cubicBezTo>
                <a:cubicBezTo>
                  <a:pt x="147445" y="289708"/>
                  <a:pt x="213314" y="259595"/>
                  <a:pt x="227903" y="201140"/>
                </a:cubicBezTo>
                <a:close/>
              </a:path>
            </a:pathLst>
          </a:custGeom>
          <a:solidFill>
            <a:srgbClr val="000000"/>
          </a:solidFill>
          <a:ln w="25442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568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D1F2C-7428-85F8-D240-26CC033B6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1D659-15CF-C737-755F-C429E102F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Constituency Parsing: Inference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2A023-9FD8-03CB-FF22-B378D7B9E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21</a:t>
            </a:fld>
            <a:endParaRPr lang="en-CA"/>
          </a:p>
        </p:txBody>
      </p:sp>
      <p:grpSp>
        <p:nvGrpSpPr>
          <p:cNvPr id="3" name="Group 2" descr="\documentclass{article}&#10;\usepackage{amsmath,bm,amssymb}&#10;\pagestyle{empty}&#10;\begin{document}&#10;&#10;\newcommand{\score}{\textrm{score}}&#10;\newcommand{\classify}{\textrm{classify}}&#10;\newcommand{\bx}{\mathbf{x}}&#10;&#10;\begin{align*}&#10;\text{score}(\mathbf{x}, \bm{y}; \mathbf{w}) = \sum_{s \in \bm{y}} \text{span-score}(s;\mathbf{x}, \mathbf{w})&#10;\end{align*}&#10;&#10;&#10;\end{document}" title="IguanaTex Vector Display">
            <a:extLst>
              <a:ext uri="{FF2B5EF4-FFF2-40B4-BE49-F238E27FC236}">
                <a16:creationId xmlns:a16="http://schemas.microsoft.com/office/drawing/2014/main" id="{44C2D2DC-5B94-9E15-7CA4-50DB25FF4123}"/>
              </a:ext>
            </a:extLst>
          </p:cNvPr>
          <p:cNvGrpSpPr>
            <a:grpSpLocks noChangeAspect="1"/>
          </p:cNvGrpSpPr>
          <p:nvPr/>
        </p:nvGrpSpPr>
        <p:grpSpPr>
          <a:xfrm>
            <a:off x="3118021" y="1429050"/>
            <a:ext cx="5955958" cy="802700"/>
            <a:chOff x="6185654" y="7404634"/>
            <a:chExt cx="5955958" cy="802700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ADE2E8F-12B0-E5DF-E319-CF0F8BF1DDA6}"/>
                </a:ext>
              </a:extLst>
            </p:cNvPr>
            <p:cNvSpPr/>
            <p:nvPr/>
          </p:nvSpPr>
          <p:spPr>
            <a:xfrm>
              <a:off x="6185654" y="7584414"/>
              <a:ext cx="115675" cy="164378"/>
            </a:xfrm>
            <a:custGeom>
              <a:avLst/>
              <a:gdLst>
                <a:gd name="connsiteX0" fmla="*/ 62055 w 115675"/>
                <a:gd name="connsiteY0" fmla="*/ 91048 h 164378"/>
                <a:gd name="connsiteX1" fmla="*/ 98845 w 115675"/>
                <a:gd name="connsiteY1" fmla="*/ 123995 h 164378"/>
                <a:gd name="connsiteX2" fmla="*/ 58871 w 115675"/>
                <a:gd name="connsiteY2" fmla="*/ 156584 h 164378"/>
                <a:gd name="connsiteX3" fmla="*/ 9700 w 115675"/>
                <a:gd name="connsiteY3" fmla="*/ 105731 h 164378"/>
                <a:gd name="connsiteX4" fmla="*/ 4748 w 115675"/>
                <a:gd name="connsiteY4" fmla="*/ 99643 h 164378"/>
                <a:gd name="connsiteX5" fmla="*/ 149 w 115675"/>
                <a:gd name="connsiteY5" fmla="*/ 108596 h 164378"/>
                <a:gd name="connsiteX6" fmla="*/ 149 w 115675"/>
                <a:gd name="connsiteY6" fmla="*/ 155868 h 164378"/>
                <a:gd name="connsiteX7" fmla="*/ 4040 w 115675"/>
                <a:gd name="connsiteY7" fmla="*/ 164463 h 164378"/>
                <a:gd name="connsiteX8" fmla="*/ 12884 w 115675"/>
                <a:gd name="connsiteY8" fmla="*/ 157300 h 164378"/>
                <a:gd name="connsiteX9" fmla="*/ 19959 w 115675"/>
                <a:gd name="connsiteY9" fmla="*/ 149064 h 164378"/>
                <a:gd name="connsiteX10" fmla="*/ 58871 w 115675"/>
                <a:gd name="connsiteY10" fmla="*/ 164463 h 164378"/>
                <a:gd name="connsiteX11" fmla="*/ 115824 w 115675"/>
                <a:gd name="connsiteY11" fmla="*/ 114684 h 164378"/>
                <a:gd name="connsiteX12" fmla="*/ 100967 w 115675"/>
                <a:gd name="connsiteY12" fmla="*/ 80662 h 164378"/>
                <a:gd name="connsiteX13" fmla="*/ 60640 w 115675"/>
                <a:gd name="connsiteY13" fmla="*/ 63472 h 164378"/>
                <a:gd name="connsiteX14" fmla="*/ 17129 w 115675"/>
                <a:gd name="connsiteY14" fmla="*/ 34106 h 164378"/>
                <a:gd name="connsiteX15" fmla="*/ 56749 w 115675"/>
                <a:gd name="connsiteY15" fmla="*/ 6889 h 164378"/>
                <a:gd name="connsiteX16" fmla="*/ 98137 w 115675"/>
                <a:gd name="connsiteY16" fmla="*/ 50222 h 164378"/>
                <a:gd name="connsiteX17" fmla="*/ 102382 w 115675"/>
                <a:gd name="connsiteY17" fmla="*/ 53445 h 164378"/>
                <a:gd name="connsiteX18" fmla="*/ 106981 w 115675"/>
                <a:gd name="connsiteY18" fmla="*/ 44850 h 164378"/>
                <a:gd name="connsiteX19" fmla="*/ 106981 w 115675"/>
                <a:gd name="connsiteY19" fmla="*/ 8680 h 164378"/>
                <a:gd name="connsiteX20" fmla="*/ 103090 w 115675"/>
                <a:gd name="connsiteY20" fmla="*/ 85 h 164378"/>
                <a:gd name="connsiteX21" fmla="*/ 96015 w 115675"/>
                <a:gd name="connsiteY21" fmla="*/ 4382 h 164378"/>
                <a:gd name="connsiteX22" fmla="*/ 90001 w 115675"/>
                <a:gd name="connsiteY22" fmla="*/ 10112 h 164378"/>
                <a:gd name="connsiteX23" fmla="*/ 56749 w 115675"/>
                <a:gd name="connsiteY23" fmla="*/ 85 h 164378"/>
                <a:gd name="connsiteX24" fmla="*/ 149 w 115675"/>
                <a:gd name="connsiteY24" fmla="*/ 44134 h 164378"/>
                <a:gd name="connsiteX25" fmla="*/ 15360 w 115675"/>
                <a:gd name="connsiteY25" fmla="*/ 74574 h 164378"/>
                <a:gd name="connsiteX26" fmla="*/ 62055 w 115675"/>
                <a:gd name="connsiteY26" fmla="*/ 91048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675" h="164378">
                  <a:moveTo>
                    <a:pt x="62055" y="91048"/>
                  </a:moveTo>
                  <a:cubicBezTo>
                    <a:pt x="69837" y="92480"/>
                    <a:pt x="98845" y="98210"/>
                    <a:pt x="98845" y="123995"/>
                  </a:cubicBezTo>
                  <a:cubicBezTo>
                    <a:pt x="98845" y="142259"/>
                    <a:pt x="86463" y="156584"/>
                    <a:pt x="58871" y="156584"/>
                  </a:cubicBezTo>
                  <a:cubicBezTo>
                    <a:pt x="29156" y="156584"/>
                    <a:pt x="16421" y="136171"/>
                    <a:pt x="9700" y="105731"/>
                  </a:cubicBezTo>
                  <a:cubicBezTo>
                    <a:pt x="8639" y="101075"/>
                    <a:pt x="8285" y="99643"/>
                    <a:pt x="4748" y="99643"/>
                  </a:cubicBezTo>
                  <a:cubicBezTo>
                    <a:pt x="149" y="99643"/>
                    <a:pt x="149" y="102150"/>
                    <a:pt x="149" y="108596"/>
                  </a:cubicBezTo>
                  <a:lnTo>
                    <a:pt x="149" y="155868"/>
                  </a:lnTo>
                  <a:cubicBezTo>
                    <a:pt x="149" y="161956"/>
                    <a:pt x="149" y="164463"/>
                    <a:pt x="4040" y="164463"/>
                  </a:cubicBezTo>
                  <a:cubicBezTo>
                    <a:pt x="5809" y="164463"/>
                    <a:pt x="6163" y="164105"/>
                    <a:pt x="12884" y="157300"/>
                  </a:cubicBezTo>
                  <a:cubicBezTo>
                    <a:pt x="13591" y="156584"/>
                    <a:pt x="13591" y="155868"/>
                    <a:pt x="19959" y="149064"/>
                  </a:cubicBezTo>
                  <a:cubicBezTo>
                    <a:pt x="35524" y="164105"/>
                    <a:pt x="51442" y="164463"/>
                    <a:pt x="58871" y="164463"/>
                  </a:cubicBezTo>
                  <a:cubicBezTo>
                    <a:pt x="99552" y="164463"/>
                    <a:pt x="115824" y="140469"/>
                    <a:pt x="115824" y="114684"/>
                  </a:cubicBezTo>
                  <a:cubicBezTo>
                    <a:pt x="115824" y="95703"/>
                    <a:pt x="105212" y="84960"/>
                    <a:pt x="100967" y="80662"/>
                  </a:cubicBezTo>
                  <a:cubicBezTo>
                    <a:pt x="89293" y="69202"/>
                    <a:pt x="75497" y="66337"/>
                    <a:pt x="60640" y="63472"/>
                  </a:cubicBezTo>
                  <a:cubicBezTo>
                    <a:pt x="40830" y="59533"/>
                    <a:pt x="17129" y="54877"/>
                    <a:pt x="17129" y="34106"/>
                  </a:cubicBezTo>
                  <a:cubicBezTo>
                    <a:pt x="17129" y="21572"/>
                    <a:pt x="26326" y="6889"/>
                    <a:pt x="56749" y="6889"/>
                  </a:cubicBezTo>
                  <a:cubicBezTo>
                    <a:pt x="95661" y="6889"/>
                    <a:pt x="97430" y="39120"/>
                    <a:pt x="98137" y="50222"/>
                  </a:cubicBezTo>
                  <a:cubicBezTo>
                    <a:pt x="98491" y="53445"/>
                    <a:pt x="101675" y="53445"/>
                    <a:pt x="102382" y="53445"/>
                  </a:cubicBezTo>
                  <a:cubicBezTo>
                    <a:pt x="106981" y="53445"/>
                    <a:pt x="106981" y="51654"/>
                    <a:pt x="106981" y="44850"/>
                  </a:cubicBezTo>
                  <a:lnTo>
                    <a:pt x="106981" y="8680"/>
                  </a:lnTo>
                  <a:cubicBezTo>
                    <a:pt x="106981" y="2592"/>
                    <a:pt x="106981" y="85"/>
                    <a:pt x="103090" y="85"/>
                  </a:cubicBezTo>
                  <a:cubicBezTo>
                    <a:pt x="101321" y="85"/>
                    <a:pt x="100613" y="85"/>
                    <a:pt x="96015" y="4382"/>
                  </a:cubicBezTo>
                  <a:cubicBezTo>
                    <a:pt x="94953" y="5815"/>
                    <a:pt x="91416" y="9038"/>
                    <a:pt x="90001" y="10112"/>
                  </a:cubicBezTo>
                  <a:cubicBezTo>
                    <a:pt x="76559" y="85"/>
                    <a:pt x="62055" y="85"/>
                    <a:pt x="56749" y="85"/>
                  </a:cubicBezTo>
                  <a:cubicBezTo>
                    <a:pt x="13591" y="85"/>
                    <a:pt x="149" y="24079"/>
                    <a:pt x="149" y="44134"/>
                  </a:cubicBezTo>
                  <a:cubicBezTo>
                    <a:pt x="149" y="56668"/>
                    <a:pt x="5809" y="66695"/>
                    <a:pt x="15360" y="74574"/>
                  </a:cubicBezTo>
                  <a:cubicBezTo>
                    <a:pt x="26680" y="83885"/>
                    <a:pt x="36585" y="86034"/>
                    <a:pt x="62055" y="9104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C9AFF74-D701-B36D-D60C-56AC6A4FCF1D}"/>
                </a:ext>
              </a:extLst>
            </p:cNvPr>
            <p:cNvSpPr/>
            <p:nvPr/>
          </p:nvSpPr>
          <p:spPr>
            <a:xfrm>
              <a:off x="6325541" y="7584414"/>
              <a:ext cx="134777" cy="164378"/>
            </a:xfrm>
            <a:custGeom>
              <a:avLst/>
              <a:gdLst>
                <a:gd name="connsiteX0" fmla="*/ 29514 w 134777"/>
                <a:gd name="connsiteY0" fmla="*/ 82453 h 164378"/>
                <a:gd name="connsiteX1" fmla="*/ 77270 w 134777"/>
                <a:gd name="connsiteY1" fmla="*/ 9038 h 164378"/>
                <a:gd name="connsiteX2" fmla="*/ 115121 w 134777"/>
                <a:gd name="connsiteY2" fmla="*/ 22288 h 164378"/>
                <a:gd name="connsiteX3" fmla="*/ 98495 w 134777"/>
                <a:gd name="connsiteY3" fmla="*/ 38762 h 164378"/>
                <a:gd name="connsiteX4" fmla="*/ 114767 w 134777"/>
                <a:gd name="connsiteY4" fmla="*/ 55236 h 164378"/>
                <a:gd name="connsiteX5" fmla="*/ 131040 w 134777"/>
                <a:gd name="connsiteY5" fmla="*/ 38404 h 164378"/>
                <a:gd name="connsiteX6" fmla="*/ 76916 w 134777"/>
                <a:gd name="connsiteY6" fmla="*/ 85 h 164378"/>
                <a:gd name="connsiteX7" fmla="*/ 153 w 134777"/>
                <a:gd name="connsiteY7" fmla="*/ 83169 h 164378"/>
                <a:gd name="connsiteX8" fmla="*/ 76209 w 134777"/>
                <a:gd name="connsiteY8" fmla="*/ 164463 h 164378"/>
                <a:gd name="connsiteX9" fmla="*/ 134931 w 134777"/>
                <a:gd name="connsiteY9" fmla="*/ 117907 h 164378"/>
                <a:gd name="connsiteX10" fmla="*/ 130332 w 134777"/>
                <a:gd name="connsiteY10" fmla="*/ 114326 h 164378"/>
                <a:gd name="connsiteX11" fmla="*/ 125733 w 134777"/>
                <a:gd name="connsiteY11" fmla="*/ 117907 h 164378"/>
                <a:gd name="connsiteX12" fmla="*/ 79392 w 134777"/>
                <a:gd name="connsiteY12" fmla="*/ 155510 h 164378"/>
                <a:gd name="connsiteX13" fmla="*/ 29514 w 134777"/>
                <a:gd name="connsiteY13" fmla="*/ 82453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4777" h="164378">
                  <a:moveTo>
                    <a:pt x="29514" y="82453"/>
                  </a:moveTo>
                  <a:cubicBezTo>
                    <a:pt x="29514" y="24079"/>
                    <a:pt x="58521" y="9038"/>
                    <a:pt x="77270" y="9038"/>
                  </a:cubicBezTo>
                  <a:cubicBezTo>
                    <a:pt x="80454" y="9038"/>
                    <a:pt x="102740" y="9396"/>
                    <a:pt x="115121" y="22288"/>
                  </a:cubicBezTo>
                  <a:cubicBezTo>
                    <a:pt x="100617" y="23363"/>
                    <a:pt x="98495" y="34106"/>
                    <a:pt x="98495" y="38762"/>
                  </a:cubicBezTo>
                  <a:cubicBezTo>
                    <a:pt x="98495" y="48073"/>
                    <a:pt x="104862" y="55236"/>
                    <a:pt x="114767" y="55236"/>
                  </a:cubicBezTo>
                  <a:cubicBezTo>
                    <a:pt x="123965" y="55236"/>
                    <a:pt x="131040" y="49147"/>
                    <a:pt x="131040" y="38404"/>
                  </a:cubicBezTo>
                  <a:cubicBezTo>
                    <a:pt x="131040" y="14051"/>
                    <a:pt x="104155" y="85"/>
                    <a:pt x="76916" y="85"/>
                  </a:cubicBezTo>
                  <a:cubicBezTo>
                    <a:pt x="32698" y="85"/>
                    <a:pt x="153" y="38762"/>
                    <a:pt x="153" y="83169"/>
                  </a:cubicBezTo>
                  <a:cubicBezTo>
                    <a:pt x="153" y="129009"/>
                    <a:pt x="35174" y="164463"/>
                    <a:pt x="76209" y="164463"/>
                  </a:cubicBezTo>
                  <a:cubicBezTo>
                    <a:pt x="123611" y="164463"/>
                    <a:pt x="134931" y="121488"/>
                    <a:pt x="134931" y="117907"/>
                  </a:cubicBezTo>
                  <a:cubicBezTo>
                    <a:pt x="134931" y="114326"/>
                    <a:pt x="131393" y="114326"/>
                    <a:pt x="130332" y="114326"/>
                  </a:cubicBezTo>
                  <a:cubicBezTo>
                    <a:pt x="127148" y="114326"/>
                    <a:pt x="126441" y="115758"/>
                    <a:pt x="125733" y="117907"/>
                  </a:cubicBezTo>
                  <a:cubicBezTo>
                    <a:pt x="115475" y="151212"/>
                    <a:pt x="92481" y="155510"/>
                    <a:pt x="79392" y="155510"/>
                  </a:cubicBezTo>
                  <a:cubicBezTo>
                    <a:pt x="60644" y="155510"/>
                    <a:pt x="29514" y="140111"/>
                    <a:pt x="29514" y="82453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E7C6E90-5CC3-69AD-0183-6232B88000A1}"/>
                </a:ext>
              </a:extLst>
            </p:cNvPr>
            <p:cNvSpPr/>
            <p:nvPr/>
          </p:nvSpPr>
          <p:spPr>
            <a:xfrm>
              <a:off x="6480640" y="7584414"/>
              <a:ext cx="156710" cy="164378"/>
            </a:xfrm>
            <a:custGeom>
              <a:avLst/>
              <a:gdLst>
                <a:gd name="connsiteX0" fmla="*/ 156868 w 156710"/>
                <a:gd name="connsiteY0" fmla="*/ 83885 h 164378"/>
                <a:gd name="connsiteX1" fmla="*/ 78689 w 156710"/>
                <a:gd name="connsiteY1" fmla="*/ 85 h 164378"/>
                <a:gd name="connsiteX2" fmla="*/ 157 w 156710"/>
                <a:gd name="connsiteY2" fmla="*/ 83885 h 164378"/>
                <a:gd name="connsiteX3" fmla="*/ 78336 w 156710"/>
                <a:gd name="connsiteY3" fmla="*/ 164463 h 164378"/>
                <a:gd name="connsiteX4" fmla="*/ 156868 w 156710"/>
                <a:gd name="connsiteY4" fmla="*/ 83885 h 164378"/>
                <a:gd name="connsiteX5" fmla="*/ 78689 w 156710"/>
                <a:gd name="connsiteY5" fmla="*/ 155510 h 164378"/>
                <a:gd name="connsiteX6" fmla="*/ 38362 w 156710"/>
                <a:gd name="connsiteY6" fmla="*/ 131516 h 164378"/>
                <a:gd name="connsiteX7" fmla="*/ 29518 w 156710"/>
                <a:gd name="connsiteY7" fmla="*/ 81020 h 164378"/>
                <a:gd name="connsiteX8" fmla="*/ 38008 w 156710"/>
                <a:gd name="connsiteY8" fmla="*/ 31958 h 164378"/>
                <a:gd name="connsiteX9" fmla="*/ 78336 w 156710"/>
                <a:gd name="connsiteY9" fmla="*/ 7963 h 164378"/>
                <a:gd name="connsiteX10" fmla="*/ 118309 w 156710"/>
                <a:gd name="connsiteY10" fmla="*/ 31241 h 164378"/>
                <a:gd name="connsiteX11" fmla="*/ 127506 w 156710"/>
                <a:gd name="connsiteY11" fmla="*/ 81020 h 164378"/>
                <a:gd name="connsiteX12" fmla="*/ 119724 w 156710"/>
                <a:gd name="connsiteY12" fmla="*/ 129009 h 164378"/>
                <a:gd name="connsiteX13" fmla="*/ 78689 w 156710"/>
                <a:gd name="connsiteY13" fmla="*/ 155510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6710" h="164378">
                  <a:moveTo>
                    <a:pt x="156868" y="83885"/>
                  </a:moveTo>
                  <a:cubicBezTo>
                    <a:pt x="156868" y="38046"/>
                    <a:pt x="121493" y="85"/>
                    <a:pt x="78689" y="85"/>
                  </a:cubicBezTo>
                  <a:cubicBezTo>
                    <a:pt x="34471" y="85"/>
                    <a:pt x="157" y="39120"/>
                    <a:pt x="157" y="83885"/>
                  </a:cubicBezTo>
                  <a:cubicBezTo>
                    <a:pt x="157" y="130083"/>
                    <a:pt x="36947" y="164463"/>
                    <a:pt x="78336" y="164463"/>
                  </a:cubicBezTo>
                  <a:cubicBezTo>
                    <a:pt x="121139" y="164463"/>
                    <a:pt x="156868" y="129367"/>
                    <a:pt x="156868" y="83885"/>
                  </a:cubicBezTo>
                  <a:close/>
                  <a:moveTo>
                    <a:pt x="78689" y="155510"/>
                  </a:moveTo>
                  <a:cubicBezTo>
                    <a:pt x="63478" y="155510"/>
                    <a:pt x="47913" y="147989"/>
                    <a:pt x="38362" y="131516"/>
                  </a:cubicBezTo>
                  <a:cubicBezTo>
                    <a:pt x="29518" y="115758"/>
                    <a:pt x="29518" y="93913"/>
                    <a:pt x="29518" y="81020"/>
                  </a:cubicBezTo>
                  <a:cubicBezTo>
                    <a:pt x="29518" y="67054"/>
                    <a:pt x="29518" y="47715"/>
                    <a:pt x="38008" y="31958"/>
                  </a:cubicBezTo>
                  <a:cubicBezTo>
                    <a:pt x="47560" y="15484"/>
                    <a:pt x="64186" y="7963"/>
                    <a:pt x="78336" y="7963"/>
                  </a:cubicBezTo>
                  <a:cubicBezTo>
                    <a:pt x="93901" y="7963"/>
                    <a:pt x="109112" y="15842"/>
                    <a:pt x="118309" y="31241"/>
                  </a:cubicBezTo>
                  <a:cubicBezTo>
                    <a:pt x="127507" y="46641"/>
                    <a:pt x="127506" y="67412"/>
                    <a:pt x="127506" y="81020"/>
                  </a:cubicBezTo>
                  <a:cubicBezTo>
                    <a:pt x="127506" y="93913"/>
                    <a:pt x="127506" y="113251"/>
                    <a:pt x="119724" y="129009"/>
                  </a:cubicBezTo>
                  <a:cubicBezTo>
                    <a:pt x="111942" y="145124"/>
                    <a:pt x="96377" y="155510"/>
                    <a:pt x="78689" y="155510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1F8C405-1108-997C-C120-AA934C6DDAE5}"/>
                </a:ext>
              </a:extLst>
            </p:cNvPr>
            <p:cNvSpPr/>
            <p:nvPr/>
          </p:nvSpPr>
          <p:spPr>
            <a:xfrm>
              <a:off x="6657515" y="7586563"/>
              <a:ext cx="118859" cy="158290"/>
            </a:xfrm>
            <a:custGeom>
              <a:avLst/>
              <a:gdLst>
                <a:gd name="connsiteX0" fmla="*/ 49333 w 118859"/>
                <a:gd name="connsiteY0" fmla="*/ 39478 h 158290"/>
                <a:gd name="connsiteX1" fmla="*/ 49333 w 118859"/>
                <a:gd name="connsiteY1" fmla="*/ 85 h 158290"/>
                <a:gd name="connsiteX2" fmla="*/ 162 w 118859"/>
                <a:gd name="connsiteY2" fmla="*/ 4024 h 158290"/>
                <a:gd name="connsiteX3" fmla="*/ 162 w 118859"/>
                <a:gd name="connsiteY3" fmla="*/ 15126 h 158290"/>
                <a:gd name="connsiteX4" fmla="*/ 27755 w 118859"/>
                <a:gd name="connsiteY4" fmla="*/ 35181 h 158290"/>
                <a:gd name="connsiteX5" fmla="*/ 27755 w 118859"/>
                <a:gd name="connsiteY5" fmla="*/ 131157 h 158290"/>
                <a:gd name="connsiteX6" fmla="*/ 162 w 118859"/>
                <a:gd name="connsiteY6" fmla="*/ 147273 h 158290"/>
                <a:gd name="connsiteX7" fmla="*/ 162 w 118859"/>
                <a:gd name="connsiteY7" fmla="*/ 158375 h 158290"/>
                <a:gd name="connsiteX8" fmla="*/ 40490 w 118859"/>
                <a:gd name="connsiteY8" fmla="*/ 157300 h 158290"/>
                <a:gd name="connsiteX9" fmla="*/ 85416 w 118859"/>
                <a:gd name="connsiteY9" fmla="*/ 158375 h 158290"/>
                <a:gd name="connsiteX10" fmla="*/ 85416 w 118859"/>
                <a:gd name="connsiteY10" fmla="*/ 147273 h 158290"/>
                <a:gd name="connsiteX11" fmla="*/ 77987 w 118859"/>
                <a:gd name="connsiteY11" fmla="*/ 147273 h 158290"/>
                <a:gd name="connsiteX12" fmla="*/ 51102 w 118859"/>
                <a:gd name="connsiteY12" fmla="*/ 130441 h 158290"/>
                <a:gd name="connsiteX13" fmla="*/ 51102 w 118859"/>
                <a:gd name="connsiteY13" fmla="*/ 75290 h 158290"/>
                <a:gd name="connsiteX14" fmla="*/ 92844 w 118859"/>
                <a:gd name="connsiteY14" fmla="*/ 7963 h 158290"/>
                <a:gd name="connsiteX15" fmla="*/ 96735 w 118859"/>
                <a:gd name="connsiteY15" fmla="*/ 8322 h 158290"/>
                <a:gd name="connsiteX16" fmla="*/ 88599 w 118859"/>
                <a:gd name="connsiteY16" fmla="*/ 22288 h 158290"/>
                <a:gd name="connsiteX17" fmla="*/ 103810 w 118859"/>
                <a:gd name="connsiteY17" fmla="*/ 37688 h 158290"/>
                <a:gd name="connsiteX18" fmla="*/ 119022 w 118859"/>
                <a:gd name="connsiteY18" fmla="*/ 21930 h 158290"/>
                <a:gd name="connsiteX19" fmla="*/ 92844 w 118859"/>
                <a:gd name="connsiteY19" fmla="*/ 85 h 158290"/>
                <a:gd name="connsiteX20" fmla="*/ 49333 w 118859"/>
                <a:gd name="connsiteY20" fmla="*/ 39478 h 158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8859" h="158290">
                  <a:moveTo>
                    <a:pt x="49333" y="39478"/>
                  </a:moveTo>
                  <a:lnTo>
                    <a:pt x="49333" y="85"/>
                  </a:lnTo>
                  <a:lnTo>
                    <a:pt x="162" y="4024"/>
                  </a:lnTo>
                  <a:lnTo>
                    <a:pt x="162" y="15126"/>
                  </a:lnTo>
                  <a:cubicBezTo>
                    <a:pt x="24925" y="15126"/>
                    <a:pt x="27755" y="17633"/>
                    <a:pt x="27755" y="35181"/>
                  </a:cubicBezTo>
                  <a:lnTo>
                    <a:pt x="27755" y="131157"/>
                  </a:lnTo>
                  <a:cubicBezTo>
                    <a:pt x="27755" y="147273"/>
                    <a:pt x="23864" y="147273"/>
                    <a:pt x="162" y="147273"/>
                  </a:cubicBezTo>
                  <a:lnTo>
                    <a:pt x="162" y="158375"/>
                  </a:lnTo>
                  <a:cubicBezTo>
                    <a:pt x="13959" y="158017"/>
                    <a:pt x="30585" y="157300"/>
                    <a:pt x="40490" y="157300"/>
                  </a:cubicBezTo>
                  <a:cubicBezTo>
                    <a:pt x="54640" y="157300"/>
                    <a:pt x="71266" y="157300"/>
                    <a:pt x="85416" y="158375"/>
                  </a:cubicBezTo>
                  <a:lnTo>
                    <a:pt x="85416" y="147273"/>
                  </a:lnTo>
                  <a:lnTo>
                    <a:pt x="77987" y="147273"/>
                  </a:lnTo>
                  <a:cubicBezTo>
                    <a:pt x="51810" y="147273"/>
                    <a:pt x="51102" y="143334"/>
                    <a:pt x="51102" y="130441"/>
                  </a:cubicBezTo>
                  <a:lnTo>
                    <a:pt x="51102" y="75290"/>
                  </a:lnTo>
                  <a:cubicBezTo>
                    <a:pt x="51102" y="39836"/>
                    <a:pt x="65959" y="7963"/>
                    <a:pt x="92844" y="7963"/>
                  </a:cubicBezTo>
                  <a:cubicBezTo>
                    <a:pt x="95320" y="7963"/>
                    <a:pt x="96028" y="7963"/>
                    <a:pt x="96735" y="8322"/>
                  </a:cubicBezTo>
                  <a:cubicBezTo>
                    <a:pt x="95674" y="8680"/>
                    <a:pt x="88599" y="12977"/>
                    <a:pt x="88599" y="22288"/>
                  </a:cubicBezTo>
                  <a:cubicBezTo>
                    <a:pt x="88599" y="32316"/>
                    <a:pt x="96028" y="37688"/>
                    <a:pt x="103810" y="37688"/>
                  </a:cubicBezTo>
                  <a:cubicBezTo>
                    <a:pt x="110178" y="37688"/>
                    <a:pt x="119022" y="33390"/>
                    <a:pt x="119022" y="21930"/>
                  </a:cubicBezTo>
                  <a:cubicBezTo>
                    <a:pt x="119022" y="10470"/>
                    <a:pt x="108055" y="85"/>
                    <a:pt x="92844" y="85"/>
                  </a:cubicBezTo>
                  <a:cubicBezTo>
                    <a:pt x="67021" y="85"/>
                    <a:pt x="54286" y="24079"/>
                    <a:pt x="49333" y="3947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984EB9C-E273-9F53-D982-214A91EB1C1A}"/>
                </a:ext>
              </a:extLst>
            </p:cNvPr>
            <p:cNvSpPr/>
            <p:nvPr/>
          </p:nvSpPr>
          <p:spPr>
            <a:xfrm>
              <a:off x="6796066" y="7584414"/>
              <a:ext cx="136900" cy="164378"/>
            </a:xfrm>
            <a:custGeom>
              <a:avLst/>
              <a:gdLst>
                <a:gd name="connsiteX0" fmla="*/ 29881 w 136900"/>
                <a:gd name="connsiteY0" fmla="*/ 70277 h 164378"/>
                <a:gd name="connsiteX1" fmla="*/ 73746 w 136900"/>
                <a:gd name="connsiteY1" fmla="*/ 7963 h 164378"/>
                <a:gd name="connsiteX2" fmla="*/ 113719 w 136900"/>
                <a:gd name="connsiteY2" fmla="*/ 70277 h 164378"/>
                <a:gd name="connsiteX3" fmla="*/ 29881 w 136900"/>
                <a:gd name="connsiteY3" fmla="*/ 70277 h 164378"/>
                <a:gd name="connsiteX4" fmla="*/ 29527 w 136900"/>
                <a:gd name="connsiteY4" fmla="*/ 77797 h 164378"/>
                <a:gd name="connsiteX5" fmla="*/ 128223 w 136900"/>
                <a:gd name="connsiteY5" fmla="*/ 77797 h 164378"/>
                <a:gd name="connsiteX6" fmla="*/ 137067 w 136900"/>
                <a:gd name="connsiteY6" fmla="*/ 70277 h 164378"/>
                <a:gd name="connsiteX7" fmla="*/ 73746 w 136900"/>
                <a:gd name="connsiteY7" fmla="*/ 85 h 164378"/>
                <a:gd name="connsiteX8" fmla="*/ 166 w 136900"/>
                <a:gd name="connsiteY8" fmla="*/ 81737 h 164378"/>
                <a:gd name="connsiteX9" fmla="*/ 77991 w 136900"/>
                <a:gd name="connsiteY9" fmla="*/ 164463 h 164378"/>
                <a:gd name="connsiteX10" fmla="*/ 137067 w 136900"/>
                <a:gd name="connsiteY10" fmla="*/ 117907 h 164378"/>
                <a:gd name="connsiteX11" fmla="*/ 132468 w 136900"/>
                <a:gd name="connsiteY11" fmla="*/ 113609 h 164378"/>
                <a:gd name="connsiteX12" fmla="*/ 127869 w 136900"/>
                <a:gd name="connsiteY12" fmla="*/ 118623 h 164378"/>
                <a:gd name="connsiteX13" fmla="*/ 80113 w 136900"/>
                <a:gd name="connsiteY13" fmla="*/ 155510 h 164378"/>
                <a:gd name="connsiteX14" fmla="*/ 40140 w 136900"/>
                <a:gd name="connsiteY14" fmla="*/ 131516 h 164378"/>
                <a:gd name="connsiteX15" fmla="*/ 29527 w 136900"/>
                <a:gd name="connsiteY15" fmla="*/ 77797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900" h="164378">
                  <a:moveTo>
                    <a:pt x="29881" y="70277"/>
                  </a:moveTo>
                  <a:cubicBezTo>
                    <a:pt x="32004" y="16916"/>
                    <a:pt x="61718" y="7963"/>
                    <a:pt x="73746" y="7963"/>
                  </a:cubicBezTo>
                  <a:cubicBezTo>
                    <a:pt x="110182" y="7963"/>
                    <a:pt x="113719" y="56310"/>
                    <a:pt x="113719" y="70277"/>
                  </a:cubicBezTo>
                  <a:lnTo>
                    <a:pt x="29881" y="70277"/>
                  </a:lnTo>
                  <a:close/>
                  <a:moveTo>
                    <a:pt x="29527" y="77797"/>
                  </a:moveTo>
                  <a:lnTo>
                    <a:pt x="128223" y="77797"/>
                  </a:lnTo>
                  <a:cubicBezTo>
                    <a:pt x="136005" y="77797"/>
                    <a:pt x="137067" y="77797"/>
                    <a:pt x="137067" y="70277"/>
                  </a:cubicBezTo>
                  <a:cubicBezTo>
                    <a:pt x="137067" y="34823"/>
                    <a:pt x="117964" y="85"/>
                    <a:pt x="73746" y="85"/>
                  </a:cubicBezTo>
                  <a:cubicBezTo>
                    <a:pt x="32711" y="85"/>
                    <a:pt x="166" y="36971"/>
                    <a:pt x="166" y="81737"/>
                  </a:cubicBezTo>
                  <a:cubicBezTo>
                    <a:pt x="166" y="129725"/>
                    <a:pt x="37310" y="164463"/>
                    <a:pt x="77991" y="164463"/>
                  </a:cubicBezTo>
                  <a:cubicBezTo>
                    <a:pt x="121148" y="164463"/>
                    <a:pt x="137067" y="124711"/>
                    <a:pt x="137067" y="117907"/>
                  </a:cubicBezTo>
                  <a:cubicBezTo>
                    <a:pt x="137067" y="114326"/>
                    <a:pt x="134237" y="113609"/>
                    <a:pt x="132468" y="113609"/>
                  </a:cubicBezTo>
                  <a:cubicBezTo>
                    <a:pt x="129284" y="113609"/>
                    <a:pt x="128577" y="115758"/>
                    <a:pt x="127869" y="118623"/>
                  </a:cubicBezTo>
                  <a:cubicBezTo>
                    <a:pt x="115488" y="155510"/>
                    <a:pt x="83651" y="155510"/>
                    <a:pt x="80113" y="155510"/>
                  </a:cubicBezTo>
                  <a:cubicBezTo>
                    <a:pt x="62426" y="155510"/>
                    <a:pt x="48276" y="144766"/>
                    <a:pt x="40140" y="131516"/>
                  </a:cubicBezTo>
                  <a:cubicBezTo>
                    <a:pt x="29527" y="114326"/>
                    <a:pt x="29527" y="90690"/>
                    <a:pt x="29527" y="77797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5D5FCDA-29EE-085D-00A0-63472846E80B}"/>
                </a:ext>
              </a:extLst>
            </p:cNvPr>
            <p:cNvSpPr/>
            <p:nvPr/>
          </p:nvSpPr>
          <p:spPr>
            <a:xfrm>
              <a:off x="6978402" y="7476261"/>
              <a:ext cx="82069" cy="358122"/>
            </a:xfrm>
            <a:custGeom>
              <a:avLst/>
              <a:gdLst>
                <a:gd name="connsiteX0" fmla="*/ 82240 w 82069"/>
                <a:gd name="connsiteY0" fmla="*/ 354626 h 358122"/>
                <a:gd name="connsiteX1" fmla="*/ 76226 w 82069"/>
                <a:gd name="connsiteY1" fmla="*/ 346747 h 358122"/>
                <a:gd name="connsiteX2" fmla="*/ 20688 w 82069"/>
                <a:gd name="connsiteY2" fmla="*/ 179146 h 358122"/>
                <a:gd name="connsiteX3" fmla="*/ 77641 w 82069"/>
                <a:gd name="connsiteY3" fmla="*/ 9754 h 358122"/>
                <a:gd name="connsiteX4" fmla="*/ 82240 w 82069"/>
                <a:gd name="connsiteY4" fmla="*/ 3666 h 358122"/>
                <a:gd name="connsiteX5" fmla="*/ 78703 w 82069"/>
                <a:gd name="connsiteY5" fmla="*/ 85 h 358122"/>
                <a:gd name="connsiteX6" fmla="*/ 22457 w 82069"/>
                <a:gd name="connsiteY6" fmla="*/ 69919 h 358122"/>
                <a:gd name="connsiteX7" fmla="*/ 171 w 82069"/>
                <a:gd name="connsiteY7" fmla="*/ 179146 h 358122"/>
                <a:gd name="connsiteX8" fmla="*/ 23518 w 82069"/>
                <a:gd name="connsiteY8" fmla="*/ 290880 h 358122"/>
                <a:gd name="connsiteX9" fmla="*/ 78703 w 82069"/>
                <a:gd name="connsiteY9" fmla="*/ 358207 h 358122"/>
                <a:gd name="connsiteX10" fmla="*/ 82240 w 82069"/>
                <a:gd name="connsiteY10" fmla="*/ 354626 h 358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58122">
                  <a:moveTo>
                    <a:pt x="82240" y="354626"/>
                  </a:moveTo>
                  <a:cubicBezTo>
                    <a:pt x="82240" y="353551"/>
                    <a:pt x="82240" y="352835"/>
                    <a:pt x="76226" y="346747"/>
                  </a:cubicBezTo>
                  <a:cubicBezTo>
                    <a:pt x="32008" y="301624"/>
                    <a:pt x="20688" y="233939"/>
                    <a:pt x="20688" y="179146"/>
                  </a:cubicBezTo>
                  <a:cubicBezTo>
                    <a:pt x="20688" y="116833"/>
                    <a:pt x="34131" y="54519"/>
                    <a:pt x="77641" y="9754"/>
                  </a:cubicBezTo>
                  <a:cubicBezTo>
                    <a:pt x="82240" y="5457"/>
                    <a:pt x="82240" y="4740"/>
                    <a:pt x="82240" y="3666"/>
                  </a:cubicBezTo>
                  <a:cubicBezTo>
                    <a:pt x="82240" y="1159"/>
                    <a:pt x="80825" y="85"/>
                    <a:pt x="78703" y="85"/>
                  </a:cubicBezTo>
                  <a:cubicBezTo>
                    <a:pt x="75165" y="85"/>
                    <a:pt x="43328" y="24437"/>
                    <a:pt x="22457" y="69919"/>
                  </a:cubicBezTo>
                  <a:cubicBezTo>
                    <a:pt x="4416" y="109312"/>
                    <a:pt x="171" y="149064"/>
                    <a:pt x="171" y="179146"/>
                  </a:cubicBezTo>
                  <a:cubicBezTo>
                    <a:pt x="171" y="207079"/>
                    <a:pt x="4062" y="250412"/>
                    <a:pt x="23518" y="290880"/>
                  </a:cubicBezTo>
                  <a:cubicBezTo>
                    <a:pt x="44743" y="334929"/>
                    <a:pt x="75165" y="358207"/>
                    <a:pt x="78703" y="358207"/>
                  </a:cubicBezTo>
                  <a:cubicBezTo>
                    <a:pt x="80825" y="358207"/>
                    <a:pt x="82240" y="357133"/>
                    <a:pt x="82240" y="354626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478D9E3-C4AC-A883-E771-0198A73E1315}"/>
                </a:ext>
              </a:extLst>
            </p:cNvPr>
            <p:cNvSpPr/>
            <p:nvPr/>
          </p:nvSpPr>
          <p:spPr>
            <a:xfrm>
              <a:off x="7088732" y="7585846"/>
              <a:ext cx="199159" cy="159006"/>
            </a:xfrm>
            <a:custGeom>
              <a:avLst/>
              <a:gdLst>
                <a:gd name="connsiteX0" fmla="*/ 114789 w 199159"/>
                <a:gd name="connsiteY0" fmla="*/ 70993 h 159006"/>
                <a:gd name="connsiteX1" fmla="*/ 156177 w 199159"/>
                <a:gd name="connsiteY1" fmla="*/ 24437 h 159006"/>
                <a:gd name="connsiteX2" fmla="*/ 192259 w 199159"/>
                <a:gd name="connsiteY2" fmla="*/ 16916 h 159006"/>
                <a:gd name="connsiteX3" fmla="*/ 192259 w 199159"/>
                <a:gd name="connsiteY3" fmla="*/ 85 h 159006"/>
                <a:gd name="connsiteX4" fmla="*/ 159715 w 199159"/>
                <a:gd name="connsiteY4" fmla="*/ 1159 h 159006"/>
                <a:gd name="connsiteX5" fmla="*/ 123279 w 199159"/>
                <a:gd name="connsiteY5" fmla="*/ 85 h 159006"/>
                <a:gd name="connsiteX6" fmla="*/ 123279 w 199159"/>
                <a:gd name="connsiteY6" fmla="*/ 16916 h 159006"/>
                <a:gd name="connsiteX7" fmla="*/ 136721 w 199159"/>
                <a:gd name="connsiteY7" fmla="*/ 20140 h 159006"/>
                <a:gd name="connsiteX8" fmla="*/ 133891 w 199159"/>
                <a:gd name="connsiteY8" fmla="*/ 24437 h 159006"/>
                <a:gd name="connsiteX9" fmla="*/ 104176 w 199159"/>
                <a:gd name="connsiteY9" fmla="*/ 58100 h 159006"/>
                <a:gd name="connsiteX10" fmla="*/ 69509 w 199159"/>
                <a:gd name="connsiteY10" fmla="*/ 16916 h 159006"/>
                <a:gd name="connsiteX11" fmla="*/ 83659 w 199159"/>
                <a:gd name="connsiteY11" fmla="*/ 16916 h 159006"/>
                <a:gd name="connsiteX12" fmla="*/ 83659 w 199159"/>
                <a:gd name="connsiteY12" fmla="*/ 85 h 159006"/>
                <a:gd name="connsiteX13" fmla="*/ 40856 w 199159"/>
                <a:gd name="connsiteY13" fmla="*/ 1159 h 159006"/>
                <a:gd name="connsiteX14" fmla="*/ 1943 w 199159"/>
                <a:gd name="connsiteY14" fmla="*/ 85 h 159006"/>
                <a:gd name="connsiteX15" fmla="*/ 1943 w 199159"/>
                <a:gd name="connsiteY15" fmla="*/ 16916 h 159006"/>
                <a:gd name="connsiteX16" fmla="*/ 27059 w 199159"/>
                <a:gd name="connsiteY16" fmla="*/ 16916 h 159006"/>
                <a:gd name="connsiteX17" fmla="*/ 82244 w 199159"/>
                <a:gd name="connsiteY17" fmla="*/ 82811 h 159006"/>
                <a:gd name="connsiteX18" fmla="*/ 35903 w 199159"/>
                <a:gd name="connsiteY18" fmla="*/ 135455 h 159006"/>
                <a:gd name="connsiteX19" fmla="*/ 175 w 199159"/>
                <a:gd name="connsiteY19" fmla="*/ 142259 h 159006"/>
                <a:gd name="connsiteX20" fmla="*/ 175 w 199159"/>
                <a:gd name="connsiteY20" fmla="*/ 159091 h 159006"/>
                <a:gd name="connsiteX21" fmla="*/ 32719 w 199159"/>
                <a:gd name="connsiteY21" fmla="*/ 158017 h 159006"/>
                <a:gd name="connsiteX22" fmla="*/ 69155 w 199159"/>
                <a:gd name="connsiteY22" fmla="*/ 159091 h 159006"/>
                <a:gd name="connsiteX23" fmla="*/ 69155 w 199159"/>
                <a:gd name="connsiteY23" fmla="*/ 142259 h 159006"/>
                <a:gd name="connsiteX24" fmla="*/ 56067 w 199159"/>
                <a:gd name="connsiteY24" fmla="*/ 138320 h 159006"/>
                <a:gd name="connsiteX25" fmla="*/ 58543 w 199159"/>
                <a:gd name="connsiteY25" fmla="*/ 134739 h 159006"/>
                <a:gd name="connsiteX26" fmla="*/ 92856 w 199159"/>
                <a:gd name="connsiteY26" fmla="*/ 95703 h 159006"/>
                <a:gd name="connsiteX27" fmla="*/ 131769 w 199159"/>
                <a:gd name="connsiteY27" fmla="*/ 142259 h 159006"/>
                <a:gd name="connsiteX28" fmla="*/ 117973 w 199159"/>
                <a:gd name="connsiteY28" fmla="*/ 142259 h 159006"/>
                <a:gd name="connsiteX29" fmla="*/ 117973 w 199159"/>
                <a:gd name="connsiteY29" fmla="*/ 159091 h 159006"/>
                <a:gd name="connsiteX30" fmla="*/ 160422 w 199159"/>
                <a:gd name="connsiteY30" fmla="*/ 158017 h 159006"/>
                <a:gd name="connsiteX31" fmla="*/ 199334 w 199159"/>
                <a:gd name="connsiteY31" fmla="*/ 159091 h 159006"/>
                <a:gd name="connsiteX32" fmla="*/ 199334 w 199159"/>
                <a:gd name="connsiteY32" fmla="*/ 142259 h 159006"/>
                <a:gd name="connsiteX33" fmla="*/ 174218 w 199159"/>
                <a:gd name="connsiteY33" fmla="*/ 142259 h 159006"/>
                <a:gd name="connsiteX34" fmla="*/ 114789 w 199159"/>
                <a:gd name="connsiteY34" fmla="*/ 70993 h 159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9159" h="159006">
                  <a:moveTo>
                    <a:pt x="114789" y="70993"/>
                  </a:moveTo>
                  <a:lnTo>
                    <a:pt x="156177" y="24437"/>
                  </a:lnTo>
                  <a:cubicBezTo>
                    <a:pt x="160776" y="19423"/>
                    <a:pt x="162898" y="16916"/>
                    <a:pt x="192259" y="16916"/>
                  </a:cubicBezTo>
                  <a:lnTo>
                    <a:pt x="192259" y="85"/>
                  </a:lnTo>
                  <a:cubicBezTo>
                    <a:pt x="179878" y="801"/>
                    <a:pt x="161483" y="1159"/>
                    <a:pt x="159715" y="1159"/>
                  </a:cubicBezTo>
                  <a:cubicBezTo>
                    <a:pt x="150871" y="1159"/>
                    <a:pt x="133184" y="443"/>
                    <a:pt x="123279" y="85"/>
                  </a:cubicBezTo>
                  <a:lnTo>
                    <a:pt x="123279" y="16916"/>
                  </a:lnTo>
                  <a:cubicBezTo>
                    <a:pt x="128231" y="16916"/>
                    <a:pt x="132476" y="17633"/>
                    <a:pt x="136721" y="20140"/>
                  </a:cubicBezTo>
                  <a:cubicBezTo>
                    <a:pt x="135306" y="22288"/>
                    <a:pt x="135306" y="23005"/>
                    <a:pt x="133891" y="24437"/>
                  </a:cubicBezTo>
                  <a:lnTo>
                    <a:pt x="104176" y="58100"/>
                  </a:lnTo>
                  <a:lnTo>
                    <a:pt x="69509" y="16916"/>
                  </a:lnTo>
                  <a:lnTo>
                    <a:pt x="83659" y="16916"/>
                  </a:lnTo>
                  <a:lnTo>
                    <a:pt x="83659" y="85"/>
                  </a:lnTo>
                  <a:cubicBezTo>
                    <a:pt x="74462" y="443"/>
                    <a:pt x="52175" y="1159"/>
                    <a:pt x="40856" y="1159"/>
                  </a:cubicBezTo>
                  <a:cubicBezTo>
                    <a:pt x="29536" y="1159"/>
                    <a:pt x="13617" y="443"/>
                    <a:pt x="1943" y="85"/>
                  </a:cubicBezTo>
                  <a:lnTo>
                    <a:pt x="1943" y="16916"/>
                  </a:lnTo>
                  <a:lnTo>
                    <a:pt x="27059" y="16916"/>
                  </a:lnTo>
                  <a:lnTo>
                    <a:pt x="82244" y="82811"/>
                  </a:lnTo>
                  <a:lnTo>
                    <a:pt x="35903" y="135455"/>
                  </a:lnTo>
                  <a:cubicBezTo>
                    <a:pt x="29889" y="142259"/>
                    <a:pt x="17155" y="142259"/>
                    <a:pt x="175" y="142259"/>
                  </a:cubicBezTo>
                  <a:lnTo>
                    <a:pt x="175" y="159091"/>
                  </a:lnTo>
                  <a:cubicBezTo>
                    <a:pt x="12556" y="158375"/>
                    <a:pt x="30951" y="158017"/>
                    <a:pt x="32719" y="158017"/>
                  </a:cubicBezTo>
                  <a:cubicBezTo>
                    <a:pt x="41563" y="158017"/>
                    <a:pt x="62080" y="158733"/>
                    <a:pt x="69155" y="159091"/>
                  </a:cubicBezTo>
                  <a:lnTo>
                    <a:pt x="69155" y="142259"/>
                  </a:lnTo>
                  <a:cubicBezTo>
                    <a:pt x="62788" y="142259"/>
                    <a:pt x="56067" y="140469"/>
                    <a:pt x="56067" y="138320"/>
                  </a:cubicBezTo>
                  <a:cubicBezTo>
                    <a:pt x="56067" y="137962"/>
                    <a:pt x="56067" y="137604"/>
                    <a:pt x="58543" y="134739"/>
                  </a:cubicBezTo>
                  <a:lnTo>
                    <a:pt x="92856" y="95703"/>
                  </a:lnTo>
                  <a:lnTo>
                    <a:pt x="131769" y="142259"/>
                  </a:lnTo>
                  <a:lnTo>
                    <a:pt x="117973" y="142259"/>
                  </a:lnTo>
                  <a:lnTo>
                    <a:pt x="117973" y="159091"/>
                  </a:lnTo>
                  <a:cubicBezTo>
                    <a:pt x="127170" y="158733"/>
                    <a:pt x="148749" y="158017"/>
                    <a:pt x="160422" y="158017"/>
                  </a:cubicBezTo>
                  <a:cubicBezTo>
                    <a:pt x="171742" y="158017"/>
                    <a:pt x="187661" y="158733"/>
                    <a:pt x="199334" y="159091"/>
                  </a:cubicBezTo>
                  <a:lnTo>
                    <a:pt x="199334" y="142259"/>
                  </a:lnTo>
                  <a:lnTo>
                    <a:pt x="174218" y="142259"/>
                  </a:lnTo>
                  <a:lnTo>
                    <a:pt x="114789" y="70993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E48CB1D-D806-7847-91B7-340DA2D22701}"/>
                </a:ext>
              </a:extLst>
            </p:cNvPr>
            <p:cNvSpPr/>
            <p:nvPr/>
          </p:nvSpPr>
          <p:spPr>
            <a:xfrm>
              <a:off x="7326076" y="7706892"/>
              <a:ext cx="41388" cy="107078"/>
            </a:xfrm>
            <a:custGeom>
              <a:avLst/>
              <a:gdLst>
                <a:gd name="connsiteX0" fmla="*/ 41569 w 41388"/>
                <a:gd name="connsiteY0" fmla="*/ 37688 h 107078"/>
                <a:gd name="connsiteX1" fmla="*/ 18929 w 41388"/>
                <a:gd name="connsiteY1" fmla="*/ 85 h 107078"/>
                <a:gd name="connsiteX2" fmla="*/ 181 w 41388"/>
                <a:gd name="connsiteY2" fmla="*/ 19065 h 107078"/>
                <a:gd name="connsiteX3" fmla="*/ 18929 w 41388"/>
                <a:gd name="connsiteY3" fmla="*/ 38046 h 107078"/>
                <a:gd name="connsiteX4" fmla="*/ 31310 w 41388"/>
                <a:gd name="connsiteY4" fmla="*/ 33390 h 107078"/>
                <a:gd name="connsiteX5" fmla="*/ 33079 w 41388"/>
                <a:gd name="connsiteY5" fmla="*/ 32316 h 107078"/>
                <a:gd name="connsiteX6" fmla="*/ 33787 w 41388"/>
                <a:gd name="connsiteY6" fmla="*/ 37688 h 107078"/>
                <a:gd name="connsiteX7" fmla="*/ 9732 w 41388"/>
                <a:gd name="connsiteY7" fmla="*/ 97494 h 107078"/>
                <a:gd name="connsiteX8" fmla="*/ 5841 w 41388"/>
                <a:gd name="connsiteY8" fmla="*/ 103224 h 107078"/>
                <a:gd name="connsiteX9" fmla="*/ 9378 w 41388"/>
                <a:gd name="connsiteY9" fmla="*/ 107163 h 107078"/>
                <a:gd name="connsiteX10" fmla="*/ 41569 w 41388"/>
                <a:gd name="connsiteY10" fmla="*/ 37688 h 10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388" h="107078">
                  <a:moveTo>
                    <a:pt x="41569" y="37688"/>
                  </a:moveTo>
                  <a:cubicBezTo>
                    <a:pt x="41569" y="14051"/>
                    <a:pt x="32725" y="85"/>
                    <a:pt x="18929" y="85"/>
                  </a:cubicBezTo>
                  <a:cubicBezTo>
                    <a:pt x="7256" y="85"/>
                    <a:pt x="181" y="9038"/>
                    <a:pt x="181" y="19065"/>
                  </a:cubicBezTo>
                  <a:cubicBezTo>
                    <a:pt x="181" y="28734"/>
                    <a:pt x="7256" y="38046"/>
                    <a:pt x="18929" y="38046"/>
                  </a:cubicBezTo>
                  <a:cubicBezTo>
                    <a:pt x="23174" y="38046"/>
                    <a:pt x="27773" y="36613"/>
                    <a:pt x="31310" y="33390"/>
                  </a:cubicBezTo>
                  <a:cubicBezTo>
                    <a:pt x="32372" y="32674"/>
                    <a:pt x="32725" y="32316"/>
                    <a:pt x="33079" y="32316"/>
                  </a:cubicBezTo>
                  <a:cubicBezTo>
                    <a:pt x="33433" y="32316"/>
                    <a:pt x="33787" y="32674"/>
                    <a:pt x="33787" y="37688"/>
                  </a:cubicBezTo>
                  <a:cubicBezTo>
                    <a:pt x="33787" y="64189"/>
                    <a:pt x="21406" y="85676"/>
                    <a:pt x="9732" y="97494"/>
                  </a:cubicBezTo>
                  <a:cubicBezTo>
                    <a:pt x="5841" y="101433"/>
                    <a:pt x="5841" y="102150"/>
                    <a:pt x="5841" y="103224"/>
                  </a:cubicBezTo>
                  <a:cubicBezTo>
                    <a:pt x="5841" y="105731"/>
                    <a:pt x="7609" y="107163"/>
                    <a:pt x="9378" y="107163"/>
                  </a:cubicBezTo>
                  <a:cubicBezTo>
                    <a:pt x="13269" y="107163"/>
                    <a:pt x="41569" y="79588"/>
                    <a:pt x="41569" y="3768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6CCC8F-4E5C-793E-7B5F-631BBA63280E}"/>
                </a:ext>
              </a:extLst>
            </p:cNvPr>
            <p:cNvSpPr/>
            <p:nvPr/>
          </p:nvSpPr>
          <p:spPr>
            <a:xfrm>
              <a:off x="7464194" y="7582981"/>
              <a:ext cx="194561" cy="234211"/>
            </a:xfrm>
            <a:custGeom>
              <a:avLst/>
              <a:gdLst>
                <a:gd name="connsiteX0" fmla="*/ 192977 w 194561"/>
                <a:gd name="connsiteY0" fmla="*/ 26944 h 234211"/>
                <a:gd name="connsiteX1" fmla="*/ 194746 w 194561"/>
                <a:gd name="connsiteY1" fmla="*/ 18707 h 234211"/>
                <a:gd name="connsiteX2" fmla="*/ 178120 w 194561"/>
                <a:gd name="connsiteY2" fmla="*/ 2950 h 234211"/>
                <a:gd name="connsiteX3" fmla="*/ 153004 w 194561"/>
                <a:gd name="connsiteY3" fmla="*/ 29451 h 234211"/>
                <a:gd name="connsiteX4" fmla="*/ 143807 w 194561"/>
                <a:gd name="connsiteY4" fmla="*/ 66695 h 234211"/>
                <a:gd name="connsiteX5" fmla="*/ 128949 w 194561"/>
                <a:gd name="connsiteY5" fmla="*/ 126144 h 234211"/>
                <a:gd name="connsiteX6" fmla="*/ 115153 w 194561"/>
                <a:gd name="connsiteY6" fmla="*/ 143334 h 234211"/>
                <a:gd name="connsiteX7" fmla="*/ 91098 w 194561"/>
                <a:gd name="connsiteY7" fmla="*/ 151929 h 234211"/>
                <a:gd name="connsiteX8" fmla="*/ 69873 w 194561"/>
                <a:gd name="connsiteY8" fmla="*/ 125786 h 234211"/>
                <a:gd name="connsiteX9" fmla="*/ 90744 w 194561"/>
                <a:gd name="connsiteY9" fmla="*/ 50222 h 234211"/>
                <a:gd name="connsiteX10" fmla="*/ 95343 w 194561"/>
                <a:gd name="connsiteY10" fmla="*/ 32316 h 234211"/>
                <a:gd name="connsiteX11" fmla="*/ 55370 w 194561"/>
                <a:gd name="connsiteY11" fmla="*/ 85 h 234211"/>
                <a:gd name="connsiteX12" fmla="*/ 185 w 194561"/>
                <a:gd name="connsiteY12" fmla="*/ 55952 h 234211"/>
                <a:gd name="connsiteX13" fmla="*/ 8675 w 194561"/>
                <a:gd name="connsiteY13" fmla="*/ 60965 h 234211"/>
                <a:gd name="connsiteX14" fmla="*/ 16811 w 194561"/>
                <a:gd name="connsiteY14" fmla="*/ 56310 h 234211"/>
                <a:gd name="connsiteX15" fmla="*/ 53247 w 194561"/>
                <a:gd name="connsiteY15" fmla="*/ 12977 h 234211"/>
                <a:gd name="connsiteX16" fmla="*/ 59261 w 194561"/>
                <a:gd name="connsiteY16" fmla="*/ 20498 h 234211"/>
                <a:gd name="connsiteX17" fmla="*/ 53247 w 194561"/>
                <a:gd name="connsiteY17" fmla="*/ 43776 h 234211"/>
                <a:gd name="connsiteX18" fmla="*/ 32022 w 194561"/>
                <a:gd name="connsiteY18" fmla="*/ 118265 h 234211"/>
                <a:gd name="connsiteX19" fmla="*/ 88268 w 194561"/>
                <a:gd name="connsiteY19" fmla="*/ 164821 h 234211"/>
                <a:gd name="connsiteX20" fmla="*/ 122228 w 194561"/>
                <a:gd name="connsiteY20" fmla="*/ 154077 h 234211"/>
                <a:gd name="connsiteX21" fmla="*/ 61383 w 194561"/>
                <a:gd name="connsiteY21" fmla="*/ 221404 h 234211"/>
                <a:gd name="connsiteX22" fmla="*/ 39805 w 194561"/>
                <a:gd name="connsiteY22" fmla="*/ 216391 h 234211"/>
                <a:gd name="connsiteX23" fmla="*/ 56785 w 194561"/>
                <a:gd name="connsiteY23" fmla="*/ 192396 h 234211"/>
                <a:gd name="connsiteX24" fmla="*/ 39451 w 194561"/>
                <a:gd name="connsiteY24" fmla="*/ 175923 h 234211"/>
                <a:gd name="connsiteX25" fmla="*/ 13981 w 194561"/>
                <a:gd name="connsiteY25" fmla="*/ 203140 h 234211"/>
                <a:gd name="connsiteX26" fmla="*/ 61383 w 194561"/>
                <a:gd name="connsiteY26" fmla="*/ 234297 h 234211"/>
                <a:gd name="connsiteX27" fmla="*/ 159725 w 194561"/>
                <a:gd name="connsiteY27" fmla="*/ 162314 h 234211"/>
                <a:gd name="connsiteX28" fmla="*/ 192977 w 194561"/>
                <a:gd name="connsiteY28" fmla="*/ 26944 h 234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94561" h="234211">
                  <a:moveTo>
                    <a:pt x="192977" y="26944"/>
                  </a:moveTo>
                  <a:cubicBezTo>
                    <a:pt x="194746" y="20498"/>
                    <a:pt x="194746" y="19781"/>
                    <a:pt x="194746" y="18707"/>
                  </a:cubicBezTo>
                  <a:cubicBezTo>
                    <a:pt x="194746" y="10828"/>
                    <a:pt x="189086" y="2950"/>
                    <a:pt x="178120" y="2950"/>
                  </a:cubicBezTo>
                  <a:cubicBezTo>
                    <a:pt x="159725" y="2950"/>
                    <a:pt x="155480" y="19781"/>
                    <a:pt x="153004" y="29451"/>
                  </a:cubicBezTo>
                  <a:lnTo>
                    <a:pt x="143807" y="66695"/>
                  </a:lnTo>
                  <a:cubicBezTo>
                    <a:pt x="139562" y="83885"/>
                    <a:pt x="132840" y="111461"/>
                    <a:pt x="128949" y="126144"/>
                  </a:cubicBezTo>
                  <a:cubicBezTo>
                    <a:pt x="127180" y="134022"/>
                    <a:pt x="116214" y="142617"/>
                    <a:pt x="115153" y="143334"/>
                  </a:cubicBezTo>
                  <a:cubicBezTo>
                    <a:pt x="111262" y="145840"/>
                    <a:pt x="102772" y="151929"/>
                    <a:pt x="91098" y="151929"/>
                  </a:cubicBezTo>
                  <a:cubicBezTo>
                    <a:pt x="70227" y="151929"/>
                    <a:pt x="69873" y="134022"/>
                    <a:pt x="69873" y="125786"/>
                  </a:cubicBezTo>
                  <a:cubicBezTo>
                    <a:pt x="69873" y="103940"/>
                    <a:pt x="80840" y="76007"/>
                    <a:pt x="90744" y="50222"/>
                  </a:cubicBezTo>
                  <a:cubicBezTo>
                    <a:pt x="94282" y="40911"/>
                    <a:pt x="95343" y="38404"/>
                    <a:pt x="95343" y="32316"/>
                  </a:cubicBezTo>
                  <a:cubicBezTo>
                    <a:pt x="95343" y="11545"/>
                    <a:pt x="74826" y="85"/>
                    <a:pt x="55370" y="85"/>
                  </a:cubicBezTo>
                  <a:cubicBezTo>
                    <a:pt x="17872" y="85"/>
                    <a:pt x="185" y="48789"/>
                    <a:pt x="185" y="55952"/>
                  </a:cubicBezTo>
                  <a:cubicBezTo>
                    <a:pt x="185" y="60965"/>
                    <a:pt x="5491" y="60965"/>
                    <a:pt x="8675" y="60965"/>
                  </a:cubicBezTo>
                  <a:cubicBezTo>
                    <a:pt x="12920" y="60965"/>
                    <a:pt x="15396" y="60965"/>
                    <a:pt x="16811" y="56310"/>
                  </a:cubicBezTo>
                  <a:cubicBezTo>
                    <a:pt x="28485" y="16558"/>
                    <a:pt x="47941" y="12977"/>
                    <a:pt x="53247" y="12977"/>
                  </a:cubicBezTo>
                  <a:cubicBezTo>
                    <a:pt x="55723" y="12977"/>
                    <a:pt x="59261" y="12977"/>
                    <a:pt x="59261" y="20498"/>
                  </a:cubicBezTo>
                  <a:cubicBezTo>
                    <a:pt x="59261" y="28734"/>
                    <a:pt x="55370" y="38046"/>
                    <a:pt x="53247" y="43776"/>
                  </a:cubicBezTo>
                  <a:cubicBezTo>
                    <a:pt x="39451" y="79588"/>
                    <a:pt x="32022" y="100001"/>
                    <a:pt x="32022" y="118265"/>
                  </a:cubicBezTo>
                  <a:cubicBezTo>
                    <a:pt x="32022" y="159091"/>
                    <a:pt x="67397" y="164821"/>
                    <a:pt x="88268" y="164821"/>
                  </a:cubicBezTo>
                  <a:cubicBezTo>
                    <a:pt x="97112" y="164821"/>
                    <a:pt x="109139" y="163388"/>
                    <a:pt x="122228" y="154077"/>
                  </a:cubicBezTo>
                  <a:cubicBezTo>
                    <a:pt x="112323" y="198126"/>
                    <a:pt x="85792" y="221404"/>
                    <a:pt x="61383" y="221404"/>
                  </a:cubicBezTo>
                  <a:cubicBezTo>
                    <a:pt x="56785" y="221404"/>
                    <a:pt x="46880" y="220688"/>
                    <a:pt x="39805" y="216391"/>
                  </a:cubicBezTo>
                  <a:cubicBezTo>
                    <a:pt x="51125" y="211735"/>
                    <a:pt x="56785" y="202066"/>
                    <a:pt x="56785" y="192396"/>
                  </a:cubicBezTo>
                  <a:cubicBezTo>
                    <a:pt x="56785" y="179504"/>
                    <a:pt x="46526" y="175923"/>
                    <a:pt x="39451" y="175923"/>
                  </a:cubicBezTo>
                  <a:cubicBezTo>
                    <a:pt x="26362" y="175923"/>
                    <a:pt x="13981" y="187383"/>
                    <a:pt x="13981" y="203140"/>
                  </a:cubicBezTo>
                  <a:cubicBezTo>
                    <a:pt x="13981" y="221404"/>
                    <a:pt x="32730" y="234297"/>
                    <a:pt x="61383" y="234297"/>
                  </a:cubicBezTo>
                  <a:cubicBezTo>
                    <a:pt x="102064" y="234297"/>
                    <a:pt x="148759" y="206721"/>
                    <a:pt x="159725" y="162314"/>
                  </a:cubicBezTo>
                  <a:lnTo>
                    <a:pt x="192977" y="26944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FD13E59-EA55-636A-F78C-BD90EDEA9143}"/>
                </a:ext>
              </a:extLst>
            </p:cNvPr>
            <p:cNvSpPr/>
            <p:nvPr/>
          </p:nvSpPr>
          <p:spPr>
            <a:xfrm>
              <a:off x="7705206" y="7590502"/>
              <a:ext cx="38558" cy="223468"/>
            </a:xfrm>
            <a:custGeom>
              <a:avLst/>
              <a:gdLst>
                <a:gd name="connsiteX0" fmla="*/ 37689 w 38558"/>
                <a:gd name="connsiteY0" fmla="*/ 19065 h 223468"/>
                <a:gd name="connsiteX1" fmla="*/ 18940 w 38558"/>
                <a:gd name="connsiteY1" fmla="*/ 85 h 223468"/>
                <a:gd name="connsiteX2" fmla="*/ 191 w 38558"/>
                <a:gd name="connsiteY2" fmla="*/ 19065 h 223468"/>
                <a:gd name="connsiteX3" fmla="*/ 18940 w 38558"/>
                <a:gd name="connsiteY3" fmla="*/ 38046 h 223468"/>
                <a:gd name="connsiteX4" fmla="*/ 37689 w 38558"/>
                <a:gd name="connsiteY4" fmla="*/ 19065 h 223468"/>
                <a:gd name="connsiteX5" fmla="*/ 30967 w 38558"/>
                <a:gd name="connsiteY5" fmla="*/ 150496 h 223468"/>
                <a:gd name="connsiteX6" fmla="*/ 8328 w 38558"/>
                <a:gd name="connsiteY6" fmla="*/ 214958 h 223468"/>
                <a:gd name="connsiteX7" fmla="*/ 5851 w 38558"/>
                <a:gd name="connsiteY7" fmla="*/ 219614 h 223468"/>
                <a:gd name="connsiteX8" fmla="*/ 9389 w 38558"/>
                <a:gd name="connsiteY8" fmla="*/ 223553 h 223468"/>
                <a:gd name="connsiteX9" fmla="*/ 38750 w 38558"/>
                <a:gd name="connsiteY9" fmla="*/ 153361 h 223468"/>
                <a:gd name="connsiteX10" fmla="*/ 18940 w 38558"/>
                <a:gd name="connsiteY10" fmla="*/ 116474 h 223468"/>
                <a:gd name="connsiteX11" fmla="*/ 191 w 38558"/>
                <a:gd name="connsiteY11" fmla="*/ 135455 h 223468"/>
                <a:gd name="connsiteX12" fmla="*/ 18940 w 38558"/>
                <a:gd name="connsiteY12" fmla="*/ 154435 h 223468"/>
                <a:gd name="connsiteX13" fmla="*/ 21770 w 38558"/>
                <a:gd name="connsiteY13" fmla="*/ 154077 h 223468"/>
                <a:gd name="connsiteX14" fmla="*/ 30967 w 38558"/>
                <a:gd name="connsiteY14" fmla="*/ 150496 h 223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558" h="223468">
                  <a:moveTo>
                    <a:pt x="37689" y="19065"/>
                  </a:moveTo>
                  <a:cubicBezTo>
                    <a:pt x="37689" y="8680"/>
                    <a:pt x="29199" y="85"/>
                    <a:pt x="18940" y="85"/>
                  </a:cubicBezTo>
                  <a:cubicBezTo>
                    <a:pt x="8681" y="85"/>
                    <a:pt x="191" y="8680"/>
                    <a:pt x="191" y="19065"/>
                  </a:cubicBezTo>
                  <a:cubicBezTo>
                    <a:pt x="191" y="29451"/>
                    <a:pt x="8681" y="38046"/>
                    <a:pt x="18940" y="38046"/>
                  </a:cubicBezTo>
                  <a:cubicBezTo>
                    <a:pt x="29199" y="38046"/>
                    <a:pt x="37689" y="29451"/>
                    <a:pt x="37689" y="19065"/>
                  </a:cubicBezTo>
                  <a:close/>
                  <a:moveTo>
                    <a:pt x="30967" y="150496"/>
                  </a:moveTo>
                  <a:cubicBezTo>
                    <a:pt x="30967" y="160523"/>
                    <a:pt x="30967" y="188457"/>
                    <a:pt x="8328" y="214958"/>
                  </a:cubicBezTo>
                  <a:cubicBezTo>
                    <a:pt x="5851" y="217823"/>
                    <a:pt x="5851" y="218539"/>
                    <a:pt x="5851" y="219614"/>
                  </a:cubicBezTo>
                  <a:cubicBezTo>
                    <a:pt x="5851" y="222120"/>
                    <a:pt x="7620" y="223553"/>
                    <a:pt x="9389" y="223553"/>
                  </a:cubicBezTo>
                  <a:cubicBezTo>
                    <a:pt x="13280" y="223553"/>
                    <a:pt x="38750" y="194903"/>
                    <a:pt x="38750" y="153361"/>
                  </a:cubicBezTo>
                  <a:cubicBezTo>
                    <a:pt x="38750" y="142975"/>
                    <a:pt x="38042" y="116474"/>
                    <a:pt x="18940" y="116474"/>
                  </a:cubicBezTo>
                  <a:cubicBezTo>
                    <a:pt x="6559" y="116474"/>
                    <a:pt x="191" y="126144"/>
                    <a:pt x="191" y="135455"/>
                  </a:cubicBezTo>
                  <a:cubicBezTo>
                    <a:pt x="191" y="144766"/>
                    <a:pt x="6205" y="154435"/>
                    <a:pt x="18940" y="154435"/>
                  </a:cubicBezTo>
                  <a:cubicBezTo>
                    <a:pt x="20709" y="154435"/>
                    <a:pt x="21416" y="154435"/>
                    <a:pt x="21770" y="154077"/>
                  </a:cubicBezTo>
                  <a:cubicBezTo>
                    <a:pt x="24246" y="153719"/>
                    <a:pt x="28137" y="153003"/>
                    <a:pt x="30967" y="150496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7203A89-8ABD-F727-4E90-935FD04C9320}"/>
                </a:ext>
              </a:extLst>
            </p:cNvPr>
            <p:cNvSpPr/>
            <p:nvPr/>
          </p:nvSpPr>
          <p:spPr>
            <a:xfrm>
              <a:off x="7840848" y="7585846"/>
              <a:ext cx="275922" cy="160438"/>
            </a:xfrm>
            <a:custGeom>
              <a:avLst/>
              <a:gdLst>
                <a:gd name="connsiteX0" fmla="*/ 252064 w 275922"/>
                <a:gd name="connsiteY0" fmla="*/ 24437 h 160438"/>
                <a:gd name="connsiteX1" fmla="*/ 276119 w 275922"/>
                <a:gd name="connsiteY1" fmla="*/ 16916 h 160438"/>
                <a:gd name="connsiteX2" fmla="*/ 276119 w 275922"/>
                <a:gd name="connsiteY2" fmla="*/ 85 h 160438"/>
                <a:gd name="connsiteX3" fmla="*/ 248880 w 275922"/>
                <a:gd name="connsiteY3" fmla="*/ 1159 h 160438"/>
                <a:gd name="connsiteX4" fmla="*/ 214920 w 275922"/>
                <a:gd name="connsiteY4" fmla="*/ 85 h 160438"/>
                <a:gd name="connsiteX5" fmla="*/ 214920 w 275922"/>
                <a:gd name="connsiteY5" fmla="*/ 16916 h 160438"/>
                <a:gd name="connsiteX6" fmla="*/ 235438 w 275922"/>
                <a:gd name="connsiteY6" fmla="*/ 21214 h 160438"/>
                <a:gd name="connsiteX7" fmla="*/ 234023 w 275922"/>
                <a:gd name="connsiteY7" fmla="*/ 25511 h 160438"/>
                <a:gd name="connsiteX8" fmla="*/ 196879 w 275922"/>
                <a:gd name="connsiteY8" fmla="*/ 117191 h 160438"/>
                <a:gd name="connsiteX9" fmla="*/ 156552 w 275922"/>
                <a:gd name="connsiteY9" fmla="*/ 16916 h 160438"/>
                <a:gd name="connsiteX10" fmla="*/ 176362 w 275922"/>
                <a:gd name="connsiteY10" fmla="*/ 16916 h 160438"/>
                <a:gd name="connsiteX11" fmla="*/ 176362 w 275922"/>
                <a:gd name="connsiteY11" fmla="*/ 85 h 160438"/>
                <a:gd name="connsiteX12" fmla="*/ 136035 w 275922"/>
                <a:gd name="connsiteY12" fmla="*/ 1159 h 160438"/>
                <a:gd name="connsiteX13" fmla="*/ 100660 w 275922"/>
                <a:gd name="connsiteY13" fmla="*/ 85 h 160438"/>
                <a:gd name="connsiteX14" fmla="*/ 100660 w 275922"/>
                <a:gd name="connsiteY14" fmla="*/ 16916 h 160438"/>
                <a:gd name="connsiteX15" fmla="*/ 121531 w 275922"/>
                <a:gd name="connsiteY15" fmla="*/ 16916 h 160438"/>
                <a:gd name="connsiteX16" fmla="*/ 128960 w 275922"/>
                <a:gd name="connsiteY16" fmla="*/ 35897 h 160438"/>
                <a:gd name="connsiteX17" fmla="*/ 127545 w 275922"/>
                <a:gd name="connsiteY17" fmla="*/ 40552 h 160438"/>
                <a:gd name="connsiteX18" fmla="*/ 99599 w 275922"/>
                <a:gd name="connsiteY18" fmla="*/ 109312 h 160438"/>
                <a:gd name="connsiteX19" fmla="*/ 62455 w 275922"/>
                <a:gd name="connsiteY19" fmla="*/ 16916 h 160438"/>
                <a:gd name="connsiteX20" fmla="*/ 82265 w 275922"/>
                <a:gd name="connsiteY20" fmla="*/ 16916 h 160438"/>
                <a:gd name="connsiteX21" fmla="*/ 82265 w 275922"/>
                <a:gd name="connsiteY21" fmla="*/ 85 h 160438"/>
                <a:gd name="connsiteX22" fmla="*/ 38754 w 275922"/>
                <a:gd name="connsiteY22" fmla="*/ 1159 h 160438"/>
                <a:gd name="connsiteX23" fmla="*/ 196 w 275922"/>
                <a:gd name="connsiteY23" fmla="*/ 85 h 160438"/>
                <a:gd name="connsiteX24" fmla="*/ 196 w 275922"/>
                <a:gd name="connsiteY24" fmla="*/ 16916 h 160438"/>
                <a:gd name="connsiteX25" fmla="*/ 21067 w 275922"/>
                <a:gd name="connsiteY25" fmla="*/ 16916 h 160438"/>
                <a:gd name="connsiteX26" fmla="*/ 75190 w 275922"/>
                <a:gd name="connsiteY26" fmla="*/ 150854 h 160438"/>
                <a:gd name="connsiteX27" fmla="*/ 87925 w 275922"/>
                <a:gd name="connsiteY27" fmla="*/ 160523 h 160438"/>
                <a:gd name="connsiteX28" fmla="*/ 100660 w 275922"/>
                <a:gd name="connsiteY28" fmla="*/ 150854 h 160438"/>
                <a:gd name="connsiteX29" fmla="*/ 138157 w 275922"/>
                <a:gd name="connsiteY29" fmla="*/ 58100 h 160438"/>
                <a:gd name="connsiteX30" fmla="*/ 175654 w 275922"/>
                <a:gd name="connsiteY30" fmla="*/ 150854 h 160438"/>
                <a:gd name="connsiteX31" fmla="*/ 188389 w 275922"/>
                <a:gd name="connsiteY31" fmla="*/ 160523 h 160438"/>
                <a:gd name="connsiteX32" fmla="*/ 201124 w 275922"/>
                <a:gd name="connsiteY32" fmla="*/ 150854 h 160438"/>
                <a:gd name="connsiteX33" fmla="*/ 252064 w 275922"/>
                <a:gd name="connsiteY33" fmla="*/ 24437 h 160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5922" h="160438">
                  <a:moveTo>
                    <a:pt x="252064" y="24437"/>
                  </a:moveTo>
                  <a:cubicBezTo>
                    <a:pt x="253833" y="19781"/>
                    <a:pt x="255248" y="16916"/>
                    <a:pt x="276119" y="16916"/>
                  </a:cubicBezTo>
                  <a:lnTo>
                    <a:pt x="276119" y="85"/>
                  </a:lnTo>
                  <a:cubicBezTo>
                    <a:pt x="267983" y="801"/>
                    <a:pt x="257370" y="1159"/>
                    <a:pt x="248880" y="1159"/>
                  </a:cubicBezTo>
                  <a:cubicBezTo>
                    <a:pt x="239329" y="1159"/>
                    <a:pt x="222703" y="443"/>
                    <a:pt x="214920" y="85"/>
                  </a:cubicBezTo>
                  <a:lnTo>
                    <a:pt x="214920" y="16916"/>
                  </a:lnTo>
                  <a:cubicBezTo>
                    <a:pt x="218104" y="16916"/>
                    <a:pt x="235438" y="17275"/>
                    <a:pt x="235438" y="21214"/>
                  </a:cubicBezTo>
                  <a:cubicBezTo>
                    <a:pt x="235438" y="22288"/>
                    <a:pt x="234377" y="24437"/>
                    <a:pt x="234023" y="25511"/>
                  </a:cubicBezTo>
                  <a:lnTo>
                    <a:pt x="196879" y="117191"/>
                  </a:lnTo>
                  <a:lnTo>
                    <a:pt x="156552" y="16916"/>
                  </a:lnTo>
                  <a:lnTo>
                    <a:pt x="176362" y="16916"/>
                  </a:lnTo>
                  <a:lnTo>
                    <a:pt x="176362" y="85"/>
                  </a:lnTo>
                  <a:cubicBezTo>
                    <a:pt x="165042" y="443"/>
                    <a:pt x="146647" y="1159"/>
                    <a:pt x="136035" y="1159"/>
                  </a:cubicBezTo>
                  <a:cubicBezTo>
                    <a:pt x="121177" y="1159"/>
                    <a:pt x="106320" y="443"/>
                    <a:pt x="100660" y="85"/>
                  </a:cubicBezTo>
                  <a:lnTo>
                    <a:pt x="100660" y="16916"/>
                  </a:lnTo>
                  <a:lnTo>
                    <a:pt x="121531" y="16916"/>
                  </a:lnTo>
                  <a:cubicBezTo>
                    <a:pt x="128960" y="34823"/>
                    <a:pt x="128960" y="35539"/>
                    <a:pt x="128960" y="35897"/>
                  </a:cubicBezTo>
                  <a:cubicBezTo>
                    <a:pt x="128960" y="37329"/>
                    <a:pt x="127899" y="39478"/>
                    <a:pt x="127545" y="40552"/>
                  </a:cubicBezTo>
                  <a:lnTo>
                    <a:pt x="99599" y="109312"/>
                  </a:lnTo>
                  <a:lnTo>
                    <a:pt x="62455" y="16916"/>
                  </a:lnTo>
                  <a:lnTo>
                    <a:pt x="82265" y="16916"/>
                  </a:lnTo>
                  <a:lnTo>
                    <a:pt x="82265" y="85"/>
                  </a:lnTo>
                  <a:cubicBezTo>
                    <a:pt x="67762" y="801"/>
                    <a:pt x="53258" y="1159"/>
                    <a:pt x="38754" y="1159"/>
                  </a:cubicBezTo>
                  <a:cubicBezTo>
                    <a:pt x="27788" y="1159"/>
                    <a:pt x="12223" y="443"/>
                    <a:pt x="196" y="85"/>
                  </a:cubicBezTo>
                  <a:lnTo>
                    <a:pt x="196" y="16916"/>
                  </a:lnTo>
                  <a:lnTo>
                    <a:pt x="21067" y="16916"/>
                  </a:lnTo>
                  <a:lnTo>
                    <a:pt x="75190" y="150854"/>
                  </a:lnTo>
                  <a:cubicBezTo>
                    <a:pt x="77666" y="156942"/>
                    <a:pt x="79081" y="160523"/>
                    <a:pt x="87925" y="160523"/>
                  </a:cubicBezTo>
                  <a:cubicBezTo>
                    <a:pt x="96769" y="160523"/>
                    <a:pt x="98184" y="156942"/>
                    <a:pt x="100660" y="150854"/>
                  </a:cubicBezTo>
                  <a:lnTo>
                    <a:pt x="138157" y="58100"/>
                  </a:lnTo>
                  <a:lnTo>
                    <a:pt x="175654" y="150854"/>
                  </a:lnTo>
                  <a:cubicBezTo>
                    <a:pt x="178131" y="156942"/>
                    <a:pt x="179546" y="160523"/>
                    <a:pt x="188389" y="160523"/>
                  </a:cubicBezTo>
                  <a:cubicBezTo>
                    <a:pt x="197233" y="160523"/>
                    <a:pt x="198648" y="156942"/>
                    <a:pt x="201124" y="150854"/>
                  </a:cubicBezTo>
                  <a:lnTo>
                    <a:pt x="252064" y="24437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BAA750F-F2E3-16BA-3AC2-679272BC91CC}"/>
                </a:ext>
              </a:extLst>
            </p:cNvPr>
            <p:cNvSpPr/>
            <p:nvPr/>
          </p:nvSpPr>
          <p:spPr>
            <a:xfrm>
              <a:off x="8151623" y="7476261"/>
              <a:ext cx="82069" cy="358122"/>
            </a:xfrm>
            <a:custGeom>
              <a:avLst/>
              <a:gdLst>
                <a:gd name="connsiteX0" fmla="*/ 82274 w 82069"/>
                <a:gd name="connsiteY0" fmla="*/ 179146 h 358122"/>
                <a:gd name="connsiteX1" fmla="*/ 58926 w 82069"/>
                <a:gd name="connsiteY1" fmla="*/ 67412 h 358122"/>
                <a:gd name="connsiteX2" fmla="*/ 3742 w 82069"/>
                <a:gd name="connsiteY2" fmla="*/ 85 h 358122"/>
                <a:gd name="connsiteX3" fmla="*/ 204 w 82069"/>
                <a:gd name="connsiteY3" fmla="*/ 3666 h 358122"/>
                <a:gd name="connsiteX4" fmla="*/ 6925 w 82069"/>
                <a:gd name="connsiteY4" fmla="*/ 11903 h 358122"/>
                <a:gd name="connsiteX5" fmla="*/ 61756 w 82069"/>
                <a:gd name="connsiteY5" fmla="*/ 179146 h 358122"/>
                <a:gd name="connsiteX6" fmla="*/ 4803 w 82069"/>
                <a:gd name="connsiteY6" fmla="*/ 348538 h 358122"/>
                <a:gd name="connsiteX7" fmla="*/ 204 w 82069"/>
                <a:gd name="connsiteY7" fmla="*/ 354626 h 358122"/>
                <a:gd name="connsiteX8" fmla="*/ 3742 w 82069"/>
                <a:gd name="connsiteY8" fmla="*/ 358207 h 358122"/>
                <a:gd name="connsiteX9" fmla="*/ 59988 w 82069"/>
                <a:gd name="connsiteY9" fmla="*/ 288373 h 358122"/>
                <a:gd name="connsiteX10" fmla="*/ 82274 w 82069"/>
                <a:gd name="connsiteY10" fmla="*/ 179146 h 358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58122">
                  <a:moveTo>
                    <a:pt x="82274" y="179146"/>
                  </a:moveTo>
                  <a:cubicBezTo>
                    <a:pt x="82274" y="151212"/>
                    <a:pt x="78382" y="107879"/>
                    <a:pt x="58926" y="67412"/>
                  </a:cubicBezTo>
                  <a:cubicBezTo>
                    <a:pt x="37701" y="23363"/>
                    <a:pt x="7279" y="85"/>
                    <a:pt x="3742" y="85"/>
                  </a:cubicBezTo>
                  <a:cubicBezTo>
                    <a:pt x="1619" y="85"/>
                    <a:pt x="204" y="1517"/>
                    <a:pt x="204" y="3666"/>
                  </a:cubicBezTo>
                  <a:cubicBezTo>
                    <a:pt x="204" y="4740"/>
                    <a:pt x="204" y="5457"/>
                    <a:pt x="6925" y="11903"/>
                  </a:cubicBezTo>
                  <a:cubicBezTo>
                    <a:pt x="41593" y="47357"/>
                    <a:pt x="61756" y="104298"/>
                    <a:pt x="61756" y="179146"/>
                  </a:cubicBezTo>
                  <a:cubicBezTo>
                    <a:pt x="61756" y="240385"/>
                    <a:pt x="48668" y="303414"/>
                    <a:pt x="4803" y="348538"/>
                  </a:cubicBezTo>
                  <a:cubicBezTo>
                    <a:pt x="204" y="352835"/>
                    <a:pt x="204" y="353551"/>
                    <a:pt x="204" y="354626"/>
                  </a:cubicBezTo>
                  <a:cubicBezTo>
                    <a:pt x="204" y="356774"/>
                    <a:pt x="1619" y="358207"/>
                    <a:pt x="3742" y="358207"/>
                  </a:cubicBezTo>
                  <a:cubicBezTo>
                    <a:pt x="7279" y="358207"/>
                    <a:pt x="39116" y="333855"/>
                    <a:pt x="59988" y="288373"/>
                  </a:cubicBezTo>
                  <a:cubicBezTo>
                    <a:pt x="78029" y="248980"/>
                    <a:pt x="82274" y="209228"/>
                    <a:pt x="82274" y="179146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3CF6DAA-5C59-F2A1-4CA4-BF9D869FC974}"/>
                </a:ext>
              </a:extLst>
            </p:cNvPr>
            <p:cNvSpPr/>
            <p:nvPr/>
          </p:nvSpPr>
          <p:spPr>
            <a:xfrm>
              <a:off x="8387099" y="7613422"/>
              <a:ext cx="235242" cy="83800"/>
            </a:xfrm>
            <a:custGeom>
              <a:avLst/>
              <a:gdLst>
                <a:gd name="connsiteX0" fmla="*/ 223425 w 235242"/>
                <a:gd name="connsiteY0" fmla="*/ 14410 h 83800"/>
                <a:gd name="connsiteX1" fmla="*/ 235453 w 235242"/>
                <a:gd name="connsiteY1" fmla="*/ 7247 h 83800"/>
                <a:gd name="connsiteX2" fmla="*/ 223779 w 235242"/>
                <a:gd name="connsiteY2" fmla="*/ 85 h 83800"/>
                <a:gd name="connsiteX3" fmla="*/ 11885 w 235242"/>
                <a:gd name="connsiteY3" fmla="*/ 85 h 83800"/>
                <a:gd name="connsiteX4" fmla="*/ 211 w 235242"/>
                <a:gd name="connsiteY4" fmla="*/ 7247 h 83800"/>
                <a:gd name="connsiteX5" fmla="*/ 12238 w 235242"/>
                <a:gd name="connsiteY5" fmla="*/ 14410 h 83800"/>
                <a:gd name="connsiteX6" fmla="*/ 223425 w 235242"/>
                <a:gd name="connsiteY6" fmla="*/ 14410 h 83800"/>
                <a:gd name="connsiteX7" fmla="*/ 223779 w 235242"/>
                <a:gd name="connsiteY7" fmla="*/ 83885 h 83800"/>
                <a:gd name="connsiteX8" fmla="*/ 235453 w 235242"/>
                <a:gd name="connsiteY8" fmla="*/ 76723 h 83800"/>
                <a:gd name="connsiteX9" fmla="*/ 223425 w 235242"/>
                <a:gd name="connsiteY9" fmla="*/ 69560 h 83800"/>
                <a:gd name="connsiteX10" fmla="*/ 12238 w 235242"/>
                <a:gd name="connsiteY10" fmla="*/ 69560 h 83800"/>
                <a:gd name="connsiteX11" fmla="*/ 211 w 235242"/>
                <a:gd name="connsiteY11" fmla="*/ 76723 h 83800"/>
                <a:gd name="connsiteX12" fmla="*/ 11885 w 235242"/>
                <a:gd name="connsiteY12" fmla="*/ 83885 h 83800"/>
                <a:gd name="connsiteX13" fmla="*/ 223779 w 235242"/>
                <a:gd name="connsiteY13" fmla="*/ 83885 h 8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242" h="83800">
                  <a:moveTo>
                    <a:pt x="223425" y="14410"/>
                  </a:moveTo>
                  <a:cubicBezTo>
                    <a:pt x="228732" y="14410"/>
                    <a:pt x="235453" y="14410"/>
                    <a:pt x="235453" y="7247"/>
                  </a:cubicBezTo>
                  <a:cubicBezTo>
                    <a:pt x="235453" y="85"/>
                    <a:pt x="228732" y="85"/>
                    <a:pt x="223779" y="85"/>
                  </a:cubicBezTo>
                  <a:lnTo>
                    <a:pt x="11885" y="85"/>
                  </a:lnTo>
                  <a:cubicBezTo>
                    <a:pt x="6932" y="85"/>
                    <a:pt x="211" y="85"/>
                    <a:pt x="211" y="7247"/>
                  </a:cubicBezTo>
                  <a:cubicBezTo>
                    <a:pt x="211" y="14410"/>
                    <a:pt x="6932" y="14410"/>
                    <a:pt x="12238" y="14410"/>
                  </a:cubicBezTo>
                  <a:lnTo>
                    <a:pt x="223425" y="14410"/>
                  </a:lnTo>
                  <a:close/>
                  <a:moveTo>
                    <a:pt x="223779" y="83885"/>
                  </a:moveTo>
                  <a:cubicBezTo>
                    <a:pt x="228732" y="83885"/>
                    <a:pt x="235453" y="83885"/>
                    <a:pt x="235453" y="76723"/>
                  </a:cubicBezTo>
                  <a:cubicBezTo>
                    <a:pt x="235453" y="69560"/>
                    <a:pt x="228732" y="69560"/>
                    <a:pt x="223425" y="69560"/>
                  </a:cubicBezTo>
                  <a:lnTo>
                    <a:pt x="12238" y="69560"/>
                  </a:lnTo>
                  <a:cubicBezTo>
                    <a:pt x="6932" y="69560"/>
                    <a:pt x="211" y="69560"/>
                    <a:pt x="211" y="76723"/>
                  </a:cubicBezTo>
                  <a:cubicBezTo>
                    <a:pt x="211" y="83885"/>
                    <a:pt x="6932" y="83885"/>
                    <a:pt x="11885" y="83885"/>
                  </a:cubicBezTo>
                  <a:lnTo>
                    <a:pt x="223779" y="83885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46FB11B-6F4A-67E5-CEF7-980D7DF048CE}"/>
                </a:ext>
              </a:extLst>
            </p:cNvPr>
            <p:cNvSpPr/>
            <p:nvPr/>
          </p:nvSpPr>
          <p:spPr>
            <a:xfrm>
              <a:off x="8760498" y="7404634"/>
              <a:ext cx="470837" cy="501371"/>
            </a:xfrm>
            <a:custGeom>
              <a:avLst/>
              <a:gdLst>
                <a:gd name="connsiteX0" fmla="*/ 428256 w 470837"/>
                <a:gd name="connsiteY0" fmla="*/ 501446 h 501371"/>
                <a:gd name="connsiteX1" fmla="*/ 471059 w 470837"/>
                <a:gd name="connsiteY1" fmla="*/ 386847 h 501371"/>
                <a:gd name="connsiteX2" fmla="*/ 462215 w 470837"/>
                <a:gd name="connsiteY2" fmla="*/ 386847 h 501371"/>
                <a:gd name="connsiteX3" fmla="*/ 370241 w 470837"/>
                <a:gd name="connsiteY3" fmla="*/ 459188 h 501371"/>
                <a:gd name="connsiteX4" fmla="*/ 260226 w 470837"/>
                <a:gd name="connsiteY4" fmla="*/ 470290 h 501371"/>
                <a:gd name="connsiteX5" fmla="*/ 46916 w 470837"/>
                <a:gd name="connsiteY5" fmla="*/ 470290 h 501371"/>
                <a:gd name="connsiteX6" fmla="*/ 226973 w 470837"/>
                <a:gd name="connsiteY6" fmla="*/ 256491 h 501371"/>
                <a:gd name="connsiteX7" fmla="*/ 230157 w 470837"/>
                <a:gd name="connsiteY7" fmla="*/ 250761 h 501371"/>
                <a:gd name="connsiteX8" fmla="*/ 227681 w 470837"/>
                <a:gd name="connsiteY8" fmla="*/ 245389 h 501371"/>
                <a:gd name="connsiteX9" fmla="*/ 62835 w 470837"/>
                <a:gd name="connsiteY9" fmla="*/ 17265 h 501371"/>
                <a:gd name="connsiteX10" fmla="*/ 256688 w 470837"/>
                <a:gd name="connsiteY10" fmla="*/ 17265 h 501371"/>
                <a:gd name="connsiteX11" fmla="*/ 339465 w 470837"/>
                <a:gd name="connsiteY11" fmla="*/ 22995 h 501371"/>
                <a:gd name="connsiteX12" fmla="*/ 417290 w 470837"/>
                <a:gd name="connsiteY12" fmla="*/ 49854 h 501371"/>
                <a:gd name="connsiteX13" fmla="*/ 462215 w 470837"/>
                <a:gd name="connsiteY13" fmla="*/ 100708 h 501371"/>
                <a:gd name="connsiteX14" fmla="*/ 471059 w 470837"/>
                <a:gd name="connsiteY14" fmla="*/ 100708 h 501371"/>
                <a:gd name="connsiteX15" fmla="*/ 428256 w 470837"/>
                <a:gd name="connsiteY15" fmla="*/ 75 h 501371"/>
                <a:gd name="connsiteX16" fmla="*/ 10126 w 470837"/>
                <a:gd name="connsiteY16" fmla="*/ 75 h 501371"/>
                <a:gd name="connsiteX17" fmla="*/ 575 w 470837"/>
                <a:gd name="connsiteY17" fmla="*/ 2582 h 501371"/>
                <a:gd name="connsiteX18" fmla="*/ 221 w 470837"/>
                <a:gd name="connsiteY18" fmla="*/ 14400 h 501371"/>
                <a:gd name="connsiteX19" fmla="*/ 187354 w 470837"/>
                <a:gd name="connsiteY19" fmla="*/ 273681 h 501371"/>
                <a:gd name="connsiteX20" fmla="*/ 4113 w 470837"/>
                <a:gd name="connsiteY20" fmla="*/ 491061 h 501371"/>
                <a:gd name="connsiteX21" fmla="*/ 575 w 470837"/>
                <a:gd name="connsiteY21" fmla="*/ 497507 h 501371"/>
                <a:gd name="connsiteX22" fmla="*/ 10126 w 470837"/>
                <a:gd name="connsiteY22" fmla="*/ 501446 h 501371"/>
                <a:gd name="connsiteX23" fmla="*/ 428256 w 470837"/>
                <a:gd name="connsiteY23" fmla="*/ 501446 h 501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70837" h="501371">
                  <a:moveTo>
                    <a:pt x="428256" y="501446"/>
                  </a:moveTo>
                  <a:lnTo>
                    <a:pt x="471059" y="386847"/>
                  </a:lnTo>
                  <a:lnTo>
                    <a:pt x="462215" y="386847"/>
                  </a:lnTo>
                  <a:cubicBezTo>
                    <a:pt x="448419" y="424092"/>
                    <a:pt x="410922" y="448444"/>
                    <a:pt x="370241" y="459188"/>
                  </a:cubicBezTo>
                  <a:cubicBezTo>
                    <a:pt x="362812" y="460979"/>
                    <a:pt x="328145" y="470290"/>
                    <a:pt x="260226" y="470290"/>
                  </a:cubicBezTo>
                  <a:lnTo>
                    <a:pt x="46916" y="470290"/>
                  </a:lnTo>
                  <a:lnTo>
                    <a:pt x="226973" y="256491"/>
                  </a:lnTo>
                  <a:cubicBezTo>
                    <a:pt x="229450" y="253626"/>
                    <a:pt x="230157" y="252551"/>
                    <a:pt x="230157" y="250761"/>
                  </a:cubicBezTo>
                  <a:cubicBezTo>
                    <a:pt x="230157" y="250045"/>
                    <a:pt x="230157" y="248970"/>
                    <a:pt x="227681" y="245389"/>
                  </a:cubicBezTo>
                  <a:lnTo>
                    <a:pt x="62835" y="17265"/>
                  </a:lnTo>
                  <a:lnTo>
                    <a:pt x="256688" y="17265"/>
                  </a:lnTo>
                  <a:cubicBezTo>
                    <a:pt x="304090" y="17265"/>
                    <a:pt x="336281" y="22279"/>
                    <a:pt x="339465" y="22995"/>
                  </a:cubicBezTo>
                  <a:cubicBezTo>
                    <a:pt x="358567" y="25860"/>
                    <a:pt x="389343" y="31948"/>
                    <a:pt x="417290" y="49854"/>
                  </a:cubicBezTo>
                  <a:cubicBezTo>
                    <a:pt x="426133" y="55584"/>
                    <a:pt x="450188" y="71700"/>
                    <a:pt x="462215" y="100708"/>
                  </a:cubicBezTo>
                  <a:lnTo>
                    <a:pt x="471059" y="100708"/>
                  </a:lnTo>
                  <a:lnTo>
                    <a:pt x="428256" y="75"/>
                  </a:lnTo>
                  <a:lnTo>
                    <a:pt x="10126" y="75"/>
                  </a:lnTo>
                  <a:cubicBezTo>
                    <a:pt x="1990" y="75"/>
                    <a:pt x="1636" y="433"/>
                    <a:pt x="575" y="2582"/>
                  </a:cubicBezTo>
                  <a:cubicBezTo>
                    <a:pt x="221" y="3656"/>
                    <a:pt x="221" y="10461"/>
                    <a:pt x="221" y="14400"/>
                  </a:cubicBezTo>
                  <a:lnTo>
                    <a:pt x="187354" y="273681"/>
                  </a:lnTo>
                  <a:lnTo>
                    <a:pt x="4113" y="491061"/>
                  </a:lnTo>
                  <a:cubicBezTo>
                    <a:pt x="575" y="495358"/>
                    <a:pt x="575" y="497149"/>
                    <a:pt x="575" y="497507"/>
                  </a:cubicBezTo>
                  <a:cubicBezTo>
                    <a:pt x="575" y="501446"/>
                    <a:pt x="3759" y="501446"/>
                    <a:pt x="10126" y="501446"/>
                  </a:cubicBezTo>
                  <a:lnTo>
                    <a:pt x="428256" y="501446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3781E7C-9E39-C44C-5747-D3724DDB3A9A}"/>
                </a:ext>
              </a:extLst>
            </p:cNvPr>
            <p:cNvSpPr/>
            <p:nvPr/>
          </p:nvSpPr>
          <p:spPr>
            <a:xfrm>
              <a:off x="8763276" y="8046143"/>
              <a:ext cx="98801" cy="113059"/>
            </a:xfrm>
            <a:custGeom>
              <a:avLst/>
              <a:gdLst>
                <a:gd name="connsiteX0" fmla="*/ 89366 w 98801"/>
                <a:gd name="connsiteY0" fmla="*/ 16391 h 113059"/>
                <a:gd name="connsiteX1" fmla="*/ 78966 w 98801"/>
                <a:gd name="connsiteY1" fmla="*/ 28173 h 113059"/>
                <a:gd name="connsiteX2" fmla="*/ 87137 w 98801"/>
                <a:gd name="connsiteY2" fmla="*/ 36195 h 113059"/>
                <a:gd name="connsiteX3" fmla="*/ 99023 w 98801"/>
                <a:gd name="connsiteY3" fmla="*/ 21906 h 113059"/>
                <a:gd name="connsiteX4" fmla="*/ 66089 w 98801"/>
                <a:gd name="connsiteY4" fmla="*/ 96 h 113059"/>
                <a:gd name="connsiteX5" fmla="*/ 20527 w 98801"/>
                <a:gd name="connsiteY5" fmla="*/ 36696 h 113059"/>
                <a:gd name="connsiteX6" fmla="*/ 29193 w 98801"/>
                <a:gd name="connsiteY6" fmla="*/ 54996 h 113059"/>
                <a:gd name="connsiteX7" fmla="*/ 57175 w 98801"/>
                <a:gd name="connsiteY7" fmla="*/ 64021 h 113059"/>
                <a:gd name="connsiteX8" fmla="*/ 78223 w 98801"/>
                <a:gd name="connsiteY8" fmla="*/ 80566 h 113059"/>
                <a:gd name="connsiteX9" fmla="*/ 65099 w 98801"/>
                <a:gd name="connsiteY9" fmla="*/ 100621 h 113059"/>
                <a:gd name="connsiteX10" fmla="*/ 40336 w 98801"/>
                <a:gd name="connsiteY10" fmla="*/ 106136 h 113059"/>
                <a:gd name="connsiteX11" fmla="*/ 10622 w 98801"/>
                <a:gd name="connsiteY11" fmla="*/ 95607 h 113059"/>
                <a:gd name="connsiteX12" fmla="*/ 24241 w 98801"/>
                <a:gd name="connsiteY12" fmla="*/ 81318 h 113059"/>
                <a:gd name="connsiteX13" fmla="*/ 14584 w 98801"/>
                <a:gd name="connsiteY13" fmla="*/ 72043 h 113059"/>
                <a:gd name="connsiteX14" fmla="*/ 222 w 98801"/>
                <a:gd name="connsiteY14" fmla="*/ 88839 h 113059"/>
                <a:gd name="connsiteX15" fmla="*/ 40089 w 98801"/>
                <a:gd name="connsiteY15" fmla="*/ 113155 h 113059"/>
                <a:gd name="connsiteX16" fmla="*/ 94071 w 98801"/>
                <a:gd name="connsiteY16" fmla="*/ 71792 h 113059"/>
                <a:gd name="connsiteX17" fmla="*/ 59899 w 98801"/>
                <a:gd name="connsiteY17" fmla="*/ 42462 h 113059"/>
                <a:gd name="connsiteX18" fmla="*/ 49994 w 98801"/>
                <a:gd name="connsiteY18" fmla="*/ 40457 h 113059"/>
                <a:gd name="connsiteX19" fmla="*/ 36375 w 98801"/>
                <a:gd name="connsiteY19" fmla="*/ 27922 h 113059"/>
                <a:gd name="connsiteX20" fmla="*/ 46279 w 98801"/>
                <a:gd name="connsiteY20" fmla="*/ 11878 h 113059"/>
                <a:gd name="connsiteX21" fmla="*/ 65842 w 98801"/>
                <a:gd name="connsiteY21" fmla="*/ 7115 h 113059"/>
                <a:gd name="connsiteX22" fmla="*/ 89366 w 98801"/>
                <a:gd name="connsiteY22" fmla="*/ 16391 h 113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8801" h="113059">
                  <a:moveTo>
                    <a:pt x="89366" y="16391"/>
                  </a:moveTo>
                  <a:cubicBezTo>
                    <a:pt x="82928" y="17895"/>
                    <a:pt x="78966" y="23159"/>
                    <a:pt x="78966" y="28173"/>
                  </a:cubicBezTo>
                  <a:cubicBezTo>
                    <a:pt x="78966" y="33939"/>
                    <a:pt x="83918" y="36195"/>
                    <a:pt x="87137" y="36195"/>
                  </a:cubicBezTo>
                  <a:cubicBezTo>
                    <a:pt x="89613" y="36195"/>
                    <a:pt x="99023" y="34691"/>
                    <a:pt x="99023" y="21906"/>
                  </a:cubicBezTo>
                  <a:cubicBezTo>
                    <a:pt x="99023" y="5611"/>
                    <a:pt x="81194" y="96"/>
                    <a:pt x="66089" y="96"/>
                  </a:cubicBezTo>
                  <a:cubicBezTo>
                    <a:pt x="27460" y="96"/>
                    <a:pt x="20527" y="28925"/>
                    <a:pt x="20527" y="36696"/>
                  </a:cubicBezTo>
                  <a:cubicBezTo>
                    <a:pt x="20527" y="45972"/>
                    <a:pt x="25727" y="51988"/>
                    <a:pt x="29193" y="54996"/>
                  </a:cubicBezTo>
                  <a:cubicBezTo>
                    <a:pt x="35632" y="60010"/>
                    <a:pt x="40089" y="61013"/>
                    <a:pt x="57175" y="64021"/>
                  </a:cubicBezTo>
                  <a:cubicBezTo>
                    <a:pt x="62375" y="65024"/>
                    <a:pt x="78223" y="68032"/>
                    <a:pt x="78223" y="80566"/>
                  </a:cubicBezTo>
                  <a:cubicBezTo>
                    <a:pt x="78223" y="84828"/>
                    <a:pt x="75499" y="94354"/>
                    <a:pt x="65099" y="100621"/>
                  </a:cubicBezTo>
                  <a:cubicBezTo>
                    <a:pt x="55441" y="106136"/>
                    <a:pt x="43308" y="106136"/>
                    <a:pt x="40336" y="106136"/>
                  </a:cubicBezTo>
                  <a:cubicBezTo>
                    <a:pt x="30432" y="106136"/>
                    <a:pt x="16317" y="103880"/>
                    <a:pt x="10622" y="95607"/>
                  </a:cubicBezTo>
                  <a:cubicBezTo>
                    <a:pt x="18793" y="94605"/>
                    <a:pt x="24241" y="88337"/>
                    <a:pt x="24241" y="81318"/>
                  </a:cubicBezTo>
                  <a:cubicBezTo>
                    <a:pt x="24241" y="75051"/>
                    <a:pt x="19784" y="72043"/>
                    <a:pt x="14584" y="72043"/>
                  </a:cubicBezTo>
                  <a:cubicBezTo>
                    <a:pt x="7403" y="72043"/>
                    <a:pt x="222" y="77809"/>
                    <a:pt x="222" y="88839"/>
                  </a:cubicBezTo>
                  <a:cubicBezTo>
                    <a:pt x="222" y="103880"/>
                    <a:pt x="16069" y="113155"/>
                    <a:pt x="40089" y="113155"/>
                  </a:cubicBezTo>
                  <a:cubicBezTo>
                    <a:pt x="85652" y="113155"/>
                    <a:pt x="94071" y="81569"/>
                    <a:pt x="94071" y="71792"/>
                  </a:cubicBezTo>
                  <a:cubicBezTo>
                    <a:pt x="94071" y="48729"/>
                    <a:pt x="69061" y="44217"/>
                    <a:pt x="59899" y="42462"/>
                  </a:cubicBezTo>
                  <a:cubicBezTo>
                    <a:pt x="57670" y="41961"/>
                    <a:pt x="51480" y="40958"/>
                    <a:pt x="49994" y="40457"/>
                  </a:cubicBezTo>
                  <a:cubicBezTo>
                    <a:pt x="40832" y="38702"/>
                    <a:pt x="36375" y="33437"/>
                    <a:pt x="36375" y="27922"/>
                  </a:cubicBezTo>
                  <a:cubicBezTo>
                    <a:pt x="36375" y="22156"/>
                    <a:pt x="40832" y="15388"/>
                    <a:pt x="46279" y="11878"/>
                  </a:cubicBezTo>
                  <a:cubicBezTo>
                    <a:pt x="52965" y="7617"/>
                    <a:pt x="61632" y="7115"/>
                    <a:pt x="65842" y="7115"/>
                  </a:cubicBezTo>
                  <a:cubicBezTo>
                    <a:pt x="71042" y="7115"/>
                    <a:pt x="83918" y="7867"/>
                    <a:pt x="89366" y="16391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21DFAB3-272B-14D3-723B-99292FD2A421}"/>
                </a:ext>
              </a:extLst>
            </p:cNvPr>
            <p:cNvSpPr/>
            <p:nvPr/>
          </p:nvSpPr>
          <p:spPr>
            <a:xfrm>
              <a:off x="8905954" y="8012050"/>
              <a:ext cx="136935" cy="163697"/>
            </a:xfrm>
            <a:custGeom>
              <a:avLst/>
              <a:gdLst>
                <a:gd name="connsiteX0" fmla="*/ 127256 w 136935"/>
                <a:gd name="connsiteY0" fmla="*/ 88087 h 163697"/>
                <a:gd name="connsiteX1" fmla="*/ 137161 w 136935"/>
                <a:gd name="connsiteY1" fmla="*/ 82070 h 163697"/>
                <a:gd name="connsiteX2" fmla="*/ 127256 w 136935"/>
                <a:gd name="connsiteY2" fmla="*/ 75803 h 163697"/>
                <a:gd name="connsiteX3" fmla="*/ 12606 w 136935"/>
                <a:gd name="connsiteY3" fmla="*/ 75803 h 163697"/>
                <a:gd name="connsiteX4" fmla="*/ 84912 w 136935"/>
                <a:gd name="connsiteY4" fmla="*/ 12380 h 163697"/>
                <a:gd name="connsiteX5" fmla="*/ 127256 w 136935"/>
                <a:gd name="connsiteY5" fmla="*/ 12380 h 163697"/>
                <a:gd name="connsiteX6" fmla="*/ 137161 w 136935"/>
                <a:gd name="connsiteY6" fmla="*/ 6363 h 163697"/>
                <a:gd name="connsiteX7" fmla="*/ 127256 w 136935"/>
                <a:gd name="connsiteY7" fmla="*/ 96 h 163697"/>
                <a:gd name="connsiteX8" fmla="*/ 83922 w 136935"/>
                <a:gd name="connsiteY8" fmla="*/ 96 h 163697"/>
                <a:gd name="connsiteX9" fmla="*/ 225 w 136935"/>
                <a:gd name="connsiteY9" fmla="*/ 81820 h 163697"/>
                <a:gd name="connsiteX10" fmla="*/ 83922 w 136935"/>
                <a:gd name="connsiteY10" fmla="*/ 163794 h 163697"/>
                <a:gd name="connsiteX11" fmla="*/ 127256 w 136935"/>
                <a:gd name="connsiteY11" fmla="*/ 163794 h 163697"/>
                <a:gd name="connsiteX12" fmla="*/ 137161 w 136935"/>
                <a:gd name="connsiteY12" fmla="*/ 157777 h 163697"/>
                <a:gd name="connsiteX13" fmla="*/ 127256 w 136935"/>
                <a:gd name="connsiteY13" fmla="*/ 151510 h 163697"/>
                <a:gd name="connsiteX14" fmla="*/ 84912 w 136935"/>
                <a:gd name="connsiteY14" fmla="*/ 151510 h 163697"/>
                <a:gd name="connsiteX15" fmla="*/ 12606 w 136935"/>
                <a:gd name="connsiteY15" fmla="*/ 88087 h 163697"/>
                <a:gd name="connsiteX16" fmla="*/ 127256 w 136935"/>
                <a:gd name="connsiteY16" fmla="*/ 88087 h 16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6935" h="163697">
                  <a:moveTo>
                    <a:pt x="127256" y="88087"/>
                  </a:moveTo>
                  <a:cubicBezTo>
                    <a:pt x="131218" y="88087"/>
                    <a:pt x="137161" y="88087"/>
                    <a:pt x="137161" y="82070"/>
                  </a:cubicBezTo>
                  <a:cubicBezTo>
                    <a:pt x="137161" y="75803"/>
                    <a:pt x="131466" y="75803"/>
                    <a:pt x="127256" y="75803"/>
                  </a:cubicBezTo>
                  <a:lnTo>
                    <a:pt x="12606" y="75803"/>
                  </a:lnTo>
                  <a:cubicBezTo>
                    <a:pt x="16321" y="39454"/>
                    <a:pt x="46283" y="12380"/>
                    <a:pt x="84912" y="12380"/>
                  </a:cubicBezTo>
                  <a:lnTo>
                    <a:pt x="127256" y="12380"/>
                  </a:lnTo>
                  <a:cubicBezTo>
                    <a:pt x="131218" y="12380"/>
                    <a:pt x="137161" y="12380"/>
                    <a:pt x="137161" y="6363"/>
                  </a:cubicBezTo>
                  <a:cubicBezTo>
                    <a:pt x="137161" y="96"/>
                    <a:pt x="131466" y="96"/>
                    <a:pt x="127256" y="96"/>
                  </a:cubicBezTo>
                  <a:lnTo>
                    <a:pt x="83922" y="96"/>
                  </a:lnTo>
                  <a:cubicBezTo>
                    <a:pt x="37864" y="96"/>
                    <a:pt x="225" y="36696"/>
                    <a:pt x="225" y="81820"/>
                  </a:cubicBezTo>
                  <a:cubicBezTo>
                    <a:pt x="225" y="127946"/>
                    <a:pt x="38359" y="163794"/>
                    <a:pt x="83922" y="163794"/>
                  </a:cubicBezTo>
                  <a:lnTo>
                    <a:pt x="127256" y="163794"/>
                  </a:lnTo>
                  <a:cubicBezTo>
                    <a:pt x="131218" y="163794"/>
                    <a:pt x="137161" y="163794"/>
                    <a:pt x="137161" y="157777"/>
                  </a:cubicBezTo>
                  <a:cubicBezTo>
                    <a:pt x="137161" y="151510"/>
                    <a:pt x="131466" y="151510"/>
                    <a:pt x="127256" y="151510"/>
                  </a:cubicBezTo>
                  <a:lnTo>
                    <a:pt x="84912" y="151510"/>
                  </a:lnTo>
                  <a:cubicBezTo>
                    <a:pt x="46283" y="151510"/>
                    <a:pt x="16321" y="124436"/>
                    <a:pt x="12606" y="88087"/>
                  </a:cubicBezTo>
                  <a:lnTo>
                    <a:pt x="127256" y="88087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1EE8A1-AC69-D1F1-5B6E-7DE9EE60CD6A}"/>
                </a:ext>
              </a:extLst>
            </p:cNvPr>
            <p:cNvSpPr/>
            <p:nvPr/>
          </p:nvSpPr>
          <p:spPr>
            <a:xfrm>
              <a:off x="9080738" y="8043386"/>
              <a:ext cx="151545" cy="163948"/>
            </a:xfrm>
            <a:custGeom>
              <a:avLst/>
              <a:gdLst>
                <a:gd name="connsiteX0" fmla="*/ 127757 w 151545"/>
                <a:gd name="connsiteY0" fmla="*/ 113907 h 163948"/>
                <a:gd name="connsiteX1" fmla="*/ 150786 w 151545"/>
                <a:gd name="connsiteY1" fmla="*/ 20903 h 163948"/>
                <a:gd name="connsiteX2" fmla="*/ 151776 w 151545"/>
                <a:gd name="connsiteY2" fmla="*/ 14636 h 163948"/>
                <a:gd name="connsiteX3" fmla="*/ 138900 w 151545"/>
                <a:gd name="connsiteY3" fmla="*/ 2102 h 163948"/>
                <a:gd name="connsiteX4" fmla="*/ 119833 w 151545"/>
                <a:gd name="connsiteY4" fmla="*/ 21655 h 163948"/>
                <a:gd name="connsiteX5" fmla="*/ 113394 w 151545"/>
                <a:gd name="connsiteY5" fmla="*/ 47726 h 163948"/>
                <a:gd name="connsiteX6" fmla="*/ 105718 w 151545"/>
                <a:gd name="connsiteY6" fmla="*/ 79062 h 163948"/>
                <a:gd name="connsiteX7" fmla="*/ 100518 w 151545"/>
                <a:gd name="connsiteY7" fmla="*/ 90092 h 163948"/>
                <a:gd name="connsiteX8" fmla="*/ 74270 w 151545"/>
                <a:gd name="connsiteY8" fmla="*/ 103880 h 163948"/>
                <a:gd name="connsiteX9" fmla="*/ 57432 w 151545"/>
                <a:gd name="connsiteY9" fmla="*/ 85580 h 163948"/>
                <a:gd name="connsiteX10" fmla="*/ 71546 w 151545"/>
                <a:gd name="connsiteY10" fmla="*/ 36696 h 163948"/>
                <a:gd name="connsiteX11" fmla="*/ 75260 w 151545"/>
                <a:gd name="connsiteY11" fmla="*/ 23159 h 163948"/>
                <a:gd name="connsiteX12" fmla="*/ 43317 w 151545"/>
                <a:gd name="connsiteY12" fmla="*/ 96 h 163948"/>
                <a:gd name="connsiteX13" fmla="*/ 231 w 151545"/>
                <a:gd name="connsiteY13" fmla="*/ 39203 h 163948"/>
                <a:gd name="connsiteX14" fmla="*/ 8155 w 151545"/>
                <a:gd name="connsiteY14" fmla="*/ 43715 h 163948"/>
                <a:gd name="connsiteX15" fmla="*/ 16326 w 151545"/>
                <a:gd name="connsiteY15" fmla="*/ 38200 h 163948"/>
                <a:gd name="connsiteX16" fmla="*/ 41831 w 151545"/>
                <a:gd name="connsiteY16" fmla="*/ 11628 h 163948"/>
                <a:gd name="connsiteX17" fmla="*/ 46041 w 151545"/>
                <a:gd name="connsiteY17" fmla="*/ 17644 h 163948"/>
                <a:gd name="connsiteX18" fmla="*/ 42079 w 151545"/>
                <a:gd name="connsiteY18" fmla="*/ 31933 h 163948"/>
                <a:gd name="connsiteX19" fmla="*/ 27717 w 151545"/>
                <a:gd name="connsiteY19" fmla="*/ 80817 h 163948"/>
                <a:gd name="connsiteX20" fmla="*/ 72289 w 151545"/>
                <a:gd name="connsiteY20" fmla="*/ 115412 h 163948"/>
                <a:gd name="connsiteX21" fmla="*/ 98537 w 151545"/>
                <a:gd name="connsiteY21" fmla="*/ 107891 h 163948"/>
                <a:gd name="connsiteX22" fmla="*/ 52974 w 151545"/>
                <a:gd name="connsiteY22" fmla="*/ 152513 h 163948"/>
                <a:gd name="connsiteX23" fmla="*/ 40098 w 151545"/>
                <a:gd name="connsiteY23" fmla="*/ 150508 h 163948"/>
                <a:gd name="connsiteX24" fmla="*/ 48765 w 151545"/>
                <a:gd name="connsiteY24" fmla="*/ 134464 h 163948"/>
                <a:gd name="connsiteX25" fmla="*/ 34898 w 151545"/>
                <a:gd name="connsiteY25" fmla="*/ 121177 h 163948"/>
                <a:gd name="connsiteX26" fmla="*/ 15088 w 151545"/>
                <a:gd name="connsiteY26" fmla="*/ 141984 h 163948"/>
                <a:gd name="connsiteX27" fmla="*/ 52727 w 151545"/>
                <a:gd name="connsiteY27" fmla="*/ 164044 h 163948"/>
                <a:gd name="connsiteX28" fmla="*/ 127757 w 151545"/>
                <a:gd name="connsiteY28" fmla="*/ 113907 h 16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51545" h="163948">
                  <a:moveTo>
                    <a:pt x="127757" y="113907"/>
                  </a:moveTo>
                  <a:lnTo>
                    <a:pt x="150786" y="20903"/>
                  </a:lnTo>
                  <a:cubicBezTo>
                    <a:pt x="151776" y="16892"/>
                    <a:pt x="151776" y="15639"/>
                    <a:pt x="151776" y="14636"/>
                  </a:cubicBezTo>
                  <a:cubicBezTo>
                    <a:pt x="151776" y="5862"/>
                    <a:pt x="145090" y="2102"/>
                    <a:pt x="138900" y="2102"/>
                  </a:cubicBezTo>
                  <a:cubicBezTo>
                    <a:pt x="124785" y="2102"/>
                    <a:pt x="121566" y="14636"/>
                    <a:pt x="119833" y="21655"/>
                  </a:cubicBezTo>
                  <a:lnTo>
                    <a:pt x="113394" y="47726"/>
                  </a:lnTo>
                  <a:lnTo>
                    <a:pt x="105718" y="79062"/>
                  </a:lnTo>
                  <a:cubicBezTo>
                    <a:pt x="103985" y="85831"/>
                    <a:pt x="103985" y="86332"/>
                    <a:pt x="100518" y="90092"/>
                  </a:cubicBezTo>
                  <a:cubicBezTo>
                    <a:pt x="94080" y="97362"/>
                    <a:pt x="85413" y="103880"/>
                    <a:pt x="74270" y="103880"/>
                  </a:cubicBezTo>
                  <a:cubicBezTo>
                    <a:pt x="57432" y="103880"/>
                    <a:pt x="57432" y="90594"/>
                    <a:pt x="57432" y="85580"/>
                  </a:cubicBezTo>
                  <a:cubicBezTo>
                    <a:pt x="57432" y="71792"/>
                    <a:pt x="64117" y="54746"/>
                    <a:pt x="71546" y="36696"/>
                  </a:cubicBezTo>
                  <a:cubicBezTo>
                    <a:pt x="74270" y="29677"/>
                    <a:pt x="75260" y="26919"/>
                    <a:pt x="75260" y="23159"/>
                  </a:cubicBezTo>
                  <a:cubicBezTo>
                    <a:pt x="75260" y="8118"/>
                    <a:pt x="59165" y="96"/>
                    <a:pt x="43317" y="96"/>
                  </a:cubicBezTo>
                  <a:cubicBezTo>
                    <a:pt x="15088" y="96"/>
                    <a:pt x="231" y="31933"/>
                    <a:pt x="231" y="39203"/>
                  </a:cubicBezTo>
                  <a:cubicBezTo>
                    <a:pt x="231" y="43715"/>
                    <a:pt x="4440" y="43715"/>
                    <a:pt x="8155" y="43715"/>
                  </a:cubicBezTo>
                  <a:cubicBezTo>
                    <a:pt x="14345" y="43715"/>
                    <a:pt x="14840" y="43214"/>
                    <a:pt x="16326" y="38200"/>
                  </a:cubicBezTo>
                  <a:cubicBezTo>
                    <a:pt x="20536" y="23911"/>
                    <a:pt x="31184" y="11628"/>
                    <a:pt x="41831" y="11628"/>
                  </a:cubicBezTo>
                  <a:cubicBezTo>
                    <a:pt x="43317" y="11628"/>
                    <a:pt x="46041" y="11628"/>
                    <a:pt x="46041" y="17644"/>
                  </a:cubicBezTo>
                  <a:cubicBezTo>
                    <a:pt x="46041" y="22407"/>
                    <a:pt x="44308" y="26919"/>
                    <a:pt x="42079" y="31933"/>
                  </a:cubicBezTo>
                  <a:cubicBezTo>
                    <a:pt x="32917" y="54495"/>
                    <a:pt x="27717" y="69035"/>
                    <a:pt x="27717" y="80817"/>
                  </a:cubicBezTo>
                  <a:cubicBezTo>
                    <a:pt x="27717" y="108643"/>
                    <a:pt x="51489" y="115412"/>
                    <a:pt x="72289" y="115412"/>
                  </a:cubicBezTo>
                  <a:cubicBezTo>
                    <a:pt x="79718" y="115412"/>
                    <a:pt x="86899" y="114659"/>
                    <a:pt x="98537" y="107891"/>
                  </a:cubicBezTo>
                  <a:cubicBezTo>
                    <a:pt x="92099" y="136970"/>
                    <a:pt x="71051" y="152513"/>
                    <a:pt x="52974" y="152513"/>
                  </a:cubicBezTo>
                  <a:cubicBezTo>
                    <a:pt x="50993" y="152513"/>
                    <a:pt x="45793" y="152513"/>
                    <a:pt x="40098" y="150508"/>
                  </a:cubicBezTo>
                  <a:cubicBezTo>
                    <a:pt x="46784" y="146246"/>
                    <a:pt x="48765" y="137723"/>
                    <a:pt x="48765" y="134464"/>
                  </a:cubicBezTo>
                  <a:cubicBezTo>
                    <a:pt x="48765" y="127194"/>
                    <a:pt x="43317" y="121177"/>
                    <a:pt x="34898" y="121177"/>
                  </a:cubicBezTo>
                  <a:cubicBezTo>
                    <a:pt x="24002" y="121177"/>
                    <a:pt x="15088" y="130703"/>
                    <a:pt x="15088" y="141984"/>
                  </a:cubicBezTo>
                  <a:cubicBezTo>
                    <a:pt x="15088" y="154769"/>
                    <a:pt x="27964" y="164044"/>
                    <a:pt x="52727" y="164044"/>
                  </a:cubicBezTo>
                  <a:cubicBezTo>
                    <a:pt x="82689" y="164044"/>
                    <a:pt x="119585" y="146998"/>
                    <a:pt x="127757" y="113907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FEA28AC-B3F8-7645-D249-24B6617071C4}"/>
                </a:ext>
              </a:extLst>
            </p:cNvPr>
            <p:cNvSpPr/>
            <p:nvPr/>
          </p:nvSpPr>
          <p:spPr>
            <a:xfrm>
              <a:off x="9322287" y="7584414"/>
              <a:ext cx="115675" cy="164378"/>
            </a:xfrm>
            <a:custGeom>
              <a:avLst/>
              <a:gdLst>
                <a:gd name="connsiteX0" fmla="*/ 62143 w 115675"/>
                <a:gd name="connsiteY0" fmla="*/ 91048 h 164378"/>
                <a:gd name="connsiteX1" fmla="*/ 98933 w 115675"/>
                <a:gd name="connsiteY1" fmla="*/ 123995 h 164378"/>
                <a:gd name="connsiteX2" fmla="*/ 58959 w 115675"/>
                <a:gd name="connsiteY2" fmla="*/ 156584 h 164378"/>
                <a:gd name="connsiteX3" fmla="*/ 9789 w 115675"/>
                <a:gd name="connsiteY3" fmla="*/ 105731 h 164378"/>
                <a:gd name="connsiteX4" fmla="*/ 4836 w 115675"/>
                <a:gd name="connsiteY4" fmla="*/ 99643 h 164378"/>
                <a:gd name="connsiteX5" fmla="*/ 237 w 115675"/>
                <a:gd name="connsiteY5" fmla="*/ 108596 h 164378"/>
                <a:gd name="connsiteX6" fmla="*/ 237 w 115675"/>
                <a:gd name="connsiteY6" fmla="*/ 155868 h 164378"/>
                <a:gd name="connsiteX7" fmla="*/ 4129 w 115675"/>
                <a:gd name="connsiteY7" fmla="*/ 164463 h 164378"/>
                <a:gd name="connsiteX8" fmla="*/ 12972 w 115675"/>
                <a:gd name="connsiteY8" fmla="*/ 157300 h 164378"/>
                <a:gd name="connsiteX9" fmla="*/ 20047 w 115675"/>
                <a:gd name="connsiteY9" fmla="*/ 149064 h 164378"/>
                <a:gd name="connsiteX10" fmla="*/ 58959 w 115675"/>
                <a:gd name="connsiteY10" fmla="*/ 164463 h 164378"/>
                <a:gd name="connsiteX11" fmla="*/ 115913 w 115675"/>
                <a:gd name="connsiteY11" fmla="*/ 114684 h 164378"/>
                <a:gd name="connsiteX12" fmla="*/ 101055 w 115675"/>
                <a:gd name="connsiteY12" fmla="*/ 80662 h 164378"/>
                <a:gd name="connsiteX13" fmla="*/ 60728 w 115675"/>
                <a:gd name="connsiteY13" fmla="*/ 63472 h 164378"/>
                <a:gd name="connsiteX14" fmla="*/ 17217 w 115675"/>
                <a:gd name="connsiteY14" fmla="*/ 34106 h 164378"/>
                <a:gd name="connsiteX15" fmla="*/ 56837 w 115675"/>
                <a:gd name="connsiteY15" fmla="*/ 6889 h 164378"/>
                <a:gd name="connsiteX16" fmla="*/ 98225 w 115675"/>
                <a:gd name="connsiteY16" fmla="*/ 50222 h 164378"/>
                <a:gd name="connsiteX17" fmla="*/ 102470 w 115675"/>
                <a:gd name="connsiteY17" fmla="*/ 53445 h 164378"/>
                <a:gd name="connsiteX18" fmla="*/ 107069 w 115675"/>
                <a:gd name="connsiteY18" fmla="*/ 44850 h 164378"/>
                <a:gd name="connsiteX19" fmla="*/ 107069 w 115675"/>
                <a:gd name="connsiteY19" fmla="*/ 8680 h 164378"/>
                <a:gd name="connsiteX20" fmla="*/ 103178 w 115675"/>
                <a:gd name="connsiteY20" fmla="*/ 85 h 164378"/>
                <a:gd name="connsiteX21" fmla="*/ 96103 w 115675"/>
                <a:gd name="connsiteY21" fmla="*/ 4382 h 164378"/>
                <a:gd name="connsiteX22" fmla="*/ 90089 w 115675"/>
                <a:gd name="connsiteY22" fmla="*/ 10112 h 164378"/>
                <a:gd name="connsiteX23" fmla="*/ 56837 w 115675"/>
                <a:gd name="connsiteY23" fmla="*/ 85 h 164378"/>
                <a:gd name="connsiteX24" fmla="*/ 237 w 115675"/>
                <a:gd name="connsiteY24" fmla="*/ 44134 h 164378"/>
                <a:gd name="connsiteX25" fmla="*/ 15449 w 115675"/>
                <a:gd name="connsiteY25" fmla="*/ 74574 h 164378"/>
                <a:gd name="connsiteX26" fmla="*/ 62143 w 115675"/>
                <a:gd name="connsiteY26" fmla="*/ 91048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675" h="164378">
                  <a:moveTo>
                    <a:pt x="62143" y="91048"/>
                  </a:moveTo>
                  <a:cubicBezTo>
                    <a:pt x="69926" y="92480"/>
                    <a:pt x="98933" y="98210"/>
                    <a:pt x="98933" y="123995"/>
                  </a:cubicBezTo>
                  <a:cubicBezTo>
                    <a:pt x="98933" y="142259"/>
                    <a:pt x="86552" y="156584"/>
                    <a:pt x="58959" y="156584"/>
                  </a:cubicBezTo>
                  <a:cubicBezTo>
                    <a:pt x="29245" y="156584"/>
                    <a:pt x="16510" y="136171"/>
                    <a:pt x="9789" y="105731"/>
                  </a:cubicBezTo>
                  <a:cubicBezTo>
                    <a:pt x="8727" y="101075"/>
                    <a:pt x="8374" y="99643"/>
                    <a:pt x="4836" y="99643"/>
                  </a:cubicBezTo>
                  <a:cubicBezTo>
                    <a:pt x="237" y="99643"/>
                    <a:pt x="237" y="102150"/>
                    <a:pt x="237" y="108596"/>
                  </a:cubicBezTo>
                  <a:lnTo>
                    <a:pt x="237" y="155868"/>
                  </a:lnTo>
                  <a:cubicBezTo>
                    <a:pt x="237" y="161956"/>
                    <a:pt x="237" y="164463"/>
                    <a:pt x="4129" y="164463"/>
                  </a:cubicBezTo>
                  <a:cubicBezTo>
                    <a:pt x="5897" y="164463"/>
                    <a:pt x="6251" y="164105"/>
                    <a:pt x="12972" y="157300"/>
                  </a:cubicBezTo>
                  <a:cubicBezTo>
                    <a:pt x="13680" y="156584"/>
                    <a:pt x="13680" y="155868"/>
                    <a:pt x="20047" y="149064"/>
                  </a:cubicBezTo>
                  <a:cubicBezTo>
                    <a:pt x="35612" y="164105"/>
                    <a:pt x="51531" y="164463"/>
                    <a:pt x="58959" y="164463"/>
                  </a:cubicBezTo>
                  <a:cubicBezTo>
                    <a:pt x="99640" y="164463"/>
                    <a:pt x="115913" y="140469"/>
                    <a:pt x="115913" y="114684"/>
                  </a:cubicBezTo>
                  <a:cubicBezTo>
                    <a:pt x="115913" y="95703"/>
                    <a:pt x="105300" y="84960"/>
                    <a:pt x="101055" y="80662"/>
                  </a:cubicBezTo>
                  <a:cubicBezTo>
                    <a:pt x="89382" y="69202"/>
                    <a:pt x="75586" y="66337"/>
                    <a:pt x="60728" y="63472"/>
                  </a:cubicBezTo>
                  <a:cubicBezTo>
                    <a:pt x="40918" y="59533"/>
                    <a:pt x="17217" y="54877"/>
                    <a:pt x="17217" y="34106"/>
                  </a:cubicBezTo>
                  <a:cubicBezTo>
                    <a:pt x="17217" y="21572"/>
                    <a:pt x="26415" y="6889"/>
                    <a:pt x="56837" y="6889"/>
                  </a:cubicBezTo>
                  <a:cubicBezTo>
                    <a:pt x="95749" y="6889"/>
                    <a:pt x="97518" y="39120"/>
                    <a:pt x="98225" y="50222"/>
                  </a:cubicBezTo>
                  <a:cubicBezTo>
                    <a:pt x="98579" y="53445"/>
                    <a:pt x="101763" y="53445"/>
                    <a:pt x="102470" y="53445"/>
                  </a:cubicBezTo>
                  <a:cubicBezTo>
                    <a:pt x="107069" y="53445"/>
                    <a:pt x="107069" y="51654"/>
                    <a:pt x="107069" y="44850"/>
                  </a:cubicBezTo>
                  <a:lnTo>
                    <a:pt x="107069" y="8680"/>
                  </a:lnTo>
                  <a:cubicBezTo>
                    <a:pt x="107069" y="2592"/>
                    <a:pt x="107069" y="85"/>
                    <a:pt x="103178" y="85"/>
                  </a:cubicBezTo>
                  <a:cubicBezTo>
                    <a:pt x="101409" y="85"/>
                    <a:pt x="100702" y="85"/>
                    <a:pt x="96103" y="4382"/>
                  </a:cubicBezTo>
                  <a:cubicBezTo>
                    <a:pt x="95042" y="5815"/>
                    <a:pt x="91504" y="9038"/>
                    <a:pt x="90089" y="10112"/>
                  </a:cubicBezTo>
                  <a:cubicBezTo>
                    <a:pt x="76647" y="85"/>
                    <a:pt x="62143" y="85"/>
                    <a:pt x="56837" y="85"/>
                  </a:cubicBezTo>
                  <a:cubicBezTo>
                    <a:pt x="13680" y="85"/>
                    <a:pt x="237" y="24079"/>
                    <a:pt x="237" y="44134"/>
                  </a:cubicBezTo>
                  <a:cubicBezTo>
                    <a:pt x="237" y="56668"/>
                    <a:pt x="5897" y="66695"/>
                    <a:pt x="15449" y="74574"/>
                  </a:cubicBezTo>
                  <a:cubicBezTo>
                    <a:pt x="26768" y="83885"/>
                    <a:pt x="36673" y="86034"/>
                    <a:pt x="62143" y="9104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A350F1C-17C1-AA55-5833-A4E599DD4F7C}"/>
                </a:ext>
              </a:extLst>
            </p:cNvPr>
            <p:cNvSpPr/>
            <p:nvPr/>
          </p:nvSpPr>
          <p:spPr>
            <a:xfrm>
              <a:off x="9460053" y="7586563"/>
              <a:ext cx="174397" cy="227765"/>
            </a:xfrm>
            <a:custGeom>
              <a:avLst/>
              <a:gdLst>
                <a:gd name="connsiteX0" fmla="*/ 51181 w 174397"/>
                <a:gd name="connsiteY0" fmla="*/ 23721 h 227765"/>
                <a:gd name="connsiteX1" fmla="*/ 51181 w 174397"/>
                <a:gd name="connsiteY1" fmla="*/ 85 h 227765"/>
                <a:gd name="connsiteX2" fmla="*/ 241 w 174397"/>
                <a:gd name="connsiteY2" fmla="*/ 4024 h 227765"/>
                <a:gd name="connsiteX3" fmla="*/ 241 w 174397"/>
                <a:gd name="connsiteY3" fmla="*/ 15126 h 227765"/>
                <a:gd name="connsiteX4" fmla="*/ 27834 w 174397"/>
                <a:gd name="connsiteY4" fmla="*/ 33032 h 227765"/>
                <a:gd name="connsiteX5" fmla="*/ 27834 w 174397"/>
                <a:gd name="connsiteY5" fmla="*/ 200633 h 227765"/>
                <a:gd name="connsiteX6" fmla="*/ 241 w 174397"/>
                <a:gd name="connsiteY6" fmla="*/ 216749 h 227765"/>
                <a:gd name="connsiteX7" fmla="*/ 241 w 174397"/>
                <a:gd name="connsiteY7" fmla="*/ 227850 h 227765"/>
                <a:gd name="connsiteX8" fmla="*/ 39861 w 174397"/>
                <a:gd name="connsiteY8" fmla="*/ 226776 h 227765"/>
                <a:gd name="connsiteX9" fmla="*/ 79835 w 174397"/>
                <a:gd name="connsiteY9" fmla="*/ 227850 h 227765"/>
                <a:gd name="connsiteX10" fmla="*/ 79835 w 174397"/>
                <a:gd name="connsiteY10" fmla="*/ 216749 h 227765"/>
                <a:gd name="connsiteX11" fmla="*/ 52242 w 174397"/>
                <a:gd name="connsiteY11" fmla="*/ 200633 h 227765"/>
                <a:gd name="connsiteX12" fmla="*/ 52242 w 174397"/>
                <a:gd name="connsiteY12" fmla="*/ 140469 h 227765"/>
                <a:gd name="connsiteX13" fmla="*/ 52242 w 174397"/>
                <a:gd name="connsiteY13" fmla="*/ 137246 h 227765"/>
                <a:gd name="connsiteX14" fmla="*/ 95753 w 174397"/>
                <a:gd name="connsiteY14" fmla="*/ 162314 h 227765"/>
                <a:gd name="connsiteX15" fmla="*/ 174639 w 174397"/>
                <a:gd name="connsiteY15" fmla="*/ 81020 h 227765"/>
                <a:gd name="connsiteX16" fmla="*/ 100706 w 174397"/>
                <a:gd name="connsiteY16" fmla="*/ 85 h 227765"/>
                <a:gd name="connsiteX17" fmla="*/ 51181 w 174397"/>
                <a:gd name="connsiteY17" fmla="*/ 23721 h 227765"/>
                <a:gd name="connsiteX18" fmla="*/ 52242 w 174397"/>
                <a:gd name="connsiteY18" fmla="*/ 117549 h 227765"/>
                <a:gd name="connsiteX19" fmla="*/ 52242 w 174397"/>
                <a:gd name="connsiteY19" fmla="*/ 37688 h 227765"/>
                <a:gd name="connsiteX20" fmla="*/ 97876 w 174397"/>
                <a:gd name="connsiteY20" fmla="*/ 9038 h 227765"/>
                <a:gd name="connsiteX21" fmla="*/ 145278 w 174397"/>
                <a:gd name="connsiteY21" fmla="*/ 81020 h 227765"/>
                <a:gd name="connsiteX22" fmla="*/ 94338 w 174397"/>
                <a:gd name="connsiteY22" fmla="*/ 154435 h 227765"/>
                <a:gd name="connsiteX23" fmla="*/ 57195 w 174397"/>
                <a:gd name="connsiteY23" fmla="*/ 132590 h 227765"/>
                <a:gd name="connsiteX24" fmla="*/ 52242 w 174397"/>
                <a:gd name="connsiteY24" fmla="*/ 117549 h 227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4397" h="227765">
                  <a:moveTo>
                    <a:pt x="51181" y="23721"/>
                  </a:moveTo>
                  <a:lnTo>
                    <a:pt x="51181" y="85"/>
                  </a:lnTo>
                  <a:lnTo>
                    <a:pt x="241" y="4024"/>
                  </a:lnTo>
                  <a:lnTo>
                    <a:pt x="241" y="15126"/>
                  </a:lnTo>
                  <a:cubicBezTo>
                    <a:pt x="25357" y="15126"/>
                    <a:pt x="27834" y="17275"/>
                    <a:pt x="27834" y="33032"/>
                  </a:cubicBezTo>
                  <a:lnTo>
                    <a:pt x="27834" y="200633"/>
                  </a:lnTo>
                  <a:cubicBezTo>
                    <a:pt x="27834" y="216749"/>
                    <a:pt x="23942" y="216749"/>
                    <a:pt x="241" y="216749"/>
                  </a:cubicBezTo>
                  <a:lnTo>
                    <a:pt x="241" y="227850"/>
                  </a:lnTo>
                  <a:cubicBezTo>
                    <a:pt x="12269" y="227492"/>
                    <a:pt x="30664" y="226776"/>
                    <a:pt x="39861" y="226776"/>
                  </a:cubicBezTo>
                  <a:cubicBezTo>
                    <a:pt x="49412" y="226776"/>
                    <a:pt x="67453" y="227492"/>
                    <a:pt x="79835" y="227850"/>
                  </a:cubicBezTo>
                  <a:lnTo>
                    <a:pt x="79835" y="216749"/>
                  </a:lnTo>
                  <a:cubicBezTo>
                    <a:pt x="56133" y="216749"/>
                    <a:pt x="52242" y="216749"/>
                    <a:pt x="52242" y="200633"/>
                  </a:cubicBezTo>
                  <a:lnTo>
                    <a:pt x="52242" y="140469"/>
                  </a:lnTo>
                  <a:lnTo>
                    <a:pt x="52242" y="137246"/>
                  </a:lnTo>
                  <a:cubicBezTo>
                    <a:pt x="54011" y="142975"/>
                    <a:pt x="68868" y="162314"/>
                    <a:pt x="95753" y="162314"/>
                  </a:cubicBezTo>
                  <a:cubicBezTo>
                    <a:pt x="137849" y="162314"/>
                    <a:pt x="174639" y="127218"/>
                    <a:pt x="174639" y="81020"/>
                  </a:cubicBezTo>
                  <a:cubicBezTo>
                    <a:pt x="174639" y="35539"/>
                    <a:pt x="140325" y="85"/>
                    <a:pt x="100706" y="85"/>
                  </a:cubicBezTo>
                  <a:cubicBezTo>
                    <a:pt x="73113" y="85"/>
                    <a:pt x="58256" y="15842"/>
                    <a:pt x="51181" y="23721"/>
                  </a:cubicBezTo>
                  <a:close/>
                  <a:moveTo>
                    <a:pt x="52242" y="117549"/>
                  </a:moveTo>
                  <a:lnTo>
                    <a:pt x="52242" y="37688"/>
                  </a:lnTo>
                  <a:cubicBezTo>
                    <a:pt x="62501" y="19423"/>
                    <a:pt x="79835" y="9038"/>
                    <a:pt x="97876" y="9038"/>
                  </a:cubicBezTo>
                  <a:cubicBezTo>
                    <a:pt x="123699" y="9038"/>
                    <a:pt x="145278" y="40552"/>
                    <a:pt x="145278" y="81020"/>
                  </a:cubicBezTo>
                  <a:cubicBezTo>
                    <a:pt x="145278" y="124353"/>
                    <a:pt x="120515" y="154435"/>
                    <a:pt x="94338" y="154435"/>
                  </a:cubicBezTo>
                  <a:cubicBezTo>
                    <a:pt x="80188" y="154435"/>
                    <a:pt x="66746" y="147273"/>
                    <a:pt x="57195" y="132590"/>
                  </a:cubicBezTo>
                  <a:cubicBezTo>
                    <a:pt x="52242" y="125069"/>
                    <a:pt x="52242" y="124711"/>
                    <a:pt x="52242" y="117549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FC19101-13E3-F6CF-EF7F-9B826B023AF3}"/>
                </a:ext>
              </a:extLst>
            </p:cNvPr>
            <p:cNvSpPr/>
            <p:nvPr/>
          </p:nvSpPr>
          <p:spPr>
            <a:xfrm>
              <a:off x="9661532" y="7584414"/>
              <a:ext cx="159540" cy="164378"/>
            </a:xfrm>
            <a:custGeom>
              <a:avLst/>
              <a:gdLst>
                <a:gd name="connsiteX0" fmla="*/ 103187 w 159540"/>
                <a:gd name="connsiteY0" fmla="*/ 133306 h 164378"/>
                <a:gd name="connsiteX1" fmla="*/ 130780 w 159540"/>
                <a:gd name="connsiteY1" fmla="*/ 162672 h 164378"/>
                <a:gd name="connsiteX2" fmla="*/ 159787 w 159540"/>
                <a:gd name="connsiteY2" fmla="*/ 128651 h 164378"/>
                <a:gd name="connsiteX3" fmla="*/ 159787 w 159540"/>
                <a:gd name="connsiteY3" fmla="*/ 108596 h 164378"/>
                <a:gd name="connsiteX4" fmla="*/ 150943 w 159540"/>
                <a:gd name="connsiteY4" fmla="*/ 108596 h 164378"/>
                <a:gd name="connsiteX5" fmla="*/ 150943 w 159540"/>
                <a:gd name="connsiteY5" fmla="*/ 128651 h 164378"/>
                <a:gd name="connsiteX6" fmla="*/ 138208 w 159540"/>
                <a:gd name="connsiteY6" fmla="*/ 151570 h 164378"/>
                <a:gd name="connsiteX7" fmla="*/ 125120 w 159540"/>
                <a:gd name="connsiteY7" fmla="*/ 133664 h 164378"/>
                <a:gd name="connsiteX8" fmla="*/ 125120 w 159540"/>
                <a:gd name="connsiteY8" fmla="*/ 62040 h 164378"/>
                <a:gd name="connsiteX9" fmla="*/ 112385 w 159540"/>
                <a:gd name="connsiteY9" fmla="*/ 19781 h 164378"/>
                <a:gd name="connsiteX10" fmla="*/ 63921 w 159540"/>
                <a:gd name="connsiteY10" fmla="*/ 85 h 164378"/>
                <a:gd name="connsiteX11" fmla="*/ 10506 w 159540"/>
                <a:gd name="connsiteY11" fmla="*/ 40553 h 164378"/>
                <a:gd name="connsiteX12" fmla="*/ 26778 w 159540"/>
                <a:gd name="connsiteY12" fmla="*/ 57384 h 164378"/>
                <a:gd name="connsiteX13" fmla="*/ 43050 w 159540"/>
                <a:gd name="connsiteY13" fmla="*/ 40911 h 164378"/>
                <a:gd name="connsiteX14" fmla="*/ 25009 w 159540"/>
                <a:gd name="connsiteY14" fmla="*/ 24437 h 164378"/>
                <a:gd name="connsiteX15" fmla="*/ 63214 w 159540"/>
                <a:gd name="connsiteY15" fmla="*/ 7963 h 164378"/>
                <a:gd name="connsiteX16" fmla="*/ 100711 w 159540"/>
                <a:gd name="connsiteY16" fmla="*/ 53803 h 164378"/>
                <a:gd name="connsiteX17" fmla="*/ 100711 w 159540"/>
                <a:gd name="connsiteY17" fmla="*/ 67054 h 164378"/>
                <a:gd name="connsiteX18" fmla="*/ 35622 w 159540"/>
                <a:gd name="connsiteY18" fmla="*/ 79946 h 164378"/>
                <a:gd name="connsiteX19" fmla="*/ 247 w 159540"/>
                <a:gd name="connsiteY19" fmla="*/ 126502 h 164378"/>
                <a:gd name="connsiteX20" fmla="*/ 56846 w 159540"/>
                <a:gd name="connsiteY20" fmla="*/ 164463 h 164378"/>
                <a:gd name="connsiteX21" fmla="*/ 103187 w 159540"/>
                <a:gd name="connsiteY21" fmla="*/ 133306 h 164378"/>
                <a:gd name="connsiteX22" fmla="*/ 100711 w 159540"/>
                <a:gd name="connsiteY22" fmla="*/ 74574 h 164378"/>
                <a:gd name="connsiteX23" fmla="*/ 100711 w 159540"/>
                <a:gd name="connsiteY23" fmla="*/ 110386 h 164378"/>
                <a:gd name="connsiteX24" fmla="*/ 59323 w 159540"/>
                <a:gd name="connsiteY24" fmla="*/ 156584 h 164378"/>
                <a:gd name="connsiteX25" fmla="*/ 27485 w 159540"/>
                <a:gd name="connsiteY25" fmla="*/ 126144 h 164378"/>
                <a:gd name="connsiteX26" fmla="*/ 100711 w 159540"/>
                <a:gd name="connsiteY26" fmla="*/ 74574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9540" h="164378">
                  <a:moveTo>
                    <a:pt x="103187" y="133306"/>
                  </a:moveTo>
                  <a:cubicBezTo>
                    <a:pt x="104602" y="147631"/>
                    <a:pt x="114154" y="162672"/>
                    <a:pt x="130780" y="162672"/>
                  </a:cubicBezTo>
                  <a:cubicBezTo>
                    <a:pt x="138208" y="162672"/>
                    <a:pt x="159787" y="157658"/>
                    <a:pt x="159787" y="128651"/>
                  </a:cubicBezTo>
                  <a:lnTo>
                    <a:pt x="159787" y="108596"/>
                  </a:lnTo>
                  <a:lnTo>
                    <a:pt x="150943" y="108596"/>
                  </a:lnTo>
                  <a:lnTo>
                    <a:pt x="150943" y="128651"/>
                  </a:lnTo>
                  <a:cubicBezTo>
                    <a:pt x="150943" y="149422"/>
                    <a:pt x="142100" y="151570"/>
                    <a:pt x="138208" y="151570"/>
                  </a:cubicBezTo>
                  <a:cubicBezTo>
                    <a:pt x="126535" y="151570"/>
                    <a:pt x="125120" y="135455"/>
                    <a:pt x="125120" y="133664"/>
                  </a:cubicBezTo>
                  <a:lnTo>
                    <a:pt x="125120" y="62040"/>
                  </a:lnTo>
                  <a:cubicBezTo>
                    <a:pt x="125120" y="46999"/>
                    <a:pt x="125120" y="33032"/>
                    <a:pt x="112385" y="19781"/>
                  </a:cubicBezTo>
                  <a:cubicBezTo>
                    <a:pt x="98589" y="5815"/>
                    <a:pt x="80901" y="85"/>
                    <a:pt x="63921" y="85"/>
                  </a:cubicBezTo>
                  <a:cubicBezTo>
                    <a:pt x="34914" y="85"/>
                    <a:pt x="10506" y="16916"/>
                    <a:pt x="10506" y="40553"/>
                  </a:cubicBezTo>
                  <a:cubicBezTo>
                    <a:pt x="10506" y="51296"/>
                    <a:pt x="17581" y="57384"/>
                    <a:pt x="26778" y="57384"/>
                  </a:cubicBezTo>
                  <a:cubicBezTo>
                    <a:pt x="36683" y="57384"/>
                    <a:pt x="43050" y="50222"/>
                    <a:pt x="43050" y="40911"/>
                  </a:cubicBezTo>
                  <a:cubicBezTo>
                    <a:pt x="43050" y="36613"/>
                    <a:pt x="41282" y="24795"/>
                    <a:pt x="25009" y="24437"/>
                  </a:cubicBezTo>
                  <a:cubicBezTo>
                    <a:pt x="34560" y="11903"/>
                    <a:pt x="51894" y="7963"/>
                    <a:pt x="63214" y="7963"/>
                  </a:cubicBezTo>
                  <a:cubicBezTo>
                    <a:pt x="80548" y="7963"/>
                    <a:pt x="100711" y="21930"/>
                    <a:pt x="100711" y="53803"/>
                  </a:cubicBezTo>
                  <a:lnTo>
                    <a:pt x="100711" y="67054"/>
                  </a:lnTo>
                  <a:cubicBezTo>
                    <a:pt x="82670" y="68128"/>
                    <a:pt x="57908" y="69202"/>
                    <a:pt x="35622" y="79946"/>
                  </a:cubicBezTo>
                  <a:cubicBezTo>
                    <a:pt x="9091" y="92122"/>
                    <a:pt x="247" y="110744"/>
                    <a:pt x="247" y="126502"/>
                  </a:cubicBezTo>
                  <a:cubicBezTo>
                    <a:pt x="247" y="155510"/>
                    <a:pt x="34560" y="164463"/>
                    <a:pt x="56846" y="164463"/>
                  </a:cubicBezTo>
                  <a:cubicBezTo>
                    <a:pt x="80194" y="164463"/>
                    <a:pt x="96466" y="150138"/>
                    <a:pt x="103187" y="133306"/>
                  </a:cubicBezTo>
                  <a:close/>
                  <a:moveTo>
                    <a:pt x="100711" y="74574"/>
                  </a:moveTo>
                  <a:lnTo>
                    <a:pt x="100711" y="110386"/>
                  </a:lnTo>
                  <a:cubicBezTo>
                    <a:pt x="100711" y="144408"/>
                    <a:pt x="75241" y="156584"/>
                    <a:pt x="59323" y="156584"/>
                  </a:cubicBezTo>
                  <a:cubicBezTo>
                    <a:pt x="41989" y="156584"/>
                    <a:pt x="27485" y="144050"/>
                    <a:pt x="27485" y="126144"/>
                  </a:cubicBezTo>
                  <a:cubicBezTo>
                    <a:pt x="27485" y="106447"/>
                    <a:pt x="42343" y="76723"/>
                    <a:pt x="100711" y="74574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429DE60-9FEC-B097-FF5F-E4A104597EF0}"/>
                </a:ext>
              </a:extLst>
            </p:cNvPr>
            <p:cNvSpPr/>
            <p:nvPr/>
          </p:nvSpPr>
          <p:spPr>
            <a:xfrm>
              <a:off x="9834869" y="7586563"/>
              <a:ext cx="177934" cy="158290"/>
            </a:xfrm>
            <a:custGeom>
              <a:avLst/>
              <a:gdLst>
                <a:gd name="connsiteX0" fmla="*/ 27844 w 177934"/>
                <a:gd name="connsiteY0" fmla="*/ 35181 h 158290"/>
                <a:gd name="connsiteX1" fmla="*/ 27844 w 177934"/>
                <a:gd name="connsiteY1" fmla="*/ 131157 h 158290"/>
                <a:gd name="connsiteX2" fmla="*/ 252 w 177934"/>
                <a:gd name="connsiteY2" fmla="*/ 147273 h 158290"/>
                <a:gd name="connsiteX3" fmla="*/ 252 w 177934"/>
                <a:gd name="connsiteY3" fmla="*/ 158375 h 158290"/>
                <a:gd name="connsiteX4" fmla="*/ 40225 w 177934"/>
                <a:gd name="connsiteY4" fmla="*/ 157300 h 158290"/>
                <a:gd name="connsiteX5" fmla="*/ 79845 w 177934"/>
                <a:gd name="connsiteY5" fmla="*/ 158375 h 158290"/>
                <a:gd name="connsiteX6" fmla="*/ 79845 w 177934"/>
                <a:gd name="connsiteY6" fmla="*/ 147273 h 158290"/>
                <a:gd name="connsiteX7" fmla="*/ 52253 w 177934"/>
                <a:gd name="connsiteY7" fmla="*/ 131157 h 158290"/>
                <a:gd name="connsiteX8" fmla="*/ 52253 w 177934"/>
                <a:gd name="connsiteY8" fmla="*/ 65263 h 158290"/>
                <a:gd name="connsiteX9" fmla="*/ 100009 w 177934"/>
                <a:gd name="connsiteY9" fmla="*/ 7963 h 158290"/>
                <a:gd name="connsiteX10" fmla="*/ 126186 w 177934"/>
                <a:gd name="connsiteY10" fmla="*/ 47715 h 158290"/>
                <a:gd name="connsiteX11" fmla="*/ 126186 w 177934"/>
                <a:gd name="connsiteY11" fmla="*/ 131157 h 158290"/>
                <a:gd name="connsiteX12" fmla="*/ 98594 w 177934"/>
                <a:gd name="connsiteY12" fmla="*/ 147273 h 158290"/>
                <a:gd name="connsiteX13" fmla="*/ 98594 w 177934"/>
                <a:gd name="connsiteY13" fmla="*/ 158375 h 158290"/>
                <a:gd name="connsiteX14" fmla="*/ 138567 w 177934"/>
                <a:gd name="connsiteY14" fmla="*/ 157300 h 158290"/>
                <a:gd name="connsiteX15" fmla="*/ 178187 w 177934"/>
                <a:gd name="connsiteY15" fmla="*/ 158375 h 158290"/>
                <a:gd name="connsiteX16" fmla="*/ 178187 w 177934"/>
                <a:gd name="connsiteY16" fmla="*/ 147273 h 158290"/>
                <a:gd name="connsiteX17" fmla="*/ 150595 w 177934"/>
                <a:gd name="connsiteY17" fmla="*/ 136529 h 158290"/>
                <a:gd name="connsiteX18" fmla="*/ 150595 w 177934"/>
                <a:gd name="connsiteY18" fmla="*/ 68128 h 158290"/>
                <a:gd name="connsiteX19" fmla="*/ 139628 w 177934"/>
                <a:gd name="connsiteY19" fmla="*/ 13335 h 158290"/>
                <a:gd name="connsiteX20" fmla="*/ 102485 w 177934"/>
                <a:gd name="connsiteY20" fmla="*/ 85 h 158290"/>
                <a:gd name="connsiteX21" fmla="*/ 50130 w 177934"/>
                <a:gd name="connsiteY21" fmla="*/ 37688 h 158290"/>
                <a:gd name="connsiteX22" fmla="*/ 50130 w 177934"/>
                <a:gd name="connsiteY22" fmla="*/ 85 h 158290"/>
                <a:gd name="connsiteX23" fmla="*/ 252 w 177934"/>
                <a:gd name="connsiteY23" fmla="*/ 4024 h 158290"/>
                <a:gd name="connsiteX24" fmla="*/ 252 w 177934"/>
                <a:gd name="connsiteY24" fmla="*/ 15126 h 158290"/>
                <a:gd name="connsiteX25" fmla="*/ 27844 w 177934"/>
                <a:gd name="connsiteY25" fmla="*/ 35181 h 158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7934" h="158290">
                  <a:moveTo>
                    <a:pt x="27844" y="35181"/>
                  </a:moveTo>
                  <a:lnTo>
                    <a:pt x="27844" y="131157"/>
                  </a:lnTo>
                  <a:cubicBezTo>
                    <a:pt x="27844" y="147273"/>
                    <a:pt x="23953" y="147273"/>
                    <a:pt x="252" y="147273"/>
                  </a:cubicBezTo>
                  <a:lnTo>
                    <a:pt x="252" y="158375"/>
                  </a:lnTo>
                  <a:cubicBezTo>
                    <a:pt x="12633" y="158017"/>
                    <a:pt x="30674" y="157300"/>
                    <a:pt x="40225" y="157300"/>
                  </a:cubicBezTo>
                  <a:cubicBezTo>
                    <a:pt x="49423" y="157300"/>
                    <a:pt x="67818" y="158017"/>
                    <a:pt x="79845" y="158375"/>
                  </a:cubicBezTo>
                  <a:lnTo>
                    <a:pt x="79845" y="147273"/>
                  </a:lnTo>
                  <a:cubicBezTo>
                    <a:pt x="56144" y="147273"/>
                    <a:pt x="52253" y="147273"/>
                    <a:pt x="52253" y="131157"/>
                  </a:cubicBezTo>
                  <a:lnTo>
                    <a:pt x="52253" y="65263"/>
                  </a:lnTo>
                  <a:cubicBezTo>
                    <a:pt x="52253" y="28018"/>
                    <a:pt x="77369" y="7963"/>
                    <a:pt x="100009" y="7963"/>
                  </a:cubicBezTo>
                  <a:cubicBezTo>
                    <a:pt x="122295" y="7963"/>
                    <a:pt x="126186" y="27302"/>
                    <a:pt x="126186" y="47715"/>
                  </a:cubicBezTo>
                  <a:lnTo>
                    <a:pt x="126186" y="131157"/>
                  </a:lnTo>
                  <a:cubicBezTo>
                    <a:pt x="126186" y="147273"/>
                    <a:pt x="122295" y="147273"/>
                    <a:pt x="98594" y="147273"/>
                  </a:cubicBezTo>
                  <a:lnTo>
                    <a:pt x="98594" y="158375"/>
                  </a:lnTo>
                  <a:cubicBezTo>
                    <a:pt x="110975" y="158017"/>
                    <a:pt x="129016" y="157300"/>
                    <a:pt x="138567" y="157300"/>
                  </a:cubicBezTo>
                  <a:cubicBezTo>
                    <a:pt x="147765" y="157300"/>
                    <a:pt x="166159" y="158017"/>
                    <a:pt x="178187" y="158375"/>
                  </a:cubicBezTo>
                  <a:lnTo>
                    <a:pt x="178187" y="147273"/>
                  </a:lnTo>
                  <a:cubicBezTo>
                    <a:pt x="159792" y="147273"/>
                    <a:pt x="150948" y="147273"/>
                    <a:pt x="150595" y="136529"/>
                  </a:cubicBezTo>
                  <a:lnTo>
                    <a:pt x="150595" y="68128"/>
                  </a:lnTo>
                  <a:cubicBezTo>
                    <a:pt x="150595" y="37329"/>
                    <a:pt x="150595" y="26228"/>
                    <a:pt x="139628" y="13335"/>
                  </a:cubicBezTo>
                  <a:cubicBezTo>
                    <a:pt x="134676" y="7247"/>
                    <a:pt x="123002" y="85"/>
                    <a:pt x="102485" y="85"/>
                  </a:cubicBezTo>
                  <a:cubicBezTo>
                    <a:pt x="76661" y="85"/>
                    <a:pt x="60035" y="15484"/>
                    <a:pt x="50130" y="37688"/>
                  </a:cubicBezTo>
                  <a:lnTo>
                    <a:pt x="50130" y="85"/>
                  </a:lnTo>
                  <a:lnTo>
                    <a:pt x="252" y="4024"/>
                  </a:lnTo>
                  <a:lnTo>
                    <a:pt x="252" y="15126"/>
                  </a:lnTo>
                  <a:cubicBezTo>
                    <a:pt x="25014" y="15126"/>
                    <a:pt x="27844" y="17633"/>
                    <a:pt x="27844" y="35181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58E20E41-9225-C7C3-79F9-B1429441763A}"/>
                </a:ext>
              </a:extLst>
            </p:cNvPr>
            <p:cNvSpPr/>
            <p:nvPr/>
          </p:nvSpPr>
          <p:spPr>
            <a:xfrm>
              <a:off x="10023967" y="7657113"/>
              <a:ext cx="93743" cy="20771"/>
            </a:xfrm>
            <a:custGeom>
              <a:avLst/>
              <a:gdLst>
                <a:gd name="connsiteX0" fmla="*/ 94000 w 93743"/>
                <a:gd name="connsiteY0" fmla="*/ 20856 h 20771"/>
                <a:gd name="connsiteX1" fmla="*/ 94000 w 93743"/>
                <a:gd name="connsiteY1" fmla="*/ 85 h 20771"/>
                <a:gd name="connsiteX2" fmla="*/ 257 w 93743"/>
                <a:gd name="connsiteY2" fmla="*/ 85 h 20771"/>
                <a:gd name="connsiteX3" fmla="*/ 257 w 93743"/>
                <a:gd name="connsiteY3" fmla="*/ 20856 h 20771"/>
                <a:gd name="connsiteX4" fmla="*/ 94000 w 93743"/>
                <a:gd name="connsiteY4" fmla="*/ 20856 h 2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43" h="20771">
                  <a:moveTo>
                    <a:pt x="94000" y="20856"/>
                  </a:moveTo>
                  <a:lnTo>
                    <a:pt x="94000" y="85"/>
                  </a:lnTo>
                  <a:lnTo>
                    <a:pt x="257" y="85"/>
                  </a:lnTo>
                  <a:lnTo>
                    <a:pt x="257" y="20856"/>
                  </a:lnTo>
                  <a:lnTo>
                    <a:pt x="94000" y="20856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0EF4C40-1A36-12EB-0567-9B570CEF76B3}"/>
                </a:ext>
              </a:extLst>
            </p:cNvPr>
            <p:cNvSpPr/>
            <p:nvPr/>
          </p:nvSpPr>
          <p:spPr>
            <a:xfrm>
              <a:off x="10149666" y="7584414"/>
              <a:ext cx="115675" cy="164378"/>
            </a:xfrm>
            <a:custGeom>
              <a:avLst/>
              <a:gdLst>
                <a:gd name="connsiteX0" fmla="*/ 62167 w 115675"/>
                <a:gd name="connsiteY0" fmla="*/ 91048 h 164378"/>
                <a:gd name="connsiteX1" fmla="*/ 98956 w 115675"/>
                <a:gd name="connsiteY1" fmla="*/ 123995 h 164378"/>
                <a:gd name="connsiteX2" fmla="*/ 58983 w 115675"/>
                <a:gd name="connsiteY2" fmla="*/ 156584 h 164378"/>
                <a:gd name="connsiteX3" fmla="*/ 9812 w 115675"/>
                <a:gd name="connsiteY3" fmla="*/ 105731 h 164378"/>
                <a:gd name="connsiteX4" fmla="*/ 4859 w 115675"/>
                <a:gd name="connsiteY4" fmla="*/ 99643 h 164378"/>
                <a:gd name="connsiteX5" fmla="*/ 261 w 115675"/>
                <a:gd name="connsiteY5" fmla="*/ 108596 h 164378"/>
                <a:gd name="connsiteX6" fmla="*/ 261 w 115675"/>
                <a:gd name="connsiteY6" fmla="*/ 155868 h 164378"/>
                <a:gd name="connsiteX7" fmla="*/ 4152 w 115675"/>
                <a:gd name="connsiteY7" fmla="*/ 164463 h 164378"/>
                <a:gd name="connsiteX8" fmla="*/ 12996 w 115675"/>
                <a:gd name="connsiteY8" fmla="*/ 157300 h 164378"/>
                <a:gd name="connsiteX9" fmla="*/ 20071 w 115675"/>
                <a:gd name="connsiteY9" fmla="*/ 149064 h 164378"/>
                <a:gd name="connsiteX10" fmla="*/ 58983 w 115675"/>
                <a:gd name="connsiteY10" fmla="*/ 164463 h 164378"/>
                <a:gd name="connsiteX11" fmla="*/ 115936 w 115675"/>
                <a:gd name="connsiteY11" fmla="*/ 114684 h 164378"/>
                <a:gd name="connsiteX12" fmla="*/ 101079 w 115675"/>
                <a:gd name="connsiteY12" fmla="*/ 80662 h 164378"/>
                <a:gd name="connsiteX13" fmla="*/ 60752 w 115675"/>
                <a:gd name="connsiteY13" fmla="*/ 63472 h 164378"/>
                <a:gd name="connsiteX14" fmla="*/ 17241 w 115675"/>
                <a:gd name="connsiteY14" fmla="*/ 34106 h 164378"/>
                <a:gd name="connsiteX15" fmla="*/ 56860 w 115675"/>
                <a:gd name="connsiteY15" fmla="*/ 6889 h 164378"/>
                <a:gd name="connsiteX16" fmla="*/ 98249 w 115675"/>
                <a:gd name="connsiteY16" fmla="*/ 50222 h 164378"/>
                <a:gd name="connsiteX17" fmla="*/ 102494 w 115675"/>
                <a:gd name="connsiteY17" fmla="*/ 53445 h 164378"/>
                <a:gd name="connsiteX18" fmla="*/ 107092 w 115675"/>
                <a:gd name="connsiteY18" fmla="*/ 44850 h 164378"/>
                <a:gd name="connsiteX19" fmla="*/ 107092 w 115675"/>
                <a:gd name="connsiteY19" fmla="*/ 8680 h 164378"/>
                <a:gd name="connsiteX20" fmla="*/ 103201 w 115675"/>
                <a:gd name="connsiteY20" fmla="*/ 85 h 164378"/>
                <a:gd name="connsiteX21" fmla="*/ 96126 w 115675"/>
                <a:gd name="connsiteY21" fmla="*/ 4382 h 164378"/>
                <a:gd name="connsiteX22" fmla="*/ 90113 w 115675"/>
                <a:gd name="connsiteY22" fmla="*/ 10112 h 164378"/>
                <a:gd name="connsiteX23" fmla="*/ 56860 w 115675"/>
                <a:gd name="connsiteY23" fmla="*/ 85 h 164378"/>
                <a:gd name="connsiteX24" fmla="*/ 261 w 115675"/>
                <a:gd name="connsiteY24" fmla="*/ 44134 h 164378"/>
                <a:gd name="connsiteX25" fmla="*/ 15472 w 115675"/>
                <a:gd name="connsiteY25" fmla="*/ 74574 h 164378"/>
                <a:gd name="connsiteX26" fmla="*/ 62167 w 115675"/>
                <a:gd name="connsiteY26" fmla="*/ 91048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675" h="164378">
                  <a:moveTo>
                    <a:pt x="62167" y="91048"/>
                  </a:moveTo>
                  <a:cubicBezTo>
                    <a:pt x="69949" y="92480"/>
                    <a:pt x="98956" y="98210"/>
                    <a:pt x="98956" y="123995"/>
                  </a:cubicBezTo>
                  <a:cubicBezTo>
                    <a:pt x="98956" y="142259"/>
                    <a:pt x="86575" y="156584"/>
                    <a:pt x="58983" y="156584"/>
                  </a:cubicBezTo>
                  <a:cubicBezTo>
                    <a:pt x="29268" y="156584"/>
                    <a:pt x="16533" y="136171"/>
                    <a:pt x="9812" y="105731"/>
                  </a:cubicBezTo>
                  <a:cubicBezTo>
                    <a:pt x="8751" y="101075"/>
                    <a:pt x="8397" y="99643"/>
                    <a:pt x="4859" y="99643"/>
                  </a:cubicBezTo>
                  <a:cubicBezTo>
                    <a:pt x="261" y="99643"/>
                    <a:pt x="261" y="102150"/>
                    <a:pt x="261" y="108596"/>
                  </a:cubicBezTo>
                  <a:lnTo>
                    <a:pt x="261" y="155868"/>
                  </a:lnTo>
                  <a:cubicBezTo>
                    <a:pt x="261" y="161956"/>
                    <a:pt x="261" y="164463"/>
                    <a:pt x="4152" y="164463"/>
                  </a:cubicBezTo>
                  <a:cubicBezTo>
                    <a:pt x="5921" y="164463"/>
                    <a:pt x="6274" y="164105"/>
                    <a:pt x="12996" y="157300"/>
                  </a:cubicBezTo>
                  <a:cubicBezTo>
                    <a:pt x="13703" y="156584"/>
                    <a:pt x="13703" y="155868"/>
                    <a:pt x="20071" y="149064"/>
                  </a:cubicBezTo>
                  <a:cubicBezTo>
                    <a:pt x="35635" y="164105"/>
                    <a:pt x="51554" y="164463"/>
                    <a:pt x="58983" y="164463"/>
                  </a:cubicBezTo>
                  <a:cubicBezTo>
                    <a:pt x="99664" y="164463"/>
                    <a:pt x="115936" y="140469"/>
                    <a:pt x="115936" y="114684"/>
                  </a:cubicBezTo>
                  <a:cubicBezTo>
                    <a:pt x="115936" y="95703"/>
                    <a:pt x="105324" y="84960"/>
                    <a:pt x="101079" y="80662"/>
                  </a:cubicBezTo>
                  <a:cubicBezTo>
                    <a:pt x="89405" y="69202"/>
                    <a:pt x="75609" y="66337"/>
                    <a:pt x="60752" y="63472"/>
                  </a:cubicBezTo>
                  <a:cubicBezTo>
                    <a:pt x="40942" y="59533"/>
                    <a:pt x="17241" y="54877"/>
                    <a:pt x="17241" y="34106"/>
                  </a:cubicBezTo>
                  <a:cubicBezTo>
                    <a:pt x="17241" y="21572"/>
                    <a:pt x="26438" y="6889"/>
                    <a:pt x="56860" y="6889"/>
                  </a:cubicBezTo>
                  <a:cubicBezTo>
                    <a:pt x="95773" y="6889"/>
                    <a:pt x="97541" y="39120"/>
                    <a:pt x="98249" y="50222"/>
                  </a:cubicBezTo>
                  <a:cubicBezTo>
                    <a:pt x="98603" y="53445"/>
                    <a:pt x="101786" y="53445"/>
                    <a:pt x="102494" y="53445"/>
                  </a:cubicBezTo>
                  <a:cubicBezTo>
                    <a:pt x="107092" y="53445"/>
                    <a:pt x="107092" y="51654"/>
                    <a:pt x="107092" y="44850"/>
                  </a:cubicBezTo>
                  <a:lnTo>
                    <a:pt x="107092" y="8680"/>
                  </a:lnTo>
                  <a:cubicBezTo>
                    <a:pt x="107092" y="2592"/>
                    <a:pt x="107092" y="85"/>
                    <a:pt x="103201" y="85"/>
                  </a:cubicBezTo>
                  <a:cubicBezTo>
                    <a:pt x="101432" y="85"/>
                    <a:pt x="100725" y="85"/>
                    <a:pt x="96126" y="4382"/>
                  </a:cubicBezTo>
                  <a:cubicBezTo>
                    <a:pt x="95065" y="5815"/>
                    <a:pt x="91528" y="9038"/>
                    <a:pt x="90113" y="10112"/>
                  </a:cubicBezTo>
                  <a:cubicBezTo>
                    <a:pt x="76670" y="85"/>
                    <a:pt x="62167" y="85"/>
                    <a:pt x="56860" y="85"/>
                  </a:cubicBezTo>
                  <a:cubicBezTo>
                    <a:pt x="13703" y="85"/>
                    <a:pt x="261" y="24079"/>
                    <a:pt x="261" y="44134"/>
                  </a:cubicBezTo>
                  <a:cubicBezTo>
                    <a:pt x="261" y="56668"/>
                    <a:pt x="5921" y="66695"/>
                    <a:pt x="15472" y="74574"/>
                  </a:cubicBezTo>
                  <a:cubicBezTo>
                    <a:pt x="26792" y="83885"/>
                    <a:pt x="36697" y="86034"/>
                    <a:pt x="62167" y="9104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2F29251-76FD-89F5-91DA-3CDBBDB7560D}"/>
                </a:ext>
              </a:extLst>
            </p:cNvPr>
            <p:cNvSpPr/>
            <p:nvPr/>
          </p:nvSpPr>
          <p:spPr>
            <a:xfrm>
              <a:off x="10289553" y="7584414"/>
              <a:ext cx="134777" cy="164378"/>
            </a:xfrm>
            <a:custGeom>
              <a:avLst/>
              <a:gdLst>
                <a:gd name="connsiteX0" fmla="*/ 29626 w 134777"/>
                <a:gd name="connsiteY0" fmla="*/ 82453 h 164378"/>
                <a:gd name="connsiteX1" fmla="*/ 77382 w 134777"/>
                <a:gd name="connsiteY1" fmla="*/ 9038 h 164378"/>
                <a:gd name="connsiteX2" fmla="*/ 115233 w 134777"/>
                <a:gd name="connsiteY2" fmla="*/ 22288 h 164378"/>
                <a:gd name="connsiteX3" fmla="*/ 98606 w 134777"/>
                <a:gd name="connsiteY3" fmla="*/ 38762 h 164378"/>
                <a:gd name="connsiteX4" fmla="*/ 114879 w 134777"/>
                <a:gd name="connsiteY4" fmla="*/ 55236 h 164378"/>
                <a:gd name="connsiteX5" fmla="*/ 131151 w 134777"/>
                <a:gd name="connsiteY5" fmla="*/ 38404 h 164378"/>
                <a:gd name="connsiteX6" fmla="*/ 77028 w 134777"/>
                <a:gd name="connsiteY6" fmla="*/ 85 h 164378"/>
                <a:gd name="connsiteX7" fmla="*/ 265 w 134777"/>
                <a:gd name="connsiteY7" fmla="*/ 83169 h 164378"/>
                <a:gd name="connsiteX8" fmla="*/ 76320 w 134777"/>
                <a:gd name="connsiteY8" fmla="*/ 164463 h 164378"/>
                <a:gd name="connsiteX9" fmla="*/ 135042 w 134777"/>
                <a:gd name="connsiteY9" fmla="*/ 117907 h 164378"/>
                <a:gd name="connsiteX10" fmla="*/ 130444 w 134777"/>
                <a:gd name="connsiteY10" fmla="*/ 114326 h 164378"/>
                <a:gd name="connsiteX11" fmla="*/ 125845 w 134777"/>
                <a:gd name="connsiteY11" fmla="*/ 117907 h 164378"/>
                <a:gd name="connsiteX12" fmla="*/ 79504 w 134777"/>
                <a:gd name="connsiteY12" fmla="*/ 155510 h 164378"/>
                <a:gd name="connsiteX13" fmla="*/ 29626 w 134777"/>
                <a:gd name="connsiteY13" fmla="*/ 82453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4777" h="164378">
                  <a:moveTo>
                    <a:pt x="29626" y="82453"/>
                  </a:moveTo>
                  <a:cubicBezTo>
                    <a:pt x="29626" y="24079"/>
                    <a:pt x="58633" y="9038"/>
                    <a:pt x="77382" y="9038"/>
                  </a:cubicBezTo>
                  <a:cubicBezTo>
                    <a:pt x="80565" y="9038"/>
                    <a:pt x="102851" y="9396"/>
                    <a:pt x="115233" y="22288"/>
                  </a:cubicBezTo>
                  <a:cubicBezTo>
                    <a:pt x="100729" y="23363"/>
                    <a:pt x="98606" y="34106"/>
                    <a:pt x="98606" y="38762"/>
                  </a:cubicBezTo>
                  <a:cubicBezTo>
                    <a:pt x="98606" y="48073"/>
                    <a:pt x="104974" y="55236"/>
                    <a:pt x="114879" y="55236"/>
                  </a:cubicBezTo>
                  <a:cubicBezTo>
                    <a:pt x="124076" y="55236"/>
                    <a:pt x="131151" y="49147"/>
                    <a:pt x="131151" y="38404"/>
                  </a:cubicBezTo>
                  <a:cubicBezTo>
                    <a:pt x="131151" y="14051"/>
                    <a:pt x="104266" y="85"/>
                    <a:pt x="77028" y="85"/>
                  </a:cubicBezTo>
                  <a:cubicBezTo>
                    <a:pt x="32809" y="85"/>
                    <a:pt x="265" y="38762"/>
                    <a:pt x="265" y="83169"/>
                  </a:cubicBezTo>
                  <a:cubicBezTo>
                    <a:pt x="265" y="129009"/>
                    <a:pt x="35286" y="164463"/>
                    <a:pt x="76320" y="164463"/>
                  </a:cubicBezTo>
                  <a:cubicBezTo>
                    <a:pt x="123722" y="164463"/>
                    <a:pt x="135042" y="121488"/>
                    <a:pt x="135042" y="117907"/>
                  </a:cubicBezTo>
                  <a:cubicBezTo>
                    <a:pt x="135042" y="114326"/>
                    <a:pt x="131505" y="114326"/>
                    <a:pt x="130444" y="114326"/>
                  </a:cubicBezTo>
                  <a:cubicBezTo>
                    <a:pt x="127260" y="114326"/>
                    <a:pt x="126552" y="115758"/>
                    <a:pt x="125845" y="117907"/>
                  </a:cubicBezTo>
                  <a:cubicBezTo>
                    <a:pt x="115586" y="151212"/>
                    <a:pt x="92593" y="155510"/>
                    <a:pt x="79504" y="155510"/>
                  </a:cubicBezTo>
                  <a:cubicBezTo>
                    <a:pt x="60755" y="155510"/>
                    <a:pt x="29626" y="140111"/>
                    <a:pt x="29626" y="82453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10D0CFA8-A41B-FF59-708B-886268193705}"/>
                </a:ext>
              </a:extLst>
            </p:cNvPr>
            <p:cNvSpPr/>
            <p:nvPr/>
          </p:nvSpPr>
          <p:spPr>
            <a:xfrm>
              <a:off x="10444652" y="7584414"/>
              <a:ext cx="156710" cy="164378"/>
            </a:xfrm>
            <a:custGeom>
              <a:avLst/>
              <a:gdLst>
                <a:gd name="connsiteX0" fmla="*/ 156979 w 156710"/>
                <a:gd name="connsiteY0" fmla="*/ 83885 h 164378"/>
                <a:gd name="connsiteX1" fmla="*/ 78801 w 156710"/>
                <a:gd name="connsiteY1" fmla="*/ 85 h 164378"/>
                <a:gd name="connsiteX2" fmla="*/ 269 w 156710"/>
                <a:gd name="connsiteY2" fmla="*/ 83885 h 164378"/>
                <a:gd name="connsiteX3" fmla="*/ 78447 w 156710"/>
                <a:gd name="connsiteY3" fmla="*/ 164463 h 164378"/>
                <a:gd name="connsiteX4" fmla="*/ 156979 w 156710"/>
                <a:gd name="connsiteY4" fmla="*/ 83885 h 164378"/>
                <a:gd name="connsiteX5" fmla="*/ 78801 w 156710"/>
                <a:gd name="connsiteY5" fmla="*/ 155510 h 164378"/>
                <a:gd name="connsiteX6" fmla="*/ 38474 w 156710"/>
                <a:gd name="connsiteY6" fmla="*/ 131516 h 164378"/>
                <a:gd name="connsiteX7" fmla="*/ 29630 w 156710"/>
                <a:gd name="connsiteY7" fmla="*/ 81020 h 164378"/>
                <a:gd name="connsiteX8" fmla="*/ 38120 w 156710"/>
                <a:gd name="connsiteY8" fmla="*/ 31958 h 164378"/>
                <a:gd name="connsiteX9" fmla="*/ 78447 w 156710"/>
                <a:gd name="connsiteY9" fmla="*/ 7963 h 164378"/>
                <a:gd name="connsiteX10" fmla="*/ 118421 w 156710"/>
                <a:gd name="connsiteY10" fmla="*/ 31241 h 164378"/>
                <a:gd name="connsiteX11" fmla="*/ 127618 w 156710"/>
                <a:gd name="connsiteY11" fmla="*/ 81020 h 164378"/>
                <a:gd name="connsiteX12" fmla="*/ 119836 w 156710"/>
                <a:gd name="connsiteY12" fmla="*/ 129009 h 164378"/>
                <a:gd name="connsiteX13" fmla="*/ 78801 w 156710"/>
                <a:gd name="connsiteY13" fmla="*/ 155510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6710" h="164378">
                  <a:moveTo>
                    <a:pt x="156979" y="83885"/>
                  </a:moveTo>
                  <a:cubicBezTo>
                    <a:pt x="156979" y="38046"/>
                    <a:pt x="121604" y="85"/>
                    <a:pt x="78801" y="85"/>
                  </a:cubicBezTo>
                  <a:cubicBezTo>
                    <a:pt x="34583" y="85"/>
                    <a:pt x="269" y="39120"/>
                    <a:pt x="269" y="83885"/>
                  </a:cubicBezTo>
                  <a:cubicBezTo>
                    <a:pt x="269" y="130083"/>
                    <a:pt x="37059" y="164463"/>
                    <a:pt x="78447" y="164463"/>
                  </a:cubicBezTo>
                  <a:cubicBezTo>
                    <a:pt x="121251" y="164463"/>
                    <a:pt x="156979" y="129367"/>
                    <a:pt x="156979" y="83885"/>
                  </a:cubicBezTo>
                  <a:close/>
                  <a:moveTo>
                    <a:pt x="78801" y="155510"/>
                  </a:moveTo>
                  <a:cubicBezTo>
                    <a:pt x="63590" y="155510"/>
                    <a:pt x="48025" y="147989"/>
                    <a:pt x="38474" y="131516"/>
                  </a:cubicBezTo>
                  <a:cubicBezTo>
                    <a:pt x="29630" y="115758"/>
                    <a:pt x="29630" y="93913"/>
                    <a:pt x="29630" y="81020"/>
                  </a:cubicBezTo>
                  <a:cubicBezTo>
                    <a:pt x="29630" y="67054"/>
                    <a:pt x="29630" y="47715"/>
                    <a:pt x="38120" y="31958"/>
                  </a:cubicBezTo>
                  <a:cubicBezTo>
                    <a:pt x="47671" y="15484"/>
                    <a:pt x="64297" y="7963"/>
                    <a:pt x="78447" y="7963"/>
                  </a:cubicBezTo>
                  <a:cubicBezTo>
                    <a:pt x="94012" y="7963"/>
                    <a:pt x="109223" y="15842"/>
                    <a:pt x="118421" y="31241"/>
                  </a:cubicBezTo>
                  <a:cubicBezTo>
                    <a:pt x="127618" y="46641"/>
                    <a:pt x="127618" y="67412"/>
                    <a:pt x="127618" y="81020"/>
                  </a:cubicBezTo>
                  <a:cubicBezTo>
                    <a:pt x="127618" y="93913"/>
                    <a:pt x="127618" y="113251"/>
                    <a:pt x="119836" y="129009"/>
                  </a:cubicBezTo>
                  <a:cubicBezTo>
                    <a:pt x="112053" y="145124"/>
                    <a:pt x="96488" y="155510"/>
                    <a:pt x="78801" y="155510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FD88878F-A829-FDBE-C59A-0F432BA00AC8}"/>
                </a:ext>
              </a:extLst>
            </p:cNvPr>
            <p:cNvSpPr/>
            <p:nvPr/>
          </p:nvSpPr>
          <p:spPr>
            <a:xfrm>
              <a:off x="10621527" y="7586563"/>
              <a:ext cx="118859" cy="158290"/>
            </a:xfrm>
            <a:custGeom>
              <a:avLst/>
              <a:gdLst>
                <a:gd name="connsiteX0" fmla="*/ 49445 w 118859"/>
                <a:gd name="connsiteY0" fmla="*/ 39478 h 158290"/>
                <a:gd name="connsiteX1" fmla="*/ 49445 w 118859"/>
                <a:gd name="connsiteY1" fmla="*/ 85 h 158290"/>
                <a:gd name="connsiteX2" fmla="*/ 274 w 118859"/>
                <a:gd name="connsiteY2" fmla="*/ 4024 h 158290"/>
                <a:gd name="connsiteX3" fmla="*/ 274 w 118859"/>
                <a:gd name="connsiteY3" fmla="*/ 15126 h 158290"/>
                <a:gd name="connsiteX4" fmla="*/ 27866 w 118859"/>
                <a:gd name="connsiteY4" fmla="*/ 35181 h 158290"/>
                <a:gd name="connsiteX5" fmla="*/ 27866 w 118859"/>
                <a:gd name="connsiteY5" fmla="*/ 131157 h 158290"/>
                <a:gd name="connsiteX6" fmla="*/ 274 w 118859"/>
                <a:gd name="connsiteY6" fmla="*/ 147273 h 158290"/>
                <a:gd name="connsiteX7" fmla="*/ 274 w 118859"/>
                <a:gd name="connsiteY7" fmla="*/ 158375 h 158290"/>
                <a:gd name="connsiteX8" fmla="*/ 40601 w 118859"/>
                <a:gd name="connsiteY8" fmla="*/ 157300 h 158290"/>
                <a:gd name="connsiteX9" fmla="*/ 85527 w 118859"/>
                <a:gd name="connsiteY9" fmla="*/ 158375 h 158290"/>
                <a:gd name="connsiteX10" fmla="*/ 85527 w 118859"/>
                <a:gd name="connsiteY10" fmla="*/ 147273 h 158290"/>
                <a:gd name="connsiteX11" fmla="*/ 78099 w 118859"/>
                <a:gd name="connsiteY11" fmla="*/ 147273 h 158290"/>
                <a:gd name="connsiteX12" fmla="*/ 51214 w 118859"/>
                <a:gd name="connsiteY12" fmla="*/ 130441 h 158290"/>
                <a:gd name="connsiteX13" fmla="*/ 51214 w 118859"/>
                <a:gd name="connsiteY13" fmla="*/ 75290 h 158290"/>
                <a:gd name="connsiteX14" fmla="*/ 92956 w 118859"/>
                <a:gd name="connsiteY14" fmla="*/ 7963 h 158290"/>
                <a:gd name="connsiteX15" fmla="*/ 96847 w 118859"/>
                <a:gd name="connsiteY15" fmla="*/ 8322 h 158290"/>
                <a:gd name="connsiteX16" fmla="*/ 88711 w 118859"/>
                <a:gd name="connsiteY16" fmla="*/ 22288 h 158290"/>
                <a:gd name="connsiteX17" fmla="*/ 103922 w 118859"/>
                <a:gd name="connsiteY17" fmla="*/ 37688 h 158290"/>
                <a:gd name="connsiteX18" fmla="*/ 119133 w 118859"/>
                <a:gd name="connsiteY18" fmla="*/ 21930 h 158290"/>
                <a:gd name="connsiteX19" fmla="*/ 92956 w 118859"/>
                <a:gd name="connsiteY19" fmla="*/ 85 h 158290"/>
                <a:gd name="connsiteX20" fmla="*/ 49445 w 118859"/>
                <a:gd name="connsiteY20" fmla="*/ 39478 h 158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8859" h="158290">
                  <a:moveTo>
                    <a:pt x="49445" y="39478"/>
                  </a:moveTo>
                  <a:lnTo>
                    <a:pt x="49445" y="85"/>
                  </a:lnTo>
                  <a:lnTo>
                    <a:pt x="274" y="4024"/>
                  </a:lnTo>
                  <a:lnTo>
                    <a:pt x="274" y="15126"/>
                  </a:lnTo>
                  <a:cubicBezTo>
                    <a:pt x="25036" y="15126"/>
                    <a:pt x="27866" y="17633"/>
                    <a:pt x="27866" y="35181"/>
                  </a:cubicBezTo>
                  <a:lnTo>
                    <a:pt x="27866" y="131157"/>
                  </a:lnTo>
                  <a:cubicBezTo>
                    <a:pt x="27866" y="147273"/>
                    <a:pt x="23975" y="147273"/>
                    <a:pt x="274" y="147273"/>
                  </a:cubicBezTo>
                  <a:lnTo>
                    <a:pt x="274" y="158375"/>
                  </a:lnTo>
                  <a:cubicBezTo>
                    <a:pt x="14070" y="158017"/>
                    <a:pt x="30696" y="157300"/>
                    <a:pt x="40601" y="157300"/>
                  </a:cubicBezTo>
                  <a:cubicBezTo>
                    <a:pt x="54751" y="157300"/>
                    <a:pt x="71377" y="157300"/>
                    <a:pt x="85527" y="158375"/>
                  </a:cubicBezTo>
                  <a:lnTo>
                    <a:pt x="85527" y="147273"/>
                  </a:lnTo>
                  <a:lnTo>
                    <a:pt x="78099" y="147273"/>
                  </a:lnTo>
                  <a:cubicBezTo>
                    <a:pt x="51921" y="147273"/>
                    <a:pt x="51214" y="143334"/>
                    <a:pt x="51214" y="130441"/>
                  </a:cubicBezTo>
                  <a:lnTo>
                    <a:pt x="51214" y="75290"/>
                  </a:lnTo>
                  <a:cubicBezTo>
                    <a:pt x="51214" y="39836"/>
                    <a:pt x="66071" y="7963"/>
                    <a:pt x="92956" y="7963"/>
                  </a:cubicBezTo>
                  <a:cubicBezTo>
                    <a:pt x="95432" y="7963"/>
                    <a:pt x="96140" y="7963"/>
                    <a:pt x="96847" y="8322"/>
                  </a:cubicBezTo>
                  <a:cubicBezTo>
                    <a:pt x="95786" y="8680"/>
                    <a:pt x="88711" y="12977"/>
                    <a:pt x="88711" y="22288"/>
                  </a:cubicBezTo>
                  <a:cubicBezTo>
                    <a:pt x="88711" y="32316"/>
                    <a:pt x="96140" y="37688"/>
                    <a:pt x="103922" y="37688"/>
                  </a:cubicBezTo>
                  <a:cubicBezTo>
                    <a:pt x="110290" y="37688"/>
                    <a:pt x="119133" y="33390"/>
                    <a:pt x="119133" y="21930"/>
                  </a:cubicBezTo>
                  <a:cubicBezTo>
                    <a:pt x="119133" y="10470"/>
                    <a:pt x="108167" y="85"/>
                    <a:pt x="92956" y="85"/>
                  </a:cubicBezTo>
                  <a:cubicBezTo>
                    <a:pt x="67132" y="85"/>
                    <a:pt x="54397" y="24079"/>
                    <a:pt x="49445" y="3947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183560C-2B1B-7E98-BD82-B2AD8F62EE21}"/>
                </a:ext>
              </a:extLst>
            </p:cNvPr>
            <p:cNvSpPr/>
            <p:nvPr/>
          </p:nvSpPr>
          <p:spPr>
            <a:xfrm>
              <a:off x="10760078" y="7584414"/>
              <a:ext cx="136900" cy="164378"/>
            </a:xfrm>
            <a:custGeom>
              <a:avLst/>
              <a:gdLst>
                <a:gd name="connsiteX0" fmla="*/ 29993 w 136900"/>
                <a:gd name="connsiteY0" fmla="*/ 70277 h 164378"/>
                <a:gd name="connsiteX1" fmla="*/ 73857 w 136900"/>
                <a:gd name="connsiteY1" fmla="*/ 7963 h 164378"/>
                <a:gd name="connsiteX2" fmla="*/ 113831 w 136900"/>
                <a:gd name="connsiteY2" fmla="*/ 70277 h 164378"/>
                <a:gd name="connsiteX3" fmla="*/ 29993 w 136900"/>
                <a:gd name="connsiteY3" fmla="*/ 70277 h 164378"/>
                <a:gd name="connsiteX4" fmla="*/ 29639 w 136900"/>
                <a:gd name="connsiteY4" fmla="*/ 77797 h 164378"/>
                <a:gd name="connsiteX5" fmla="*/ 128335 w 136900"/>
                <a:gd name="connsiteY5" fmla="*/ 77797 h 164378"/>
                <a:gd name="connsiteX6" fmla="*/ 137178 w 136900"/>
                <a:gd name="connsiteY6" fmla="*/ 70277 h 164378"/>
                <a:gd name="connsiteX7" fmla="*/ 73857 w 136900"/>
                <a:gd name="connsiteY7" fmla="*/ 85 h 164378"/>
                <a:gd name="connsiteX8" fmla="*/ 278 w 136900"/>
                <a:gd name="connsiteY8" fmla="*/ 81737 h 164378"/>
                <a:gd name="connsiteX9" fmla="*/ 78102 w 136900"/>
                <a:gd name="connsiteY9" fmla="*/ 164463 h 164378"/>
                <a:gd name="connsiteX10" fmla="*/ 137178 w 136900"/>
                <a:gd name="connsiteY10" fmla="*/ 117907 h 164378"/>
                <a:gd name="connsiteX11" fmla="*/ 132579 w 136900"/>
                <a:gd name="connsiteY11" fmla="*/ 113609 h 164378"/>
                <a:gd name="connsiteX12" fmla="*/ 127981 w 136900"/>
                <a:gd name="connsiteY12" fmla="*/ 118623 h 164378"/>
                <a:gd name="connsiteX13" fmla="*/ 80225 w 136900"/>
                <a:gd name="connsiteY13" fmla="*/ 155510 h 164378"/>
                <a:gd name="connsiteX14" fmla="*/ 40251 w 136900"/>
                <a:gd name="connsiteY14" fmla="*/ 131516 h 164378"/>
                <a:gd name="connsiteX15" fmla="*/ 29639 w 136900"/>
                <a:gd name="connsiteY15" fmla="*/ 77797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900" h="164378">
                  <a:moveTo>
                    <a:pt x="29993" y="70277"/>
                  </a:moveTo>
                  <a:cubicBezTo>
                    <a:pt x="32115" y="16916"/>
                    <a:pt x="61830" y="7963"/>
                    <a:pt x="73857" y="7963"/>
                  </a:cubicBezTo>
                  <a:cubicBezTo>
                    <a:pt x="110293" y="7963"/>
                    <a:pt x="113831" y="56310"/>
                    <a:pt x="113831" y="70277"/>
                  </a:cubicBezTo>
                  <a:lnTo>
                    <a:pt x="29993" y="70277"/>
                  </a:lnTo>
                  <a:close/>
                  <a:moveTo>
                    <a:pt x="29639" y="77797"/>
                  </a:moveTo>
                  <a:lnTo>
                    <a:pt x="128335" y="77797"/>
                  </a:lnTo>
                  <a:cubicBezTo>
                    <a:pt x="136117" y="77797"/>
                    <a:pt x="137178" y="77797"/>
                    <a:pt x="137178" y="70277"/>
                  </a:cubicBezTo>
                  <a:cubicBezTo>
                    <a:pt x="137178" y="34823"/>
                    <a:pt x="118076" y="85"/>
                    <a:pt x="73857" y="85"/>
                  </a:cubicBezTo>
                  <a:cubicBezTo>
                    <a:pt x="32823" y="85"/>
                    <a:pt x="278" y="36971"/>
                    <a:pt x="278" y="81737"/>
                  </a:cubicBezTo>
                  <a:cubicBezTo>
                    <a:pt x="278" y="129725"/>
                    <a:pt x="37421" y="164463"/>
                    <a:pt x="78102" y="164463"/>
                  </a:cubicBezTo>
                  <a:cubicBezTo>
                    <a:pt x="121260" y="164463"/>
                    <a:pt x="137178" y="124711"/>
                    <a:pt x="137178" y="117907"/>
                  </a:cubicBezTo>
                  <a:cubicBezTo>
                    <a:pt x="137178" y="114326"/>
                    <a:pt x="134348" y="113609"/>
                    <a:pt x="132579" y="113609"/>
                  </a:cubicBezTo>
                  <a:cubicBezTo>
                    <a:pt x="129396" y="113609"/>
                    <a:pt x="128688" y="115758"/>
                    <a:pt x="127981" y="118623"/>
                  </a:cubicBezTo>
                  <a:cubicBezTo>
                    <a:pt x="115600" y="155510"/>
                    <a:pt x="83762" y="155510"/>
                    <a:pt x="80225" y="155510"/>
                  </a:cubicBezTo>
                  <a:cubicBezTo>
                    <a:pt x="62538" y="155510"/>
                    <a:pt x="48388" y="144766"/>
                    <a:pt x="40251" y="131516"/>
                  </a:cubicBezTo>
                  <a:cubicBezTo>
                    <a:pt x="29639" y="114326"/>
                    <a:pt x="29639" y="90690"/>
                    <a:pt x="29639" y="77797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1389AA3-579C-AF95-AD20-DE187A4E8D42}"/>
                </a:ext>
              </a:extLst>
            </p:cNvPr>
            <p:cNvSpPr/>
            <p:nvPr/>
          </p:nvSpPr>
          <p:spPr>
            <a:xfrm>
              <a:off x="10942413" y="7476261"/>
              <a:ext cx="82069" cy="358122"/>
            </a:xfrm>
            <a:custGeom>
              <a:avLst/>
              <a:gdLst>
                <a:gd name="connsiteX0" fmla="*/ 82352 w 82069"/>
                <a:gd name="connsiteY0" fmla="*/ 354626 h 358122"/>
                <a:gd name="connsiteX1" fmla="*/ 76338 w 82069"/>
                <a:gd name="connsiteY1" fmla="*/ 346747 h 358122"/>
                <a:gd name="connsiteX2" fmla="*/ 20800 w 82069"/>
                <a:gd name="connsiteY2" fmla="*/ 179146 h 358122"/>
                <a:gd name="connsiteX3" fmla="*/ 77753 w 82069"/>
                <a:gd name="connsiteY3" fmla="*/ 9754 h 358122"/>
                <a:gd name="connsiteX4" fmla="*/ 82352 w 82069"/>
                <a:gd name="connsiteY4" fmla="*/ 3666 h 358122"/>
                <a:gd name="connsiteX5" fmla="*/ 78814 w 82069"/>
                <a:gd name="connsiteY5" fmla="*/ 85 h 358122"/>
                <a:gd name="connsiteX6" fmla="*/ 22569 w 82069"/>
                <a:gd name="connsiteY6" fmla="*/ 69919 h 358122"/>
                <a:gd name="connsiteX7" fmla="*/ 282 w 82069"/>
                <a:gd name="connsiteY7" fmla="*/ 179146 h 358122"/>
                <a:gd name="connsiteX8" fmla="*/ 23630 w 82069"/>
                <a:gd name="connsiteY8" fmla="*/ 290880 h 358122"/>
                <a:gd name="connsiteX9" fmla="*/ 78814 w 82069"/>
                <a:gd name="connsiteY9" fmla="*/ 358207 h 358122"/>
                <a:gd name="connsiteX10" fmla="*/ 82352 w 82069"/>
                <a:gd name="connsiteY10" fmla="*/ 354626 h 358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58122">
                  <a:moveTo>
                    <a:pt x="82352" y="354626"/>
                  </a:moveTo>
                  <a:cubicBezTo>
                    <a:pt x="82352" y="353551"/>
                    <a:pt x="82352" y="352835"/>
                    <a:pt x="76338" y="346747"/>
                  </a:cubicBezTo>
                  <a:cubicBezTo>
                    <a:pt x="32120" y="301624"/>
                    <a:pt x="20800" y="233939"/>
                    <a:pt x="20800" y="179146"/>
                  </a:cubicBezTo>
                  <a:cubicBezTo>
                    <a:pt x="20800" y="116833"/>
                    <a:pt x="34242" y="54519"/>
                    <a:pt x="77753" y="9754"/>
                  </a:cubicBezTo>
                  <a:cubicBezTo>
                    <a:pt x="82352" y="5457"/>
                    <a:pt x="82352" y="4740"/>
                    <a:pt x="82352" y="3666"/>
                  </a:cubicBezTo>
                  <a:cubicBezTo>
                    <a:pt x="82352" y="1159"/>
                    <a:pt x="80937" y="85"/>
                    <a:pt x="78814" y="85"/>
                  </a:cubicBezTo>
                  <a:cubicBezTo>
                    <a:pt x="75277" y="85"/>
                    <a:pt x="43440" y="24437"/>
                    <a:pt x="22569" y="69919"/>
                  </a:cubicBezTo>
                  <a:cubicBezTo>
                    <a:pt x="4527" y="109312"/>
                    <a:pt x="282" y="149064"/>
                    <a:pt x="282" y="179146"/>
                  </a:cubicBezTo>
                  <a:cubicBezTo>
                    <a:pt x="282" y="207079"/>
                    <a:pt x="4174" y="250412"/>
                    <a:pt x="23630" y="290880"/>
                  </a:cubicBezTo>
                  <a:cubicBezTo>
                    <a:pt x="44855" y="334929"/>
                    <a:pt x="75277" y="358207"/>
                    <a:pt x="78814" y="358207"/>
                  </a:cubicBezTo>
                  <a:cubicBezTo>
                    <a:pt x="80937" y="358207"/>
                    <a:pt x="82352" y="357133"/>
                    <a:pt x="82352" y="354626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011C4C1-6519-5769-8BA8-F02ED5120C2D}"/>
                </a:ext>
              </a:extLst>
            </p:cNvPr>
            <p:cNvSpPr/>
            <p:nvPr/>
          </p:nvSpPr>
          <p:spPr>
            <a:xfrm>
              <a:off x="11063356" y="7586563"/>
              <a:ext cx="130179" cy="162229"/>
            </a:xfrm>
            <a:custGeom>
              <a:avLst/>
              <a:gdLst>
                <a:gd name="connsiteX0" fmla="*/ 120207 w 130179"/>
                <a:gd name="connsiteY0" fmla="*/ 24437 h 162229"/>
                <a:gd name="connsiteX1" fmla="*/ 103227 w 130179"/>
                <a:gd name="connsiteY1" fmla="*/ 40552 h 162229"/>
                <a:gd name="connsiteX2" fmla="*/ 114193 w 130179"/>
                <a:gd name="connsiteY2" fmla="*/ 50938 h 162229"/>
                <a:gd name="connsiteX3" fmla="*/ 130465 w 130179"/>
                <a:gd name="connsiteY3" fmla="*/ 30883 h 162229"/>
                <a:gd name="connsiteX4" fmla="*/ 88369 w 130179"/>
                <a:gd name="connsiteY4" fmla="*/ 85 h 162229"/>
                <a:gd name="connsiteX5" fmla="*/ 28586 w 130179"/>
                <a:gd name="connsiteY5" fmla="*/ 52371 h 162229"/>
                <a:gd name="connsiteX6" fmla="*/ 65022 w 130179"/>
                <a:gd name="connsiteY6" fmla="*/ 87825 h 162229"/>
                <a:gd name="connsiteX7" fmla="*/ 101812 w 130179"/>
                <a:gd name="connsiteY7" fmla="*/ 115042 h 162229"/>
                <a:gd name="connsiteX8" fmla="*/ 51226 w 130179"/>
                <a:gd name="connsiteY8" fmla="*/ 154435 h 162229"/>
                <a:gd name="connsiteX9" fmla="*/ 10899 w 130179"/>
                <a:gd name="connsiteY9" fmla="*/ 135455 h 162229"/>
                <a:gd name="connsiteX10" fmla="*/ 33185 w 130179"/>
                <a:gd name="connsiteY10" fmla="*/ 116474 h 162229"/>
                <a:gd name="connsiteX11" fmla="*/ 20096 w 130179"/>
                <a:gd name="connsiteY11" fmla="*/ 103940 h 162229"/>
                <a:gd name="connsiteX12" fmla="*/ 286 w 130179"/>
                <a:gd name="connsiteY12" fmla="*/ 127576 h 162229"/>
                <a:gd name="connsiteX13" fmla="*/ 50872 w 130179"/>
                <a:gd name="connsiteY13" fmla="*/ 162314 h 162229"/>
                <a:gd name="connsiteX14" fmla="*/ 121975 w 130179"/>
                <a:gd name="connsiteY14" fmla="*/ 102866 h 162229"/>
                <a:gd name="connsiteX15" fmla="*/ 111009 w 130179"/>
                <a:gd name="connsiteY15" fmla="*/ 76723 h 162229"/>
                <a:gd name="connsiteX16" fmla="*/ 75634 w 130179"/>
                <a:gd name="connsiteY16" fmla="*/ 61682 h 162229"/>
                <a:gd name="connsiteX17" fmla="*/ 48750 w 130179"/>
                <a:gd name="connsiteY17" fmla="*/ 40194 h 162229"/>
                <a:gd name="connsiteX18" fmla="*/ 88369 w 130179"/>
                <a:gd name="connsiteY18" fmla="*/ 7963 h 162229"/>
                <a:gd name="connsiteX19" fmla="*/ 120207 w 130179"/>
                <a:gd name="connsiteY19" fmla="*/ 24437 h 162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179" h="162229">
                  <a:moveTo>
                    <a:pt x="120207" y="24437"/>
                  </a:moveTo>
                  <a:cubicBezTo>
                    <a:pt x="110302" y="24795"/>
                    <a:pt x="103227" y="32674"/>
                    <a:pt x="103227" y="40552"/>
                  </a:cubicBezTo>
                  <a:cubicBezTo>
                    <a:pt x="103227" y="45566"/>
                    <a:pt x="106410" y="50938"/>
                    <a:pt x="114193" y="50938"/>
                  </a:cubicBezTo>
                  <a:cubicBezTo>
                    <a:pt x="121975" y="50938"/>
                    <a:pt x="130465" y="44850"/>
                    <a:pt x="130465" y="30883"/>
                  </a:cubicBezTo>
                  <a:cubicBezTo>
                    <a:pt x="130465" y="14768"/>
                    <a:pt x="115254" y="85"/>
                    <a:pt x="88369" y="85"/>
                  </a:cubicBezTo>
                  <a:cubicBezTo>
                    <a:pt x="41675" y="85"/>
                    <a:pt x="28586" y="36613"/>
                    <a:pt x="28586" y="52371"/>
                  </a:cubicBezTo>
                  <a:cubicBezTo>
                    <a:pt x="28586" y="80304"/>
                    <a:pt x="54763" y="85676"/>
                    <a:pt x="65022" y="87825"/>
                  </a:cubicBezTo>
                  <a:cubicBezTo>
                    <a:pt x="83417" y="91406"/>
                    <a:pt x="101812" y="95345"/>
                    <a:pt x="101812" y="115042"/>
                  </a:cubicBezTo>
                  <a:cubicBezTo>
                    <a:pt x="101812" y="124353"/>
                    <a:pt x="93676" y="154435"/>
                    <a:pt x="51226" y="154435"/>
                  </a:cubicBezTo>
                  <a:cubicBezTo>
                    <a:pt x="46273" y="154435"/>
                    <a:pt x="19035" y="154435"/>
                    <a:pt x="10899" y="135455"/>
                  </a:cubicBezTo>
                  <a:cubicBezTo>
                    <a:pt x="24341" y="137246"/>
                    <a:pt x="33185" y="126502"/>
                    <a:pt x="33185" y="116474"/>
                  </a:cubicBezTo>
                  <a:cubicBezTo>
                    <a:pt x="33185" y="108238"/>
                    <a:pt x="27525" y="103940"/>
                    <a:pt x="20096" y="103940"/>
                  </a:cubicBezTo>
                  <a:cubicBezTo>
                    <a:pt x="10899" y="103940"/>
                    <a:pt x="286" y="111461"/>
                    <a:pt x="286" y="127576"/>
                  </a:cubicBezTo>
                  <a:cubicBezTo>
                    <a:pt x="286" y="147989"/>
                    <a:pt x="20450" y="162314"/>
                    <a:pt x="50872" y="162314"/>
                  </a:cubicBezTo>
                  <a:cubicBezTo>
                    <a:pt x="108179" y="162314"/>
                    <a:pt x="121975" y="118981"/>
                    <a:pt x="121975" y="102866"/>
                  </a:cubicBezTo>
                  <a:cubicBezTo>
                    <a:pt x="121975" y="89973"/>
                    <a:pt x="115254" y="81020"/>
                    <a:pt x="111009" y="76723"/>
                  </a:cubicBezTo>
                  <a:cubicBezTo>
                    <a:pt x="101458" y="66695"/>
                    <a:pt x="91199" y="64905"/>
                    <a:pt x="75634" y="61682"/>
                  </a:cubicBezTo>
                  <a:cubicBezTo>
                    <a:pt x="62900" y="58817"/>
                    <a:pt x="48750" y="56310"/>
                    <a:pt x="48750" y="40194"/>
                  </a:cubicBezTo>
                  <a:cubicBezTo>
                    <a:pt x="48750" y="29809"/>
                    <a:pt x="57240" y="7963"/>
                    <a:pt x="88369" y="7963"/>
                  </a:cubicBezTo>
                  <a:cubicBezTo>
                    <a:pt x="97213" y="7963"/>
                    <a:pt x="114900" y="10470"/>
                    <a:pt x="120207" y="24437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F1EEC55E-6838-DA63-BA83-4B0F78146A5F}"/>
                </a:ext>
              </a:extLst>
            </p:cNvPr>
            <p:cNvSpPr/>
            <p:nvPr/>
          </p:nvSpPr>
          <p:spPr>
            <a:xfrm>
              <a:off x="11241202" y="7590502"/>
              <a:ext cx="38558" cy="223468"/>
            </a:xfrm>
            <a:custGeom>
              <a:avLst/>
              <a:gdLst>
                <a:gd name="connsiteX0" fmla="*/ 37788 w 38558"/>
                <a:gd name="connsiteY0" fmla="*/ 19065 h 223468"/>
                <a:gd name="connsiteX1" fmla="*/ 19040 w 38558"/>
                <a:gd name="connsiteY1" fmla="*/ 85 h 223468"/>
                <a:gd name="connsiteX2" fmla="*/ 291 w 38558"/>
                <a:gd name="connsiteY2" fmla="*/ 19065 h 223468"/>
                <a:gd name="connsiteX3" fmla="*/ 19040 w 38558"/>
                <a:gd name="connsiteY3" fmla="*/ 38046 h 223468"/>
                <a:gd name="connsiteX4" fmla="*/ 37788 w 38558"/>
                <a:gd name="connsiteY4" fmla="*/ 19065 h 223468"/>
                <a:gd name="connsiteX5" fmla="*/ 31067 w 38558"/>
                <a:gd name="connsiteY5" fmla="*/ 150496 h 223468"/>
                <a:gd name="connsiteX6" fmla="*/ 8427 w 38558"/>
                <a:gd name="connsiteY6" fmla="*/ 214958 h 223468"/>
                <a:gd name="connsiteX7" fmla="*/ 5951 w 38558"/>
                <a:gd name="connsiteY7" fmla="*/ 219614 h 223468"/>
                <a:gd name="connsiteX8" fmla="*/ 9488 w 38558"/>
                <a:gd name="connsiteY8" fmla="*/ 223553 h 223468"/>
                <a:gd name="connsiteX9" fmla="*/ 38849 w 38558"/>
                <a:gd name="connsiteY9" fmla="*/ 153361 h 223468"/>
                <a:gd name="connsiteX10" fmla="*/ 19040 w 38558"/>
                <a:gd name="connsiteY10" fmla="*/ 116474 h 223468"/>
                <a:gd name="connsiteX11" fmla="*/ 291 w 38558"/>
                <a:gd name="connsiteY11" fmla="*/ 135455 h 223468"/>
                <a:gd name="connsiteX12" fmla="*/ 19040 w 38558"/>
                <a:gd name="connsiteY12" fmla="*/ 154435 h 223468"/>
                <a:gd name="connsiteX13" fmla="*/ 21870 w 38558"/>
                <a:gd name="connsiteY13" fmla="*/ 154077 h 223468"/>
                <a:gd name="connsiteX14" fmla="*/ 31067 w 38558"/>
                <a:gd name="connsiteY14" fmla="*/ 150496 h 223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558" h="223468">
                  <a:moveTo>
                    <a:pt x="37788" y="19065"/>
                  </a:moveTo>
                  <a:cubicBezTo>
                    <a:pt x="37788" y="8680"/>
                    <a:pt x="29298" y="85"/>
                    <a:pt x="19040" y="85"/>
                  </a:cubicBezTo>
                  <a:cubicBezTo>
                    <a:pt x="8781" y="85"/>
                    <a:pt x="291" y="8680"/>
                    <a:pt x="291" y="19065"/>
                  </a:cubicBezTo>
                  <a:cubicBezTo>
                    <a:pt x="291" y="29451"/>
                    <a:pt x="8781" y="38046"/>
                    <a:pt x="19040" y="38046"/>
                  </a:cubicBezTo>
                  <a:cubicBezTo>
                    <a:pt x="29298" y="38046"/>
                    <a:pt x="37788" y="29451"/>
                    <a:pt x="37788" y="19065"/>
                  </a:cubicBezTo>
                  <a:close/>
                  <a:moveTo>
                    <a:pt x="31067" y="150496"/>
                  </a:moveTo>
                  <a:cubicBezTo>
                    <a:pt x="31067" y="160523"/>
                    <a:pt x="31067" y="188457"/>
                    <a:pt x="8427" y="214958"/>
                  </a:cubicBezTo>
                  <a:cubicBezTo>
                    <a:pt x="5951" y="217823"/>
                    <a:pt x="5951" y="218539"/>
                    <a:pt x="5951" y="219614"/>
                  </a:cubicBezTo>
                  <a:cubicBezTo>
                    <a:pt x="5951" y="222120"/>
                    <a:pt x="7720" y="223553"/>
                    <a:pt x="9488" y="223553"/>
                  </a:cubicBezTo>
                  <a:cubicBezTo>
                    <a:pt x="13380" y="223553"/>
                    <a:pt x="38849" y="194903"/>
                    <a:pt x="38849" y="153361"/>
                  </a:cubicBezTo>
                  <a:cubicBezTo>
                    <a:pt x="38849" y="142975"/>
                    <a:pt x="38142" y="116474"/>
                    <a:pt x="19040" y="116474"/>
                  </a:cubicBezTo>
                  <a:cubicBezTo>
                    <a:pt x="6658" y="116474"/>
                    <a:pt x="291" y="126144"/>
                    <a:pt x="291" y="135455"/>
                  </a:cubicBezTo>
                  <a:cubicBezTo>
                    <a:pt x="291" y="144766"/>
                    <a:pt x="6305" y="154435"/>
                    <a:pt x="19040" y="154435"/>
                  </a:cubicBezTo>
                  <a:cubicBezTo>
                    <a:pt x="20808" y="154435"/>
                    <a:pt x="21516" y="154435"/>
                    <a:pt x="21870" y="154077"/>
                  </a:cubicBezTo>
                  <a:cubicBezTo>
                    <a:pt x="24346" y="153719"/>
                    <a:pt x="28237" y="153003"/>
                    <a:pt x="31067" y="150496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C6FDF56A-5062-C361-A81E-A604F7EFA218}"/>
                </a:ext>
              </a:extLst>
            </p:cNvPr>
            <p:cNvSpPr/>
            <p:nvPr/>
          </p:nvSpPr>
          <p:spPr>
            <a:xfrm>
              <a:off x="11375782" y="7585846"/>
              <a:ext cx="199159" cy="159006"/>
            </a:xfrm>
            <a:custGeom>
              <a:avLst/>
              <a:gdLst>
                <a:gd name="connsiteX0" fmla="*/ 114910 w 199159"/>
                <a:gd name="connsiteY0" fmla="*/ 70993 h 159006"/>
                <a:gd name="connsiteX1" fmla="*/ 156298 w 199159"/>
                <a:gd name="connsiteY1" fmla="*/ 24437 h 159006"/>
                <a:gd name="connsiteX2" fmla="*/ 192380 w 199159"/>
                <a:gd name="connsiteY2" fmla="*/ 16916 h 159006"/>
                <a:gd name="connsiteX3" fmla="*/ 192380 w 199159"/>
                <a:gd name="connsiteY3" fmla="*/ 85 h 159006"/>
                <a:gd name="connsiteX4" fmla="*/ 159835 w 199159"/>
                <a:gd name="connsiteY4" fmla="*/ 1159 h 159006"/>
                <a:gd name="connsiteX5" fmla="*/ 123399 w 199159"/>
                <a:gd name="connsiteY5" fmla="*/ 85 h 159006"/>
                <a:gd name="connsiteX6" fmla="*/ 123399 w 199159"/>
                <a:gd name="connsiteY6" fmla="*/ 16916 h 159006"/>
                <a:gd name="connsiteX7" fmla="*/ 136842 w 199159"/>
                <a:gd name="connsiteY7" fmla="*/ 20140 h 159006"/>
                <a:gd name="connsiteX8" fmla="*/ 134012 w 199159"/>
                <a:gd name="connsiteY8" fmla="*/ 24437 h 159006"/>
                <a:gd name="connsiteX9" fmla="*/ 104297 w 199159"/>
                <a:gd name="connsiteY9" fmla="*/ 58100 h 159006"/>
                <a:gd name="connsiteX10" fmla="*/ 69630 w 199159"/>
                <a:gd name="connsiteY10" fmla="*/ 16916 h 159006"/>
                <a:gd name="connsiteX11" fmla="*/ 83780 w 199159"/>
                <a:gd name="connsiteY11" fmla="*/ 16916 h 159006"/>
                <a:gd name="connsiteX12" fmla="*/ 83780 w 199159"/>
                <a:gd name="connsiteY12" fmla="*/ 85 h 159006"/>
                <a:gd name="connsiteX13" fmla="*/ 40976 w 199159"/>
                <a:gd name="connsiteY13" fmla="*/ 1159 h 159006"/>
                <a:gd name="connsiteX14" fmla="*/ 2064 w 199159"/>
                <a:gd name="connsiteY14" fmla="*/ 85 h 159006"/>
                <a:gd name="connsiteX15" fmla="*/ 2064 w 199159"/>
                <a:gd name="connsiteY15" fmla="*/ 16916 h 159006"/>
                <a:gd name="connsiteX16" fmla="*/ 27180 w 199159"/>
                <a:gd name="connsiteY16" fmla="*/ 16916 h 159006"/>
                <a:gd name="connsiteX17" fmla="*/ 82365 w 199159"/>
                <a:gd name="connsiteY17" fmla="*/ 82811 h 159006"/>
                <a:gd name="connsiteX18" fmla="*/ 36024 w 199159"/>
                <a:gd name="connsiteY18" fmla="*/ 135455 h 159006"/>
                <a:gd name="connsiteX19" fmla="*/ 295 w 199159"/>
                <a:gd name="connsiteY19" fmla="*/ 142259 h 159006"/>
                <a:gd name="connsiteX20" fmla="*/ 295 w 199159"/>
                <a:gd name="connsiteY20" fmla="*/ 159091 h 159006"/>
                <a:gd name="connsiteX21" fmla="*/ 32840 w 199159"/>
                <a:gd name="connsiteY21" fmla="*/ 158017 h 159006"/>
                <a:gd name="connsiteX22" fmla="*/ 69276 w 199159"/>
                <a:gd name="connsiteY22" fmla="*/ 159091 h 159006"/>
                <a:gd name="connsiteX23" fmla="*/ 69276 w 199159"/>
                <a:gd name="connsiteY23" fmla="*/ 142259 h 159006"/>
                <a:gd name="connsiteX24" fmla="*/ 56187 w 199159"/>
                <a:gd name="connsiteY24" fmla="*/ 138320 h 159006"/>
                <a:gd name="connsiteX25" fmla="*/ 58664 w 199159"/>
                <a:gd name="connsiteY25" fmla="*/ 134739 h 159006"/>
                <a:gd name="connsiteX26" fmla="*/ 92977 w 199159"/>
                <a:gd name="connsiteY26" fmla="*/ 95703 h 159006"/>
                <a:gd name="connsiteX27" fmla="*/ 131889 w 199159"/>
                <a:gd name="connsiteY27" fmla="*/ 142259 h 159006"/>
                <a:gd name="connsiteX28" fmla="*/ 118093 w 199159"/>
                <a:gd name="connsiteY28" fmla="*/ 142259 h 159006"/>
                <a:gd name="connsiteX29" fmla="*/ 118093 w 199159"/>
                <a:gd name="connsiteY29" fmla="*/ 159091 h 159006"/>
                <a:gd name="connsiteX30" fmla="*/ 160543 w 199159"/>
                <a:gd name="connsiteY30" fmla="*/ 158017 h 159006"/>
                <a:gd name="connsiteX31" fmla="*/ 199455 w 199159"/>
                <a:gd name="connsiteY31" fmla="*/ 159091 h 159006"/>
                <a:gd name="connsiteX32" fmla="*/ 199455 w 199159"/>
                <a:gd name="connsiteY32" fmla="*/ 142259 h 159006"/>
                <a:gd name="connsiteX33" fmla="*/ 174339 w 199159"/>
                <a:gd name="connsiteY33" fmla="*/ 142259 h 159006"/>
                <a:gd name="connsiteX34" fmla="*/ 114910 w 199159"/>
                <a:gd name="connsiteY34" fmla="*/ 70993 h 159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9159" h="159006">
                  <a:moveTo>
                    <a:pt x="114910" y="70993"/>
                  </a:moveTo>
                  <a:lnTo>
                    <a:pt x="156298" y="24437"/>
                  </a:lnTo>
                  <a:cubicBezTo>
                    <a:pt x="160897" y="19423"/>
                    <a:pt x="163019" y="16916"/>
                    <a:pt x="192380" y="16916"/>
                  </a:cubicBezTo>
                  <a:lnTo>
                    <a:pt x="192380" y="85"/>
                  </a:lnTo>
                  <a:cubicBezTo>
                    <a:pt x="179999" y="801"/>
                    <a:pt x="161604" y="1159"/>
                    <a:pt x="159835" y="1159"/>
                  </a:cubicBezTo>
                  <a:cubicBezTo>
                    <a:pt x="150992" y="1159"/>
                    <a:pt x="133304" y="443"/>
                    <a:pt x="123399" y="85"/>
                  </a:cubicBezTo>
                  <a:lnTo>
                    <a:pt x="123399" y="16916"/>
                  </a:lnTo>
                  <a:cubicBezTo>
                    <a:pt x="128352" y="16916"/>
                    <a:pt x="132597" y="17633"/>
                    <a:pt x="136842" y="20140"/>
                  </a:cubicBezTo>
                  <a:cubicBezTo>
                    <a:pt x="135427" y="22288"/>
                    <a:pt x="135427" y="23005"/>
                    <a:pt x="134012" y="24437"/>
                  </a:cubicBezTo>
                  <a:lnTo>
                    <a:pt x="104297" y="58100"/>
                  </a:lnTo>
                  <a:lnTo>
                    <a:pt x="69630" y="16916"/>
                  </a:lnTo>
                  <a:lnTo>
                    <a:pt x="83780" y="16916"/>
                  </a:lnTo>
                  <a:lnTo>
                    <a:pt x="83780" y="85"/>
                  </a:lnTo>
                  <a:cubicBezTo>
                    <a:pt x="74582" y="443"/>
                    <a:pt x="52296" y="1159"/>
                    <a:pt x="40976" y="1159"/>
                  </a:cubicBezTo>
                  <a:cubicBezTo>
                    <a:pt x="29656" y="1159"/>
                    <a:pt x="13738" y="443"/>
                    <a:pt x="2064" y="85"/>
                  </a:cubicBezTo>
                  <a:lnTo>
                    <a:pt x="2064" y="16916"/>
                  </a:lnTo>
                  <a:lnTo>
                    <a:pt x="27180" y="16916"/>
                  </a:lnTo>
                  <a:lnTo>
                    <a:pt x="82365" y="82811"/>
                  </a:lnTo>
                  <a:lnTo>
                    <a:pt x="36024" y="135455"/>
                  </a:lnTo>
                  <a:cubicBezTo>
                    <a:pt x="30010" y="142259"/>
                    <a:pt x="17275" y="142259"/>
                    <a:pt x="295" y="142259"/>
                  </a:cubicBezTo>
                  <a:lnTo>
                    <a:pt x="295" y="159091"/>
                  </a:lnTo>
                  <a:cubicBezTo>
                    <a:pt x="12677" y="158375"/>
                    <a:pt x="31071" y="158017"/>
                    <a:pt x="32840" y="158017"/>
                  </a:cubicBezTo>
                  <a:cubicBezTo>
                    <a:pt x="41684" y="158017"/>
                    <a:pt x="62201" y="158733"/>
                    <a:pt x="69276" y="159091"/>
                  </a:cubicBezTo>
                  <a:lnTo>
                    <a:pt x="69276" y="142259"/>
                  </a:lnTo>
                  <a:cubicBezTo>
                    <a:pt x="62909" y="142259"/>
                    <a:pt x="56187" y="140469"/>
                    <a:pt x="56187" y="138320"/>
                  </a:cubicBezTo>
                  <a:cubicBezTo>
                    <a:pt x="56187" y="137962"/>
                    <a:pt x="56187" y="137604"/>
                    <a:pt x="58664" y="134739"/>
                  </a:cubicBezTo>
                  <a:lnTo>
                    <a:pt x="92977" y="95703"/>
                  </a:lnTo>
                  <a:lnTo>
                    <a:pt x="131889" y="142259"/>
                  </a:lnTo>
                  <a:lnTo>
                    <a:pt x="118093" y="142259"/>
                  </a:lnTo>
                  <a:lnTo>
                    <a:pt x="118093" y="159091"/>
                  </a:lnTo>
                  <a:cubicBezTo>
                    <a:pt x="127291" y="158733"/>
                    <a:pt x="148869" y="158017"/>
                    <a:pt x="160543" y="158017"/>
                  </a:cubicBezTo>
                  <a:cubicBezTo>
                    <a:pt x="171863" y="158017"/>
                    <a:pt x="187781" y="158733"/>
                    <a:pt x="199455" y="159091"/>
                  </a:cubicBezTo>
                  <a:lnTo>
                    <a:pt x="199455" y="142259"/>
                  </a:lnTo>
                  <a:lnTo>
                    <a:pt x="174339" y="142259"/>
                  </a:lnTo>
                  <a:lnTo>
                    <a:pt x="114910" y="70993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1BA1CB0-96E2-4B96-62FA-CC8AB4B4C71B}"/>
                </a:ext>
              </a:extLst>
            </p:cNvPr>
            <p:cNvSpPr/>
            <p:nvPr/>
          </p:nvSpPr>
          <p:spPr>
            <a:xfrm>
              <a:off x="11613126" y="7706892"/>
              <a:ext cx="41388" cy="107078"/>
            </a:xfrm>
            <a:custGeom>
              <a:avLst/>
              <a:gdLst>
                <a:gd name="connsiteX0" fmla="*/ 41690 w 41388"/>
                <a:gd name="connsiteY0" fmla="*/ 37688 h 107078"/>
                <a:gd name="connsiteX1" fmla="*/ 19050 w 41388"/>
                <a:gd name="connsiteY1" fmla="*/ 85 h 107078"/>
                <a:gd name="connsiteX2" fmla="*/ 301 w 41388"/>
                <a:gd name="connsiteY2" fmla="*/ 19065 h 107078"/>
                <a:gd name="connsiteX3" fmla="*/ 19050 w 41388"/>
                <a:gd name="connsiteY3" fmla="*/ 38046 h 107078"/>
                <a:gd name="connsiteX4" fmla="*/ 31431 w 41388"/>
                <a:gd name="connsiteY4" fmla="*/ 33390 h 107078"/>
                <a:gd name="connsiteX5" fmla="*/ 33200 w 41388"/>
                <a:gd name="connsiteY5" fmla="*/ 32316 h 107078"/>
                <a:gd name="connsiteX6" fmla="*/ 33907 w 41388"/>
                <a:gd name="connsiteY6" fmla="*/ 37688 h 107078"/>
                <a:gd name="connsiteX7" fmla="*/ 9853 w 41388"/>
                <a:gd name="connsiteY7" fmla="*/ 97494 h 107078"/>
                <a:gd name="connsiteX8" fmla="*/ 5961 w 41388"/>
                <a:gd name="connsiteY8" fmla="*/ 103224 h 107078"/>
                <a:gd name="connsiteX9" fmla="*/ 9499 w 41388"/>
                <a:gd name="connsiteY9" fmla="*/ 107163 h 107078"/>
                <a:gd name="connsiteX10" fmla="*/ 41690 w 41388"/>
                <a:gd name="connsiteY10" fmla="*/ 37688 h 10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388" h="107078">
                  <a:moveTo>
                    <a:pt x="41690" y="37688"/>
                  </a:moveTo>
                  <a:cubicBezTo>
                    <a:pt x="41690" y="14051"/>
                    <a:pt x="32846" y="85"/>
                    <a:pt x="19050" y="85"/>
                  </a:cubicBezTo>
                  <a:cubicBezTo>
                    <a:pt x="7376" y="85"/>
                    <a:pt x="301" y="9038"/>
                    <a:pt x="301" y="19065"/>
                  </a:cubicBezTo>
                  <a:cubicBezTo>
                    <a:pt x="301" y="28734"/>
                    <a:pt x="7376" y="38046"/>
                    <a:pt x="19050" y="38046"/>
                  </a:cubicBezTo>
                  <a:cubicBezTo>
                    <a:pt x="23295" y="38046"/>
                    <a:pt x="27894" y="36613"/>
                    <a:pt x="31431" y="33390"/>
                  </a:cubicBezTo>
                  <a:cubicBezTo>
                    <a:pt x="32492" y="32674"/>
                    <a:pt x="32846" y="32316"/>
                    <a:pt x="33200" y="32316"/>
                  </a:cubicBezTo>
                  <a:cubicBezTo>
                    <a:pt x="33554" y="32316"/>
                    <a:pt x="33907" y="32674"/>
                    <a:pt x="33907" y="37688"/>
                  </a:cubicBezTo>
                  <a:cubicBezTo>
                    <a:pt x="33907" y="64189"/>
                    <a:pt x="21526" y="85676"/>
                    <a:pt x="9853" y="97494"/>
                  </a:cubicBezTo>
                  <a:cubicBezTo>
                    <a:pt x="5961" y="101433"/>
                    <a:pt x="5961" y="102150"/>
                    <a:pt x="5961" y="103224"/>
                  </a:cubicBezTo>
                  <a:cubicBezTo>
                    <a:pt x="5961" y="105731"/>
                    <a:pt x="7730" y="107163"/>
                    <a:pt x="9499" y="107163"/>
                  </a:cubicBezTo>
                  <a:cubicBezTo>
                    <a:pt x="13390" y="107163"/>
                    <a:pt x="41690" y="79588"/>
                    <a:pt x="41690" y="3768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BB49436A-CC6F-BD6F-C7E2-B78570BB826B}"/>
                </a:ext>
              </a:extLst>
            </p:cNvPr>
            <p:cNvSpPr/>
            <p:nvPr/>
          </p:nvSpPr>
          <p:spPr>
            <a:xfrm>
              <a:off x="11748767" y="7585846"/>
              <a:ext cx="275922" cy="160438"/>
            </a:xfrm>
            <a:custGeom>
              <a:avLst/>
              <a:gdLst>
                <a:gd name="connsiteX0" fmla="*/ 252174 w 275922"/>
                <a:gd name="connsiteY0" fmla="*/ 24437 h 160438"/>
                <a:gd name="connsiteX1" fmla="*/ 276229 w 275922"/>
                <a:gd name="connsiteY1" fmla="*/ 16916 h 160438"/>
                <a:gd name="connsiteX2" fmla="*/ 276229 w 275922"/>
                <a:gd name="connsiteY2" fmla="*/ 85 h 160438"/>
                <a:gd name="connsiteX3" fmla="*/ 248990 w 275922"/>
                <a:gd name="connsiteY3" fmla="*/ 1159 h 160438"/>
                <a:gd name="connsiteX4" fmla="*/ 215031 w 275922"/>
                <a:gd name="connsiteY4" fmla="*/ 85 h 160438"/>
                <a:gd name="connsiteX5" fmla="*/ 215031 w 275922"/>
                <a:gd name="connsiteY5" fmla="*/ 16916 h 160438"/>
                <a:gd name="connsiteX6" fmla="*/ 235548 w 275922"/>
                <a:gd name="connsiteY6" fmla="*/ 21214 h 160438"/>
                <a:gd name="connsiteX7" fmla="*/ 234133 w 275922"/>
                <a:gd name="connsiteY7" fmla="*/ 25511 h 160438"/>
                <a:gd name="connsiteX8" fmla="*/ 196989 w 275922"/>
                <a:gd name="connsiteY8" fmla="*/ 117191 h 160438"/>
                <a:gd name="connsiteX9" fmla="*/ 156662 w 275922"/>
                <a:gd name="connsiteY9" fmla="*/ 16916 h 160438"/>
                <a:gd name="connsiteX10" fmla="*/ 176472 w 275922"/>
                <a:gd name="connsiteY10" fmla="*/ 16916 h 160438"/>
                <a:gd name="connsiteX11" fmla="*/ 176472 w 275922"/>
                <a:gd name="connsiteY11" fmla="*/ 85 h 160438"/>
                <a:gd name="connsiteX12" fmla="*/ 136145 w 275922"/>
                <a:gd name="connsiteY12" fmla="*/ 1159 h 160438"/>
                <a:gd name="connsiteX13" fmla="*/ 100770 w 275922"/>
                <a:gd name="connsiteY13" fmla="*/ 85 h 160438"/>
                <a:gd name="connsiteX14" fmla="*/ 100770 w 275922"/>
                <a:gd name="connsiteY14" fmla="*/ 16916 h 160438"/>
                <a:gd name="connsiteX15" fmla="*/ 121641 w 275922"/>
                <a:gd name="connsiteY15" fmla="*/ 16916 h 160438"/>
                <a:gd name="connsiteX16" fmla="*/ 129070 w 275922"/>
                <a:gd name="connsiteY16" fmla="*/ 35897 h 160438"/>
                <a:gd name="connsiteX17" fmla="*/ 127655 w 275922"/>
                <a:gd name="connsiteY17" fmla="*/ 40552 h 160438"/>
                <a:gd name="connsiteX18" fmla="*/ 99709 w 275922"/>
                <a:gd name="connsiteY18" fmla="*/ 109312 h 160438"/>
                <a:gd name="connsiteX19" fmla="*/ 62565 w 275922"/>
                <a:gd name="connsiteY19" fmla="*/ 16916 h 160438"/>
                <a:gd name="connsiteX20" fmla="*/ 82375 w 275922"/>
                <a:gd name="connsiteY20" fmla="*/ 16916 h 160438"/>
                <a:gd name="connsiteX21" fmla="*/ 82375 w 275922"/>
                <a:gd name="connsiteY21" fmla="*/ 85 h 160438"/>
                <a:gd name="connsiteX22" fmla="*/ 38864 w 275922"/>
                <a:gd name="connsiteY22" fmla="*/ 1159 h 160438"/>
                <a:gd name="connsiteX23" fmla="*/ 306 w 275922"/>
                <a:gd name="connsiteY23" fmla="*/ 85 h 160438"/>
                <a:gd name="connsiteX24" fmla="*/ 306 w 275922"/>
                <a:gd name="connsiteY24" fmla="*/ 16916 h 160438"/>
                <a:gd name="connsiteX25" fmla="*/ 21177 w 275922"/>
                <a:gd name="connsiteY25" fmla="*/ 16916 h 160438"/>
                <a:gd name="connsiteX26" fmla="*/ 75300 w 275922"/>
                <a:gd name="connsiteY26" fmla="*/ 150854 h 160438"/>
                <a:gd name="connsiteX27" fmla="*/ 88035 w 275922"/>
                <a:gd name="connsiteY27" fmla="*/ 160523 h 160438"/>
                <a:gd name="connsiteX28" fmla="*/ 100770 w 275922"/>
                <a:gd name="connsiteY28" fmla="*/ 150854 h 160438"/>
                <a:gd name="connsiteX29" fmla="*/ 138267 w 275922"/>
                <a:gd name="connsiteY29" fmla="*/ 58100 h 160438"/>
                <a:gd name="connsiteX30" fmla="*/ 175765 w 275922"/>
                <a:gd name="connsiteY30" fmla="*/ 150854 h 160438"/>
                <a:gd name="connsiteX31" fmla="*/ 188499 w 275922"/>
                <a:gd name="connsiteY31" fmla="*/ 160523 h 160438"/>
                <a:gd name="connsiteX32" fmla="*/ 201234 w 275922"/>
                <a:gd name="connsiteY32" fmla="*/ 150854 h 160438"/>
                <a:gd name="connsiteX33" fmla="*/ 252174 w 275922"/>
                <a:gd name="connsiteY33" fmla="*/ 24437 h 160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5922" h="160438">
                  <a:moveTo>
                    <a:pt x="252174" y="24437"/>
                  </a:moveTo>
                  <a:cubicBezTo>
                    <a:pt x="253943" y="19781"/>
                    <a:pt x="255358" y="16916"/>
                    <a:pt x="276229" y="16916"/>
                  </a:cubicBezTo>
                  <a:lnTo>
                    <a:pt x="276229" y="85"/>
                  </a:lnTo>
                  <a:cubicBezTo>
                    <a:pt x="268093" y="801"/>
                    <a:pt x="257480" y="1159"/>
                    <a:pt x="248990" y="1159"/>
                  </a:cubicBezTo>
                  <a:cubicBezTo>
                    <a:pt x="239439" y="1159"/>
                    <a:pt x="222813" y="443"/>
                    <a:pt x="215031" y="85"/>
                  </a:cubicBezTo>
                  <a:lnTo>
                    <a:pt x="215031" y="16916"/>
                  </a:lnTo>
                  <a:cubicBezTo>
                    <a:pt x="218214" y="16916"/>
                    <a:pt x="235548" y="17275"/>
                    <a:pt x="235548" y="21214"/>
                  </a:cubicBezTo>
                  <a:cubicBezTo>
                    <a:pt x="235548" y="22288"/>
                    <a:pt x="234487" y="24437"/>
                    <a:pt x="234133" y="25511"/>
                  </a:cubicBezTo>
                  <a:lnTo>
                    <a:pt x="196989" y="117191"/>
                  </a:lnTo>
                  <a:lnTo>
                    <a:pt x="156662" y="16916"/>
                  </a:lnTo>
                  <a:lnTo>
                    <a:pt x="176472" y="16916"/>
                  </a:lnTo>
                  <a:lnTo>
                    <a:pt x="176472" y="85"/>
                  </a:lnTo>
                  <a:cubicBezTo>
                    <a:pt x="165152" y="443"/>
                    <a:pt x="146757" y="1159"/>
                    <a:pt x="136145" y="1159"/>
                  </a:cubicBezTo>
                  <a:cubicBezTo>
                    <a:pt x="121287" y="1159"/>
                    <a:pt x="106430" y="443"/>
                    <a:pt x="100770" y="85"/>
                  </a:cubicBezTo>
                  <a:lnTo>
                    <a:pt x="100770" y="16916"/>
                  </a:lnTo>
                  <a:lnTo>
                    <a:pt x="121641" y="16916"/>
                  </a:lnTo>
                  <a:cubicBezTo>
                    <a:pt x="129070" y="34823"/>
                    <a:pt x="129070" y="35539"/>
                    <a:pt x="129070" y="35897"/>
                  </a:cubicBezTo>
                  <a:cubicBezTo>
                    <a:pt x="129070" y="37329"/>
                    <a:pt x="128009" y="39478"/>
                    <a:pt x="127655" y="40552"/>
                  </a:cubicBezTo>
                  <a:lnTo>
                    <a:pt x="99709" y="109312"/>
                  </a:lnTo>
                  <a:lnTo>
                    <a:pt x="62565" y="16916"/>
                  </a:lnTo>
                  <a:lnTo>
                    <a:pt x="82375" y="16916"/>
                  </a:lnTo>
                  <a:lnTo>
                    <a:pt x="82375" y="85"/>
                  </a:lnTo>
                  <a:cubicBezTo>
                    <a:pt x="67872" y="801"/>
                    <a:pt x="53368" y="1159"/>
                    <a:pt x="38864" y="1159"/>
                  </a:cubicBezTo>
                  <a:cubicBezTo>
                    <a:pt x="27898" y="1159"/>
                    <a:pt x="12333" y="443"/>
                    <a:pt x="306" y="85"/>
                  </a:cubicBezTo>
                  <a:lnTo>
                    <a:pt x="306" y="16916"/>
                  </a:lnTo>
                  <a:lnTo>
                    <a:pt x="21177" y="16916"/>
                  </a:lnTo>
                  <a:lnTo>
                    <a:pt x="75300" y="150854"/>
                  </a:lnTo>
                  <a:cubicBezTo>
                    <a:pt x="77777" y="156942"/>
                    <a:pt x="79192" y="160523"/>
                    <a:pt x="88035" y="160523"/>
                  </a:cubicBezTo>
                  <a:cubicBezTo>
                    <a:pt x="96879" y="160523"/>
                    <a:pt x="98294" y="156942"/>
                    <a:pt x="100770" y="150854"/>
                  </a:cubicBezTo>
                  <a:lnTo>
                    <a:pt x="138267" y="58100"/>
                  </a:lnTo>
                  <a:lnTo>
                    <a:pt x="175765" y="150854"/>
                  </a:lnTo>
                  <a:cubicBezTo>
                    <a:pt x="178241" y="156942"/>
                    <a:pt x="179656" y="160523"/>
                    <a:pt x="188499" y="160523"/>
                  </a:cubicBezTo>
                  <a:cubicBezTo>
                    <a:pt x="197343" y="160523"/>
                    <a:pt x="198758" y="156942"/>
                    <a:pt x="201234" y="150854"/>
                  </a:cubicBezTo>
                  <a:lnTo>
                    <a:pt x="252174" y="24437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0B5F3A8C-04A9-288A-1D1C-13CAACAB08BB}"/>
                </a:ext>
              </a:extLst>
            </p:cNvPr>
            <p:cNvSpPr/>
            <p:nvPr/>
          </p:nvSpPr>
          <p:spPr>
            <a:xfrm>
              <a:off x="12059543" y="7476261"/>
              <a:ext cx="82069" cy="358122"/>
            </a:xfrm>
            <a:custGeom>
              <a:avLst/>
              <a:gdLst>
                <a:gd name="connsiteX0" fmla="*/ 82384 w 82069"/>
                <a:gd name="connsiteY0" fmla="*/ 179146 h 358122"/>
                <a:gd name="connsiteX1" fmla="*/ 59036 w 82069"/>
                <a:gd name="connsiteY1" fmla="*/ 67412 h 358122"/>
                <a:gd name="connsiteX2" fmla="*/ 3852 w 82069"/>
                <a:gd name="connsiteY2" fmla="*/ 85 h 358122"/>
                <a:gd name="connsiteX3" fmla="*/ 314 w 82069"/>
                <a:gd name="connsiteY3" fmla="*/ 3666 h 358122"/>
                <a:gd name="connsiteX4" fmla="*/ 7036 w 82069"/>
                <a:gd name="connsiteY4" fmla="*/ 11903 h 358122"/>
                <a:gd name="connsiteX5" fmla="*/ 61866 w 82069"/>
                <a:gd name="connsiteY5" fmla="*/ 179146 h 358122"/>
                <a:gd name="connsiteX6" fmla="*/ 4913 w 82069"/>
                <a:gd name="connsiteY6" fmla="*/ 348538 h 358122"/>
                <a:gd name="connsiteX7" fmla="*/ 314 w 82069"/>
                <a:gd name="connsiteY7" fmla="*/ 354626 h 358122"/>
                <a:gd name="connsiteX8" fmla="*/ 3852 w 82069"/>
                <a:gd name="connsiteY8" fmla="*/ 358207 h 358122"/>
                <a:gd name="connsiteX9" fmla="*/ 60098 w 82069"/>
                <a:gd name="connsiteY9" fmla="*/ 288373 h 358122"/>
                <a:gd name="connsiteX10" fmla="*/ 82384 w 82069"/>
                <a:gd name="connsiteY10" fmla="*/ 179146 h 358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58122">
                  <a:moveTo>
                    <a:pt x="82384" y="179146"/>
                  </a:moveTo>
                  <a:cubicBezTo>
                    <a:pt x="82384" y="151212"/>
                    <a:pt x="78492" y="107879"/>
                    <a:pt x="59036" y="67412"/>
                  </a:cubicBezTo>
                  <a:cubicBezTo>
                    <a:pt x="37812" y="23363"/>
                    <a:pt x="7389" y="85"/>
                    <a:pt x="3852" y="85"/>
                  </a:cubicBezTo>
                  <a:cubicBezTo>
                    <a:pt x="1729" y="85"/>
                    <a:pt x="314" y="1517"/>
                    <a:pt x="314" y="3666"/>
                  </a:cubicBezTo>
                  <a:cubicBezTo>
                    <a:pt x="314" y="4740"/>
                    <a:pt x="314" y="5457"/>
                    <a:pt x="7036" y="11903"/>
                  </a:cubicBezTo>
                  <a:cubicBezTo>
                    <a:pt x="41703" y="47357"/>
                    <a:pt x="61866" y="104298"/>
                    <a:pt x="61866" y="179146"/>
                  </a:cubicBezTo>
                  <a:cubicBezTo>
                    <a:pt x="61866" y="240385"/>
                    <a:pt x="48778" y="303414"/>
                    <a:pt x="4913" y="348538"/>
                  </a:cubicBezTo>
                  <a:cubicBezTo>
                    <a:pt x="314" y="352835"/>
                    <a:pt x="314" y="353551"/>
                    <a:pt x="314" y="354626"/>
                  </a:cubicBezTo>
                  <a:cubicBezTo>
                    <a:pt x="314" y="356774"/>
                    <a:pt x="1729" y="358207"/>
                    <a:pt x="3852" y="358207"/>
                  </a:cubicBezTo>
                  <a:cubicBezTo>
                    <a:pt x="7389" y="358207"/>
                    <a:pt x="39227" y="333855"/>
                    <a:pt x="60098" y="288373"/>
                  </a:cubicBezTo>
                  <a:cubicBezTo>
                    <a:pt x="78139" y="248980"/>
                    <a:pt x="82384" y="209228"/>
                    <a:pt x="82384" y="179146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Content Placeholder 4">
                <a:extLst>
                  <a:ext uri="{FF2B5EF4-FFF2-40B4-BE49-F238E27FC236}">
                    <a16:creationId xmlns:a16="http://schemas.microsoft.com/office/drawing/2014/main" id="{4AB68097-8E55-CAA9-C6E1-C61CCEDFA7E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38200" y="1759171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2400" dirty="0">
                  <a:latin typeface="Nunito" pitchFamily="2" charset="0"/>
                </a:endParaRPr>
              </a:p>
              <a:p>
                <a:endParaRPr lang="en-CA" sz="2400" dirty="0">
                  <a:latin typeface="Nunito" pitchFamily="2" charset="0"/>
                </a:endParaRPr>
              </a:p>
              <a:p>
                <a:r>
                  <a:rPr lang="en-CA" sz="2400" dirty="0">
                    <a:latin typeface="Nunito" pitchFamily="2" charset="0"/>
                  </a:rPr>
                  <a:t>Each node is either a terminal node or the parent of two other nodes</a:t>
                </a:r>
              </a:p>
              <a:p>
                <a:r>
                  <a:rPr lang="en-CA" sz="2400" dirty="0">
                    <a:latin typeface="Nunito" pitchFamily="2" charset="0"/>
                  </a:rPr>
                  <a:t>There must be a constituent whose children are two terminal nodes.</a:t>
                </a:r>
              </a:p>
              <a:p>
                <a:pPr marL="0" indent="0">
                  <a:buNone/>
                </a:pPr>
                <a:r>
                  <a:rPr lang="en-CA" sz="2400" dirty="0">
                    <a:latin typeface="Nunito" pitchFamily="2" charset="0"/>
                  </a:rPr>
                  <a:t>             The maximum sum of subtree scores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[ℓ,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CA" sz="2400" dirty="0">
                    <a:latin typeface="Nunito" pitchFamily="2" charset="0"/>
                  </a:rPr>
                  <a:t> is a constituent.</a:t>
                </a:r>
              </a:p>
            </p:txBody>
          </p:sp>
        </mc:Choice>
        <mc:Fallback>
          <p:sp>
            <p:nvSpPr>
              <p:cNvPr id="71" name="Content Placeholder 4">
                <a:extLst>
                  <a:ext uri="{FF2B5EF4-FFF2-40B4-BE49-F238E27FC236}">
                    <a16:creationId xmlns:a16="http://schemas.microsoft.com/office/drawing/2014/main" id="{4AB68097-8E55-CAA9-C6E1-C61CCEDFA7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59171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72D72301-CEB0-9A41-9A7D-15DBC3BEE431}"/>
              </a:ext>
            </a:extLst>
          </p:cNvPr>
          <p:cNvGrpSpPr/>
          <p:nvPr/>
        </p:nvGrpSpPr>
        <p:grpSpPr>
          <a:xfrm>
            <a:off x="3363030" y="4252311"/>
            <a:ext cx="5465940" cy="1831256"/>
            <a:chOff x="2659962" y="4523383"/>
            <a:chExt cx="5465940" cy="1831256"/>
          </a:xfrm>
        </p:grpSpPr>
        <p:grpSp>
          <p:nvGrpSpPr>
            <p:cNvPr id="73" name="Group 72" descr="\documentclass{article}&#10;\usepackage{amsmath,amssymb}&#10;\pagestyle{empty}&#10;\usepackage[linguistics]{forest}&#10;\begin{document}&#10;&#10;\newcommand{\score}{\textrm{score}}&#10;\newcommand{\classify}{\textrm{classify}}&#10;\newcommand{\bx}{\mathbf{x}}&#10;&#10;\sf&#10;\begin{forest} for tree={inner sep=0pt,l=5pt,l sep=10pt}&#10;             [ 1&#10;                [ 1 [a] [cat] ]&#10;                [meows]&#10;             ]&#10;\end{forest}&#10;&#10;\end{document}" title="IguanaTex Vector Display">
              <a:extLst>
                <a:ext uri="{FF2B5EF4-FFF2-40B4-BE49-F238E27FC236}">
                  <a16:creationId xmlns:a16="http://schemas.microsoft.com/office/drawing/2014/main" id="{2A0FBFFB-3C7E-224A-DC82-9115901D6D8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659962" y="4523383"/>
              <a:ext cx="1639869" cy="1831256"/>
              <a:chOff x="5240600" y="4531714"/>
              <a:chExt cx="1639869" cy="1831256"/>
            </a:xfrm>
          </p:grpSpPr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B8EA16A1-34D8-0341-CCBB-24F5BAB4844E}"/>
                  </a:ext>
                </a:extLst>
              </p:cNvPr>
              <p:cNvSpPr/>
              <p:nvPr/>
            </p:nvSpPr>
            <p:spPr>
              <a:xfrm>
                <a:off x="5939124" y="4531714"/>
                <a:ext cx="116826" cy="240196"/>
              </a:xfrm>
              <a:custGeom>
                <a:avLst/>
                <a:gdLst>
                  <a:gd name="connsiteX0" fmla="*/ 73331 w 116826"/>
                  <a:gd name="connsiteY0" fmla="*/ 63 h 240196"/>
                  <a:gd name="connsiteX1" fmla="*/ 66356 w 116826"/>
                  <a:gd name="connsiteY1" fmla="*/ 63 h 240196"/>
                  <a:gd name="connsiteX2" fmla="*/ 96 w 116826"/>
                  <a:gd name="connsiteY2" fmla="*/ 23445 h 240196"/>
                  <a:gd name="connsiteX3" fmla="*/ 96 w 116826"/>
                  <a:gd name="connsiteY3" fmla="*/ 43992 h 240196"/>
                  <a:gd name="connsiteX4" fmla="*/ 45781 w 116826"/>
                  <a:gd name="connsiteY4" fmla="*/ 35490 h 240196"/>
                  <a:gd name="connsiteX5" fmla="*/ 45781 w 116826"/>
                  <a:gd name="connsiteY5" fmla="*/ 219711 h 240196"/>
                  <a:gd name="connsiteX6" fmla="*/ 2189 w 116826"/>
                  <a:gd name="connsiteY6" fmla="*/ 219711 h 240196"/>
                  <a:gd name="connsiteX7" fmla="*/ 2189 w 116826"/>
                  <a:gd name="connsiteY7" fmla="*/ 240259 h 240196"/>
                  <a:gd name="connsiteX8" fmla="*/ 116923 w 116826"/>
                  <a:gd name="connsiteY8" fmla="*/ 240259 h 240196"/>
                  <a:gd name="connsiteX9" fmla="*/ 116923 w 116826"/>
                  <a:gd name="connsiteY9" fmla="*/ 219711 h 240196"/>
                  <a:gd name="connsiteX10" fmla="*/ 73331 w 116826"/>
                  <a:gd name="connsiteY10" fmla="*/ 219711 h 240196"/>
                  <a:gd name="connsiteX11" fmla="*/ 73331 w 116826"/>
                  <a:gd name="connsiteY11" fmla="*/ 63 h 240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6826" h="240196">
                    <a:moveTo>
                      <a:pt x="73331" y="63"/>
                    </a:moveTo>
                    <a:lnTo>
                      <a:pt x="66356" y="63"/>
                    </a:lnTo>
                    <a:cubicBezTo>
                      <a:pt x="45781" y="21673"/>
                      <a:pt x="16836" y="22736"/>
                      <a:pt x="96" y="23445"/>
                    </a:cubicBezTo>
                    <a:lnTo>
                      <a:pt x="96" y="43992"/>
                    </a:lnTo>
                    <a:cubicBezTo>
                      <a:pt x="11605" y="43638"/>
                      <a:pt x="28344" y="42930"/>
                      <a:pt x="45781" y="35490"/>
                    </a:cubicBezTo>
                    <a:lnTo>
                      <a:pt x="45781" y="219711"/>
                    </a:lnTo>
                    <a:lnTo>
                      <a:pt x="2189" y="219711"/>
                    </a:lnTo>
                    <a:lnTo>
                      <a:pt x="2189" y="240259"/>
                    </a:lnTo>
                    <a:lnTo>
                      <a:pt x="116923" y="240259"/>
                    </a:lnTo>
                    <a:lnTo>
                      <a:pt x="116923" y="219711"/>
                    </a:lnTo>
                    <a:lnTo>
                      <a:pt x="73331" y="219711"/>
                    </a:lnTo>
                    <a:lnTo>
                      <a:pt x="73331" y="63"/>
                    </a:lnTo>
                    <a:close/>
                  </a:path>
                </a:pathLst>
              </a:custGeom>
              <a:solidFill>
                <a:srgbClr val="000000"/>
              </a:solidFill>
              <a:ln w="349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E15EE84D-03EE-3BEB-138A-44341DF54985}"/>
                  </a:ext>
                </a:extLst>
              </p:cNvPr>
              <p:cNvSpPr/>
              <p:nvPr/>
            </p:nvSpPr>
            <p:spPr>
              <a:xfrm>
                <a:off x="5530140" y="5325292"/>
                <a:ext cx="116826" cy="240196"/>
              </a:xfrm>
              <a:custGeom>
                <a:avLst/>
                <a:gdLst>
                  <a:gd name="connsiteX0" fmla="*/ 73319 w 116826"/>
                  <a:gd name="connsiteY0" fmla="*/ 85 h 240196"/>
                  <a:gd name="connsiteX1" fmla="*/ 66344 w 116826"/>
                  <a:gd name="connsiteY1" fmla="*/ 85 h 240196"/>
                  <a:gd name="connsiteX2" fmla="*/ 85 w 116826"/>
                  <a:gd name="connsiteY2" fmla="*/ 23467 h 240196"/>
                  <a:gd name="connsiteX3" fmla="*/ 85 w 116826"/>
                  <a:gd name="connsiteY3" fmla="*/ 44015 h 240196"/>
                  <a:gd name="connsiteX4" fmla="*/ 45769 w 116826"/>
                  <a:gd name="connsiteY4" fmla="*/ 35512 h 240196"/>
                  <a:gd name="connsiteX5" fmla="*/ 45769 w 116826"/>
                  <a:gd name="connsiteY5" fmla="*/ 219733 h 240196"/>
                  <a:gd name="connsiteX6" fmla="*/ 2177 w 116826"/>
                  <a:gd name="connsiteY6" fmla="*/ 219733 h 240196"/>
                  <a:gd name="connsiteX7" fmla="*/ 2177 w 116826"/>
                  <a:gd name="connsiteY7" fmla="*/ 240281 h 240196"/>
                  <a:gd name="connsiteX8" fmla="*/ 116911 w 116826"/>
                  <a:gd name="connsiteY8" fmla="*/ 240281 h 240196"/>
                  <a:gd name="connsiteX9" fmla="*/ 116911 w 116826"/>
                  <a:gd name="connsiteY9" fmla="*/ 219733 h 240196"/>
                  <a:gd name="connsiteX10" fmla="*/ 73319 w 116826"/>
                  <a:gd name="connsiteY10" fmla="*/ 219733 h 240196"/>
                  <a:gd name="connsiteX11" fmla="*/ 73319 w 116826"/>
                  <a:gd name="connsiteY11" fmla="*/ 85 h 240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6826" h="240196">
                    <a:moveTo>
                      <a:pt x="73319" y="85"/>
                    </a:moveTo>
                    <a:lnTo>
                      <a:pt x="66344" y="85"/>
                    </a:lnTo>
                    <a:cubicBezTo>
                      <a:pt x="45769" y="21696"/>
                      <a:pt x="16824" y="22758"/>
                      <a:pt x="85" y="23467"/>
                    </a:cubicBezTo>
                    <a:lnTo>
                      <a:pt x="85" y="44015"/>
                    </a:lnTo>
                    <a:cubicBezTo>
                      <a:pt x="11593" y="43660"/>
                      <a:pt x="28332" y="42952"/>
                      <a:pt x="45769" y="35512"/>
                    </a:cubicBezTo>
                    <a:lnTo>
                      <a:pt x="45769" y="219733"/>
                    </a:lnTo>
                    <a:lnTo>
                      <a:pt x="2177" y="219733"/>
                    </a:lnTo>
                    <a:lnTo>
                      <a:pt x="2177" y="240281"/>
                    </a:lnTo>
                    <a:lnTo>
                      <a:pt x="116911" y="240281"/>
                    </a:lnTo>
                    <a:lnTo>
                      <a:pt x="116911" y="219733"/>
                    </a:lnTo>
                    <a:lnTo>
                      <a:pt x="73319" y="219733"/>
                    </a:lnTo>
                    <a:lnTo>
                      <a:pt x="73319" y="85"/>
                    </a:lnTo>
                    <a:close/>
                  </a:path>
                </a:pathLst>
              </a:custGeom>
              <a:solidFill>
                <a:srgbClr val="000000"/>
              </a:solidFill>
              <a:ln w="349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28CAE90-B1F9-1D7D-5240-9035D37A0A11}"/>
                  </a:ext>
                </a:extLst>
              </p:cNvPr>
              <p:cNvSpPr/>
              <p:nvPr/>
            </p:nvSpPr>
            <p:spPr>
              <a:xfrm>
                <a:off x="5240600" y="6195754"/>
                <a:ext cx="123801" cy="167216"/>
              </a:xfrm>
              <a:custGeom>
                <a:avLst/>
                <a:gdLst>
                  <a:gd name="connsiteX0" fmla="*/ 123878 w 123801"/>
                  <a:gd name="connsiteY0" fmla="*/ 61042 h 167216"/>
                  <a:gd name="connsiteX1" fmla="*/ 66337 w 123801"/>
                  <a:gd name="connsiteY1" fmla="*/ 107 h 167216"/>
                  <a:gd name="connsiteX2" fmla="*/ 11585 w 123801"/>
                  <a:gd name="connsiteY2" fmla="*/ 15341 h 167216"/>
                  <a:gd name="connsiteX3" fmla="*/ 13677 w 123801"/>
                  <a:gd name="connsiteY3" fmla="*/ 38723 h 167216"/>
                  <a:gd name="connsiteX4" fmla="*/ 66337 w 123801"/>
                  <a:gd name="connsiteY4" fmla="*/ 21009 h 167216"/>
                  <a:gd name="connsiteX5" fmla="*/ 96677 w 123801"/>
                  <a:gd name="connsiteY5" fmla="*/ 61396 h 167216"/>
                  <a:gd name="connsiteX6" fmla="*/ 96677 w 123801"/>
                  <a:gd name="connsiteY6" fmla="*/ 76630 h 167216"/>
                  <a:gd name="connsiteX7" fmla="*/ 77 w 123801"/>
                  <a:gd name="connsiteY7" fmla="*/ 123394 h 167216"/>
                  <a:gd name="connsiteX8" fmla="*/ 39833 w 123801"/>
                  <a:gd name="connsiteY8" fmla="*/ 167324 h 167216"/>
                  <a:gd name="connsiteX9" fmla="*/ 97723 w 123801"/>
                  <a:gd name="connsiteY9" fmla="*/ 150673 h 167216"/>
                  <a:gd name="connsiteX10" fmla="*/ 97723 w 123801"/>
                  <a:gd name="connsiteY10" fmla="*/ 163427 h 167216"/>
                  <a:gd name="connsiteX11" fmla="*/ 123878 w 123801"/>
                  <a:gd name="connsiteY11" fmla="*/ 163427 h 167216"/>
                  <a:gd name="connsiteX12" fmla="*/ 123878 w 123801"/>
                  <a:gd name="connsiteY12" fmla="*/ 61042 h 167216"/>
                  <a:gd name="connsiteX13" fmla="*/ 96677 w 123801"/>
                  <a:gd name="connsiteY13" fmla="*/ 116663 h 167216"/>
                  <a:gd name="connsiteX14" fmla="*/ 84820 w 123801"/>
                  <a:gd name="connsiteY14" fmla="*/ 138982 h 167216"/>
                  <a:gd name="connsiteX15" fmla="*/ 57618 w 123801"/>
                  <a:gd name="connsiteY15" fmla="*/ 145713 h 167216"/>
                  <a:gd name="connsiteX16" fmla="*/ 25186 w 123801"/>
                  <a:gd name="connsiteY16" fmla="*/ 122685 h 167216"/>
                  <a:gd name="connsiteX17" fmla="*/ 96677 w 123801"/>
                  <a:gd name="connsiteY17" fmla="*/ 94698 h 167216"/>
                  <a:gd name="connsiteX18" fmla="*/ 96677 w 123801"/>
                  <a:gd name="connsiteY18" fmla="*/ 116663 h 167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3801" h="167216">
                    <a:moveTo>
                      <a:pt x="123878" y="61042"/>
                    </a:moveTo>
                    <a:cubicBezTo>
                      <a:pt x="123878" y="24906"/>
                      <a:pt x="98420" y="107"/>
                      <a:pt x="66337" y="107"/>
                    </a:cubicBezTo>
                    <a:cubicBezTo>
                      <a:pt x="43669" y="107"/>
                      <a:pt x="27976" y="5776"/>
                      <a:pt x="11585" y="15341"/>
                    </a:cubicBezTo>
                    <a:lnTo>
                      <a:pt x="13677" y="38723"/>
                    </a:lnTo>
                    <a:cubicBezTo>
                      <a:pt x="31812" y="25615"/>
                      <a:pt x="49248" y="21009"/>
                      <a:pt x="66337" y="21009"/>
                    </a:cubicBezTo>
                    <a:cubicBezTo>
                      <a:pt x="82727" y="21009"/>
                      <a:pt x="96677" y="35180"/>
                      <a:pt x="96677" y="61396"/>
                    </a:cubicBezTo>
                    <a:lnTo>
                      <a:pt x="96677" y="76630"/>
                    </a:lnTo>
                    <a:cubicBezTo>
                      <a:pt x="44366" y="77339"/>
                      <a:pt x="77" y="92218"/>
                      <a:pt x="77" y="123394"/>
                    </a:cubicBezTo>
                    <a:cubicBezTo>
                      <a:pt x="77" y="138628"/>
                      <a:pt x="9493" y="167324"/>
                      <a:pt x="39833" y="167324"/>
                    </a:cubicBezTo>
                    <a:cubicBezTo>
                      <a:pt x="44715" y="167324"/>
                      <a:pt x="77496" y="166615"/>
                      <a:pt x="97723" y="150673"/>
                    </a:cubicBezTo>
                    <a:lnTo>
                      <a:pt x="97723" y="163427"/>
                    </a:lnTo>
                    <a:lnTo>
                      <a:pt x="123878" y="163427"/>
                    </a:lnTo>
                    <a:lnTo>
                      <a:pt x="123878" y="61042"/>
                    </a:lnTo>
                    <a:close/>
                    <a:moveTo>
                      <a:pt x="96677" y="116663"/>
                    </a:moveTo>
                    <a:cubicBezTo>
                      <a:pt x="96677" y="123394"/>
                      <a:pt x="96677" y="132251"/>
                      <a:pt x="84820" y="138982"/>
                    </a:cubicBezTo>
                    <a:cubicBezTo>
                      <a:pt x="74706" y="145359"/>
                      <a:pt x="61454" y="145713"/>
                      <a:pt x="57618" y="145713"/>
                    </a:cubicBezTo>
                    <a:cubicBezTo>
                      <a:pt x="40879" y="145713"/>
                      <a:pt x="25186" y="137565"/>
                      <a:pt x="25186" y="122685"/>
                    </a:cubicBezTo>
                    <a:cubicBezTo>
                      <a:pt x="25186" y="97886"/>
                      <a:pt x="81681" y="95406"/>
                      <a:pt x="96677" y="94698"/>
                    </a:cubicBezTo>
                    <a:lnTo>
                      <a:pt x="96677" y="116663"/>
                    </a:lnTo>
                    <a:close/>
                  </a:path>
                </a:pathLst>
              </a:custGeom>
              <a:solidFill>
                <a:srgbClr val="000000"/>
              </a:solidFill>
              <a:ln w="349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5206C336-FA80-68EB-BDB3-1AEBEDE56F5D}"/>
                  </a:ext>
                </a:extLst>
              </p:cNvPr>
              <p:cNvSpPr/>
              <p:nvPr/>
            </p:nvSpPr>
            <p:spPr>
              <a:xfrm>
                <a:off x="5651821" y="6195754"/>
                <a:ext cx="132170" cy="167216"/>
              </a:xfrm>
              <a:custGeom>
                <a:avLst/>
                <a:gdLst>
                  <a:gd name="connsiteX0" fmla="*/ 130516 w 132170"/>
                  <a:gd name="connsiteY0" fmla="*/ 15341 h 167216"/>
                  <a:gd name="connsiteX1" fmla="*/ 76810 w 132170"/>
                  <a:gd name="connsiteY1" fmla="*/ 107 h 167216"/>
                  <a:gd name="connsiteX2" fmla="*/ 89 w 132170"/>
                  <a:gd name="connsiteY2" fmla="*/ 84778 h 167216"/>
                  <a:gd name="connsiteX3" fmla="*/ 75416 w 132170"/>
                  <a:gd name="connsiteY3" fmla="*/ 167324 h 167216"/>
                  <a:gd name="connsiteX4" fmla="*/ 132260 w 132170"/>
                  <a:gd name="connsiteY4" fmla="*/ 149256 h 167216"/>
                  <a:gd name="connsiteX5" fmla="*/ 130167 w 132170"/>
                  <a:gd name="connsiteY5" fmla="*/ 125520 h 167216"/>
                  <a:gd name="connsiteX6" fmla="*/ 75764 w 132170"/>
                  <a:gd name="connsiteY6" fmla="*/ 144650 h 167216"/>
                  <a:gd name="connsiteX7" fmla="*/ 27290 w 132170"/>
                  <a:gd name="connsiteY7" fmla="*/ 84424 h 167216"/>
                  <a:gd name="connsiteX8" fmla="*/ 77159 w 132170"/>
                  <a:gd name="connsiteY8" fmla="*/ 22781 h 167216"/>
                  <a:gd name="connsiteX9" fmla="*/ 126331 w 132170"/>
                  <a:gd name="connsiteY9" fmla="*/ 38369 h 167216"/>
                  <a:gd name="connsiteX10" fmla="*/ 130516 w 132170"/>
                  <a:gd name="connsiteY10" fmla="*/ 15341 h 167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2170" h="167216">
                    <a:moveTo>
                      <a:pt x="130516" y="15341"/>
                    </a:moveTo>
                    <a:cubicBezTo>
                      <a:pt x="109940" y="3296"/>
                      <a:pt x="98083" y="107"/>
                      <a:pt x="76810" y="107"/>
                    </a:cubicBezTo>
                    <a:cubicBezTo>
                      <a:pt x="28336" y="107"/>
                      <a:pt x="89" y="42974"/>
                      <a:pt x="89" y="84778"/>
                    </a:cubicBezTo>
                    <a:cubicBezTo>
                      <a:pt x="89" y="128708"/>
                      <a:pt x="31824" y="167324"/>
                      <a:pt x="75416" y="167324"/>
                    </a:cubicBezTo>
                    <a:cubicBezTo>
                      <a:pt x="94247" y="167324"/>
                      <a:pt x="113428" y="162364"/>
                      <a:pt x="132260" y="149256"/>
                    </a:cubicBezTo>
                    <a:lnTo>
                      <a:pt x="130167" y="125520"/>
                    </a:lnTo>
                    <a:cubicBezTo>
                      <a:pt x="112382" y="139690"/>
                      <a:pt x="93550" y="144650"/>
                      <a:pt x="75764" y="144650"/>
                    </a:cubicBezTo>
                    <a:cubicBezTo>
                      <a:pt x="46819" y="144650"/>
                      <a:pt x="27290" y="119143"/>
                      <a:pt x="27290" y="84424"/>
                    </a:cubicBezTo>
                    <a:cubicBezTo>
                      <a:pt x="27290" y="56791"/>
                      <a:pt x="40193" y="22781"/>
                      <a:pt x="77159" y="22781"/>
                    </a:cubicBezTo>
                    <a:cubicBezTo>
                      <a:pt x="95293" y="22781"/>
                      <a:pt x="107151" y="25615"/>
                      <a:pt x="126331" y="38369"/>
                    </a:cubicBezTo>
                    <a:lnTo>
                      <a:pt x="130516" y="15341"/>
                    </a:lnTo>
                    <a:close/>
                  </a:path>
                </a:pathLst>
              </a:custGeom>
              <a:solidFill>
                <a:srgbClr val="000000"/>
              </a:solidFill>
              <a:ln w="349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9C43C11A-A3A5-6806-BE30-08A036E23204}"/>
                  </a:ext>
                </a:extLst>
              </p:cNvPr>
              <p:cNvSpPr/>
              <p:nvPr/>
            </p:nvSpPr>
            <p:spPr>
              <a:xfrm>
                <a:off x="5809605" y="6195754"/>
                <a:ext cx="123801" cy="167216"/>
              </a:xfrm>
              <a:custGeom>
                <a:avLst/>
                <a:gdLst>
                  <a:gd name="connsiteX0" fmla="*/ 123894 w 123801"/>
                  <a:gd name="connsiteY0" fmla="*/ 61042 h 167216"/>
                  <a:gd name="connsiteX1" fmla="*/ 66353 w 123801"/>
                  <a:gd name="connsiteY1" fmla="*/ 107 h 167216"/>
                  <a:gd name="connsiteX2" fmla="*/ 11601 w 123801"/>
                  <a:gd name="connsiteY2" fmla="*/ 15341 h 167216"/>
                  <a:gd name="connsiteX3" fmla="*/ 13694 w 123801"/>
                  <a:gd name="connsiteY3" fmla="*/ 38723 h 167216"/>
                  <a:gd name="connsiteX4" fmla="*/ 66353 w 123801"/>
                  <a:gd name="connsiteY4" fmla="*/ 21009 h 167216"/>
                  <a:gd name="connsiteX5" fmla="*/ 96693 w 123801"/>
                  <a:gd name="connsiteY5" fmla="*/ 61396 h 167216"/>
                  <a:gd name="connsiteX6" fmla="*/ 96693 w 123801"/>
                  <a:gd name="connsiteY6" fmla="*/ 76630 h 167216"/>
                  <a:gd name="connsiteX7" fmla="*/ 93 w 123801"/>
                  <a:gd name="connsiteY7" fmla="*/ 123394 h 167216"/>
                  <a:gd name="connsiteX8" fmla="*/ 39849 w 123801"/>
                  <a:gd name="connsiteY8" fmla="*/ 167324 h 167216"/>
                  <a:gd name="connsiteX9" fmla="*/ 97739 w 123801"/>
                  <a:gd name="connsiteY9" fmla="*/ 150673 h 167216"/>
                  <a:gd name="connsiteX10" fmla="*/ 97739 w 123801"/>
                  <a:gd name="connsiteY10" fmla="*/ 163427 h 167216"/>
                  <a:gd name="connsiteX11" fmla="*/ 123894 w 123801"/>
                  <a:gd name="connsiteY11" fmla="*/ 163427 h 167216"/>
                  <a:gd name="connsiteX12" fmla="*/ 123894 w 123801"/>
                  <a:gd name="connsiteY12" fmla="*/ 61042 h 167216"/>
                  <a:gd name="connsiteX13" fmla="*/ 96693 w 123801"/>
                  <a:gd name="connsiteY13" fmla="*/ 116663 h 167216"/>
                  <a:gd name="connsiteX14" fmla="*/ 84836 w 123801"/>
                  <a:gd name="connsiteY14" fmla="*/ 138982 h 167216"/>
                  <a:gd name="connsiteX15" fmla="*/ 57634 w 123801"/>
                  <a:gd name="connsiteY15" fmla="*/ 145713 h 167216"/>
                  <a:gd name="connsiteX16" fmla="*/ 25202 w 123801"/>
                  <a:gd name="connsiteY16" fmla="*/ 122685 h 167216"/>
                  <a:gd name="connsiteX17" fmla="*/ 96693 w 123801"/>
                  <a:gd name="connsiteY17" fmla="*/ 94698 h 167216"/>
                  <a:gd name="connsiteX18" fmla="*/ 96693 w 123801"/>
                  <a:gd name="connsiteY18" fmla="*/ 116663 h 167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3801" h="167216">
                    <a:moveTo>
                      <a:pt x="123894" y="61042"/>
                    </a:moveTo>
                    <a:cubicBezTo>
                      <a:pt x="123894" y="24906"/>
                      <a:pt x="98437" y="107"/>
                      <a:pt x="66353" y="107"/>
                    </a:cubicBezTo>
                    <a:cubicBezTo>
                      <a:pt x="43685" y="107"/>
                      <a:pt x="27992" y="5776"/>
                      <a:pt x="11601" y="15341"/>
                    </a:cubicBezTo>
                    <a:lnTo>
                      <a:pt x="13694" y="38723"/>
                    </a:lnTo>
                    <a:cubicBezTo>
                      <a:pt x="31828" y="25615"/>
                      <a:pt x="49265" y="21009"/>
                      <a:pt x="66353" y="21009"/>
                    </a:cubicBezTo>
                    <a:cubicBezTo>
                      <a:pt x="82743" y="21009"/>
                      <a:pt x="96693" y="35180"/>
                      <a:pt x="96693" y="61396"/>
                    </a:cubicBezTo>
                    <a:lnTo>
                      <a:pt x="96693" y="76630"/>
                    </a:lnTo>
                    <a:cubicBezTo>
                      <a:pt x="44382" y="77339"/>
                      <a:pt x="93" y="92218"/>
                      <a:pt x="93" y="123394"/>
                    </a:cubicBezTo>
                    <a:cubicBezTo>
                      <a:pt x="93" y="138628"/>
                      <a:pt x="9509" y="167324"/>
                      <a:pt x="39849" y="167324"/>
                    </a:cubicBezTo>
                    <a:cubicBezTo>
                      <a:pt x="44731" y="167324"/>
                      <a:pt x="77512" y="166615"/>
                      <a:pt x="97739" y="150673"/>
                    </a:cubicBezTo>
                    <a:lnTo>
                      <a:pt x="97739" y="163427"/>
                    </a:lnTo>
                    <a:lnTo>
                      <a:pt x="123894" y="163427"/>
                    </a:lnTo>
                    <a:lnTo>
                      <a:pt x="123894" y="61042"/>
                    </a:lnTo>
                    <a:close/>
                    <a:moveTo>
                      <a:pt x="96693" y="116663"/>
                    </a:moveTo>
                    <a:cubicBezTo>
                      <a:pt x="96693" y="123394"/>
                      <a:pt x="96693" y="132251"/>
                      <a:pt x="84836" y="138982"/>
                    </a:cubicBezTo>
                    <a:cubicBezTo>
                      <a:pt x="74722" y="145359"/>
                      <a:pt x="61471" y="145713"/>
                      <a:pt x="57634" y="145713"/>
                    </a:cubicBezTo>
                    <a:cubicBezTo>
                      <a:pt x="40895" y="145713"/>
                      <a:pt x="25202" y="137565"/>
                      <a:pt x="25202" y="122685"/>
                    </a:cubicBezTo>
                    <a:cubicBezTo>
                      <a:pt x="25202" y="97886"/>
                      <a:pt x="81697" y="95406"/>
                      <a:pt x="96693" y="94698"/>
                    </a:cubicBezTo>
                    <a:lnTo>
                      <a:pt x="96693" y="116663"/>
                    </a:lnTo>
                    <a:close/>
                  </a:path>
                </a:pathLst>
              </a:custGeom>
              <a:solidFill>
                <a:srgbClr val="000000"/>
              </a:solidFill>
              <a:ln w="349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2C4CAA25-F8A9-B00E-A6D0-B34817B78C4D}"/>
                  </a:ext>
                </a:extLst>
              </p:cNvPr>
              <p:cNvSpPr/>
              <p:nvPr/>
            </p:nvSpPr>
            <p:spPr>
              <a:xfrm>
                <a:off x="5968474" y="6156785"/>
                <a:ext cx="109154" cy="206185"/>
              </a:xfrm>
              <a:custGeom>
                <a:avLst/>
                <a:gdLst>
                  <a:gd name="connsiteX0" fmla="*/ 54501 w 109154"/>
                  <a:gd name="connsiteY0" fmla="*/ 65648 h 206185"/>
                  <a:gd name="connsiteX1" fmla="*/ 103672 w 109154"/>
                  <a:gd name="connsiteY1" fmla="*/ 65648 h 206185"/>
                  <a:gd name="connsiteX2" fmla="*/ 103672 w 109154"/>
                  <a:gd name="connsiteY2" fmla="*/ 45100 h 206185"/>
                  <a:gd name="connsiteX3" fmla="*/ 54501 w 109154"/>
                  <a:gd name="connsiteY3" fmla="*/ 45100 h 206185"/>
                  <a:gd name="connsiteX4" fmla="*/ 54501 w 109154"/>
                  <a:gd name="connsiteY4" fmla="*/ 107 h 206185"/>
                  <a:gd name="connsiteX5" fmla="*/ 30438 w 109154"/>
                  <a:gd name="connsiteY5" fmla="*/ 107 h 206185"/>
                  <a:gd name="connsiteX6" fmla="*/ 30438 w 109154"/>
                  <a:gd name="connsiteY6" fmla="*/ 45100 h 206185"/>
                  <a:gd name="connsiteX7" fmla="*/ 98 w 109154"/>
                  <a:gd name="connsiteY7" fmla="*/ 45100 h 206185"/>
                  <a:gd name="connsiteX8" fmla="*/ 98 w 109154"/>
                  <a:gd name="connsiteY8" fmla="*/ 65648 h 206185"/>
                  <a:gd name="connsiteX9" fmla="*/ 29392 w 109154"/>
                  <a:gd name="connsiteY9" fmla="*/ 65648 h 206185"/>
                  <a:gd name="connsiteX10" fmla="*/ 29392 w 109154"/>
                  <a:gd name="connsiteY10" fmla="*/ 160238 h 206185"/>
                  <a:gd name="connsiteX11" fmla="*/ 58337 w 109154"/>
                  <a:gd name="connsiteY11" fmla="*/ 206293 h 206185"/>
                  <a:gd name="connsiteX12" fmla="*/ 109252 w 109154"/>
                  <a:gd name="connsiteY12" fmla="*/ 192831 h 206185"/>
                  <a:gd name="connsiteX13" fmla="*/ 103672 w 109154"/>
                  <a:gd name="connsiteY13" fmla="*/ 171929 h 206185"/>
                  <a:gd name="connsiteX14" fmla="*/ 72286 w 109154"/>
                  <a:gd name="connsiteY14" fmla="*/ 183620 h 206185"/>
                  <a:gd name="connsiteX15" fmla="*/ 54501 w 109154"/>
                  <a:gd name="connsiteY15" fmla="*/ 154215 h 206185"/>
                  <a:gd name="connsiteX16" fmla="*/ 54501 w 109154"/>
                  <a:gd name="connsiteY16" fmla="*/ 65648 h 206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9154" h="206185">
                    <a:moveTo>
                      <a:pt x="54501" y="65648"/>
                    </a:moveTo>
                    <a:lnTo>
                      <a:pt x="103672" y="65648"/>
                    </a:lnTo>
                    <a:lnTo>
                      <a:pt x="103672" y="45100"/>
                    </a:lnTo>
                    <a:lnTo>
                      <a:pt x="54501" y="45100"/>
                    </a:lnTo>
                    <a:lnTo>
                      <a:pt x="54501" y="107"/>
                    </a:lnTo>
                    <a:lnTo>
                      <a:pt x="30438" y="107"/>
                    </a:lnTo>
                    <a:lnTo>
                      <a:pt x="30438" y="45100"/>
                    </a:lnTo>
                    <a:lnTo>
                      <a:pt x="98" y="45100"/>
                    </a:lnTo>
                    <a:lnTo>
                      <a:pt x="98" y="65648"/>
                    </a:lnTo>
                    <a:lnTo>
                      <a:pt x="29392" y="65648"/>
                    </a:lnTo>
                    <a:lnTo>
                      <a:pt x="29392" y="160238"/>
                    </a:lnTo>
                    <a:cubicBezTo>
                      <a:pt x="29392" y="181494"/>
                      <a:pt x="34274" y="206293"/>
                      <a:pt x="58337" y="206293"/>
                    </a:cubicBezTo>
                    <a:cubicBezTo>
                      <a:pt x="82748" y="206293"/>
                      <a:pt x="100534" y="197437"/>
                      <a:pt x="109252" y="192831"/>
                    </a:cubicBezTo>
                    <a:lnTo>
                      <a:pt x="103672" y="171929"/>
                    </a:lnTo>
                    <a:cubicBezTo>
                      <a:pt x="94605" y="179369"/>
                      <a:pt x="83446" y="183620"/>
                      <a:pt x="72286" y="183620"/>
                    </a:cubicBezTo>
                    <a:cubicBezTo>
                      <a:pt x="59383" y="183620"/>
                      <a:pt x="54501" y="172992"/>
                      <a:pt x="54501" y="154215"/>
                    </a:cubicBezTo>
                    <a:lnTo>
                      <a:pt x="54501" y="65648"/>
                    </a:lnTo>
                    <a:close/>
                  </a:path>
                </a:pathLst>
              </a:custGeom>
              <a:solidFill>
                <a:srgbClr val="000000"/>
              </a:solidFill>
              <a:ln w="349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FF40D930-9970-9DBA-37D4-626683E2FA6D}"/>
                  </a:ext>
                </a:extLst>
              </p:cNvPr>
              <p:cNvSpPr/>
              <p:nvPr/>
            </p:nvSpPr>
            <p:spPr>
              <a:xfrm>
                <a:off x="5948141" y="5404295"/>
                <a:ext cx="220401" cy="161193"/>
              </a:xfrm>
              <a:custGeom>
                <a:avLst/>
                <a:gdLst>
                  <a:gd name="connsiteX0" fmla="*/ 220498 w 220401"/>
                  <a:gd name="connsiteY0" fmla="*/ 55706 h 161193"/>
                  <a:gd name="connsiteX1" fmla="*/ 172721 w 220401"/>
                  <a:gd name="connsiteY1" fmla="*/ 85 h 161193"/>
                  <a:gd name="connsiteX2" fmla="*/ 120759 w 220401"/>
                  <a:gd name="connsiteY2" fmla="*/ 29135 h 161193"/>
                  <a:gd name="connsiteX3" fmla="*/ 76121 w 220401"/>
                  <a:gd name="connsiteY3" fmla="*/ 85 h 161193"/>
                  <a:gd name="connsiteX4" fmla="*/ 25206 w 220401"/>
                  <a:gd name="connsiteY4" fmla="*/ 27364 h 161193"/>
                  <a:gd name="connsiteX5" fmla="*/ 25206 w 220401"/>
                  <a:gd name="connsiteY5" fmla="*/ 1856 h 161193"/>
                  <a:gd name="connsiteX6" fmla="*/ 97 w 220401"/>
                  <a:gd name="connsiteY6" fmla="*/ 1856 h 161193"/>
                  <a:gd name="connsiteX7" fmla="*/ 97 w 220401"/>
                  <a:gd name="connsiteY7" fmla="*/ 161279 h 161193"/>
                  <a:gd name="connsiteX8" fmla="*/ 27298 w 220401"/>
                  <a:gd name="connsiteY8" fmla="*/ 161279 h 161193"/>
                  <a:gd name="connsiteX9" fmla="*/ 27298 w 220401"/>
                  <a:gd name="connsiteY9" fmla="*/ 74482 h 161193"/>
                  <a:gd name="connsiteX10" fmla="*/ 62520 w 220401"/>
                  <a:gd name="connsiteY10" fmla="*/ 21696 h 161193"/>
                  <a:gd name="connsiteX11" fmla="*/ 96696 w 220401"/>
                  <a:gd name="connsiteY11" fmla="*/ 58186 h 161193"/>
                  <a:gd name="connsiteX12" fmla="*/ 96696 w 220401"/>
                  <a:gd name="connsiteY12" fmla="*/ 161279 h 161193"/>
                  <a:gd name="connsiteX13" fmla="*/ 123898 w 220401"/>
                  <a:gd name="connsiteY13" fmla="*/ 161279 h 161193"/>
                  <a:gd name="connsiteX14" fmla="*/ 123898 w 220401"/>
                  <a:gd name="connsiteY14" fmla="*/ 74482 h 161193"/>
                  <a:gd name="connsiteX15" fmla="*/ 159120 w 220401"/>
                  <a:gd name="connsiteY15" fmla="*/ 21696 h 161193"/>
                  <a:gd name="connsiteX16" fmla="*/ 193296 w 220401"/>
                  <a:gd name="connsiteY16" fmla="*/ 58186 h 161193"/>
                  <a:gd name="connsiteX17" fmla="*/ 193296 w 220401"/>
                  <a:gd name="connsiteY17" fmla="*/ 161279 h 161193"/>
                  <a:gd name="connsiteX18" fmla="*/ 220498 w 220401"/>
                  <a:gd name="connsiteY18" fmla="*/ 161279 h 161193"/>
                  <a:gd name="connsiteX19" fmla="*/ 220498 w 220401"/>
                  <a:gd name="connsiteY19" fmla="*/ 55706 h 161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20401" h="161193">
                    <a:moveTo>
                      <a:pt x="220498" y="55706"/>
                    </a:moveTo>
                    <a:cubicBezTo>
                      <a:pt x="220498" y="31969"/>
                      <a:pt x="214918" y="85"/>
                      <a:pt x="172721" y="85"/>
                    </a:cubicBezTo>
                    <a:cubicBezTo>
                      <a:pt x="151797" y="85"/>
                      <a:pt x="133662" y="10005"/>
                      <a:pt x="120759" y="29135"/>
                    </a:cubicBezTo>
                    <a:cubicBezTo>
                      <a:pt x="111692" y="2211"/>
                      <a:pt x="87281" y="85"/>
                      <a:pt x="76121" y="85"/>
                    </a:cubicBezTo>
                    <a:cubicBezTo>
                      <a:pt x="51012" y="85"/>
                      <a:pt x="34621" y="14610"/>
                      <a:pt x="25206" y="27364"/>
                    </a:cubicBezTo>
                    <a:lnTo>
                      <a:pt x="25206" y="1856"/>
                    </a:lnTo>
                    <a:lnTo>
                      <a:pt x="97" y="1856"/>
                    </a:lnTo>
                    <a:lnTo>
                      <a:pt x="97" y="161279"/>
                    </a:lnTo>
                    <a:lnTo>
                      <a:pt x="27298" y="161279"/>
                    </a:lnTo>
                    <a:lnTo>
                      <a:pt x="27298" y="74482"/>
                    </a:lnTo>
                    <a:cubicBezTo>
                      <a:pt x="27298" y="50392"/>
                      <a:pt x="36714" y="21696"/>
                      <a:pt x="62520" y="21696"/>
                    </a:cubicBezTo>
                    <a:cubicBezTo>
                      <a:pt x="94953" y="21696"/>
                      <a:pt x="96696" y="44723"/>
                      <a:pt x="96696" y="58186"/>
                    </a:cubicBezTo>
                    <a:lnTo>
                      <a:pt x="96696" y="161279"/>
                    </a:lnTo>
                    <a:lnTo>
                      <a:pt x="123898" y="161279"/>
                    </a:lnTo>
                    <a:lnTo>
                      <a:pt x="123898" y="74482"/>
                    </a:lnTo>
                    <a:cubicBezTo>
                      <a:pt x="123898" y="50392"/>
                      <a:pt x="133314" y="21696"/>
                      <a:pt x="159120" y="21696"/>
                    </a:cubicBezTo>
                    <a:cubicBezTo>
                      <a:pt x="191553" y="21696"/>
                      <a:pt x="193296" y="44723"/>
                      <a:pt x="193296" y="58186"/>
                    </a:cubicBezTo>
                    <a:lnTo>
                      <a:pt x="193296" y="161279"/>
                    </a:lnTo>
                    <a:lnTo>
                      <a:pt x="220498" y="161279"/>
                    </a:lnTo>
                    <a:lnTo>
                      <a:pt x="220498" y="55706"/>
                    </a:lnTo>
                    <a:close/>
                  </a:path>
                </a:pathLst>
              </a:custGeom>
              <a:solidFill>
                <a:srgbClr val="000000"/>
              </a:solidFill>
              <a:ln w="349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267F736E-DB49-873B-6D84-A373B47DE473}"/>
                  </a:ext>
                </a:extLst>
              </p:cNvPr>
              <p:cNvSpPr/>
              <p:nvPr/>
            </p:nvSpPr>
            <p:spPr>
              <a:xfrm>
                <a:off x="6209151" y="5402169"/>
                <a:ext cx="132170" cy="167216"/>
              </a:xfrm>
              <a:custGeom>
                <a:avLst/>
                <a:gdLst>
                  <a:gd name="connsiteX0" fmla="*/ 132275 w 132170"/>
                  <a:gd name="connsiteY0" fmla="*/ 85819 h 167216"/>
                  <a:gd name="connsiteX1" fmla="*/ 118326 w 132170"/>
                  <a:gd name="connsiteY1" fmla="*/ 25947 h 167216"/>
                  <a:gd name="connsiteX2" fmla="*/ 70200 w 132170"/>
                  <a:gd name="connsiteY2" fmla="*/ 85 h 167216"/>
                  <a:gd name="connsiteX3" fmla="*/ 104 w 132170"/>
                  <a:gd name="connsiteY3" fmla="*/ 83339 h 167216"/>
                  <a:gd name="connsiteX4" fmla="*/ 75431 w 132170"/>
                  <a:gd name="connsiteY4" fmla="*/ 167301 h 167216"/>
                  <a:gd name="connsiteX5" fmla="*/ 130880 w 132170"/>
                  <a:gd name="connsiteY5" fmla="*/ 148879 h 167216"/>
                  <a:gd name="connsiteX6" fmla="*/ 128788 w 132170"/>
                  <a:gd name="connsiteY6" fmla="*/ 125851 h 167216"/>
                  <a:gd name="connsiteX7" fmla="*/ 75780 w 132170"/>
                  <a:gd name="connsiteY7" fmla="*/ 145691 h 167216"/>
                  <a:gd name="connsiteX8" fmla="*/ 24516 w 132170"/>
                  <a:gd name="connsiteY8" fmla="*/ 85819 h 167216"/>
                  <a:gd name="connsiteX9" fmla="*/ 132275 w 132170"/>
                  <a:gd name="connsiteY9" fmla="*/ 85819 h 167216"/>
                  <a:gd name="connsiteX10" fmla="*/ 26260 w 132170"/>
                  <a:gd name="connsiteY10" fmla="*/ 66334 h 167216"/>
                  <a:gd name="connsiteX11" fmla="*/ 70200 w 132170"/>
                  <a:gd name="connsiteY11" fmla="*/ 21696 h 167216"/>
                  <a:gd name="connsiteX12" fmla="*/ 112397 w 132170"/>
                  <a:gd name="connsiteY12" fmla="*/ 66334 h 167216"/>
                  <a:gd name="connsiteX13" fmla="*/ 26260 w 132170"/>
                  <a:gd name="connsiteY13" fmla="*/ 66334 h 167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2170" h="167216">
                    <a:moveTo>
                      <a:pt x="132275" y="85819"/>
                    </a:moveTo>
                    <a:cubicBezTo>
                      <a:pt x="132275" y="73774"/>
                      <a:pt x="131927" y="47203"/>
                      <a:pt x="118326" y="25947"/>
                    </a:cubicBezTo>
                    <a:cubicBezTo>
                      <a:pt x="104028" y="3982"/>
                      <a:pt x="82755" y="85"/>
                      <a:pt x="70200" y="85"/>
                    </a:cubicBezTo>
                    <a:cubicBezTo>
                      <a:pt x="31491" y="85"/>
                      <a:pt x="104" y="37638"/>
                      <a:pt x="104" y="83339"/>
                    </a:cubicBezTo>
                    <a:cubicBezTo>
                      <a:pt x="104" y="130103"/>
                      <a:pt x="33583" y="167301"/>
                      <a:pt x="75431" y="167301"/>
                    </a:cubicBezTo>
                    <a:cubicBezTo>
                      <a:pt x="97402" y="167301"/>
                      <a:pt x="117280" y="158799"/>
                      <a:pt x="130880" y="148879"/>
                    </a:cubicBezTo>
                    <a:lnTo>
                      <a:pt x="128788" y="125851"/>
                    </a:lnTo>
                    <a:cubicBezTo>
                      <a:pt x="106818" y="144274"/>
                      <a:pt x="83801" y="145691"/>
                      <a:pt x="75780" y="145691"/>
                    </a:cubicBezTo>
                    <a:cubicBezTo>
                      <a:pt x="47881" y="145691"/>
                      <a:pt x="25562" y="120537"/>
                      <a:pt x="24516" y="85819"/>
                    </a:cubicBezTo>
                    <a:lnTo>
                      <a:pt x="132275" y="85819"/>
                    </a:lnTo>
                    <a:close/>
                    <a:moveTo>
                      <a:pt x="26260" y="66334"/>
                    </a:moveTo>
                    <a:cubicBezTo>
                      <a:pt x="31839" y="39409"/>
                      <a:pt x="50322" y="21696"/>
                      <a:pt x="70200" y="21696"/>
                    </a:cubicBezTo>
                    <a:cubicBezTo>
                      <a:pt x="88335" y="21696"/>
                      <a:pt x="107864" y="33741"/>
                      <a:pt x="112397" y="66334"/>
                    </a:cubicBezTo>
                    <a:lnTo>
                      <a:pt x="26260" y="66334"/>
                    </a:lnTo>
                    <a:close/>
                  </a:path>
                </a:pathLst>
              </a:custGeom>
              <a:solidFill>
                <a:srgbClr val="000000"/>
              </a:solidFill>
              <a:ln w="349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D3608BE2-15C1-1472-B11C-A2B63EE8DF33}"/>
                  </a:ext>
                </a:extLst>
              </p:cNvPr>
              <p:cNvSpPr/>
              <p:nvPr/>
            </p:nvSpPr>
            <p:spPr>
              <a:xfrm>
                <a:off x="6362402" y="5402169"/>
                <a:ext cx="153095" cy="167216"/>
              </a:xfrm>
              <a:custGeom>
                <a:avLst/>
                <a:gdLst>
                  <a:gd name="connsiteX0" fmla="*/ 153204 w 153095"/>
                  <a:gd name="connsiteY0" fmla="*/ 85464 h 167216"/>
                  <a:gd name="connsiteX1" fmla="*/ 76831 w 153095"/>
                  <a:gd name="connsiteY1" fmla="*/ 85 h 167216"/>
                  <a:gd name="connsiteX2" fmla="*/ 109 w 153095"/>
                  <a:gd name="connsiteY2" fmla="*/ 85464 h 167216"/>
                  <a:gd name="connsiteX3" fmla="*/ 76482 w 153095"/>
                  <a:gd name="connsiteY3" fmla="*/ 167301 h 167216"/>
                  <a:gd name="connsiteX4" fmla="*/ 153204 w 153095"/>
                  <a:gd name="connsiteY4" fmla="*/ 85464 h 167216"/>
                  <a:gd name="connsiteX5" fmla="*/ 76482 w 153095"/>
                  <a:gd name="connsiteY5" fmla="*/ 144628 h 167216"/>
                  <a:gd name="connsiteX6" fmla="*/ 27310 w 153095"/>
                  <a:gd name="connsiteY6" fmla="*/ 81922 h 167216"/>
                  <a:gd name="connsiteX7" fmla="*/ 76482 w 153095"/>
                  <a:gd name="connsiteY7" fmla="*/ 21696 h 167216"/>
                  <a:gd name="connsiteX8" fmla="*/ 126003 w 153095"/>
                  <a:gd name="connsiteY8" fmla="*/ 81922 h 167216"/>
                  <a:gd name="connsiteX9" fmla="*/ 76482 w 153095"/>
                  <a:gd name="connsiteY9" fmla="*/ 144628 h 167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3095" h="167216">
                    <a:moveTo>
                      <a:pt x="153204" y="85464"/>
                    </a:moveTo>
                    <a:cubicBezTo>
                      <a:pt x="153204" y="37992"/>
                      <a:pt x="118330" y="85"/>
                      <a:pt x="76831" y="85"/>
                    </a:cubicBezTo>
                    <a:cubicBezTo>
                      <a:pt x="33936" y="85"/>
                      <a:pt x="109" y="39055"/>
                      <a:pt x="109" y="85464"/>
                    </a:cubicBezTo>
                    <a:cubicBezTo>
                      <a:pt x="109" y="132228"/>
                      <a:pt x="35680" y="167301"/>
                      <a:pt x="76482" y="167301"/>
                    </a:cubicBezTo>
                    <a:cubicBezTo>
                      <a:pt x="118330" y="167301"/>
                      <a:pt x="153204" y="131520"/>
                      <a:pt x="153204" y="85464"/>
                    </a:cubicBezTo>
                    <a:close/>
                    <a:moveTo>
                      <a:pt x="76482" y="144628"/>
                    </a:moveTo>
                    <a:cubicBezTo>
                      <a:pt x="52419" y="144628"/>
                      <a:pt x="27310" y="124789"/>
                      <a:pt x="27310" y="81922"/>
                    </a:cubicBezTo>
                    <a:cubicBezTo>
                      <a:pt x="27310" y="39055"/>
                      <a:pt x="53814" y="21696"/>
                      <a:pt x="76482" y="21696"/>
                    </a:cubicBezTo>
                    <a:cubicBezTo>
                      <a:pt x="100894" y="21696"/>
                      <a:pt x="126003" y="40118"/>
                      <a:pt x="126003" y="81922"/>
                    </a:cubicBezTo>
                    <a:cubicBezTo>
                      <a:pt x="126003" y="123726"/>
                      <a:pt x="102289" y="144628"/>
                      <a:pt x="76482" y="144628"/>
                    </a:cubicBezTo>
                    <a:close/>
                  </a:path>
                </a:pathLst>
              </a:custGeom>
              <a:solidFill>
                <a:srgbClr val="000000"/>
              </a:solidFill>
              <a:ln w="349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885429A7-0082-76A7-2F8B-4F97A9A7281A}"/>
                  </a:ext>
                </a:extLst>
              </p:cNvPr>
              <p:cNvSpPr/>
              <p:nvPr/>
            </p:nvSpPr>
            <p:spPr>
              <a:xfrm>
                <a:off x="6521503" y="5408192"/>
                <a:ext cx="228073" cy="157296"/>
              </a:xfrm>
              <a:custGeom>
                <a:avLst/>
                <a:gdLst>
                  <a:gd name="connsiteX0" fmla="*/ 228187 w 228073"/>
                  <a:gd name="connsiteY0" fmla="*/ 85 h 157296"/>
                  <a:gd name="connsiteX1" fmla="*/ 202729 w 228073"/>
                  <a:gd name="connsiteY1" fmla="*/ 85 h 157296"/>
                  <a:gd name="connsiteX2" fmla="*/ 180410 w 228073"/>
                  <a:gd name="connsiteY2" fmla="*/ 75191 h 157296"/>
                  <a:gd name="connsiteX3" fmla="*/ 164368 w 228073"/>
                  <a:gd name="connsiteY3" fmla="*/ 138251 h 157296"/>
                  <a:gd name="connsiteX4" fmla="*/ 164020 w 228073"/>
                  <a:gd name="connsiteY4" fmla="*/ 138251 h 157296"/>
                  <a:gd name="connsiteX5" fmla="*/ 147978 w 228073"/>
                  <a:gd name="connsiteY5" fmla="*/ 75545 h 157296"/>
                  <a:gd name="connsiteX6" fmla="*/ 125310 w 228073"/>
                  <a:gd name="connsiteY6" fmla="*/ 85 h 157296"/>
                  <a:gd name="connsiteX7" fmla="*/ 100898 w 228073"/>
                  <a:gd name="connsiteY7" fmla="*/ 85 h 157296"/>
                  <a:gd name="connsiteX8" fmla="*/ 81020 w 228073"/>
                  <a:gd name="connsiteY8" fmla="*/ 66688 h 157296"/>
                  <a:gd name="connsiteX9" fmla="*/ 63932 w 228073"/>
                  <a:gd name="connsiteY9" fmla="*/ 137897 h 157296"/>
                  <a:gd name="connsiteX10" fmla="*/ 63584 w 228073"/>
                  <a:gd name="connsiteY10" fmla="*/ 137897 h 157296"/>
                  <a:gd name="connsiteX11" fmla="*/ 44752 w 228073"/>
                  <a:gd name="connsiteY11" fmla="*/ 61374 h 157296"/>
                  <a:gd name="connsiteX12" fmla="*/ 26618 w 228073"/>
                  <a:gd name="connsiteY12" fmla="*/ 85 h 157296"/>
                  <a:gd name="connsiteX13" fmla="*/ 114 w 228073"/>
                  <a:gd name="connsiteY13" fmla="*/ 85 h 157296"/>
                  <a:gd name="connsiteX14" fmla="*/ 47890 w 228073"/>
                  <a:gd name="connsiteY14" fmla="*/ 157382 h 157296"/>
                  <a:gd name="connsiteX15" fmla="*/ 75441 w 228073"/>
                  <a:gd name="connsiteY15" fmla="*/ 157382 h 157296"/>
                  <a:gd name="connsiteX16" fmla="*/ 97062 w 228073"/>
                  <a:gd name="connsiteY16" fmla="*/ 84402 h 157296"/>
                  <a:gd name="connsiteX17" fmla="*/ 112755 w 228073"/>
                  <a:gd name="connsiteY17" fmla="*/ 19924 h 157296"/>
                  <a:gd name="connsiteX18" fmla="*/ 113104 w 228073"/>
                  <a:gd name="connsiteY18" fmla="*/ 19924 h 157296"/>
                  <a:gd name="connsiteX19" fmla="*/ 124264 w 228073"/>
                  <a:gd name="connsiteY19" fmla="*/ 69522 h 157296"/>
                  <a:gd name="connsiteX20" fmla="*/ 149721 w 228073"/>
                  <a:gd name="connsiteY20" fmla="*/ 157382 h 157296"/>
                  <a:gd name="connsiteX21" fmla="*/ 180410 w 228073"/>
                  <a:gd name="connsiteY21" fmla="*/ 157382 h 157296"/>
                  <a:gd name="connsiteX22" fmla="*/ 228187 w 228073"/>
                  <a:gd name="connsiteY22" fmla="*/ 85 h 157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28073" h="157296">
                    <a:moveTo>
                      <a:pt x="228187" y="85"/>
                    </a:moveTo>
                    <a:lnTo>
                      <a:pt x="202729" y="85"/>
                    </a:lnTo>
                    <a:lnTo>
                      <a:pt x="180410" y="75191"/>
                    </a:lnTo>
                    <a:cubicBezTo>
                      <a:pt x="176574" y="87944"/>
                      <a:pt x="166112" y="123017"/>
                      <a:pt x="164368" y="138251"/>
                    </a:cubicBezTo>
                    <a:lnTo>
                      <a:pt x="164020" y="138251"/>
                    </a:lnTo>
                    <a:cubicBezTo>
                      <a:pt x="162625" y="127269"/>
                      <a:pt x="153906" y="95738"/>
                      <a:pt x="147978" y="75545"/>
                    </a:cubicBezTo>
                    <a:lnTo>
                      <a:pt x="125310" y="85"/>
                    </a:lnTo>
                    <a:lnTo>
                      <a:pt x="100898" y="85"/>
                    </a:lnTo>
                    <a:lnTo>
                      <a:pt x="81020" y="66688"/>
                    </a:lnTo>
                    <a:cubicBezTo>
                      <a:pt x="77184" y="79088"/>
                      <a:pt x="65327" y="119829"/>
                      <a:pt x="63932" y="137897"/>
                    </a:cubicBezTo>
                    <a:lnTo>
                      <a:pt x="63584" y="137897"/>
                    </a:lnTo>
                    <a:cubicBezTo>
                      <a:pt x="61840" y="120892"/>
                      <a:pt x="50332" y="80859"/>
                      <a:pt x="44752" y="61374"/>
                    </a:cubicBezTo>
                    <a:lnTo>
                      <a:pt x="26618" y="85"/>
                    </a:lnTo>
                    <a:lnTo>
                      <a:pt x="114" y="85"/>
                    </a:lnTo>
                    <a:lnTo>
                      <a:pt x="47890" y="157382"/>
                    </a:lnTo>
                    <a:lnTo>
                      <a:pt x="75441" y="157382"/>
                    </a:lnTo>
                    <a:cubicBezTo>
                      <a:pt x="77184" y="151713"/>
                      <a:pt x="89390" y="112035"/>
                      <a:pt x="97062" y="84402"/>
                    </a:cubicBezTo>
                    <a:cubicBezTo>
                      <a:pt x="101945" y="68105"/>
                      <a:pt x="111709" y="33032"/>
                      <a:pt x="112755" y="19924"/>
                    </a:cubicBezTo>
                    <a:lnTo>
                      <a:pt x="113104" y="19924"/>
                    </a:lnTo>
                    <a:cubicBezTo>
                      <a:pt x="113802" y="29844"/>
                      <a:pt x="119730" y="54289"/>
                      <a:pt x="124264" y="69522"/>
                    </a:cubicBezTo>
                    <a:lnTo>
                      <a:pt x="149721" y="157382"/>
                    </a:lnTo>
                    <a:lnTo>
                      <a:pt x="180410" y="157382"/>
                    </a:lnTo>
                    <a:lnTo>
                      <a:pt x="228187" y="85"/>
                    </a:lnTo>
                    <a:close/>
                  </a:path>
                </a:pathLst>
              </a:custGeom>
              <a:solidFill>
                <a:srgbClr val="000000"/>
              </a:solidFill>
              <a:ln w="349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E7C7F602-341B-971E-9859-C4B0C5B5B431}"/>
                  </a:ext>
                </a:extLst>
              </p:cNvPr>
              <p:cNvSpPr/>
              <p:nvPr/>
            </p:nvSpPr>
            <p:spPr>
              <a:xfrm>
                <a:off x="6764689" y="5402169"/>
                <a:ext cx="115780" cy="167216"/>
              </a:xfrm>
              <a:custGeom>
                <a:avLst/>
                <a:gdLst>
                  <a:gd name="connsiteX0" fmla="*/ 109972 w 115780"/>
                  <a:gd name="connsiteY0" fmla="*/ 11422 h 167216"/>
                  <a:gd name="connsiteX1" fmla="*/ 59754 w 115780"/>
                  <a:gd name="connsiteY1" fmla="*/ 85 h 167216"/>
                  <a:gd name="connsiteX2" fmla="*/ 1864 w 115780"/>
                  <a:gd name="connsiteY2" fmla="*/ 46495 h 167216"/>
                  <a:gd name="connsiteX3" fmla="*/ 20696 w 115780"/>
                  <a:gd name="connsiteY3" fmla="*/ 81922 h 167216"/>
                  <a:gd name="connsiteX4" fmla="*/ 58359 w 115780"/>
                  <a:gd name="connsiteY4" fmla="*/ 95030 h 167216"/>
                  <a:gd name="connsiteX5" fmla="*/ 91141 w 115780"/>
                  <a:gd name="connsiteY5" fmla="*/ 120537 h 167216"/>
                  <a:gd name="connsiteX6" fmla="*/ 58359 w 115780"/>
                  <a:gd name="connsiteY6" fmla="*/ 144982 h 167216"/>
                  <a:gd name="connsiteX7" fmla="*/ 4305 w 115780"/>
                  <a:gd name="connsiteY7" fmla="*/ 127623 h 167216"/>
                  <a:gd name="connsiteX8" fmla="*/ 120 w 115780"/>
                  <a:gd name="connsiteY8" fmla="*/ 151713 h 167216"/>
                  <a:gd name="connsiteX9" fmla="*/ 58708 w 115780"/>
                  <a:gd name="connsiteY9" fmla="*/ 167301 h 167216"/>
                  <a:gd name="connsiteX10" fmla="*/ 99161 w 115780"/>
                  <a:gd name="connsiteY10" fmla="*/ 155965 h 167216"/>
                  <a:gd name="connsiteX11" fmla="*/ 115901 w 115780"/>
                  <a:gd name="connsiteY11" fmla="*/ 118057 h 167216"/>
                  <a:gd name="connsiteX12" fmla="*/ 102300 w 115780"/>
                  <a:gd name="connsiteY12" fmla="*/ 85464 h 167216"/>
                  <a:gd name="connsiteX13" fmla="*/ 61847 w 115780"/>
                  <a:gd name="connsiteY13" fmla="*/ 67751 h 167216"/>
                  <a:gd name="connsiteX14" fmla="*/ 26624 w 115780"/>
                  <a:gd name="connsiteY14" fmla="*/ 42952 h 167216"/>
                  <a:gd name="connsiteX15" fmla="*/ 56267 w 115780"/>
                  <a:gd name="connsiteY15" fmla="*/ 20987 h 167216"/>
                  <a:gd name="connsiteX16" fmla="*/ 105787 w 115780"/>
                  <a:gd name="connsiteY16" fmla="*/ 34449 h 167216"/>
                  <a:gd name="connsiteX17" fmla="*/ 109972 w 115780"/>
                  <a:gd name="connsiteY17" fmla="*/ 11422 h 167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5780" h="167216">
                    <a:moveTo>
                      <a:pt x="109972" y="11422"/>
                    </a:moveTo>
                    <a:cubicBezTo>
                      <a:pt x="91838" y="2919"/>
                      <a:pt x="77540" y="85"/>
                      <a:pt x="59754" y="85"/>
                    </a:cubicBezTo>
                    <a:cubicBezTo>
                      <a:pt x="51036" y="85"/>
                      <a:pt x="1864" y="85"/>
                      <a:pt x="1864" y="46495"/>
                    </a:cubicBezTo>
                    <a:cubicBezTo>
                      <a:pt x="1864" y="63854"/>
                      <a:pt x="11977" y="75191"/>
                      <a:pt x="20696" y="81922"/>
                    </a:cubicBezTo>
                    <a:cubicBezTo>
                      <a:pt x="31507" y="89716"/>
                      <a:pt x="39179" y="91133"/>
                      <a:pt x="58359" y="95030"/>
                    </a:cubicBezTo>
                    <a:cubicBezTo>
                      <a:pt x="70914" y="97510"/>
                      <a:pt x="91141" y="101761"/>
                      <a:pt x="91141" y="120537"/>
                    </a:cubicBezTo>
                    <a:cubicBezTo>
                      <a:pt x="91141" y="144982"/>
                      <a:pt x="63590" y="144982"/>
                      <a:pt x="58359" y="144982"/>
                    </a:cubicBezTo>
                    <a:cubicBezTo>
                      <a:pt x="30112" y="144982"/>
                      <a:pt x="10582" y="131874"/>
                      <a:pt x="4305" y="127623"/>
                    </a:cubicBezTo>
                    <a:lnTo>
                      <a:pt x="120" y="151713"/>
                    </a:lnTo>
                    <a:cubicBezTo>
                      <a:pt x="11280" y="157382"/>
                      <a:pt x="30460" y="167301"/>
                      <a:pt x="58708" y="167301"/>
                    </a:cubicBezTo>
                    <a:cubicBezTo>
                      <a:pt x="64985" y="167301"/>
                      <a:pt x="84166" y="167301"/>
                      <a:pt x="99161" y="155965"/>
                    </a:cubicBezTo>
                    <a:cubicBezTo>
                      <a:pt x="109972" y="147462"/>
                      <a:pt x="115901" y="133291"/>
                      <a:pt x="115901" y="118057"/>
                    </a:cubicBezTo>
                    <a:cubicBezTo>
                      <a:pt x="115901" y="98573"/>
                      <a:pt x="102998" y="86527"/>
                      <a:pt x="102300" y="85464"/>
                    </a:cubicBezTo>
                    <a:cubicBezTo>
                      <a:pt x="88699" y="73065"/>
                      <a:pt x="79283" y="70939"/>
                      <a:pt x="61847" y="67751"/>
                    </a:cubicBezTo>
                    <a:cubicBezTo>
                      <a:pt x="42666" y="63854"/>
                      <a:pt x="26624" y="60311"/>
                      <a:pt x="26624" y="42952"/>
                    </a:cubicBezTo>
                    <a:cubicBezTo>
                      <a:pt x="26624" y="20987"/>
                      <a:pt x="51733" y="20987"/>
                      <a:pt x="56267" y="20987"/>
                    </a:cubicBezTo>
                    <a:cubicBezTo>
                      <a:pt x="67426" y="20987"/>
                      <a:pt x="85909" y="22404"/>
                      <a:pt x="105787" y="34449"/>
                    </a:cubicBezTo>
                    <a:lnTo>
                      <a:pt x="109972" y="11422"/>
                    </a:lnTo>
                    <a:close/>
                  </a:path>
                </a:pathLst>
              </a:custGeom>
              <a:solidFill>
                <a:srgbClr val="000000"/>
              </a:solidFill>
              <a:ln w="349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52BDF00B-A534-0DC9-B3E0-6C802A301EEA}"/>
                  </a:ext>
                </a:extLst>
              </p:cNvPr>
              <p:cNvSpPr/>
              <p:nvPr/>
            </p:nvSpPr>
            <p:spPr>
              <a:xfrm>
                <a:off x="5586335" y="4906545"/>
                <a:ext cx="408978" cy="354210"/>
              </a:xfrm>
              <a:custGeom>
                <a:avLst/>
                <a:gdLst>
                  <a:gd name="connsiteX0" fmla="*/ 408979 w 408978"/>
                  <a:gd name="connsiteY0" fmla="*/ 0 h 354210"/>
                  <a:gd name="connsiteX1" fmla="*/ 0 w 408978"/>
                  <a:gd name="connsiteY1" fmla="*/ 354210 h 354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08978" h="354210">
                    <a:moveTo>
                      <a:pt x="408979" y="0"/>
                    </a:moveTo>
                    <a:lnTo>
                      <a:pt x="0" y="354210"/>
                    </a:lnTo>
                  </a:path>
                </a:pathLst>
              </a:custGeom>
              <a:noFill/>
              <a:ln w="1391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3E07000C-9D05-5218-5E49-8DD8C88B668D}"/>
                  </a:ext>
                </a:extLst>
              </p:cNvPr>
              <p:cNvSpPr/>
              <p:nvPr/>
            </p:nvSpPr>
            <p:spPr>
              <a:xfrm>
                <a:off x="5309037" y="5700117"/>
                <a:ext cx="277297" cy="354209"/>
              </a:xfrm>
              <a:custGeom>
                <a:avLst/>
                <a:gdLst>
                  <a:gd name="connsiteX0" fmla="*/ 277298 w 277297"/>
                  <a:gd name="connsiteY0" fmla="*/ 0 h 354209"/>
                  <a:gd name="connsiteX1" fmla="*/ 0 w 277297"/>
                  <a:gd name="connsiteY1" fmla="*/ 354210 h 354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7297" h="354209">
                    <a:moveTo>
                      <a:pt x="277298" y="0"/>
                    </a:moveTo>
                    <a:lnTo>
                      <a:pt x="0" y="354210"/>
                    </a:lnTo>
                  </a:path>
                </a:pathLst>
              </a:custGeom>
              <a:noFill/>
              <a:ln w="1391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C93586E6-029E-750D-12D6-5C0177DB0924}"/>
                  </a:ext>
                </a:extLst>
              </p:cNvPr>
              <p:cNvSpPr/>
              <p:nvPr/>
            </p:nvSpPr>
            <p:spPr>
              <a:xfrm>
                <a:off x="5586335" y="5700117"/>
                <a:ext cx="277165" cy="354209"/>
              </a:xfrm>
              <a:custGeom>
                <a:avLst/>
                <a:gdLst>
                  <a:gd name="connsiteX0" fmla="*/ 0 w 277165"/>
                  <a:gd name="connsiteY0" fmla="*/ 0 h 354209"/>
                  <a:gd name="connsiteX1" fmla="*/ 277165 w 277165"/>
                  <a:gd name="connsiteY1" fmla="*/ 354210 h 354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7165" h="354209">
                    <a:moveTo>
                      <a:pt x="0" y="0"/>
                    </a:moveTo>
                    <a:lnTo>
                      <a:pt x="277165" y="354210"/>
                    </a:lnTo>
                  </a:path>
                </a:pathLst>
              </a:custGeom>
              <a:noFill/>
              <a:ln w="1391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2E3EB4E-08B8-1B0A-60A1-936E8A469C3E}"/>
                  </a:ext>
                </a:extLst>
              </p:cNvPr>
              <p:cNvSpPr/>
              <p:nvPr/>
            </p:nvSpPr>
            <p:spPr>
              <a:xfrm>
                <a:off x="5995313" y="4906545"/>
                <a:ext cx="408975" cy="354210"/>
              </a:xfrm>
              <a:custGeom>
                <a:avLst/>
                <a:gdLst>
                  <a:gd name="connsiteX0" fmla="*/ 0 w 408975"/>
                  <a:gd name="connsiteY0" fmla="*/ 0 h 354210"/>
                  <a:gd name="connsiteX1" fmla="*/ 408976 w 408975"/>
                  <a:gd name="connsiteY1" fmla="*/ 354210 h 354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08975" h="354210">
                    <a:moveTo>
                      <a:pt x="0" y="0"/>
                    </a:moveTo>
                    <a:lnTo>
                      <a:pt x="408976" y="354210"/>
                    </a:lnTo>
                  </a:path>
                </a:pathLst>
              </a:custGeom>
              <a:noFill/>
              <a:ln w="1391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</p:grpSp>
        <p:grpSp>
          <p:nvGrpSpPr>
            <p:cNvPr id="74" name="Group 73" descr="\documentclass{article}&#10;\usepackage{amsmath,amssymb}&#10;\pagestyle{empty}&#10;\usepackage[linguistics]{forest}&#10;\begin{document}&#10;&#10;\newcommand{\score}{\textrm{score}}&#10;\newcommand{\classify}{\textrm{classify}}&#10;\newcommand{\bx}{\mathbf{x}}&#10;&#10;\sf&#10;\begin{forest} for tree={inner sep=0pt,l=5pt,l sep=10pt}&#10;             [ 1 [a]&#10;                [ 0 [cat][meows]]&#10;             ]&#10;\end{forest}&#10;&#10;\end{document}" title="IguanaTex Vector Display">
              <a:extLst>
                <a:ext uri="{FF2B5EF4-FFF2-40B4-BE49-F238E27FC236}">
                  <a16:creationId xmlns:a16="http://schemas.microsoft.com/office/drawing/2014/main" id="{CE7B58D2-3CD4-F2F3-33B3-18BFDBF338C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482941" y="4523383"/>
              <a:ext cx="1642961" cy="1831256"/>
              <a:chOff x="5237813" y="4531714"/>
              <a:chExt cx="1642961" cy="1831256"/>
            </a:xfrm>
          </p:grpSpPr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53C305B-104C-CB28-5B40-5613AC11CE12}"/>
                  </a:ext>
                </a:extLst>
              </p:cNvPr>
              <p:cNvSpPr/>
              <p:nvPr/>
            </p:nvSpPr>
            <p:spPr>
              <a:xfrm>
                <a:off x="5662193" y="4531714"/>
                <a:ext cx="116826" cy="240196"/>
              </a:xfrm>
              <a:custGeom>
                <a:avLst/>
                <a:gdLst>
                  <a:gd name="connsiteX0" fmla="*/ 73323 w 116826"/>
                  <a:gd name="connsiteY0" fmla="*/ 63 h 240196"/>
                  <a:gd name="connsiteX1" fmla="*/ 66348 w 116826"/>
                  <a:gd name="connsiteY1" fmla="*/ 63 h 240196"/>
                  <a:gd name="connsiteX2" fmla="*/ 88 w 116826"/>
                  <a:gd name="connsiteY2" fmla="*/ 23445 h 240196"/>
                  <a:gd name="connsiteX3" fmla="*/ 88 w 116826"/>
                  <a:gd name="connsiteY3" fmla="*/ 43992 h 240196"/>
                  <a:gd name="connsiteX4" fmla="*/ 45773 w 116826"/>
                  <a:gd name="connsiteY4" fmla="*/ 35490 h 240196"/>
                  <a:gd name="connsiteX5" fmla="*/ 45773 w 116826"/>
                  <a:gd name="connsiteY5" fmla="*/ 219711 h 240196"/>
                  <a:gd name="connsiteX6" fmla="*/ 2181 w 116826"/>
                  <a:gd name="connsiteY6" fmla="*/ 219711 h 240196"/>
                  <a:gd name="connsiteX7" fmla="*/ 2181 w 116826"/>
                  <a:gd name="connsiteY7" fmla="*/ 240259 h 240196"/>
                  <a:gd name="connsiteX8" fmla="*/ 116915 w 116826"/>
                  <a:gd name="connsiteY8" fmla="*/ 240259 h 240196"/>
                  <a:gd name="connsiteX9" fmla="*/ 116915 w 116826"/>
                  <a:gd name="connsiteY9" fmla="*/ 219711 h 240196"/>
                  <a:gd name="connsiteX10" fmla="*/ 73323 w 116826"/>
                  <a:gd name="connsiteY10" fmla="*/ 219711 h 240196"/>
                  <a:gd name="connsiteX11" fmla="*/ 73323 w 116826"/>
                  <a:gd name="connsiteY11" fmla="*/ 63 h 240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6826" h="240196">
                    <a:moveTo>
                      <a:pt x="73323" y="63"/>
                    </a:moveTo>
                    <a:lnTo>
                      <a:pt x="66348" y="63"/>
                    </a:lnTo>
                    <a:cubicBezTo>
                      <a:pt x="45773" y="21673"/>
                      <a:pt x="16828" y="22736"/>
                      <a:pt x="88" y="23445"/>
                    </a:cubicBezTo>
                    <a:lnTo>
                      <a:pt x="88" y="43992"/>
                    </a:lnTo>
                    <a:cubicBezTo>
                      <a:pt x="11597" y="43638"/>
                      <a:pt x="28336" y="42930"/>
                      <a:pt x="45773" y="35490"/>
                    </a:cubicBezTo>
                    <a:lnTo>
                      <a:pt x="45773" y="219711"/>
                    </a:lnTo>
                    <a:lnTo>
                      <a:pt x="2181" y="219711"/>
                    </a:lnTo>
                    <a:lnTo>
                      <a:pt x="2181" y="240259"/>
                    </a:lnTo>
                    <a:lnTo>
                      <a:pt x="116915" y="240259"/>
                    </a:lnTo>
                    <a:lnTo>
                      <a:pt x="116915" y="219711"/>
                    </a:lnTo>
                    <a:lnTo>
                      <a:pt x="73323" y="219711"/>
                    </a:lnTo>
                    <a:lnTo>
                      <a:pt x="73323" y="63"/>
                    </a:lnTo>
                    <a:close/>
                  </a:path>
                </a:pathLst>
              </a:custGeom>
              <a:solidFill>
                <a:srgbClr val="000000"/>
              </a:solidFill>
              <a:ln w="349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D131EB1E-4A6D-2C91-399D-1A58DF72AFDD}"/>
                  </a:ext>
                </a:extLst>
              </p:cNvPr>
              <p:cNvSpPr/>
              <p:nvPr/>
            </p:nvSpPr>
            <p:spPr>
              <a:xfrm>
                <a:off x="5441192" y="5402169"/>
                <a:ext cx="123801" cy="167216"/>
              </a:xfrm>
              <a:custGeom>
                <a:avLst/>
                <a:gdLst>
                  <a:gd name="connsiteX0" fmla="*/ 123884 w 123801"/>
                  <a:gd name="connsiteY0" fmla="*/ 61020 h 167216"/>
                  <a:gd name="connsiteX1" fmla="*/ 66342 w 123801"/>
                  <a:gd name="connsiteY1" fmla="*/ 85 h 167216"/>
                  <a:gd name="connsiteX2" fmla="*/ 11591 w 123801"/>
                  <a:gd name="connsiteY2" fmla="*/ 15319 h 167216"/>
                  <a:gd name="connsiteX3" fmla="*/ 13683 w 123801"/>
                  <a:gd name="connsiteY3" fmla="*/ 38701 h 167216"/>
                  <a:gd name="connsiteX4" fmla="*/ 66342 w 123801"/>
                  <a:gd name="connsiteY4" fmla="*/ 20987 h 167216"/>
                  <a:gd name="connsiteX5" fmla="*/ 96682 w 123801"/>
                  <a:gd name="connsiteY5" fmla="*/ 61374 h 167216"/>
                  <a:gd name="connsiteX6" fmla="*/ 96682 w 123801"/>
                  <a:gd name="connsiteY6" fmla="*/ 76608 h 167216"/>
                  <a:gd name="connsiteX7" fmla="*/ 82 w 123801"/>
                  <a:gd name="connsiteY7" fmla="*/ 123372 h 167216"/>
                  <a:gd name="connsiteX8" fmla="*/ 39838 w 123801"/>
                  <a:gd name="connsiteY8" fmla="*/ 167301 h 167216"/>
                  <a:gd name="connsiteX9" fmla="*/ 97729 w 123801"/>
                  <a:gd name="connsiteY9" fmla="*/ 150650 h 167216"/>
                  <a:gd name="connsiteX10" fmla="*/ 97729 w 123801"/>
                  <a:gd name="connsiteY10" fmla="*/ 163404 h 167216"/>
                  <a:gd name="connsiteX11" fmla="*/ 123884 w 123801"/>
                  <a:gd name="connsiteY11" fmla="*/ 163404 h 167216"/>
                  <a:gd name="connsiteX12" fmla="*/ 123884 w 123801"/>
                  <a:gd name="connsiteY12" fmla="*/ 61020 h 167216"/>
                  <a:gd name="connsiteX13" fmla="*/ 96682 w 123801"/>
                  <a:gd name="connsiteY13" fmla="*/ 116640 h 167216"/>
                  <a:gd name="connsiteX14" fmla="*/ 84825 w 123801"/>
                  <a:gd name="connsiteY14" fmla="*/ 138960 h 167216"/>
                  <a:gd name="connsiteX15" fmla="*/ 57624 w 123801"/>
                  <a:gd name="connsiteY15" fmla="*/ 145691 h 167216"/>
                  <a:gd name="connsiteX16" fmla="*/ 25191 w 123801"/>
                  <a:gd name="connsiteY16" fmla="*/ 122663 h 167216"/>
                  <a:gd name="connsiteX17" fmla="*/ 96682 w 123801"/>
                  <a:gd name="connsiteY17" fmla="*/ 94676 h 167216"/>
                  <a:gd name="connsiteX18" fmla="*/ 96682 w 123801"/>
                  <a:gd name="connsiteY18" fmla="*/ 116640 h 167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3801" h="167216">
                    <a:moveTo>
                      <a:pt x="123884" y="61020"/>
                    </a:moveTo>
                    <a:cubicBezTo>
                      <a:pt x="123884" y="24884"/>
                      <a:pt x="98426" y="85"/>
                      <a:pt x="66342" y="85"/>
                    </a:cubicBezTo>
                    <a:cubicBezTo>
                      <a:pt x="43674" y="85"/>
                      <a:pt x="27981" y="5753"/>
                      <a:pt x="11591" y="15319"/>
                    </a:cubicBezTo>
                    <a:lnTo>
                      <a:pt x="13683" y="38701"/>
                    </a:lnTo>
                    <a:cubicBezTo>
                      <a:pt x="31817" y="25593"/>
                      <a:pt x="49254" y="20987"/>
                      <a:pt x="66342" y="20987"/>
                    </a:cubicBezTo>
                    <a:cubicBezTo>
                      <a:pt x="82733" y="20987"/>
                      <a:pt x="96682" y="35158"/>
                      <a:pt x="96682" y="61374"/>
                    </a:cubicBezTo>
                    <a:lnTo>
                      <a:pt x="96682" y="76608"/>
                    </a:lnTo>
                    <a:cubicBezTo>
                      <a:pt x="44372" y="77316"/>
                      <a:pt x="82" y="92196"/>
                      <a:pt x="82" y="123372"/>
                    </a:cubicBezTo>
                    <a:cubicBezTo>
                      <a:pt x="82" y="138605"/>
                      <a:pt x="9498" y="167301"/>
                      <a:pt x="39838" y="167301"/>
                    </a:cubicBezTo>
                    <a:cubicBezTo>
                      <a:pt x="44721" y="167301"/>
                      <a:pt x="77502" y="166593"/>
                      <a:pt x="97729" y="150650"/>
                    </a:cubicBezTo>
                    <a:lnTo>
                      <a:pt x="97729" y="163404"/>
                    </a:lnTo>
                    <a:lnTo>
                      <a:pt x="123884" y="163404"/>
                    </a:lnTo>
                    <a:lnTo>
                      <a:pt x="123884" y="61020"/>
                    </a:lnTo>
                    <a:close/>
                    <a:moveTo>
                      <a:pt x="96682" y="116640"/>
                    </a:moveTo>
                    <a:cubicBezTo>
                      <a:pt x="96682" y="123372"/>
                      <a:pt x="96682" y="132228"/>
                      <a:pt x="84825" y="138960"/>
                    </a:cubicBezTo>
                    <a:cubicBezTo>
                      <a:pt x="74712" y="145336"/>
                      <a:pt x="61460" y="145691"/>
                      <a:pt x="57624" y="145691"/>
                    </a:cubicBezTo>
                    <a:cubicBezTo>
                      <a:pt x="40885" y="145691"/>
                      <a:pt x="25191" y="137542"/>
                      <a:pt x="25191" y="122663"/>
                    </a:cubicBezTo>
                    <a:cubicBezTo>
                      <a:pt x="25191" y="97864"/>
                      <a:pt x="81687" y="95384"/>
                      <a:pt x="96682" y="94676"/>
                    </a:cubicBezTo>
                    <a:lnTo>
                      <a:pt x="96682" y="116640"/>
                    </a:lnTo>
                    <a:close/>
                  </a:path>
                </a:pathLst>
              </a:custGeom>
              <a:solidFill>
                <a:srgbClr val="000000"/>
              </a:solidFill>
              <a:ln w="349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D45B16D9-3EC7-71F6-A1DA-C98F6F6D6B85}"/>
                  </a:ext>
                </a:extLst>
              </p:cNvPr>
              <p:cNvSpPr/>
              <p:nvPr/>
            </p:nvSpPr>
            <p:spPr>
              <a:xfrm>
                <a:off x="5854502" y="5325292"/>
                <a:ext cx="144725" cy="247990"/>
              </a:xfrm>
              <a:custGeom>
                <a:avLst/>
                <a:gdLst>
                  <a:gd name="connsiteX0" fmla="*/ 144820 w 144725"/>
                  <a:gd name="connsiteY0" fmla="*/ 124789 h 247990"/>
                  <a:gd name="connsiteX1" fmla="*/ 128778 w 144725"/>
                  <a:gd name="connsiteY1" fmla="*/ 35158 h 247990"/>
                  <a:gd name="connsiteX2" fmla="*/ 72631 w 144725"/>
                  <a:gd name="connsiteY2" fmla="*/ 85 h 247990"/>
                  <a:gd name="connsiteX3" fmla="*/ 13346 w 144725"/>
                  <a:gd name="connsiteY3" fmla="*/ 41181 h 247990"/>
                  <a:gd name="connsiteX4" fmla="*/ 94 w 144725"/>
                  <a:gd name="connsiteY4" fmla="*/ 124789 h 247990"/>
                  <a:gd name="connsiteX5" fmla="*/ 11951 w 144725"/>
                  <a:gd name="connsiteY5" fmla="*/ 204500 h 247990"/>
                  <a:gd name="connsiteX6" fmla="*/ 72283 w 144725"/>
                  <a:gd name="connsiteY6" fmla="*/ 248075 h 247990"/>
                  <a:gd name="connsiteX7" fmla="*/ 130870 w 144725"/>
                  <a:gd name="connsiteY7" fmla="*/ 209105 h 247990"/>
                  <a:gd name="connsiteX8" fmla="*/ 144820 w 144725"/>
                  <a:gd name="connsiteY8" fmla="*/ 124789 h 247990"/>
                  <a:gd name="connsiteX9" fmla="*/ 72631 w 144725"/>
                  <a:gd name="connsiteY9" fmla="*/ 226465 h 247990"/>
                  <a:gd name="connsiteX10" fmla="*/ 33224 w 144725"/>
                  <a:gd name="connsiteY10" fmla="*/ 187495 h 247990"/>
                  <a:gd name="connsiteX11" fmla="*/ 27296 w 144725"/>
                  <a:gd name="connsiteY11" fmla="*/ 120537 h 247990"/>
                  <a:gd name="connsiteX12" fmla="*/ 33224 w 144725"/>
                  <a:gd name="connsiteY12" fmla="*/ 57477 h 247990"/>
                  <a:gd name="connsiteX13" fmla="*/ 72283 w 144725"/>
                  <a:gd name="connsiteY13" fmla="*/ 21696 h 247990"/>
                  <a:gd name="connsiteX14" fmla="*/ 110992 w 144725"/>
                  <a:gd name="connsiteY14" fmla="*/ 54997 h 247990"/>
                  <a:gd name="connsiteX15" fmla="*/ 117618 w 144725"/>
                  <a:gd name="connsiteY15" fmla="*/ 120537 h 247990"/>
                  <a:gd name="connsiteX16" fmla="*/ 111341 w 144725"/>
                  <a:gd name="connsiteY16" fmla="*/ 188558 h 247990"/>
                  <a:gd name="connsiteX17" fmla="*/ 72631 w 144725"/>
                  <a:gd name="connsiteY17" fmla="*/ 226465 h 247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4725" h="247990">
                    <a:moveTo>
                      <a:pt x="144820" y="124789"/>
                    </a:moveTo>
                    <a:cubicBezTo>
                      <a:pt x="144820" y="96801"/>
                      <a:pt x="143425" y="63854"/>
                      <a:pt x="128778" y="35158"/>
                    </a:cubicBezTo>
                    <a:cubicBezTo>
                      <a:pt x="114480" y="8588"/>
                      <a:pt x="90417" y="85"/>
                      <a:pt x="72631" y="85"/>
                    </a:cubicBezTo>
                    <a:cubicBezTo>
                      <a:pt x="52056" y="85"/>
                      <a:pt x="27644" y="9650"/>
                      <a:pt x="13346" y="41181"/>
                    </a:cubicBezTo>
                    <a:cubicBezTo>
                      <a:pt x="1838" y="67042"/>
                      <a:pt x="94" y="96447"/>
                      <a:pt x="94" y="124789"/>
                    </a:cubicBezTo>
                    <a:cubicBezTo>
                      <a:pt x="94" y="152776"/>
                      <a:pt x="1489" y="178638"/>
                      <a:pt x="11951" y="204500"/>
                    </a:cubicBezTo>
                    <a:cubicBezTo>
                      <a:pt x="25901" y="238510"/>
                      <a:pt x="52405" y="248075"/>
                      <a:pt x="72283" y="248075"/>
                    </a:cubicBezTo>
                    <a:cubicBezTo>
                      <a:pt x="97740" y="248075"/>
                      <a:pt x="119711" y="233550"/>
                      <a:pt x="130870" y="209105"/>
                    </a:cubicBezTo>
                    <a:cubicBezTo>
                      <a:pt x="141332" y="186078"/>
                      <a:pt x="144820" y="162696"/>
                      <a:pt x="144820" y="124789"/>
                    </a:cubicBezTo>
                    <a:close/>
                    <a:moveTo>
                      <a:pt x="72631" y="226465"/>
                    </a:moveTo>
                    <a:cubicBezTo>
                      <a:pt x="54497" y="226465"/>
                      <a:pt x="40199" y="213002"/>
                      <a:pt x="33224" y="187495"/>
                    </a:cubicBezTo>
                    <a:cubicBezTo>
                      <a:pt x="27644" y="167301"/>
                      <a:pt x="27296" y="148171"/>
                      <a:pt x="27296" y="120537"/>
                    </a:cubicBezTo>
                    <a:cubicBezTo>
                      <a:pt x="27296" y="98218"/>
                      <a:pt x="27296" y="76962"/>
                      <a:pt x="33224" y="57477"/>
                    </a:cubicBezTo>
                    <a:cubicBezTo>
                      <a:pt x="35317" y="50746"/>
                      <a:pt x="44035" y="21696"/>
                      <a:pt x="72283" y="21696"/>
                    </a:cubicBezTo>
                    <a:cubicBezTo>
                      <a:pt x="99484" y="21696"/>
                      <a:pt x="108551" y="48620"/>
                      <a:pt x="110992" y="54997"/>
                    </a:cubicBezTo>
                    <a:cubicBezTo>
                      <a:pt x="117618" y="74836"/>
                      <a:pt x="117618" y="98573"/>
                      <a:pt x="117618" y="120537"/>
                    </a:cubicBezTo>
                    <a:cubicBezTo>
                      <a:pt x="117618" y="143919"/>
                      <a:pt x="117618" y="166238"/>
                      <a:pt x="111341" y="188558"/>
                    </a:cubicBezTo>
                    <a:cubicBezTo>
                      <a:pt x="102274" y="220796"/>
                      <a:pt x="83791" y="226465"/>
                      <a:pt x="72631" y="226465"/>
                    </a:cubicBezTo>
                    <a:close/>
                  </a:path>
                </a:pathLst>
              </a:custGeom>
              <a:solidFill>
                <a:srgbClr val="000000"/>
              </a:solidFill>
              <a:ln w="349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A02B7903-F73F-090C-7F3E-2A54F6800062}"/>
                  </a:ext>
                </a:extLst>
              </p:cNvPr>
              <p:cNvSpPr/>
              <p:nvPr/>
            </p:nvSpPr>
            <p:spPr>
              <a:xfrm>
                <a:off x="5237813" y="6195754"/>
                <a:ext cx="132170" cy="167216"/>
              </a:xfrm>
              <a:custGeom>
                <a:avLst/>
                <a:gdLst>
                  <a:gd name="connsiteX0" fmla="*/ 130504 w 132170"/>
                  <a:gd name="connsiteY0" fmla="*/ 15341 h 167216"/>
                  <a:gd name="connsiteX1" fmla="*/ 76799 w 132170"/>
                  <a:gd name="connsiteY1" fmla="*/ 107 h 167216"/>
                  <a:gd name="connsiteX2" fmla="*/ 77 w 132170"/>
                  <a:gd name="connsiteY2" fmla="*/ 84778 h 167216"/>
                  <a:gd name="connsiteX3" fmla="*/ 75404 w 132170"/>
                  <a:gd name="connsiteY3" fmla="*/ 167324 h 167216"/>
                  <a:gd name="connsiteX4" fmla="*/ 132248 w 132170"/>
                  <a:gd name="connsiteY4" fmla="*/ 149256 h 167216"/>
                  <a:gd name="connsiteX5" fmla="*/ 130155 w 132170"/>
                  <a:gd name="connsiteY5" fmla="*/ 125520 h 167216"/>
                  <a:gd name="connsiteX6" fmla="*/ 75752 w 132170"/>
                  <a:gd name="connsiteY6" fmla="*/ 144650 h 167216"/>
                  <a:gd name="connsiteX7" fmla="*/ 27278 w 132170"/>
                  <a:gd name="connsiteY7" fmla="*/ 84424 h 167216"/>
                  <a:gd name="connsiteX8" fmla="*/ 77147 w 132170"/>
                  <a:gd name="connsiteY8" fmla="*/ 22781 h 167216"/>
                  <a:gd name="connsiteX9" fmla="*/ 126319 w 132170"/>
                  <a:gd name="connsiteY9" fmla="*/ 38369 h 167216"/>
                  <a:gd name="connsiteX10" fmla="*/ 130504 w 132170"/>
                  <a:gd name="connsiteY10" fmla="*/ 15341 h 167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2170" h="167216">
                    <a:moveTo>
                      <a:pt x="130504" y="15341"/>
                    </a:moveTo>
                    <a:cubicBezTo>
                      <a:pt x="109929" y="3296"/>
                      <a:pt x="98072" y="107"/>
                      <a:pt x="76799" y="107"/>
                    </a:cubicBezTo>
                    <a:cubicBezTo>
                      <a:pt x="28324" y="107"/>
                      <a:pt x="77" y="42974"/>
                      <a:pt x="77" y="84778"/>
                    </a:cubicBezTo>
                    <a:cubicBezTo>
                      <a:pt x="77" y="128708"/>
                      <a:pt x="31812" y="167324"/>
                      <a:pt x="75404" y="167324"/>
                    </a:cubicBezTo>
                    <a:cubicBezTo>
                      <a:pt x="94235" y="167324"/>
                      <a:pt x="113416" y="162364"/>
                      <a:pt x="132248" y="149256"/>
                    </a:cubicBezTo>
                    <a:lnTo>
                      <a:pt x="130155" y="125520"/>
                    </a:lnTo>
                    <a:cubicBezTo>
                      <a:pt x="112370" y="139690"/>
                      <a:pt x="93538" y="144650"/>
                      <a:pt x="75752" y="144650"/>
                    </a:cubicBezTo>
                    <a:cubicBezTo>
                      <a:pt x="46807" y="144650"/>
                      <a:pt x="27278" y="119143"/>
                      <a:pt x="27278" y="84424"/>
                    </a:cubicBezTo>
                    <a:cubicBezTo>
                      <a:pt x="27278" y="56791"/>
                      <a:pt x="40181" y="22781"/>
                      <a:pt x="77147" y="22781"/>
                    </a:cubicBezTo>
                    <a:cubicBezTo>
                      <a:pt x="95282" y="22781"/>
                      <a:pt x="107139" y="25615"/>
                      <a:pt x="126319" y="38369"/>
                    </a:cubicBezTo>
                    <a:lnTo>
                      <a:pt x="130504" y="15341"/>
                    </a:lnTo>
                    <a:close/>
                  </a:path>
                </a:pathLst>
              </a:custGeom>
              <a:solidFill>
                <a:srgbClr val="000000"/>
              </a:solidFill>
              <a:ln w="349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19C70526-F721-CA6E-FD26-29371164E42D}"/>
                  </a:ext>
                </a:extLst>
              </p:cNvPr>
              <p:cNvSpPr/>
              <p:nvPr/>
            </p:nvSpPr>
            <p:spPr>
              <a:xfrm>
                <a:off x="5395597" y="6195754"/>
                <a:ext cx="123801" cy="167216"/>
              </a:xfrm>
              <a:custGeom>
                <a:avLst/>
                <a:gdLst>
                  <a:gd name="connsiteX0" fmla="*/ 123882 w 123801"/>
                  <a:gd name="connsiteY0" fmla="*/ 61042 h 167216"/>
                  <a:gd name="connsiteX1" fmla="*/ 66341 w 123801"/>
                  <a:gd name="connsiteY1" fmla="*/ 107 h 167216"/>
                  <a:gd name="connsiteX2" fmla="*/ 11589 w 123801"/>
                  <a:gd name="connsiteY2" fmla="*/ 15341 h 167216"/>
                  <a:gd name="connsiteX3" fmla="*/ 13682 w 123801"/>
                  <a:gd name="connsiteY3" fmla="*/ 38723 h 167216"/>
                  <a:gd name="connsiteX4" fmla="*/ 66341 w 123801"/>
                  <a:gd name="connsiteY4" fmla="*/ 21009 h 167216"/>
                  <a:gd name="connsiteX5" fmla="*/ 96681 w 123801"/>
                  <a:gd name="connsiteY5" fmla="*/ 61396 h 167216"/>
                  <a:gd name="connsiteX6" fmla="*/ 96681 w 123801"/>
                  <a:gd name="connsiteY6" fmla="*/ 76630 h 167216"/>
                  <a:gd name="connsiteX7" fmla="*/ 81 w 123801"/>
                  <a:gd name="connsiteY7" fmla="*/ 123394 h 167216"/>
                  <a:gd name="connsiteX8" fmla="*/ 39837 w 123801"/>
                  <a:gd name="connsiteY8" fmla="*/ 167324 h 167216"/>
                  <a:gd name="connsiteX9" fmla="*/ 97727 w 123801"/>
                  <a:gd name="connsiteY9" fmla="*/ 150673 h 167216"/>
                  <a:gd name="connsiteX10" fmla="*/ 97727 w 123801"/>
                  <a:gd name="connsiteY10" fmla="*/ 163427 h 167216"/>
                  <a:gd name="connsiteX11" fmla="*/ 123882 w 123801"/>
                  <a:gd name="connsiteY11" fmla="*/ 163427 h 167216"/>
                  <a:gd name="connsiteX12" fmla="*/ 123882 w 123801"/>
                  <a:gd name="connsiteY12" fmla="*/ 61042 h 167216"/>
                  <a:gd name="connsiteX13" fmla="*/ 96681 w 123801"/>
                  <a:gd name="connsiteY13" fmla="*/ 116663 h 167216"/>
                  <a:gd name="connsiteX14" fmla="*/ 84824 w 123801"/>
                  <a:gd name="connsiteY14" fmla="*/ 138982 h 167216"/>
                  <a:gd name="connsiteX15" fmla="*/ 57623 w 123801"/>
                  <a:gd name="connsiteY15" fmla="*/ 145713 h 167216"/>
                  <a:gd name="connsiteX16" fmla="*/ 25190 w 123801"/>
                  <a:gd name="connsiteY16" fmla="*/ 122685 h 167216"/>
                  <a:gd name="connsiteX17" fmla="*/ 96681 w 123801"/>
                  <a:gd name="connsiteY17" fmla="*/ 94698 h 167216"/>
                  <a:gd name="connsiteX18" fmla="*/ 96681 w 123801"/>
                  <a:gd name="connsiteY18" fmla="*/ 116663 h 167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3801" h="167216">
                    <a:moveTo>
                      <a:pt x="123882" y="61042"/>
                    </a:moveTo>
                    <a:cubicBezTo>
                      <a:pt x="123882" y="24906"/>
                      <a:pt x="98425" y="107"/>
                      <a:pt x="66341" y="107"/>
                    </a:cubicBezTo>
                    <a:cubicBezTo>
                      <a:pt x="43673" y="107"/>
                      <a:pt x="27980" y="5776"/>
                      <a:pt x="11589" y="15341"/>
                    </a:cubicBezTo>
                    <a:lnTo>
                      <a:pt x="13682" y="38723"/>
                    </a:lnTo>
                    <a:cubicBezTo>
                      <a:pt x="31816" y="25615"/>
                      <a:pt x="49253" y="21009"/>
                      <a:pt x="66341" y="21009"/>
                    </a:cubicBezTo>
                    <a:cubicBezTo>
                      <a:pt x="82732" y="21009"/>
                      <a:pt x="96681" y="35180"/>
                      <a:pt x="96681" y="61396"/>
                    </a:cubicBezTo>
                    <a:lnTo>
                      <a:pt x="96681" y="76630"/>
                    </a:lnTo>
                    <a:cubicBezTo>
                      <a:pt x="44371" y="77339"/>
                      <a:pt x="81" y="92218"/>
                      <a:pt x="81" y="123394"/>
                    </a:cubicBezTo>
                    <a:cubicBezTo>
                      <a:pt x="81" y="138628"/>
                      <a:pt x="9497" y="167324"/>
                      <a:pt x="39837" y="167324"/>
                    </a:cubicBezTo>
                    <a:cubicBezTo>
                      <a:pt x="44719" y="167324"/>
                      <a:pt x="77501" y="166615"/>
                      <a:pt x="97727" y="150673"/>
                    </a:cubicBezTo>
                    <a:lnTo>
                      <a:pt x="97727" y="163427"/>
                    </a:lnTo>
                    <a:lnTo>
                      <a:pt x="123882" y="163427"/>
                    </a:lnTo>
                    <a:lnTo>
                      <a:pt x="123882" y="61042"/>
                    </a:lnTo>
                    <a:close/>
                    <a:moveTo>
                      <a:pt x="96681" y="116663"/>
                    </a:moveTo>
                    <a:cubicBezTo>
                      <a:pt x="96681" y="123394"/>
                      <a:pt x="96681" y="132251"/>
                      <a:pt x="84824" y="138982"/>
                    </a:cubicBezTo>
                    <a:cubicBezTo>
                      <a:pt x="74711" y="145359"/>
                      <a:pt x="61459" y="145713"/>
                      <a:pt x="57623" y="145713"/>
                    </a:cubicBezTo>
                    <a:cubicBezTo>
                      <a:pt x="40883" y="145713"/>
                      <a:pt x="25190" y="137565"/>
                      <a:pt x="25190" y="122685"/>
                    </a:cubicBezTo>
                    <a:cubicBezTo>
                      <a:pt x="25190" y="97886"/>
                      <a:pt x="81685" y="95406"/>
                      <a:pt x="96681" y="94698"/>
                    </a:cubicBezTo>
                    <a:lnTo>
                      <a:pt x="96681" y="116663"/>
                    </a:lnTo>
                    <a:close/>
                  </a:path>
                </a:pathLst>
              </a:custGeom>
              <a:solidFill>
                <a:srgbClr val="000000"/>
              </a:solidFill>
              <a:ln w="349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888BCF4C-F0E1-DD40-6153-5C801A924F2A}"/>
                  </a:ext>
                </a:extLst>
              </p:cNvPr>
              <p:cNvSpPr/>
              <p:nvPr/>
            </p:nvSpPr>
            <p:spPr>
              <a:xfrm>
                <a:off x="5554467" y="6156785"/>
                <a:ext cx="109154" cy="206185"/>
              </a:xfrm>
              <a:custGeom>
                <a:avLst/>
                <a:gdLst>
                  <a:gd name="connsiteX0" fmla="*/ 54489 w 109154"/>
                  <a:gd name="connsiteY0" fmla="*/ 65648 h 206185"/>
                  <a:gd name="connsiteX1" fmla="*/ 103661 w 109154"/>
                  <a:gd name="connsiteY1" fmla="*/ 65648 h 206185"/>
                  <a:gd name="connsiteX2" fmla="*/ 103661 w 109154"/>
                  <a:gd name="connsiteY2" fmla="*/ 45100 h 206185"/>
                  <a:gd name="connsiteX3" fmla="*/ 54489 w 109154"/>
                  <a:gd name="connsiteY3" fmla="*/ 45100 h 206185"/>
                  <a:gd name="connsiteX4" fmla="*/ 54489 w 109154"/>
                  <a:gd name="connsiteY4" fmla="*/ 107 h 206185"/>
                  <a:gd name="connsiteX5" fmla="*/ 30426 w 109154"/>
                  <a:gd name="connsiteY5" fmla="*/ 107 h 206185"/>
                  <a:gd name="connsiteX6" fmla="*/ 30426 w 109154"/>
                  <a:gd name="connsiteY6" fmla="*/ 45100 h 206185"/>
                  <a:gd name="connsiteX7" fmla="*/ 86 w 109154"/>
                  <a:gd name="connsiteY7" fmla="*/ 45100 h 206185"/>
                  <a:gd name="connsiteX8" fmla="*/ 86 w 109154"/>
                  <a:gd name="connsiteY8" fmla="*/ 65648 h 206185"/>
                  <a:gd name="connsiteX9" fmla="*/ 29380 w 109154"/>
                  <a:gd name="connsiteY9" fmla="*/ 65648 h 206185"/>
                  <a:gd name="connsiteX10" fmla="*/ 29380 w 109154"/>
                  <a:gd name="connsiteY10" fmla="*/ 160238 h 206185"/>
                  <a:gd name="connsiteX11" fmla="*/ 58325 w 109154"/>
                  <a:gd name="connsiteY11" fmla="*/ 206293 h 206185"/>
                  <a:gd name="connsiteX12" fmla="*/ 109240 w 109154"/>
                  <a:gd name="connsiteY12" fmla="*/ 192831 h 206185"/>
                  <a:gd name="connsiteX13" fmla="*/ 103661 w 109154"/>
                  <a:gd name="connsiteY13" fmla="*/ 171929 h 206185"/>
                  <a:gd name="connsiteX14" fmla="*/ 72274 w 109154"/>
                  <a:gd name="connsiteY14" fmla="*/ 183620 h 206185"/>
                  <a:gd name="connsiteX15" fmla="*/ 54489 w 109154"/>
                  <a:gd name="connsiteY15" fmla="*/ 154215 h 206185"/>
                  <a:gd name="connsiteX16" fmla="*/ 54489 w 109154"/>
                  <a:gd name="connsiteY16" fmla="*/ 65648 h 206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9154" h="206185">
                    <a:moveTo>
                      <a:pt x="54489" y="65648"/>
                    </a:moveTo>
                    <a:lnTo>
                      <a:pt x="103661" y="65648"/>
                    </a:lnTo>
                    <a:lnTo>
                      <a:pt x="103661" y="45100"/>
                    </a:lnTo>
                    <a:lnTo>
                      <a:pt x="54489" y="45100"/>
                    </a:lnTo>
                    <a:lnTo>
                      <a:pt x="54489" y="107"/>
                    </a:lnTo>
                    <a:lnTo>
                      <a:pt x="30426" y="107"/>
                    </a:lnTo>
                    <a:lnTo>
                      <a:pt x="30426" y="45100"/>
                    </a:lnTo>
                    <a:lnTo>
                      <a:pt x="86" y="45100"/>
                    </a:lnTo>
                    <a:lnTo>
                      <a:pt x="86" y="65648"/>
                    </a:lnTo>
                    <a:lnTo>
                      <a:pt x="29380" y="65648"/>
                    </a:lnTo>
                    <a:lnTo>
                      <a:pt x="29380" y="160238"/>
                    </a:lnTo>
                    <a:cubicBezTo>
                      <a:pt x="29380" y="181494"/>
                      <a:pt x="34262" y="206293"/>
                      <a:pt x="58325" y="206293"/>
                    </a:cubicBezTo>
                    <a:cubicBezTo>
                      <a:pt x="82736" y="206293"/>
                      <a:pt x="100522" y="197437"/>
                      <a:pt x="109240" y="192831"/>
                    </a:cubicBezTo>
                    <a:lnTo>
                      <a:pt x="103661" y="171929"/>
                    </a:lnTo>
                    <a:cubicBezTo>
                      <a:pt x="94593" y="179369"/>
                      <a:pt x="83434" y="183620"/>
                      <a:pt x="72274" y="183620"/>
                    </a:cubicBezTo>
                    <a:cubicBezTo>
                      <a:pt x="59371" y="183620"/>
                      <a:pt x="54489" y="172992"/>
                      <a:pt x="54489" y="154215"/>
                    </a:cubicBezTo>
                    <a:lnTo>
                      <a:pt x="54489" y="65648"/>
                    </a:lnTo>
                    <a:close/>
                  </a:path>
                </a:pathLst>
              </a:custGeom>
              <a:solidFill>
                <a:srgbClr val="000000"/>
              </a:solidFill>
              <a:ln w="349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0D2A8A2B-A5DE-DAD3-0CC4-3A28766BAA9A}"/>
                  </a:ext>
                </a:extLst>
              </p:cNvPr>
              <p:cNvSpPr/>
              <p:nvPr/>
            </p:nvSpPr>
            <p:spPr>
              <a:xfrm>
                <a:off x="5948445" y="6197880"/>
                <a:ext cx="220401" cy="161193"/>
              </a:xfrm>
              <a:custGeom>
                <a:avLst/>
                <a:gdLst>
                  <a:gd name="connsiteX0" fmla="*/ 220498 w 220401"/>
                  <a:gd name="connsiteY0" fmla="*/ 55728 h 161193"/>
                  <a:gd name="connsiteX1" fmla="*/ 172721 w 220401"/>
                  <a:gd name="connsiteY1" fmla="*/ 107 h 161193"/>
                  <a:gd name="connsiteX2" fmla="*/ 120759 w 220401"/>
                  <a:gd name="connsiteY2" fmla="*/ 29158 h 161193"/>
                  <a:gd name="connsiteX3" fmla="*/ 76121 w 220401"/>
                  <a:gd name="connsiteY3" fmla="*/ 107 h 161193"/>
                  <a:gd name="connsiteX4" fmla="*/ 25206 w 220401"/>
                  <a:gd name="connsiteY4" fmla="*/ 27386 h 161193"/>
                  <a:gd name="connsiteX5" fmla="*/ 25206 w 220401"/>
                  <a:gd name="connsiteY5" fmla="*/ 1879 h 161193"/>
                  <a:gd name="connsiteX6" fmla="*/ 97 w 220401"/>
                  <a:gd name="connsiteY6" fmla="*/ 1879 h 161193"/>
                  <a:gd name="connsiteX7" fmla="*/ 97 w 220401"/>
                  <a:gd name="connsiteY7" fmla="*/ 161301 h 161193"/>
                  <a:gd name="connsiteX8" fmla="*/ 27298 w 220401"/>
                  <a:gd name="connsiteY8" fmla="*/ 161301 h 161193"/>
                  <a:gd name="connsiteX9" fmla="*/ 27298 w 220401"/>
                  <a:gd name="connsiteY9" fmla="*/ 74504 h 161193"/>
                  <a:gd name="connsiteX10" fmla="*/ 62520 w 220401"/>
                  <a:gd name="connsiteY10" fmla="*/ 21718 h 161193"/>
                  <a:gd name="connsiteX11" fmla="*/ 96696 w 220401"/>
                  <a:gd name="connsiteY11" fmla="*/ 58208 h 161193"/>
                  <a:gd name="connsiteX12" fmla="*/ 96696 w 220401"/>
                  <a:gd name="connsiteY12" fmla="*/ 161301 h 161193"/>
                  <a:gd name="connsiteX13" fmla="*/ 123898 w 220401"/>
                  <a:gd name="connsiteY13" fmla="*/ 161301 h 161193"/>
                  <a:gd name="connsiteX14" fmla="*/ 123898 w 220401"/>
                  <a:gd name="connsiteY14" fmla="*/ 74504 h 161193"/>
                  <a:gd name="connsiteX15" fmla="*/ 159120 w 220401"/>
                  <a:gd name="connsiteY15" fmla="*/ 21718 h 161193"/>
                  <a:gd name="connsiteX16" fmla="*/ 193296 w 220401"/>
                  <a:gd name="connsiteY16" fmla="*/ 58208 h 161193"/>
                  <a:gd name="connsiteX17" fmla="*/ 193296 w 220401"/>
                  <a:gd name="connsiteY17" fmla="*/ 161301 h 161193"/>
                  <a:gd name="connsiteX18" fmla="*/ 220498 w 220401"/>
                  <a:gd name="connsiteY18" fmla="*/ 161301 h 161193"/>
                  <a:gd name="connsiteX19" fmla="*/ 220498 w 220401"/>
                  <a:gd name="connsiteY19" fmla="*/ 55728 h 161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20401" h="161193">
                    <a:moveTo>
                      <a:pt x="220498" y="55728"/>
                    </a:moveTo>
                    <a:cubicBezTo>
                      <a:pt x="220498" y="31992"/>
                      <a:pt x="214918" y="107"/>
                      <a:pt x="172721" y="107"/>
                    </a:cubicBezTo>
                    <a:cubicBezTo>
                      <a:pt x="151797" y="107"/>
                      <a:pt x="133662" y="10027"/>
                      <a:pt x="120759" y="29158"/>
                    </a:cubicBezTo>
                    <a:cubicBezTo>
                      <a:pt x="111692" y="2233"/>
                      <a:pt x="87281" y="107"/>
                      <a:pt x="76121" y="107"/>
                    </a:cubicBezTo>
                    <a:cubicBezTo>
                      <a:pt x="51012" y="107"/>
                      <a:pt x="34621" y="14633"/>
                      <a:pt x="25206" y="27386"/>
                    </a:cubicBezTo>
                    <a:lnTo>
                      <a:pt x="25206" y="1879"/>
                    </a:lnTo>
                    <a:lnTo>
                      <a:pt x="97" y="1879"/>
                    </a:lnTo>
                    <a:lnTo>
                      <a:pt x="97" y="161301"/>
                    </a:lnTo>
                    <a:lnTo>
                      <a:pt x="27298" y="161301"/>
                    </a:lnTo>
                    <a:lnTo>
                      <a:pt x="27298" y="74504"/>
                    </a:lnTo>
                    <a:cubicBezTo>
                      <a:pt x="27298" y="50414"/>
                      <a:pt x="36714" y="21718"/>
                      <a:pt x="62520" y="21718"/>
                    </a:cubicBezTo>
                    <a:cubicBezTo>
                      <a:pt x="94953" y="21718"/>
                      <a:pt x="96696" y="44746"/>
                      <a:pt x="96696" y="58208"/>
                    </a:cubicBezTo>
                    <a:lnTo>
                      <a:pt x="96696" y="161301"/>
                    </a:lnTo>
                    <a:lnTo>
                      <a:pt x="123898" y="161301"/>
                    </a:lnTo>
                    <a:lnTo>
                      <a:pt x="123898" y="74504"/>
                    </a:lnTo>
                    <a:cubicBezTo>
                      <a:pt x="123898" y="50414"/>
                      <a:pt x="133314" y="21718"/>
                      <a:pt x="159120" y="21718"/>
                    </a:cubicBezTo>
                    <a:cubicBezTo>
                      <a:pt x="191553" y="21718"/>
                      <a:pt x="193296" y="44746"/>
                      <a:pt x="193296" y="58208"/>
                    </a:cubicBezTo>
                    <a:lnTo>
                      <a:pt x="193296" y="161301"/>
                    </a:lnTo>
                    <a:lnTo>
                      <a:pt x="220498" y="161301"/>
                    </a:lnTo>
                    <a:lnTo>
                      <a:pt x="220498" y="55728"/>
                    </a:lnTo>
                    <a:close/>
                  </a:path>
                </a:pathLst>
              </a:custGeom>
              <a:solidFill>
                <a:srgbClr val="000000"/>
              </a:solidFill>
              <a:ln w="349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41B338AD-7CF3-5145-39FB-8A6D62D2933C}"/>
                  </a:ext>
                </a:extLst>
              </p:cNvPr>
              <p:cNvSpPr/>
              <p:nvPr/>
            </p:nvSpPr>
            <p:spPr>
              <a:xfrm>
                <a:off x="6209455" y="6195754"/>
                <a:ext cx="132170" cy="167216"/>
              </a:xfrm>
              <a:custGeom>
                <a:avLst/>
                <a:gdLst>
                  <a:gd name="connsiteX0" fmla="*/ 132275 w 132170"/>
                  <a:gd name="connsiteY0" fmla="*/ 85841 h 167216"/>
                  <a:gd name="connsiteX1" fmla="*/ 118326 w 132170"/>
                  <a:gd name="connsiteY1" fmla="*/ 25969 h 167216"/>
                  <a:gd name="connsiteX2" fmla="*/ 70200 w 132170"/>
                  <a:gd name="connsiteY2" fmla="*/ 107 h 167216"/>
                  <a:gd name="connsiteX3" fmla="*/ 104 w 132170"/>
                  <a:gd name="connsiteY3" fmla="*/ 83361 h 167216"/>
                  <a:gd name="connsiteX4" fmla="*/ 75431 w 132170"/>
                  <a:gd name="connsiteY4" fmla="*/ 167324 h 167216"/>
                  <a:gd name="connsiteX5" fmla="*/ 130880 w 132170"/>
                  <a:gd name="connsiteY5" fmla="*/ 148901 h 167216"/>
                  <a:gd name="connsiteX6" fmla="*/ 128788 w 132170"/>
                  <a:gd name="connsiteY6" fmla="*/ 125874 h 167216"/>
                  <a:gd name="connsiteX7" fmla="*/ 75780 w 132170"/>
                  <a:gd name="connsiteY7" fmla="*/ 145713 h 167216"/>
                  <a:gd name="connsiteX8" fmla="*/ 24516 w 132170"/>
                  <a:gd name="connsiteY8" fmla="*/ 85841 h 167216"/>
                  <a:gd name="connsiteX9" fmla="*/ 132275 w 132170"/>
                  <a:gd name="connsiteY9" fmla="*/ 85841 h 167216"/>
                  <a:gd name="connsiteX10" fmla="*/ 26260 w 132170"/>
                  <a:gd name="connsiteY10" fmla="*/ 66356 h 167216"/>
                  <a:gd name="connsiteX11" fmla="*/ 70200 w 132170"/>
                  <a:gd name="connsiteY11" fmla="*/ 21718 h 167216"/>
                  <a:gd name="connsiteX12" fmla="*/ 112398 w 132170"/>
                  <a:gd name="connsiteY12" fmla="*/ 66356 h 167216"/>
                  <a:gd name="connsiteX13" fmla="*/ 26260 w 132170"/>
                  <a:gd name="connsiteY13" fmla="*/ 66356 h 167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2170" h="167216">
                    <a:moveTo>
                      <a:pt x="132275" y="85841"/>
                    </a:moveTo>
                    <a:cubicBezTo>
                      <a:pt x="132275" y="73796"/>
                      <a:pt x="131927" y="47225"/>
                      <a:pt x="118326" y="25969"/>
                    </a:cubicBezTo>
                    <a:cubicBezTo>
                      <a:pt x="104028" y="4004"/>
                      <a:pt x="82755" y="107"/>
                      <a:pt x="70200" y="107"/>
                    </a:cubicBezTo>
                    <a:cubicBezTo>
                      <a:pt x="31491" y="107"/>
                      <a:pt x="104" y="37660"/>
                      <a:pt x="104" y="83361"/>
                    </a:cubicBezTo>
                    <a:cubicBezTo>
                      <a:pt x="104" y="130125"/>
                      <a:pt x="33583" y="167324"/>
                      <a:pt x="75431" y="167324"/>
                    </a:cubicBezTo>
                    <a:cubicBezTo>
                      <a:pt x="97402" y="167324"/>
                      <a:pt x="117280" y="158821"/>
                      <a:pt x="130880" y="148901"/>
                    </a:cubicBezTo>
                    <a:lnTo>
                      <a:pt x="128788" y="125874"/>
                    </a:lnTo>
                    <a:cubicBezTo>
                      <a:pt x="106818" y="144296"/>
                      <a:pt x="83801" y="145713"/>
                      <a:pt x="75780" y="145713"/>
                    </a:cubicBezTo>
                    <a:cubicBezTo>
                      <a:pt x="47881" y="145713"/>
                      <a:pt x="25562" y="120560"/>
                      <a:pt x="24516" y="85841"/>
                    </a:cubicBezTo>
                    <a:lnTo>
                      <a:pt x="132275" y="85841"/>
                    </a:lnTo>
                    <a:close/>
                    <a:moveTo>
                      <a:pt x="26260" y="66356"/>
                    </a:moveTo>
                    <a:cubicBezTo>
                      <a:pt x="31839" y="39432"/>
                      <a:pt x="50322" y="21718"/>
                      <a:pt x="70200" y="21718"/>
                    </a:cubicBezTo>
                    <a:cubicBezTo>
                      <a:pt x="88335" y="21718"/>
                      <a:pt x="107864" y="33763"/>
                      <a:pt x="112398" y="66356"/>
                    </a:cubicBezTo>
                    <a:lnTo>
                      <a:pt x="26260" y="66356"/>
                    </a:lnTo>
                    <a:close/>
                  </a:path>
                </a:pathLst>
              </a:custGeom>
              <a:solidFill>
                <a:srgbClr val="000000"/>
              </a:solidFill>
              <a:ln w="349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FC8200D6-51FB-E0F7-D10A-926C7329C7B2}"/>
                  </a:ext>
                </a:extLst>
              </p:cNvPr>
              <p:cNvSpPr/>
              <p:nvPr/>
            </p:nvSpPr>
            <p:spPr>
              <a:xfrm>
                <a:off x="6362706" y="6195754"/>
                <a:ext cx="153095" cy="167216"/>
              </a:xfrm>
              <a:custGeom>
                <a:avLst/>
                <a:gdLst>
                  <a:gd name="connsiteX0" fmla="*/ 153204 w 153095"/>
                  <a:gd name="connsiteY0" fmla="*/ 85487 h 167216"/>
                  <a:gd name="connsiteX1" fmla="*/ 76831 w 153095"/>
                  <a:gd name="connsiteY1" fmla="*/ 107 h 167216"/>
                  <a:gd name="connsiteX2" fmla="*/ 109 w 153095"/>
                  <a:gd name="connsiteY2" fmla="*/ 85487 h 167216"/>
                  <a:gd name="connsiteX3" fmla="*/ 76482 w 153095"/>
                  <a:gd name="connsiteY3" fmla="*/ 167324 h 167216"/>
                  <a:gd name="connsiteX4" fmla="*/ 153204 w 153095"/>
                  <a:gd name="connsiteY4" fmla="*/ 85487 h 167216"/>
                  <a:gd name="connsiteX5" fmla="*/ 76482 w 153095"/>
                  <a:gd name="connsiteY5" fmla="*/ 144650 h 167216"/>
                  <a:gd name="connsiteX6" fmla="*/ 27310 w 153095"/>
                  <a:gd name="connsiteY6" fmla="*/ 81944 h 167216"/>
                  <a:gd name="connsiteX7" fmla="*/ 76482 w 153095"/>
                  <a:gd name="connsiteY7" fmla="*/ 21718 h 167216"/>
                  <a:gd name="connsiteX8" fmla="*/ 126003 w 153095"/>
                  <a:gd name="connsiteY8" fmla="*/ 81944 h 167216"/>
                  <a:gd name="connsiteX9" fmla="*/ 76482 w 153095"/>
                  <a:gd name="connsiteY9" fmla="*/ 144650 h 167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3095" h="167216">
                    <a:moveTo>
                      <a:pt x="153204" y="85487"/>
                    </a:moveTo>
                    <a:cubicBezTo>
                      <a:pt x="153204" y="38014"/>
                      <a:pt x="118330" y="107"/>
                      <a:pt x="76831" y="107"/>
                    </a:cubicBezTo>
                    <a:cubicBezTo>
                      <a:pt x="33936" y="107"/>
                      <a:pt x="109" y="39077"/>
                      <a:pt x="109" y="85487"/>
                    </a:cubicBezTo>
                    <a:cubicBezTo>
                      <a:pt x="109" y="132251"/>
                      <a:pt x="35680" y="167324"/>
                      <a:pt x="76482" y="167324"/>
                    </a:cubicBezTo>
                    <a:cubicBezTo>
                      <a:pt x="118330" y="167324"/>
                      <a:pt x="153204" y="131542"/>
                      <a:pt x="153204" y="85487"/>
                    </a:cubicBezTo>
                    <a:close/>
                    <a:moveTo>
                      <a:pt x="76482" y="144650"/>
                    </a:moveTo>
                    <a:cubicBezTo>
                      <a:pt x="52419" y="144650"/>
                      <a:pt x="27310" y="124811"/>
                      <a:pt x="27310" y="81944"/>
                    </a:cubicBezTo>
                    <a:cubicBezTo>
                      <a:pt x="27310" y="39077"/>
                      <a:pt x="53814" y="21718"/>
                      <a:pt x="76482" y="21718"/>
                    </a:cubicBezTo>
                    <a:cubicBezTo>
                      <a:pt x="100894" y="21718"/>
                      <a:pt x="126003" y="40140"/>
                      <a:pt x="126003" y="81944"/>
                    </a:cubicBezTo>
                    <a:cubicBezTo>
                      <a:pt x="126003" y="123748"/>
                      <a:pt x="102289" y="144650"/>
                      <a:pt x="76482" y="14465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49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106DEB1F-847A-9644-0DB0-79CFDDC49527}"/>
                  </a:ext>
                </a:extLst>
              </p:cNvPr>
              <p:cNvSpPr/>
              <p:nvPr/>
            </p:nvSpPr>
            <p:spPr>
              <a:xfrm>
                <a:off x="6521807" y="6201777"/>
                <a:ext cx="228073" cy="157296"/>
              </a:xfrm>
              <a:custGeom>
                <a:avLst/>
                <a:gdLst>
                  <a:gd name="connsiteX0" fmla="*/ 228187 w 228073"/>
                  <a:gd name="connsiteY0" fmla="*/ 107 h 157296"/>
                  <a:gd name="connsiteX1" fmla="*/ 202729 w 228073"/>
                  <a:gd name="connsiteY1" fmla="*/ 107 h 157296"/>
                  <a:gd name="connsiteX2" fmla="*/ 180410 w 228073"/>
                  <a:gd name="connsiteY2" fmla="*/ 75213 h 157296"/>
                  <a:gd name="connsiteX3" fmla="*/ 164368 w 228073"/>
                  <a:gd name="connsiteY3" fmla="*/ 138273 h 157296"/>
                  <a:gd name="connsiteX4" fmla="*/ 164020 w 228073"/>
                  <a:gd name="connsiteY4" fmla="*/ 138273 h 157296"/>
                  <a:gd name="connsiteX5" fmla="*/ 147978 w 228073"/>
                  <a:gd name="connsiteY5" fmla="*/ 75567 h 157296"/>
                  <a:gd name="connsiteX6" fmla="*/ 125310 w 228073"/>
                  <a:gd name="connsiteY6" fmla="*/ 107 h 157296"/>
                  <a:gd name="connsiteX7" fmla="*/ 100898 w 228073"/>
                  <a:gd name="connsiteY7" fmla="*/ 107 h 157296"/>
                  <a:gd name="connsiteX8" fmla="*/ 81020 w 228073"/>
                  <a:gd name="connsiteY8" fmla="*/ 66710 h 157296"/>
                  <a:gd name="connsiteX9" fmla="*/ 63932 w 228073"/>
                  <a:gd name="connsiteY9" fmla="*/ 137919 h 157296"/>
                  <a:gd name="connsiteX10" fmla="*/ 63584 w 228073"/>
                  <a:gd name="connsiteY10" fmla="*/ 137919 h 157296"/>
                  <a:gd name="connsiteX11" fmla="*/ 44752 w 228073"/>
                  <a:gd name="connsiteY11" fmla="*/ 61396 h 157296"/>
                  <a:gd name="connsiteX12" fmla="*/ 26618 w 228073"/>
                  <a:gd name="connsiteY12" fmla="*/ 107 h 157296"/>
                  <a:gd name="connsiteX13" fmla="*/ 114 w 228073"/>
                  <a:gd name="connsiteY13" fmla="*/ 107 h 157296"/>
                  <a:gd name="connsiteX14" fmla="*/ 47890 w 228073"/>
                  <a:gd name="connsiteY14" fmla="*/ 157404 h 157296"/>
                  <a:gd name="connsiteX15" fmla="*/ 75441 w 228073"/>
                  <a:gd name="connsiteY15" fmla="*/ 157404 h 157296"/>
                  <a:gd name="connsiteX16" fmla="*/ 97062 w 228073"/>
                  <a:gd name="connsiteY16" fmla="*/ 84424 h 157296"/>
                  <a:gd name="connsiteX17" fmla="*/ 112755 w 228073"/>
                  <a:gd name="connsiteY17" fmla="*/ 19947 h 157296"/>
                  <a:gd name="connsiteX18" fmla="*/ 113104 w 228073"/>
                  <a:gd name="connsiteY18" fmla="*/ 19947 h 157296"/>
                  <a:gd name="connsiteX19" fmla="*/ 124264 w 228073"/>
                  <a:gd name="connsiteY19" fmla="*/ 69545 h 157296"/>
                  <a:gd name="connsiteX20" fmla="*/ 149721 w 228073"/>
                  <a:gd name="connsiteY20" fmla="*/ 157404 h 157296"/>
                  <a:gd name="connsiteX21" fmla="*/ 180410 w 228073"/>
                  <a:gd name="connsiteY21" fmla="*/ 157404 h 157296"/>
                  <a:gd name="connsiteX22" fmla="*/ 228187 w 228073"/>
                  <a:gd name="connsiteY22" fmla="*/ 107 h 157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28073" h="157296">
                    <a:moveTo>
                      <a:pt x="228187" y="107"/>
                    </a:moveTo>
                    <a:lnTo>
                      <a:pt x="202729" y="107"/>
                    </a:lnTo>
                    <a:lnTo>
                      <a:pt x="180410" y="75213"/>
                    </a:lnTo>
                    <a:cubicBezTo>
                      <a:pt x="176574" y="87967"/>
                      <a:pt x="166112" y="123040"/>
                      <a:pt x="164368" y="138273"/>
                    </a:cubicBezTo>
                    <a:lnTo>
                      <a:pt x="164020" y="138273"/>
                    </a:lnTo>
                    <a:cubicBezTo>
                      <a:pt x="162625" y="127291"/>
                      <a:pt x="153906" y="95761"/>
                      <a:pt x="147978" y="75567"/>
                    </a:cubicBezTo>
                    <a:lnTo>
                      <a:pt x="125310" y="107"/>
                    </a:lnTo>
                    <a:lnTo>
                      <a:pt x="100898" y="107"/>
                    </a:lnTo>
                    <a:lnTo>
                      <a:pt x="81020" y="66710"/>
                    </a:lnTo>
                    <a:cubicBezTo>
                      <a:pt x="77184" y="79110"/>
                      <a:pt x="65327" y="119851"/>
                      <a:pt x="63932" y="137919"/>
                    </a:cubicBezTo>
                    <a:lnTo>
                      <a:pt x="63584" y="137919"/>
                    </a:lnTo>
                    <a:cubicBezTo>
                      <a:pt x="61840" y="120914"/>
                      <a:pt x="50332" y="80881"/>
                      <a:pt x="44752" y="61396"/>
                    </a:cubicBezTo>
                    <a:lnTo>
                      <a:pt x="26618" y="107"/>
                    </a:lnTo>
                    <a:lnTo>
                      <a:pt x="114" y="107"/>
                    </a:lnTo>
                    <a:lnTo>
                      <a:pt x="47890" y="157404"/>
                    </a:lnTo>
                    <a:lnTo>
                      <a:pt x="75441" y="157404"/>
                    </a:lnTo>
                    <a:cubicBezTo>
                      <a:pt x="77184" y="151736"/>
                      <a:pt x="89390" y="112057"/>
                      <a:pt x="97062" y="84424"/>
                    </a:cubicBezTo>
                    <a:cubicBezTo>
                      <a:pt x="101945" y="68128"/>
                      <a:pt x="111709" y="33055"/>
                      <a:pt x="112755" y="19947"/>
                    </a:cubicBezTo>
                    <a:lnTo>
                      <a:pt x="113104" y="19947"/>
                    </a:lnTo>
                    <a:cubicBezTo>
                      <a:pt x="113802" y="29866"/>
                      <a:pt x="119730" y="54311"/>
                      <a:pt x="124264" y="69545"/>
                    </a:cubicBezTo>
                    <a:lnTo>
                      <a:pt x="149721" y="157404"/>
                    </a:lnTo>
                    <a:lnTo>
                      <a:pt x="180410" y="157404"/>
                    </a:lnTo>
                    <a:lnTo>
                      <a:pt x="228187" y="107"/>
                    </a:lnTo>
                    <a:close/>
                  </a:path>
                </a:pathLst>
              </a:custGeom>
              <a:solidFill>
                <a:srgbClr val="000000"/>
              </a:solidFill>
              <a:ln w="349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F5E21DEE-F7B2-E05F-6B6E-E3C73CB9F8DC}"/>
                  </a:ext>
                </a:extLst>
              </p:cNvPr>
              <p:cNvSpPr/>
              <p:nvPr/>
            </p:nvSpPr>
            <p:spPr>
              <a:xfrm>
                <a:off x="6764994" y="6195754"/>
                <a:ext cx="115780" cy="167216"/>
              </a:xfrm>
              <a:custGeom>
                <a:avLst/>
                <a:gdLst>
                  <a:gd name="connsiteX0" fmla="*/ 109972 w 115780"/>
                  <a:gd name="connsiteY0" fmla="*/ 11444 h 167216"/>
                  <a:gd name="connsiteX1" fmla="*/ 59754 w 115780"/>
                  <a:gd name="connsiteY1" fmla="*/ 107 h 167216"/>
                  <a:gd name="connsiteX2" fmla="*/ 1864 w 115780"/>
                  <a:gd name="connsiteY2" fmla="*/ 46517 h 167216"/>
                  <a:gd name="connsiteX3" fmla="*/ 20696 w 115780"/>
                  <a:gd name="connsiteY3" fmla="*/ 81944 h 167216"/>
                  <a:gd name="connsiteX4" fmla="*/ 58359 w 115780"/>
                  <a:gd name="connsiteY4" fmla="*/ 95052 h 167216"/>
                  <a:gd name="connsiteX5" fmla="*/ 91141 w 115780"/>
                  <a:gd name="connsiteY5" fmla="*/ 120560 h 167216"/>
                  <a:gd name="connsiteX6" fmla="*/ 58359 w 115780"/>
                  <a:gd name="connsiteY6" fmla="*/ 145004 h 167216"/>
                  <a:gd name="connsiteX7" fmla="*/ 4305 w 115780"/>
                  <a:gd name="connsiteY7" fmla="*/ 127645 h 167216"/>
                  <a:gd name="connsiteX8" fmla="*/ 120 w 115780"/>
                  <a:gd name="connsiteY8" fmla="*/ 151736 h 167216"/>
                  <a:gd name="connsiteX9" fmla="*/ 58708 w 115780"/>
                  <a:gd name="connsiteY9" fmla="*/ 167324 h 167216"/>
                  <a:gd name="connsiteX10" fmla="*/ 99161 w 115780"/>
                  <a:gd name="connsiteY10" fmla="*/ 155987 h 167216"/>
                  <a:gd name="connsiteX11" fmla="*/ 115901 w 115780"/>
                  <a:gd name="connsiteY11" fmla="*/ 118080 h 167216"/>
                  <a:gd name="connsiteX12" fmla="*/ 102300 w 115780"/>
                  <a:gd name="connsiteY12" fmla="*/ 85487 h 167216"/>
                  <a:gd name="connsiteX13" fmla="*/ 61847 w 115780"/>
                  <a:gd name="connsiteY13" fmla="*/ 67773 h 167216"/>
                  <a:gd name="connsiteX14" fmla="*/ 26624 w 115780"/>
                  <a:gd name="connsiteY14" fmla="*/ 42974 h 167216"/>
                  <a:gd name="connsiteX15" fmla="*/ 56267 w 115780"/>
                  <a:gd name="connsiteY15" fmla="*/ 21009 h 167216"/>
                  <a:gd name="connsiteX16" fmla="*/ 105787 w 115780"/>
                  <a:gd name="connsiteY16" fmla="*/ 34472 h 167216"/>
                  <a:gd name="connsiteX17" fmla="*/ 109972 w 115780"/>
                  <a:gd name="connsiteY17" fmla="*/ 11444 h 167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5780" h="167216">
                    <a:moveTo>
                      <a:pt x="109972" y="11444"/>
                    </a:moveTo>
                    <a:cubicBezTo>
                      <a:pt x="91838" y="2942"/>
                      <a:pt x="77540" y="107"/>
                      <a:pt x="59754" y="107"/>
                    </a:cubicBezTo>
                    <a:cubicBezTo>
                      <a:pt x="51036" y="107"/>
                      <a:pt x="1864" y="107"/>
                      <a:pt x="1864" y="46517"/>
                    </a:cubicBezTo>
                    <a:cubicBezTo>
                      <a:pt x="1864" y="63876"/>
                      <a:pt x="11977" y="75213"/>
                      <a:pt x="20696" y="81944"/>
                    </a:cubicBezTo>
                    <a:cubicBezTo>
                      <a:pt x="31507" y="89738"/>
                      <a:pt x="39179" y="91155"/>
                      <a:pt x="58359" y="95052"/>
                    </a:cubicBezTo>
                    <a:cubicBezTo>
                      <a:pt x="70914" y="97532"/>
                      <a:pt x="91141" y="101783"/>
                      <a:pt x="91141" y="120560"/>
                    </a:cubicBezTo>
                    <a:cubicBezTo>
                      <a:pt x="91141" y="145004"/>
                      <a:pt x="63590" y="145004"/>
                      <a:pt x="58359" y="145004"/>
                    </a:cubicBezTo>
                    <a:cubicBezTo>
                      <a:pt x="30112" y="145004"/>
                      <a:pt x="10582" y="131896"/>
                      <a:pt x="4305" y="127645"/>
                    </a:cubicBezTo>
                    <a:lnTo>
                      <a:pt x="120" y="151736"/>
                    </a:lnTo>
                    <a:cubicBezTo>
                      <a:pt x="11280" y="157404"/>
                      <a:pt x="30460" y="167324"/>
                      <a:pt x="58708" y="167324"/>
                    </a:cubicBezTo>
                    <a:cubicBezTo>
                      <a:pt x="64985" y="167324"/>
                      <a:pt x="84166" y="167324"/>
                      <a:pt x="99161" y="155987"/>
                    </a:cubicBezTo>
                    <a:cubicBezTo>
                      <a:pt x="109972" y="147484"/>
                      <a:pt x="115901" y="133313"/>
                      <a:pt x="115901" y="118080"/>
                    </a:cubicBezTo>
                    <a:cubicBezTo>
                      <a:pt x="115901" y="98595"/>
                      <a:pt x="102998" y="86550"/>
                      <a:pt x="102300" y="85487"/>
                    </a:cubicBezTo>
                    <a:cubicBezTo>
                      <a:pt x="88699" y="73087"/>
                      <a:pt x="79283" y="70962"/>
                      <a:pt x="61847" y="67773"/>
                    </a:cubicBezTo>
                    <a:cubicBezTo>
                      <a:pt x="42666" y="63876"/>
                      <a:pt x="26624" y="60334"/>
                      <a:pt x="26624" y="42974"/>
                    </a:cubicBezTo>
                    <a:cubicBezTo>
                      <a:pt x="26624" y="21009"/>
                      <a:pt x="51733" y="21009"/>
                      <a:pt x="56267" y="21009"/>
                    </a:cubicBezTo>
                    <a:cubicBezTo>
                      <a:pt x="67426" y="21009"/>
                      <a:pt x="85909" y="22426"/>
                      <a:pt x="105787" y="34472"/>
                    </a:cubicBezTo>
                    <a:lnTo>
                      <a:pt x="109972" y="11444"/>
                    </a:lnTo>
                    <a:close/>
                  </a:path>
                </a:pathLst>
              </a:custGeom>
              <a:solidFill>
                <a:srgbClr val="000000"/>
              </a:solidFill>
              <a:ln w="349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8DBF7479-DE85-7D36-DEF4-5FDB59A8CAED}"/>
                  </a:ext>
                </a:extLst>
              </p:cNvPr>
              <p:cNvSpPr/>
              <p:nvPr/>
            </p:nvSpPr>
            <p:spPr>
              <a:xfrm>
                <a:off x="5509627" y="4906545"/>
                <a:ext cx="208658" cy="354210"/>
              </a:xfrm>
              <a:custGeom>
                <a:avLst/>
                <a:gdLst>
                  <a:gd name="connsiteX0" fmla="*/ 208659 w 208658"/>
                  <a:gd name="connsiteY0" fmla="*/ 0 h 354210"/>
                  <a:gd name="connsiteX1" fmla="*/ 0 w 208658"/>
                  <a:gd name="connsiteY1" fmla="*/ 354210 h 354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8658" h="354210">
                    <a:moveTo>
                      <a:pt x="208659" y="0"/>
                    </a:moveTo>
                    <a:lnTo>
                      <a:pt x="0" y="354210"/>
                    </a:lnTo>
                  </a:path>
                </a:pathLst>
              </a:custGeom>
              <a:noFill/>
              <a:ln w="1391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CDDF1707-357D-76BC-F4CE-92BB0DD04869}"/>
                  </a:ext>
                </a:extLst>
              </p:cNvPr>
              <p:cNvSpPr/>
              <p:nvPr/>
            </p:nvSpPr>
            <p:spPr>
              <a:xfrm>
                <a:off x="5718286" y="4906545"/>
                <a:ext cx="208795" cy="354210"/>
              </a:xfrm>
              <a:custGeom>
                <a:avLst/>
                <a:gdLst>
                  <a:gd name="connsiteX0" fmla="*/ 0 w 208795"/>
                  <a:gd name="connsiteY0" fmla="*/ 0 h 354210"/>
                  <a:gd name="connsiteX1" fmla="*/ 208796 w 208795"/>
                  <a:gd name="connsiteY1" fmla="*/ 354210 h 354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8795" h="354210">
                    <a:moveTo>
                      <a:pt x="0" y="0"/>
                    </a:moveTo>
                    <a:lnTo>
                      <a:pt x="208796" y="354210"/>
                    </a:lnTo>
                  </a:path>
                </a:pathLst>
              </a:custGeom>
              <a:noFill/>
              <a:ln w="1391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EC388842-02C8-9C05-A0F9-D3EB715FE34D}"/>
                  </a:ext>
                </a:extLst>
              </p:cNvPr>
              <p:cNvSpPr/>
              <p:nvPr/>
            </p:nvSpPr>
            <p:spPr>
              <a:xfrm>
                <a:off x="5449464" y="5700117"/>
                <a:ext cx="477618" cy="354209"/>
              </a:xfrm>
              <a:custGeom>
                <a:avLst/>
                <a:gdLst>
                  <a:gd name="connsiteX0" fmla="*/ 477618 w 477618"/>
                  <a:gd name="connsiteY0" fmla="*/ 0 h 354209"/>
                  <a:gd name="connsiteX1" fmla="*/ 0 w 477618"/>
                  <a:gd name="connsiteY1" fmla="*/ 354210 h 354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77618" h="354209">
                    <a:moveTo>
                      <a:pt x="477618" y="0"/>
                    </a:moveTo>
                    <a:lnTo>
                      <a:pt x="0" y="354210"/>
                    </a:lnTo>
                  </a:path>
                </a:pathLst>
              </a:custGeom>
              <a:noFill/>
              <a:ln w="1391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13046441-D33F-90C0-81DA-0213CE2C5B1B}"/>
                  </a:ext>
                </a:extLst>
              </p:cNvPr>
              <p:cNvSpPr/>
              <p:nvPr/>
            </p:nvSpPr>
            <p:spPr>
              <a:xfrm>
                <a:off x="5927082" y="5700117"/>
                <a:ext cx="477479" cy="354209"/>
              </a:xfrm>
              <a:custGeom>
                <a:avLst/>
                <a:gdLst>
                  <a:gd name="connsiteX0" fmla="*/ 0 w 477479"/>
                  <a:gd name="connsiteY0" fmla="*/ 0 h 354209"/>
                  <a:gd name="connsiteX1" fmla="*/ 477480 w 477479"/>
                  <a:gd name="connsiteY1" fmla="*/ 354210 h 354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77479" h="354209">
                    <a:moveTo>
                      <a:pt x="0" y="0"/>
                    </a:moveTo>
                    <a:lnTo>
                      <a:pt x="477480" y="354210"/>
                    </a:lnTo>
                  </a:path>
                </a:pathLst>
              </a:custGeom>
              <a:noFill/>
              <a:ln w="1391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CA">
                  <a:latin typeface="Nunito" pitchFamily="2" charset="0"/>
                </a:endParaRPr>
              </a:p>
            </p:txBody>
          </p:sp>
        </p:grpSp>
      </p:grpSp>
      <p:grpSp>
        <p:nvGrpSpPr>
          <p:cNvPr id="105" name="Group 104" descr="\documentclass{article}&#10;\usepackage{amsmath,bm,amssymb}&#10;\pagestyle{empty}&#10;\begin{document}&#10;&#10;\newcommand{\score}{\textrm{score}}&#10;\newcommand{\classify}{\textrm{classify}}&#10;\newcommand{\bx}{\mathbf{x}}&#10;&#10;\begin{align*}&#10;f_{\ell,r}:&#10;\end{align*}&#10;&#10;&#10;\end{document}" title="IguanaTex Vector Display">
            <a:extLst>
              <a:ext uri="{FF2B5EF4-FFF2-40B4-BE49-F238E27FC236}">
                <a16:creationId xmlns:a16="http://schemas.microsoft.com/office/drawing/2014/main" id="{E335F0AC-7DC4-6FF0-3BA0-883C44526D2F}"/>
              </a:ext>
            </a:extLst>
          </p:cNvPr>
          <p:cNvGrpSpPr>
            <a:grpSpLocks noChangeAspect="1"/>
          </p:cNvGrpSpPr>
          <p:nvPr/>
        </p:nvGrpSpPr>
        <p:grpSpPr>
          <a:xfrm>
            <a:off x="1195804" y="3612028"/>
            <a:ext cx="656389" cy="341994"/>
            <a:chOff x="10217169" y="5232506"/>
            <a:chExt cx="656389" cy="341994"/>
          </a:xfrm>
        </p:grpSpPr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A4F557C3-CE7B-430C-EF51-0F9E1C076057}"/>
                </a:ext>
              </a:extLst>
            </p:cNvPr>
            <p:cNvSpPr/>
            <p:nvPr/>
          </p:nvSpPr>
          <p:spPr>
            <a:xfrm>
              <a:off x="10217169" y="5232506"/>
              <a:ext cx="170467" cy="314327"/>
            </a:xfrm>
            <a:custGeom>
              <a:avLst/>
              <a:gdLst>
                <a:gd name="connsiteX0" fmla="*/ 107492 w 170467"/>
                <a:gd name="connsiteY0" fmla="*/ 105436 h 314327"/>
                <a:gd name="connsiteX1" fmla="*/ 136871 w 170467"/>
                <a:gd name="connsiteY1" fmla="*/ 105436 h 314327"/>
                <a:gd name="connsiteX2" fmla="*/ 147119 w 170467"/>
                <a:gd name="connsiteY2" fmla="*/ 98528 h 314327"/>
                <a:gd name="connsiteX3" fmla="*/ 137896 w 170467"/>
                <a:gd name="connsiteY3" fmla="*/ 94728 h 314327"/>
                <a:gd name="connsiteX4" fmla="*/ 109541 w 170467"/>
                <a:gd name="connsiteY4" fmla="*/ 94728 h 314327"/>
                <a:gd name="connsiteX5" fmla="*/ 116715 w 170467"/>
                <a:gd name="connsiteY5" fmla="*/ 55351 h 314327"/>
                <a:gd name="connsiteX6" fmla="*/ 124914 w 170467"/>
                <a:gd name="connsiteY6" fmla="*/ 19428 h 314327"/>
                <a:gd name="connsiteX7" fmla="*/ 140970 w 170467"/>
                <a:gd name="connsiteY7" fmla="*/ 7684 h 314327"/>
                <a:gd name="connsiteX8" fmla="*/ 157710 w 170467"/>
                <a:gd name="connsiteY8" fmla="*/ 13901 h 314327"/>
                <a:gd name="connsiteX9" fmla="*/ 139262 w 170467"/>
                <a:gd name="connsiteY9" fmla="*/ 32554 h 314327"/>
                <a:gd name="connsiteX10" fmla="*/ 151902 w 170467"/>
                <a:gd name="connsiteY10" fmla="*/ 44643 h 314327"/>
                <a:gd name="connsiteX11" fmla="*/ 170691 w 170467"/>
                <a:gd name="connsiteY11" fmla="*/ 23918 h 314327"/>
                <a:gd name="connsiteX12" fmla="*/ 140970 w 170467"/>
                <a:gd name="connsiteY12" fmla="*/ 85 h 314327"/>
                <a:gd name="connsiteX13" fmla="*/ 97585 w 170467"/>
                <a:gd name="connsiteY13" fmla="*/ 40498 h 314327"/>
                <a:gd name="connsiteX14" fmla="*/ 86311 w 170467"/>
                <a:gd name="connsiteY14" fmla="*/ 94728 h 314327"/>
                <a:gd name="connsiteX15" fmla="*/ 62740 w 170467"/>
                <a:gd name="connsiteY15" fmla="*/ 94728 h 314327"/>
                <a:gd name="connsiteX16" fmla="*/ 52491 w 170467"/>
                <a:gd name="connsiteY16" fmla="*/ 101291 h 314327"/>
                <a:gd name="connsiteX17" fmla="*/ 62056 w 170467"/>
                <a:gd name="connsiteY17" fmla="*/ 105436 h 314327"/>
                <a:gd name="connsiteX18" fmla="*/ 84603 w 170467"/>
                <a:gd name="connsiteY18" fmla="*/ 105436 h 314327"/>
                <a:gd name="connsiteX19" fmla="*/ 58982 w 170467"/>
                <a:gd name="connsiteY19" fmla="*/ 241875 h 314327"/>
                <a:gd name="connsiteX20" fmla="*/ 29261 w 170467"/>
                <a:gd name="connsiteY20" fmla="*/ 306813 h 314327"/>
                <a:gd name="connsiteX21" fmla="*/ 12863 w 170467"/>
                <a:gd name="connsiteY21" fmla="*/ 300595 h 314327"/>
                <a:gd name="connsiteX22" fmla="*/ 31652 w 170467"/>
                <a:gd name="connsiteY22" fmla="*/ 281943 h 314327"/>
                <a:gd name="connsiteX23" fmla="*/ 19012 w 170467"/>
                <a:gd name="connsiteY23" fmla="*/ 269854 h 314327"/>
                <a:gd name="connsiteX24" fmla="*/ 223 w 170467"/>
                <a:gd name="connsiteY24" fmla="*/ 290578 h 314327"/>
                <a:gd name="connsiteX25" fmla="*/ 29261 w 170467"/>
                <a:gd name="connsiteY25" fmla="*/ 314412 h 314327"/>
                <a:gd name="connsiteX26" fmla="*/ 67864 w 170467"/>
                <a:gd name="connsiteY26" fmla="*/ 280907 h 314327"/>
                <a:gd name="connsiteX27" fmla="*/ 86995 w 170467"/>
                <a:gd name="connsiteY27" fmla="*/ 214933 h 314327"/>
                <a:gd name="connsiteX28" fmla="*/ 107492 w 170467"/>
                <a:gd name="connsiteY28" fmla="*/ 105436 h 31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0467" h="314327">
                  <a:moveTo>
                    <a:pt x="107492" y="105436"/>
                  </a:moveTo>
                  <a:lnTo>
                    <a:pt x="136871" y="105436"/>
                  </a:lnTo>
                  <a:cubicBezTo>
                    <a:pt x="143703" y="105436"/>
                    <a:pt x="147119" y="105436"/>
                    <a:pt x="147119" y="98528"/>
                  </a:cubicBezTo>
                  <a:cubicBezTo>
                    <a:pt x="147119" y="94728"/>
                    <a:pt x="143703" y="94728"/>
                    <a:pt x="137896" y="94728"/>
                  </a:cubicBezTo>
                  <a:lnTo>
                    <a:pt x="109541" y="94728"/>
                  </a:lnTo>
                  <a:lnTo>
                    <a:pt x="116715" y="55351"/>
                  </a:lnTo>
                  <a:cubicBezTo>
                    <a:pt x="118082" y="48097"/>
                    <a:pt x="122865" y="23573"/>
                    <a:pt x="124914" y="19428"/>
                  </a:cubicBezTo>
                  <a:cubicBezTo>
                    <a:pt x="127989" y="12865"/>
                    <a:pt x="133796" y="7684"/>
                    <a:pt x="140970" y="7684"/>
                  </a:cubicBezTo>
                  <a:cubicBezTo>
                    <a:pt x="142337" y="7684"/>
                    <a:pt x="151219" y="7684"/>
                    <a:pt x="157710" y="13901"/>
                  </a:cubicBezTo>
                  <a:cubicBezTo>
                    <a:pt x="142678" y="15283"/>
                    <a:pt x="139262" y="27372"/>
                    <a:pt x="139262" y="32554"/>
                  </a:cubicBezTo>
                  <a:cubicBezTo>
                    <a:pt x="139262" y="40498"/>
                    <a:pt x="145411" y="44643"/>
                    <a:pt x="151902" y="44643"/>
                  </a:cubicBezTo>
                  <a:cubicBezTo>
                    <a:pt x="160784" y="44643"/>
                    <a:pt x="170691" y="37044"/>
                    <a:pt x="170691" y="23918"/>
                  </a:cubicBezTo>
                  <a:cubicBezTo>
                    <a:pt x="170691" y="8029"/>
                    <a:pt x="154977" y="85"/>
                    <a:pt x="140970" y="85"/>
                  </a:cubicBezTo>
                  <a:cubicBezTo>
                    <a:pt x="129355" y="85"/>
                    <a:pt x="107833" y="6302"/>
                    <a:pt x="97585" y="40498"/>
                  </a:cubicBezTo>
                  <a:cubicBezTo>
                    <a:pt x="95535" y="47752"/>
                    <a:pt x="94510" y="51206"/>
                    <a:pt x="86311" y="94728"/>
                  </a:cubicBezTo>
                  <a:lnTo>
                    <a:pt x="62740" y="94728"/>
                  </a:lnTo>
                  <a:cubicBezTo>
                    <a:pt x="56249" y="94728"/>
                    <a:pt x="52491" y="94728"/>
                    <a:pt x="52491" y="101291"/>
                  </a:cubicBezTo>
                  <a:cubicBezTo>
                    <a:pt x="52491" y="105436"/>
                    <a:pt x="55566" y="105436"/>
                    <a:pt x="62056" y="105436"/>
                  </a:cubicBezTo>
                  <a:lnTo>
                    <a:pt x="84603" y="105436"/>
                  </a:lnTo>
                  <a:lnTo>
                    <a:pt x="58982" y="241875"/>
                  </a:lnTo>
                  <a:cubicBezTo>
                    <a:pt x="52833" y="275380"/>
                    <a:pt x="47025" y="306813"/>
                    <a:pt x="29261" y="306813"/>
                  </a:cubicBezTo>
                  <a:cubicBezTo>
                    <a:pt x="27894" y="306813"/>
                    <a:pt x="19354" y="306813"/>
                    <a:pt x="12863" y="300595"/>
                  </a:cubicBezTo>
                  <a:cubicBezTo>
                    <a:pt x="28578" y="299559"/>
                    <a:pt x="31652" y="287124"/>
                    <a:pt x="31652" y="281943"/>
                  </a:cubicBezTo>
                  <a:cubicBezTo>
                    <a:pt x="31652" y="273999"/>
                    <a:pt x="25503" y="269854"/>
                    <a:pt x="19012" y="269854"/>
                  </a:cubicBezTo>
                  <a:cubicBezTo>
                    <a:pt x="10130" y="269854"/>
                    <a:pt x="223" y="277453"/>
                    <a:pt x="223" y="290578"/>
                  </a:cubicBezTo>
                  <a:cubicBezTo>
                    <a:pt x="223" y="306122"/>
                    <a:pt x="15255" y="314412"/>
                    <a:pt x="29261" y="314412"/>
                  </a:cubicBezTo>
                  <a:cubicBezTo>
                    <a:pt x="48050" y="314412"/>
                    <a:pt x="61715" y="294033"/>
                    <a:pt x="67864" y="280907"/>
                  </a:cubicBezTo>
                  <a:cubicBezTo>
                    <a:pt x="78796" y="259146"/>
                    <a:pt x="86653" y="217351"/>
                    <a:pt x="86995" y="214933"/>
                  </a:cubicBezTo>
                  <a:lnTo>
                    <a:pt x="107492" y="105436"/>
                  </a:lnTo>
                  <a:close/>
                </a:path>
              </a:pathLst>
            </a:custGeom>
            <a:solidFill>
              <a:srgbClr val="000000"/>
            </a:solidFill>
            <a:ln w="3401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4446EAF7-BF27-85B9-EBBC-9F1BC8445B79}"/>
                </a:ext>
              </a:extLst>
            </p:cNvPr>
            <p:cNvSpPr/>
            <p:nvPr/>
          </p:nvSpPr>
          <p:spPr>
            <a:xfrm>
              <a:off x="10371815" y="5357615"/>
              <a:ext cx="99479" cy="173121"/>
            </a:xfrm>
            <a:custGeom>
              <a:avLst/>
              <a:gdLst>
                <a:gd name="connsiteX0" fmla="*/ 23185 w 99479"/>
                <a:gd name="connsiteY0" fmla="*/ 137181 h 173121"/>
                <a:gd name="connsiteX1" fmla="*/ 53794 w 99479"/>
                <a:gd name="connsiteY1" fmla="*/ 173208 h 173121"/>
                <a:gd name="connsiteX2" fmla="*/ 78664 w 99479"/>
                <a:gd name="connsiteY2" fmla="*/ 164504 h 173121"/>
                <a:gd name="connsiteX3" fmla="*/ 95164 w 99479"/>
                <a:gd name="connsiteY3" fmla="*/ 150238 h 173121"/>
                <a:gd name="connsiteX4" fmla="*/ 91338 w 99479"/>
                <a:gd name="connsiteY4" fmla="*/ 145644 h 173121"/>
                <a:gd name="connsiteX5" fmla="*/ 86077 w 99479"/>
                <a:gd name="connsiteY5" fmla="*/ 149271 h 173121"/>
                <a:gd name="connsiteX6" fmla="*/ 54033 w 99479"/>
                <a:gd name="connsiteY6" fmla="*/ 166438 h 173121"/>
                <a:gd name="connsiteX7" fmla="*/ 37772 w 99479"/>
                <a:gd name="connsiteY7" fmla="*/ 133554 h 173121"/>
                <a:gd name="connsiteX8" fmla="*/ 38250 w 99479"/>
                <a:gd name="connsiteY8" fmla="*/ 125334 h 173121"/>
                <a:gd name="connsiteX9" fmla="*/ 41359 w 99479"/>
                <a:gd name="connsiteY9" fmla="*/ 119772 h 173121"/>
                <a:gd name="connsiteX10" fmla="*/ 99708 w 99479"/>
                <a:gd name="connsiteY10" fmla="*/ 21122 h 173121"/>
                <a:gd name="connsiteX11" fmla="*/ 83925 w 99479"/>
                <a:gd name="connsiteY11" fmla="*/ 86 h 173121"/>
                <a:gd name="connsiteX12" fmla="*/ 44229 w 99479"/>
                <a:gd name="connsiteY12" fmla="*/ 38531 h 173121"/>
                <a:gd name="connsiteX13" fmla="*/ 25576 w 99479"/>
                <a:gd name="connsiteY13" fmla="*/ 90999 h 173121"/>
                <a:gd name="connsiteX14" fmla="*/ 21989 w 99479"/>
                <a:gd name="connsiteY14" fmla="*/ 127510 h 173121"/>
                <a:gd name="connsiteX15" fmla="*/ 4293 w 99479"/>
                <a:gd name="connsiteY15" fmla="*/ 143468 h 173121"/>
                <a:gd name="connsiteX16" fmla="*/ 228 w 99479"/>
                <a:gd name="connsiteY16" fmla="*/ 148545 h 173121"/>
                <a:gd name="connsiteX17" fmla="*/ 4293 w 99479"/>
                <a:gd name="connsiteY17" fmla="*/ 152898 h 173121"/>
                <a:gd name="connsiteX18" fmla="*/ 14098 w 99479"/>
                <a:gd name="connsiteY18" fmla="*/ 145160 h 173121"/>
                <a:gd name="connsiteX19" fmla="*/ 23185 w 99479"/>
                <a:gd name="connsiteY19" fmla="*/ 137181 h 173121"/>
                <a:gd name="connsiteX20" fmla="*/ 40403 w 99479"/>
                <a:gd name="connsiteY20" fmla="*/ 109617 h 173121"/>
                <a:gd name="connsiteX21" fmla="*/ 83686 w 99479"/>
                <a:gd name="connsiteY21" fmla="*/ 6856 h 173121"/>
                <a:gd name="connsiteX22" fmla="*/ 92055 w 99479"/>
                <a:gd name="connsiteY22" fmla="*/ 19429 h 173121"/>
                <a:gd name="connsiteX23" fmla="*/ 71490 w 99479"/>
                <a:gd name="connsiteY23" fmla="*/ 73590 h 173121"/>
                <a:gd name="connsiteX24" fmla="*/ 40403 w 99479"/>
                <a:gd name="connsiteY24" fmla="*/ 109617 h 173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479" h="173121">
                  <a:moveTo>
                    <a:pt x="23185" y="137181"/>
                  </a:moveTo>
                  <a:cubicBezTo>
                    <a:pt x="25576" y="152898"/>
                    <a:pt x="33468" y="173208"/>
                    <a:pt x="53794" y="173208"/>
                  </a:cubicBezTo>
                  <a:cubicBezTo>
                    <a:pt x="61446" y="173208"/>
                    <a:pt x="70055" y="170065"/>
                    <a:pt x="78664" y="164504"/>
                  </a:cubicBezTo>
                  <a:cubicBezTo>
                    <a:pt x="82729" y="162086"/>
                    <a:pt x="95164" y="153139"/>
                    <a:pt x="95164" y="150238"/>
                  </a:cubicBezTo>
                  <a:cubicBezTo>
                    <a:pt x="95164" y="148787"/>
                    <a:pt x="93490" y="145644"/>
                    <a:pt x="91338" y="145644"/>
                  </a:cubicBezTo>
                  <a:cubicBezTo>
                    <a:pt x="90142" y="145644"/>
                    <a:pt x="89664" y="145644"/>
                    <a:pt x="86077" y="149271"/>
                  </a:cubicBezTo>
                  <a:cubicBezTo>
                    <a:pt x="75794" y="158459"/>
                    <a:pt x="64794" y="166438"/>
                    <a:pt x="54033" y="166438"/>
                  </a:cubicBezTo>
                  <a:cubicBezTo>
                    <a:pt x="37772" y="166438"/>
                    <a:pt x="37772" y="138148"/>
                    <a:pt x="37772" y="133554"/>
                  </a:cubicBezTo>
                  <a:cubicBezTo>
                    <a:pt x="37772" y="130411"/>
                    <a:pt x="37772" y="129928"/>
                    <a:pt x="38250" y="125334"/>
                  </a:cubicBezTo>
                  <a:cubicBezTo>
                    <a:pt x="38490" y="122916"/>
                    <a:pt x="38490" y="122432"/>
                    <a:pt x="41359" y="119772"/>
                  </a:cubicBezTo>
                  <a:cubicBezTo>
                    <a:pt x="54511" y="107199"/>
                    <a:pt x="99708" y="63193"/>
                    <a:pt x="99708" y="21122"/>
                  </a:cubicBezTo>
                  <a:cubicBezTo>
                    <a:pt x="99708" y="17495"/>
                    <a:pt x="99708" y="86"/>
                    <a:pt x="83925" y="86"/>
                  </a:cubicBezTo>
                  <a:cubicBezTo>
                    <a:pt x="64077" y="86"/>
                    <a:pt x="48055" y="31277"/>
                    <a:pt x="44229" y="38531"/>
                  </a:cubicBezTo>
                  <a:cubicBezTo>
                    <a:pt x="33707" y="59083"/>
                    <a:pt x="28207" y="78910"/>
                    <a:pt x="25576" y="90999"/>
                  </a:cubicBezTo>
                  <a:cubicBezTo>
                    <a:pt x="21989" y="107199"/>
                    <a:pt x="21989" y="115662"/>
                    <a:pt x="21989" y="127510"/>
                  </a:cubicBezTo>
                  <a:cubicBezTo>
                    <a:pt x="20315" y="129202"/>
                    <a:pt x="6685" y="141533"/>
                    <a:pt x="4293" y="143468"/>
                  </a:cubicBezTo>
                  <a:cubicBezTo>
                    <a:pt x="467" y="146853"/>
                    <a:pt x="228" y="147095"/>
                    <a:pt x="228" y="148545"/>
                  </a:cubicBezTo>
                  <a:cubicBezTo>
                    <a:pt x="228" y="150238"/>
                    <a:pt x="2380" y="152898"/>
                    <a:pt x="4293" y="152898"/>
                  </a:cubicBezTo>
                  <a:cubicBezTo>
                    <a:pt x="5967" y="152898"/>
                    <a:pt x="12424" y="146853"/>
                    <a:pt x="14098" y="145160"/>
                  </a:cubicBezTo>
                  <a:lnTo>
                    <a:pt x="23185" y="137181"/>
                  </a:lnTo>
                  <a:close/>
                  <a:moveTo>
                    <a:pt x="40403" y="109617"/>
                  </a:moveTo>
                  <a:cubicBezTo>
                    <a:pt x="44707" y="84955"/>
                    <a:pt x="63599" y="6856"/>
                    <a:pt x="83686" y="6856"/>
                  </a:cubicBezTo>
                  <a:cubicBezTo>
                    <a:pt x="89186" y="6856"/>
                    <a:pt x="92055" y="10725"/>
                    <a:pt x="92055" y="19429"/>
                  </a:cubicBezTo>
                  <a:cubicBezTo>
                    <a:pt x="92055" y="22331"/>
                    <a:pt x="92055" y="43850"/>
                    <a:pt x="71490" y="73590"/>
                  </a:cubicBezTo>
                  <a:cubicBezTo>
                    <a:pt x="59294" y="90999"/>
                    <a:pt x="46142" y="104056"/>
                    <a:pt x="40403" y="109617"/>
                  </a:cubicBezTo>
                  <a:close/>
                </a:path>
              </a:pathLst>
            </a:custGeom>
            <a:solidFill>
              <a:srgbClr val="000000"/>
            </a:solidFill>
            <a:ln w="3401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7C561708-B517-FBB0-8665-3385128F6FF0}"/>
                </a:ext>
              </a:extLst>
            </p:cNvPr>
            <p:cNvSpPr/>
            <p:nvPr/>
          </p:nvSpPr>
          <p:spPr>
            <a:xfrm>
              <a:off x="10507446" y="5500029"/>
              <a:ext cx="30369" cy="74471"/>
            </a:xfrm>
            <a:custGeom>
              <a:avLst/>
              <a:gdLst>
                <a:gd name="connsiteX0" fmla="*/ 23906 w 30369"/>
                <a:gd name="connsiteY0" fmla="*/ 24023 h 74471"/>
                <a:gd name="connsiteX1" fmla="*/ 5253 w 30369"/>
                <a:gd name="connsiteY1" fmla="*/ 68271 h 74471"/>
                <a:gd name="connsiteX2" fmla="*/ 3579 w 30369"/>
                <a:gd name="connsiteY2" fmla="*/ 71173 h 74471"/>
                <a:gd name="connsiteX3" fmla="*/ 6927 w 30369"/>
                <a:gd name="connsiteY3" fmla="*/ 74558 h 74471"/>
                <a:gd name="connsiteX4" fmla="*/ 30602 w 30369"/>
                <a:gd name="connsiteY4" fmla="*/ 26441 h 74471"/>
                <a:gd name="connsiteX5" fmla="*/ 13862 w 30369"/>
                <a:gd name="connsiteY5" fmla="*/ 86 h 74471"/>
                <a:gd name="connsiteX6" fmla="*/ 232 w 30369"/>
                <a:gd name="connsiteY6" fmla="*/ 13868 h 74471"/>
                <a:gd name="connsiteX7" fmla="*/ 14101 w 30369"/>
                <a:gd name="connsiteY7" fmla="*/ 27892 h 74471"/>
                <a:gd name="connsiteX8" fmla="*/ 23906 w 30369"/>
                <a:gd name="connsiteY8" fmla="*/ 24023 h 7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369" h="74471">
                  <a:moveTo>
                    <a:pt x="23906" y="24023"/>
                  </a:moveTo>
                  <a:cubicBezTo>
                    <a:pt x="23906" y="37322"/>
                    <a:pt x="21514" y="52796"/>
                    <a:pt x="5253" y="68271"/>
                  </a:cubicBezTo>
                  <a:cubicBezTo>
                    <a:pt x="4297" y="69238"/>
                    <a:pt x="3579" y="69964"/>
                    <a:pt x="3579" y="71173"/>
                  </a:cubicBezTo>
                  <a:cubicBezTo>
                    <a:pt x="3579" y="72865"/>
                    <a:pt x="5493" y="74558"/>
                    <a:pt x="6927" y="74558"/>
                  </a:cubicBezTo>
                  <a:cubicBezTo>
                    <a:pt x="10275" y="74558"/>
                    <a:pt x="30602" y="55214"/>
                    <a:pt x="30602" y="26441"/>
                  </a:cubicBezTo>
                  <a:cubicBezTo>
                    <a:pt x="30602" y="11450"/>
                    <a:pt x="24862" y="86"/>
                    <a:pt x="13862" y="86"/>
                  </a:cubicBezTo>
                  <a:cubicBezTo>
                    <a:pt x="5971" y="86"/>
                    <a:pt x="232" y="6373"/>
                    <a:pt x="232" y="13868"/>
                  </a:cubicBezTo>
                  <a:cubicBezTo>
                    <a:pt x="232" y="21606"/>
                    <a:pt x="5732" y="27892"/>
                    <a:pt x="14101" y="27892"/>
                  </a:cubicBezTo>
                  <a:cubicBezTo>
                    <a:pt x="19841" y="27892"/>
                    <a:pt x="23667" y="24023"/>
                    <a:pt x="23906" y="24023"/>
                  </a:cubicBezTo>
                  <a:close/>
                </a:path>
              </a:pathLst>
            </a:custGeom>
            <a:solidFill>
              <a:srgbClr val="000000"/>
            </a:solidFill>
            <a:ln w="3401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29846B41-A4FD-307D-1353-AFE679997C37}"/>
                </a:ext>
              </a:extLst>
            </p:cNvPr>
            <p:cNvSpPr/>
            <p:nvPr/>
          </p:nvSpPr>
          <p:spPr>
            <a:xfrm>
              <a:off x="10573038" y="5421206"/>
              <a:ext cx="111196" cy="109047"/>
            </a:xfrm>
            <a:custGeom>
              <a:avLst/>
              <a:gdLst>
                <a:gd name="connsiteX0" fmla="*/ 45191 w 111196"/>
                <a:gd name="connsiteY0" fmla="*/ 57874 h 109047"/>
                <a:gd name="connsiteX1" fmla="*/ 51408 w 111196"/>
                <a:gd name="connsiteY1" fmla="*/ 33453 h 109047"/>
                <a:gd name="connsiteX2" fmla="*/ 66474 w 111196"/>
                <a:gd name="connsiteY2" fmla="*/ 13626 h 109047"/>
                <a:gd name="connsiteX3" fmla="*/ 85844 w 111196"/>
                <a:gd name="connsiteY3" fmla="*/ 6856 h 109047"/>
                <a:gd name="connsiteX4" fmla="*/ 98996 w 111196"/>
                <a:gd name="connsiteY4" fmla="*/ 10241 h 109047"/>
                <a:gd name="connsiteX5" fmla="*/ 88474 w 111196"/>
                <a:gd name="connsiteY5" fmla="*/ 23540 h 109047"/>
                <a:gd name="connsiteX6" fmla="*/ 98039 w 111196"/>
                <a:gd name="connsiteY6" fmla="*/ 32486 h 109047"/>
                <a:gd name="connsiteX7" fmla="*/ 111431 w 111196"/>
                <a:gd name="connsiteY7" fmla="*/ 17737 h 109047"/>
                <a:gd name="connsiteX8" fmla="*/ 86083 w 111196"/>
                <a:gd name="connsiteY8" fmla="*/ 86 h 109047"/>
                <a:gd name="connsiteX9" fmla="*/ 52365 w 111196"/>
                <a:gd name="connsiteY9" fmla="*/ 17253 h 109047"/>
                <a:gd name="connsiteX10" fmla="*/ 27734 w 111196"/>
                <a:gd name="connsiteY10" fmla="*/ 86 h 109047"/>
                <a:gd name="connsiteX11" fmla="*/ 9082 w 111196"/>
                <a:gd name="connsiteY11" fmla="*/ 12417 h 109047"/>
                <a:gd name="connsiteX12" fmla="*/ 234 w 111196"/>
                <a:gd name="connsiteY12" fmla="*/ 37080 h 109047"/>
                <a:gd name="connsiteX13" fmla="*/ 4299 w 111196"/>
                <a:gd name="connsiteY13" fmla="*/ 40223 h 109047"/>
                <a:gd name="connsiteX14" fmla="*/ 9560 w 111196"/>
                <a:gd name="connsiteY14" fmla="*/ 32970 h 109047"/>
                <a:gd name="connsiteX15" fmla="*/ 27017 w 111196"/>
                <a:gd name="connsiteY15" fmla="*/ 6856 h 109047"/>
                <a:gd name="connsiteX16" fmla="*/ 34908 w 111196"/>
                <a:gd name="connsiteY16" fmla="*/ 18704 h 109047"/>
                <a:gd name="connsiteX17" fmla="*/ 31082 w 111196"/>
                <a:gd name="connsiteY17" fmla="*/ 38773 h 109047"/>
                <a:gd name="connsiteX18" fmla="*/ 25821 w 111196"/>
                <a:gd name="connsiteY18" fmla="*/ 60534 h 109047"/>
                <a:gd name="connsiteX19" fmla="*/ 18169 w 111196"/>
                <a:gd name="connsiteY19" fmla="*/ 91483 h 109047"/>
                <a:gd name="connsiteX20" fmla="*/ 15778 w 111196"/>
                <a:gd name="connsiteY20" fmla="*/ 101396 h 109047"/>
                <a:gd name="connsiteX21" fmla="*/ 23908 w 111196"/>
                <a:gd name="connsiteY21" fmla="*/ 109134 h 109047"/>
                <a:gd name="connsiteX22" fmla="*/ 34191 w 111196"/>
                <a:gd name="connsiteY22" fmla="*/ 102122 h 109047"/>
                <a:gd name="connsiteX23" fmla="*/ 38734 w 111196"/>
                <a:gd name="connsiteY23" fmla="*/ 83987 h 109047"/>
                <a:gd name="connsiteX24" fmla="*/ 45191 w 111196"/>
                <a:gd name="connsiteY24" fmla="*/ 57874 h 109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1196" h="109047">
                  <a:moveTo>
                    <a:pt x="45191" y="57874"/>
                  </a:moveTo>
                  <a:cubicBezTo>
                    <a:pt x="45430" y="56423"/>
                    <a:pt x="50930" y="34662"/>
                    <a:pt x="51408" y="33453"/>
                  </a:cubicBezTo>
                  <a:cubicBezTo>
                    <a:pt x="51887" y="31519"/>
                    <a:pt x="58822" y="19429"/>
                    <a:pt x="66474" y="13626"/>
                  </a:cubicBezTo>
                  <a:cubicBezTo>
                    <a:pt x="69104" y="11692"/>
                    <a:pt x="75561" y="6856"/>
                    <a:pt x="85844" y="6856"/>
                  </a:cubicBezTo>
                  <a:cubicBezTo>
                    <a:pt x="88235" y="6856"/>
                    <a:pt x="94213" y="7098"/>
                    <a:pt x="98996" y="10241"/>
                  </a:cubicBezTo>
                  <a:cubicBezTo>
                    <a:pt x="91344" y="12417"/>
                    <a:pt x="88474" y="19188"/>
                    <a:pt x="88474" y="23540"/>
                  </a:cubicBezTo>
                  <a:cubicBezTo>
                    <a:pt x="88474" y="28859"/>
                    <a:pt x="92539" y="32486"/>
                    <a:pt x="98039" y="32486"/>
                  </a:cubicBezTo>
                  <a:cubicBezTo>
                    <a:pt x="103540" y="32486"/>
                    <a:pt x="111431" y="27892"/>
                    <a:pt x="111431" y="17737"/>
                  </a:cubicBezTo>
                  <a:cubicBezTo>
                    <a:pt x="111431" y="5164"/>
                    <a:pt x="98279" y="86"/>
                    <a:pt x="86083" y="86"/>
                  </a:cubicBezTo>
                  <a:cubicBezTo>
                    <a:pt x="73648" y="86"/>
                    <a:pt x="62887" y="5164"/>
                    <a:pt x="52365" y="17253"/>
                  </a:cubicBezTo>
                  <a:cubicBezTo>
                    <a:pt x="48061" y="2504"/>
                    <a:pt x="33473" y="86"/>
                    <a:pt x="27734" y="86"/>
                  </a:cubicBezTo>
                  <a:cubicBezTo>
                    <a:pt x="18886" y="86"/>
                    <a:pt x="12908" y="5647"/>
                    <a:pt x="9082" y="12417"/>
                  </a:cubicBezTo>
                  <a:cubicBezTo>
                    <a:pt x="3582" y="21847"/>
                    <a:pt x="234" y="35871"/>
                    <a:pt x="234" y="37080"/>
                  </a:cubicBezTo>
                  <a:cubicBezTo>
                    <a:pt x="234" y="40223"/>
                    <a:pt x="3582" y="40223"/>
                    <a:pt x="4299" y="40223"/>
                  </a:cubicBezTo>
                  <a:cubicBezTo>
                    <a:pt x="7647" y="40223"/>
                    <a:pt x="7886" y="39498"/>
                    <a:pt x="9560" y="32970"/>
                  </a:cubicBezTo>
                  <a:cubicBezTo>
                    <a:pt x="13147" y="18220"/>
                    <a:pt x="17691" y="6856"/>
                    <a:pt x="27017" y="6856"/>
                  </a:cubicBezTo>
                  <a:cubicBezTo>
                    <a:pt x="33234" y="6856"/>
                    <a:pt x="34908" y="12176"/>
                    <a:pt x="34908" y="18704"/>
                  </a:cubicBezTo>
                  <a:cubicBezTo>
                    <a:pt x="34908" y="23298"/>
                    <a:pt x="32756" y="32244"/>
                    <a:pt x="31082" y="38773"/>
                  </a:cubicBezTo>
                  <a:cubicBezTo>
                    <a:pt x="29408" y="45301"/>
                    <a:pt x="27017" y="55214"/>
                    <a:pt x="25821" y="60534"/>
                  </a:cubicBezTo>
                  <a:lnTo>
                    <a:pt x="18169" y="91483"/>
                  </a:lnTo>
                  <a:cubicBezTo>
                    <a:pt x="17212" y="94626"/>
                    <a:pt x="15778" y="100671"/>
                    <a:pt x="15778" y="101396"/>
                  </a:cubicBezTo>
                  <a:cubicBezTo>
                    <a:pt x="15778" y="106716"/>
                    <a:pt x="20082" y="109134"/>
                    <a:pt x="23908" y="109134"/>
                  </a:cubicBezTo>
                  <a:cubicBezTo>
                    <a:pt x="27495" y="109134"/>
                    <a:pt x="32278" y="106957"/>
                    <a:pt x="34191" y="102122"/>
                  </a:cubicBezTo>
                  <a:cubicBezTo>
                    <a:pt x="34669" y="100671"/>
                    <a:pt x="37300" y="90032"/>
                    <a:pt x="38734" y="83987"/>
                  </a:cubicBezTo>
                  <a:lnTo>
                    <a:pt x="45191" y="57874"/>
                  </a:lnTo>
                  <a:close/>
                </a:path>
              </a:pathLst>
            </a:custGeom>
            <a:solidFill>
              <a:srgbClr val="000000"/>
            </a:solidFill>
            <a:ln w="3401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39F4A65C-1EBE-E6B4-4E09-43136F594AB9}"/>
                </a:ext>
              </a:extLst>
            </p:cNvPr>
            <p:cNvSpPr/>
            <p:nvPr/>
          </p:nvSpPr>
          <p:spPr>
            <a:xfrm>
              <a:off x="10837347" y="5327150"/>
              <a:ext cx="36211" cy="148873"/>
            </a:xfrm>
            <a:custGeom>
              <a:avLst/>
              <a:gdLst>
                <a:gd name="connsiteX0" fmla="*/ 36453 w 36211"/>
                <a:gd name="connsiteY0" fmla="*/ 18392 h 148873"/>
                <a:gd name="connsiteX1" fmla="*/ 18347 w 36211"/>
                <a:gd name="connsiteY1" fmla="*/ 85 h 148873"/>
                <a:gd name="connsiteX2" fmla="*/ 241 w 36211"/>
                <a:gd name="connsiteY2" fmla="*/ 18392 h 148873"/>
                <a:gd name="connsiteX3" fmla="*/ 18347 w 36211"/>
                <a:gd name="connsiteY3" fmla="*/ 36699 h 148873"/>
                <a:gd name="connsiteX4" fmla="*/ 36453 w 36211"/>
                <a:gd name="connsiteY4" fmla="*/ 18392 h 148873"/>
                <a:gd name="connsiteX5" fmla="*/ 36453 w 36211"/>
                <a:gd name="connsiteY5" fmla="*/ 130651 h 148873"/>
                <a:gd name="connsiteX6" fmla="*/ 18347 w 36211"/>
                <a:gd name="connsiteY6" fmla="*/ 112344 h 148873"/>
                <a:gd name="connsiteX7" fmla="*/ 241 w 36211"/>
                <a:gd name="connsiteY7" fmla="*/ 130651 h 148873"/>
                <a:gd name="connsiteX8" fmla="*/ 18347 w 36211"/>
                <a:gd name="connsiteY8" fmla="*/ 148958 h 148873"/>
                <a:gd name="connsiteX9" fmla="*/ 36453 w 36211"/>
                <a:gd name="connsiteY9" fmla="*/ 130651 h 148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211" h="148873">
                  <a:moveTo>
                    <a:pt x="36453" y="18392"/>
                  </a:moveTo>
                  <a:cubicBezTo>
                    <a:pt x="36453" y="8375"/>
                    <a:pt x="28254" y="85"/>
                    <a:pt x="18347" y="85"/>
                  </a:cubicBezTo>
                  <a:cubicBezTo>
                    <a:pt x="8440" y="85"/>
                    <a:pt x="241" y="8375"/>
                    <a:pt x="241" y="18392"/>
                  </a:cubicBezTo>
                  <a:cubicBezTo>
                    <a:pt x="241" y="28409"/>
                    <a:pt x="8440" y="36699"/>
                    <a:pt x="18347" y="36699"/>
                  </a:cubicBezTo>
                  <a:cubicBezTo>
                    <a:pt x="28254" y="36699"/>
                    <a:pt x="36453" y="28409"/>
                    <a:pt x="36453" y="18392"/>
                  </a:cubicBezTo>
                  <a:close/>
                  <a:moveTo>
                    <a:pt x="36453" y="130651"/>
                  </a:moveTo>
                  <a:cubicBezTo>
                    <a:pt x="36453" y="120634"/>
                    <a:pt x="28254" y="112344"/>
                    <a:pt x="18347" y="112344"/>
                  </a:cubicBezTo>
                  <a:cubicBezTo>
                    <a:pt x="8440" y="112344"/>
                    <a:pt x="241" y="120634"/>
                    <a:pt x="241" y="130651"/>
                  </a:cubicBezTo>
                  <a:cubicBezTo>
                    <a:pt x="241" y="140668"/>
                    <a:pt x="8440" y="148958"/>
                    <a:pt x="18347" y="148958"/>
                  </a:cubicBezTo>
                  <a:cubicBezTo>
                    <a:pt x="28254" y="148958"/>
                    <a:pt x="36453" y="140668"/>
                    <a:pt x="36453" y="130651"/>
                  </a:cubicBezTo>
                  <a:close/>
                </a:path>
              </a:pathLst>
            </a:custGeom>
            <a:solidFill>
              <a:srgbClr val="000000"/>
            </a:solidFill>
            <a:ln w="3401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2209026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90249-7793-F3C9-1100-CEB466A89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(Simplified) CKY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CAD10-CE1C-FB14-E0E0-8857B9417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22</a:t>
            </a:fld>
            <a:endParaRPr lang="en-CA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AB68097-8E55-CAA9-C6E1-C61CCEDFA7E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08539" y="1425979"/>
                <a:ext cx="10515600" cy="52954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endParaRPr lang="en-US" sz="2400" dirty="0">
                  <a:latin typeface="Nunito" pitchFamily="2" charset="0"/>
                </a:endParaRPr>
              </a:p>
              <a:p>
                <a:pPr>
                  <a:lnSpc>
                    <a:spcPct val="100000"/>
                  </a:lnSpc>
                </a:pPr>
                <a:endParaRPr lang="en-CA" sz="2400" dirty="0">
                  <a:latin typeface="Nunito" pitchFamily="2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CA" sz="2400" dirty="0">
                    <a:latin typeface="Nunito" pitchFamily="2" charset="0"/>
                  </a:rPr>
                  <a:t>             The maximum sum of subtree scores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[ℓ,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CA" sz="2400" dirty="0">
                    <a:latin typeface="Nunito" pitchFamily="2" charset="0"/>
                  </a:rPr>
                  <a:t> is a constituent.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CA" sz="2400" dirty="0">
                    <a:latin typeface="Nunito" pitchFamily="2" charset="0"/>
                  </a:rPr>
                  <a:t>             The maximum possible sum of subtree scores if the sentence is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CA" sz="2400" dirty="0">
                    <a:latin typeface="Nunito" pitchFamily="2" charset="0"/>
                  </a:rPr>
                  <a:t>             fully parsed.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CA" sz="2400" dirty="0">
                  <a:latin typeface="Nunito" pitchFamily="2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CA" sz="2400" dirty="0">
                  <a:latin typeface="Nunito" pitchFamily="2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CA" sz="2400" dirty="0">
                    <a:latin typeface="Nunito" pitchFamily="2" charset="0"/>
                  </a:rPr>
                  <a:t>Edge case: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endParaRPr lang="en-CA" sz="2400" dirty="0">
                  <a:latin typeface="Nunito" pitchFamily="2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CA" sz="2400" dirty="0">
                    <a:latin typeface="Nunito" pitchFamily="2" charset="0"/>
                  </a:rPr>
                  <a:t>Introduced by Cocke, Younger and Kasami independently in 1960-1970s.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AB68097-8E55-CAA9-C6E1-C61CCEDFA7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539" y="1425979"/>
                <a:ext cx="10515600" cy="5295495"/>
              </a:xfrm>
              <a:prstGeom prst="rect">
                <a:avLst/>
              </a:prstGeom>
              <a:blipFill>
                <a:blip r:embed="rId2"/>
                <a:stretch>
                  <a:fillRect l="-87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 descr="\documentclass{article}&#10;\usepackage{amsmath,bm,amssymb}&#10;\pagestyle{empty}&#10;\begin{document}&#10;&#10;\newcommand{\score}{\textrm{score}}&#10;\newcommand{\classify}{\textrm{classify}}&#10;\newcommand{\bx}{\mathbf{x}}&#10;&#10;\begin{align*}&#10;\text{score}(\mathbf{x}, \bm{y}; \mathbf{w}) = \sum_{s \in \bm{y}} \text{span-score}(s;\mathbf{x}, \mathbf{w})&#10;\end{align*}&#10;&#10;&#10;\end{document}" title="IguanaTex Vector Display">
            <a:extLst>
              <a:ext uri="{FF2B5EF4-FFF2-40B4-BE49-F238E27FC236}">
                <a16:creationId xmlns:a16="http://schemas.microsoft.com/office/drawing/2014/main" id="{44C2D2DC-5B94-9E15-7CA4-50DB25FF4123}"/>
              </a:ext>
            </a:extLst>
          </p:cNvPr>
          <p:cNvGrpSpPr>
            <a:grpSpLocks noChangeAspect="1"/>
          </p:cNvGrpSpPr>
          <p:nvPr/>
        </p:nvGrpSpPr>
        <p:grpSpPr>
          <a:xfrm>
            <a:off x="3118021" y="1296400"/>
            <a:ext cx="5955958" cy="802700"/>
            <a:chOff x="6185654" y="7404634"/>
            <a:chExt cx="5955958" cy="802700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ADE2E8F-12B0-E5DF-E319-CF0F8BF1DDA6}"/>
                </a:ext>
              </a:extLst>
            </p:cNvPr>
            <p:cNvSpPr/>
            <p:nvPr/>
          </p:nvSpPr>
          <p:spPr>
            <a:xfrm>
              <a:off x="6185654" y="7584414"/>
              <a:ext cx="115675" cy="164378"/>
            </a:xfrm>
            <a:custGeom>
              <a:avLst/>
              <a:gdLst>
                <a:gd name="connsiteX0" fmla="*/ 62055 w 115675"/>
                <a:gd name="connsiteY0" fmla="*/ 91048 h 164378"/>
                <a:gd name="connsiteX1" fmla="*/ 98845 w 115675"/>
                <a:gd name="connsiteY1" fmla="*/ 123995 h 164378"/>
                <a:gd name="connsiteX2" fmla="*/ 58871 w 115675"/>
                <a:gd name="connsiteY2" fmla="*/ 156584 h 164378"/>
                <a:gd name="connsiteX3" fmla="*/ 9700 w 115675"/>
                <a:gd name="connsiteY3" fmla="*/ 105731 h 164378"/>
                <a:gd name="connsiteX4" fmla="*/ 4748 w 115675"/>
                <a:gd name="connsiteY4" fmla="*/ 99643 h 164378"/>
                <a:gd name="connsiteX5" fmla="*/ 149 w 115675"/>
                <a:gd name="connsiteY5" fmla="*/ 108596 h 164378"/>
                <a:gd name="connsiteX6" fmla="*/ 149 w 115675"/>
                <a:gd name="connsiteY6" fmla="*/ 155868 h 164378"/>
                <a:gd name="connsiteX7" fmla="*/ 4040 w 115675"/>
                <a:gd name="connsiteY7" fmla="*/ 164463 h 164378"/>
                <a:gd name="connsiteX8" fmla="*/ 12884 w 115675"/>
                <a:gd name="connsiteY8" fmla="*/ 157300 h 164378"/>
                <a:gd name="connsiteX9" fmla="*/ 19959 w 115675"/>
                <a:gd name="connsiteY9" fmla="*/ 149064 h 164378"/>
                <a:gd name="connsiteX10" fmla="*/ 58871 w 115675"/>
                <a:gd name="connsiteY10" fmla="*/ 164463 h 164378"/>
                <a:gd name="connsiteX11" fmla="*/ 115824 w 115675"/>
                <a:gd name="connsiteY11" fmla="*/ 114684 h 164378"/>
                <a:gd name="connsiteX12" fmla="*/ 100967 w 115675"/>
                <a:gd name="connsiteY12" fmla="*/ 80662 h 164378"/>
                <a:gd name="connsiteX13" fmla="*/ 60640 w 115675"/>
                <a:gd name="connsiteY13" fmla="*/ 63472 h 164378"/>
                <a:gd name="connsiteX14" fmla="*/ 17129 w 115675"/>
                <a:gd name="connsiteY14" fmla="*/ 34106 h 164378"/>
                <a:gd name="connsiteX15" fmla="*/ 56749 w 115675"/>
                <a:gd name="connsiteY15" fmla="*/ 6889 h 164378"/>
                <a:gd name="connsiteX16" fmla="*/ 98137 w 115675"/>
                <a:gd name="connsiteY16" fmla="*/ 50222 h 164378"/>
                <a:gd name="connsiteX17" fmla="*/ 102382 w 115675"/>
                <a:gd name="connsiteY17" fmla="*/ 53445 h 164378"/>
                <a:gd name="connsiteX18" fmla="*/ 106981 w 115675"/>
                <a:gd name="connsiteY18" fmla="*/ 44850 h 164378"/>
                <a:gd name="connsiteX19" fmla="*/ 106981 w 115675"/>
                <a:gd name="connsiteY19" fmla="*/ 8680 h 164378"/>
                <a:gd name="connsiteX20" fmla="*/ 103090 w 115675"/>
                <a:gd name="connsiteY20" fmla="*/ 85 h 164378"/>
                <a:gd name="connsiteX21" fmla="*/ 96015 w 115675"/>
                <a:gd name="connsiteY21" fmla="*/ 4382 h 164378"/>
                <a:gd name="connsiteX22" fmla="*/ 90001 w 115675"/>
                <a:gd name="connsiteY22" fmla="*/ 10112 h 164378"/>
                <a:gd name="connsiteX23" fmla="*/ 56749 w 115675"/>
                <a:gd name="connsiteY23" fmla="*/ 85 h 164378"/>
                <a:gd name="connsiteX24" fmla="*/ 149 w 115675"/>
                <a:gd name="connsiteY24" fmla="*/ 44134 h 164378"/>
                <a:gd name="connsiteX25" fmla="*/ 15360 w 115675"/>
                <a:gd name="connsiteY25" fmla="*/ 74574 h 164378"/>
                <a:gd name="connsiteX26" fmla="*/ 62055 w 115675"/>
                <a:gd name="connsiteY26" fmla="*/ 91048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675" h="164378">
                  <a:moveTo>
                    <a:pt x="62055" y="91048"/>
                  </a:moveTo>
                  <a:cubicBezTo>
                    <a:pt x="69837" y="92480"/>
                    <a:pt x="98845" y="98210"/>
                    <a:pt x="98845" y="123995"/>
                  </a:cubicBezTo>
                  <a:cubicBezTo>
                    <a:pt x="98845" y="142259"/>
                    <a:pt x="86463" y="156584"/>
                    <a:pt x="58871" y="156584"/>
                  </a:cubicBezTo>
                  <a:cubicBezTo>
                    <a:pt x="29156" y="156584"/>
                    <a:pt x="16421" y="136171"/>
                    <a:pt x="9700" y="105731"/>
                  </a:cubicBezTo>
                  <a:cubicBezTo>
                    <a:pt x="8639" y="101075"/>
                    <a:pt x="8285" y="99643"/>
                    <a:pt x="4748" y="99643"/>
                  </a:cubicBezTo>
                  <a:cubicBezTo>
                    <a:pt x="149" y="99643"/>
                    <a:pt x="149" y="102150"/>
                    <a:pt x="149" y="108596"/>
                  </a:cubicBezTo>
                  <a:lnTo>
                    <a:pt x="149" y="155868"/>
                  </a:lnTo>
                  <a:cubicBezTo>
                    <a:pt x="149" y="161956"/>
                    <a:pt x="149" y="164463"/>
                    <a:pt x="4040" y="164463"/>
                  </a:cubicBezTo>
                  <a:cubicBezTo>
                    <a:pt x="5809" y="164463"/>
                    <a:pt x="6163" y="164105"/>
                    <a:pt x="12884" y="157300"/>
                  </a:cubicBezTo>
                  <a:cubicBezTo>
                    <a:pt x="13591" y="156584"/>
                    <a:pt x="13591" y="155868"/>
                    <a:pt x="19959" y="149064"/>
                  </a:cubicBezTo>
                  <a:cubicBezTo>
                    <a:pt x="35524" y="164105"/>
                    <a:pt x="51442" y="164463"/>
                    <a:pt x="58871" y="164463"/>
                  </a:cubicBezTo>
                  <a:cubicBezTo>
                    <a:pt x="99552" y="164463"/>
                    <a:pt x="115824" y="140469"/>
                    <a:pt x="115824" y="114684"/>
                  </a:cubicBezTo>
                  <a:cubicBezTo>
                    <a:pt x="115824" y="95703"/>
                    <a:pt x="105212" y="84960"/>
                    <a:pt x="100967" y="80662"/>
                  </a:cubicBezTo>
                  <a:cubicBezTo>
                    <a:pt x="89293" y="69202"/>
                    <a:pt x="75497" y="66337"/>
                    <a:pt x="60640" y="63472"/>
                  </a:cubicBezTo>
                  <a:cubicBezTo>
                    <a:pt x="40830" y="59533"/>
                    <a:pt x="17129" y="54877"/>
                    <a:pt x="17129" y="34106"/>
                  </a:cubicBezTo>
                  <a:cubicBezTo>
                    <a:pt x="17129" y="21572"/>
                    <a:pt x="26326" y="6889"/>
                    <a:pt x="56749" y="6889"/>
                  </a:cubicBezTo>
                  <a:cubicBezTo>
                    <a:pt x="95661" y="6889"/>
                    <a:pt x="97430" y="39120"/>
                    <a:pt x="98137" y="50222"/>
                  </a:cubicBezTo>
                  <a:cubicBezTo>
                    <a:pt x="98491" y="53445"/>
                    <a:pt x="101675" y="53445"/>
                    <a:pt x="102382" y="53445"/>
                  </a:cubicBezTo>
                  <a:cubicBezTo>
                    <a:pt x="106981" y="53445"/>
                    <a:pt x="106981" y="51654"/>
                    <a:pt x="106981" y="44850"/>
                  </a:cubicBezTo>
                  <a:lnTo>
                    <a:pt x="106981" y="8680"/>
                  </a:lnTo>
                  <a:cubicBezTo>
                    <a:pt x="106981" y="2592"/>
                    <a:pt x="106981" y="85"/>
                    <a:pt x="103090" y="85"/>
                  </a:cubicBezTo>
                  <a:cubicBezTo>
                    <a:pt x="101321" y="85"/>
                    <a:pt x="100613" y="85"/>
                    <a:pt x="96015" y="4382"/>
                  </a:cubicBezTo>
                  <a:cubicBezTo>
                    <a:pt x="94953" y="5815"/>
                    <a:pt x="91416" y="9038"/>
                    <a:pt x="90001" y="10112"/>
                  </a:cubicBezTo>
                  <a:cubicBezTo>
                    <a:pt x="76559" y="85"/>
                    <a:pt x="62055" y="85"/>
                    <a:pt x="56749" y="85"/>
                  </a:cubicBezTo>
                  <a:cubicBezTo>
                    <a:pt x="13591" y="85"/>
                    <a:pt x="149" y="24079"/>
                    <a:pt x="149" y="44134"/>
                  </a:cubicBezTo>
                  <a:cubicBezTo>
                    <a:pt x="149" y="56668"/>
                    <a:pt x="5809" y="66695"/>
                    <a:pt x="15360" y="74574"/>
                  </a:cubicBezTo>
                  <a:cubicBezTo>
                    <a:pt x="26680" y="83885"/>
                    <a:pt x="36585" y="86034"/>
                    <a:pt x="62055" y="9104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C9AFF74-D701-B36D-D60C-56AC6A4FCF1D}"/>
                </a:ext>
              </a:extLst>
            </p:cNvPr>
            <p:cNvSpPr/>
            <p:nvPr/>
          </p:nvSpPr>
          <p:spPr>
            <a:xfrm>
              <a:off x="6325541" y="7584414"/>
              <a:ext cx="134777" cy="164378"/>
            </a:xfrm>
            <a:custGeom>
              <a:avLst/>
              <a:gdLst>
                <a:gd name="connsiteX0" fmla="*/ 29514 w 134777"/>
                <a:gd name="connsiteY0" fmla="*/ 82453 h 164378"/>
                <a:gd name="connsiteX1" fmla="*/ 77270 w 134777"/>
                <a:gd name="connsiteY1" fmla="*/ 9038 h 164378"/>
                <a:gd name="connsiteX2" fmla="*/ 115121 w 134777"/>
                <a:gd name="connsiteY2" fmla="*/ 22288 h 164378"/>
                <a:gd name="connsiteX3" fmla="*/ 98495 w 134777"/>
                <a:gd name="connsiteY3" fmla="*/ 38762 h 164378"/>
                <a:gd name="connsiteX4" fmla="*/ 114767 w 134777"/>
                <a:gd name="connsiteY4" fmla="*/ 55236 h 164378"/>
                <a:gd name="connsiteX5" fmla="*/ 131040 w 134777"/>
                <a:gd name="connsiteY5" fmla="*/ 38404 h 164378"/>
                <a:gd name="connsiteX6" fmla="*/ 76916 w 134777"/>
                <a:gd name="connsiteY6" fmla="*/ 85 h 164378"/>
                <a:gd name="connsiteX7" fmla="*/ 153 w 134777"/>
                <a:gd name="connsiteY7" fmla="*/ 83169 h 164378"/>
                <a:gd name="connsiteX8" fmla="*/ 76209 w 134777"/>
                <a:gd name="connsiteY8" fmla="*/ 164463 h 164378"/>
                <a:gd name="connsiteX9" fmla="*/ 134931 w 134777"/>
                <a:gd name="connsiteY9" fmla="*/ 117907 h 164378"/>
                <a:gd name="connsiteX10" fmla="*/ 130332 w 134777"/>
                <a:gd name="connsiteY10" fmla="*/ 114326 h 164378"/>
                <a:gd name="connsiteX11" fmla="*/ 125733 w 134777"/>
                <a:gd name="connsiteY11" fmla="*/ 117907 h 164378"/>
                <a:gd name="connsiteX12" fmla="*/ 79392 w 134777"/>
                <a:gd name="connsiteY12" fmla="*/ 155510 h 164378"/>
                <a:gd name="connsiteX13" fmla="*/ 29514 w 134777"/>
                <a:gd name="connsiteY13" fmla="*/ 82453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4777" h="164378">
                  <a:moveTo>
                    <a:pt x="29514" y="82453"/>
                  </a:moveTo>
                  <a:cubicBezTo>
                    <a:pt x="29514" y="24079"/>
                    <a:pt x="58521" y="9038"/>
                    <a:pt x="77270" y="9038"/>
                  </a:cubicBezTo>
                  <a:cubicBezTo>
                    <a:pt x="80454" y="9038"/>
                    <a:pt x="102740" y="9396"/>
                    <a:pt x="115121" y="22288"/>
                  </a:cubicBezTo>
                  <a:cubicBezTo>
                    <a:pt x="100617" y="23363"/>
                    <a:pt x="98495" y="34106"/>
                    <a:pt x="98495" y="38762"/>
                  </a:cubicBezTo>
                  <a:cubicBezTo>
                    <a:pt x="98495" y="48073"/>
                    <a:pt x="104862" y="55236"/>
                    <a:pt x="114767" y="55236"/>
                  </a:cubicBezTo>
                  <a:cubicBezTo>
                    <a:pt x="123965" y="55236"/>
                    <a:pt x="131040" y="49147"/>
                    <a:pt x="131040" y="38404"/>
                  </a:cubicBezTo>
                  <a:cubicBezTo>
                    <a:pt x="131040" y="14051"/>
                    <a:pt x="104155" y="85"/>
                    <a:pt x="76916" y="85"/>
                  </a:cubicBezTo>
                  <a:cubicBezTo>
                    <a:pt x="32698" y="85"/>
                    <a:pt x="153" y="38762"/>
                    <a:pt x="153" y="83169"/>
                  </a:cubicBezTo>
                  <a:cubicBezTo>
                    <a:pt x="153" y="129009"/>
                    <a:pt x="35174" y="164463"/>
                    <a:pt x="76209" y="164463"/>
                  </a:cubicBezTo>
                  <a:cubicBezTo>
                    <a:pt x="123611" y="164463"/>
                    <a:pt x="134931" y="121488"/>
                    <a:pt x="134931" y="117907"/>
                  </a:cubicBezTo>
                  <a:cubicBezTo>
                    <a:pt x="134931" y="114326"/>
                    <a:pt x="131393" y="114326"/>
                    <a:pt x="130332" y="114326"/>
                  </a:cubicBezTo>
                  <a:cubicBezTo>
                    <a:pt x="127148" y="114326"/>
                    <a:pt x="126441" y="115758"/>
                    <a:pt x="125733" y="117907"/>
                  </a:cubicBezTo>
                  <a:cubicBezTo>
                    <a:pt x="115475" y="151212"/>
                    <a:pt x="92481" y="155510"/>
                    <a:pt x="79392" y="155510"/>
                  </a:cubicBezTo>
                  <a:cubicBezTo>
                    <a:pt x="60644" y="155510"/>
                    <a:pt x="29514" y="140111"/>
                    <a:pt x="29514" y="82453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7C6E90-5CC3-69AD-0183-6232B88000A1}"/>
                </a:ext>
              </a:extLst>
            </p:cNvPr>
            <p:cNvSpPr/>
            <p:nvPr/>
          </p:nvSpPr>
          <p:spPr>
            <a:xfrm>
              <a:off x="6480640" y="7584414"/>
              <a:ext cx="156710" cy="164378"/>
            </a:xfrm>
            <a:custGeom>
              <a:avLst/>
              <a:gdLst>
                <a:gd name="connsiteX0" fmla="*/ 156868 w 156710"/>
                <a:gd name="connsiteY0" fmla="*/ 83885 h 164378"/>
                <a:gd name="connsiteX1" fmla="*/ 78689 w 156710"/>
                <a:gd name="connsiteY1" fmla="*/ 85 h 164378"/>
                <a:gd name="connsiteX2" fmla="*/ 157 w 156710"/>
                <a:gd name="connsiteY2" fmla="*/ 83885 h 164378"/>
                <a:gd name="connsiteX3" fmla="*/ 78336 w 156710"/>
                <a:gd name="connsiteY3" fmla="*/ 164463 h 164378"/>
                <a:gd name="connsiteX4" fmla="*/ 156868 w 156710"/>
                <a:gd name="connsiteY4" fmla="*/ 83885 h 164378"/>
                <a:gd name="connsiteX5" fmla="*/ 78689 w 156710"/>
                <a:gd name="connsiteY5" fmla="*/ 155510 h 164378"/>
                <a:gd name="connsiteX6" fmla="*/ 38362 w 156710"/>
                <a:gd name="connsiteY6" fmla="*/ 131516 h 164378"/>
                <a:gd name="connsiteX7" fmla="*/ 29518 w 156710"/>
                <a:gd name="connsiteY7" fmla="*/ 81020 h 164378"/>
                <a:gd name="connsiteX8" fmla="*/ 38008 w 156710"/>
                <a:gd name="connsiteY8" fmla="*/ 31958 h 164378"/>
                <a:gd name="connsiteX9" fmla="*/ 78336 w 156710"/>
                <a:gd name="connsiteY9" fmla="*/ 7963 h 164378"/>
                <a:gd name="connsiteX10" fmla="*/ 118309 w 156710"/>
                <a:gd name="connsiteY10" fmla="*/ 31241 h 164378"/>
                <a:gd name="connsiteX11" fmla="*/ 127506 w 156710"/>
                <a:gd name="connsiteY11" fmla="*/ 81020 h 164378"/>
                <a:gd name="connsiteX12" fmla="*/ 119724 w 156710"/>
                <a:gd name="connsiteY12" fmla="*/ 129009 h 164378"/>
                <a:gd name="connsiteX13" fmla="*/ 78689 w 156710"/>
                <a:gd name="connsiteY13" fmla="*/ 155510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6710" h="164378">
                  <a:moveTo>
                    <a:pt x="156868" y="83885"/>
                  </a:moveTo>
                  <a:cubicBezTo>
                    <a:pt x="156868" y="38046"/>
                    <a:pt x="121493" y="85"/>
                    <a:pt x="78689" y="85"/>
                  </a:cubicBezTo>
                  <a:cubicBezTo>
                    <a:pt x="34471" y="85"/>
                    <a:pt x="157" y="39120"/>
                    <a:pt x="157" y="83885"/>
                  </a:cubicBezTo>
                  <a:cubicBezTo>
                    <a:pt x="157" y="130083"/>
                    <a:pt x="36947" y="164463"/>
                    <a:pt x="78336" y="164463"/>
                  </a:cubicBezTo>
                  <a:cubicBezTo>
                    <a:pt x="121139" y="164463"/>
                    <a:pt x="156868" y="129367"/>
                    <a:pt x="156868" y="83885"/>
                  </a:cubicBezTo>
                  <a:close/>
                  <a:moveTo>
                    <a:pt x="78689" y="155510"/>
                  </a:moveTo>
                  <a:cubicBezTo>
                    <a:pt x="63478" y="155510"/>
                    <a:pt x="47913" y="147989"/>
                    <a:pt x="38362" y="131516"/>
                  </a:cubicBezTo>
                  <a:cubicBezTo>
                    <a:pt x="29518" y="115758"/>
                    <a:pt x="29518" y="93913"/>
                    <a:pt x="29518" y="81020"/>
                  </a:cubicBezTo>
                  <a:cubicBezTo>
                    <a:pt x="29518" y="67054"/>
                    <a:pt x="29518" y="47715"/>
                    <a:pt x="38008" y="31958"/>
                  </a:cubicBezTo>
                  <a:cubicBezTo>
                    <a:pt x="47560" y="15484"/>
                    <a:pt x="64186" y="7963"/>
                    <a:pt x="78336" y="7963"/>
                  </a:cubicBezTo>
                  <a:cubicBezTo>
                    <a:pt x="93901" y="7963"/>
                    <a:pt x="109112" y="15842"/>
                    <a:pt x="118309" y="31241"/>
                  </a:cubicBezTo>
                  <a:cubicBezTo>
                    <a:pt x="127507" y="46641"/>
                    <a:pt x="127506" y="67412"/>
                    <a:pt x="127506" y="81020"/>
                  </a:cubicBezTo>
                  <a:cubicBezTo>
                    <a:pt x="127506" y="93913"/>
                    <a:pt x="127506" y="113251"/>
                    <a:pt x="119724" y="129009"/>
                  </a:cubicBezTo>
                  <a:cubicBezTo>
                    <a:pt x="111942" y="145124"/>
                    <a:pt x="96377" y="155510"/>
                    <a:pt x="78689" y="155510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1F8C405-1108-997C-C120-AA934C6DDAE5}"/>
                </a:ext>
              </a:extLst>
            </p:cNvPr>
            <p:cNvSpPr/>
            <p:nvPr/>
          </p:nvSpPr>
          <p:spPr>
            <a:xfrm>
              <a:off x="6657515" y="7586563"/>
              <a:ext cx="118859" cy="158290"/>
            </a:xfrm>
            <a:custGeom>
              <a:avLst/>
              <a:gdLst>
                <a:gd name="connsiteX0" fmla="*/ 49333 w 118859"/>
                <a:gd name="connsiteY0" fmla="*/ 39478 h 158290"/>
                <a:gd name="connsiteX1" fmla="*/ 49333 w 118859"/>
                <a:gd name="connsiteY1" fmla="*/ 85 h 158290"/>
                <a:gd name="connsiteX2" fmla="*/ 162 w 118859"/>
                <a:gd name="connsiteY2" fmla="*/ 4024 h 158290"/>
                <a:gd name="connsiteX3" fmla="*/ 162 w 118859"/>
                <a:gd name="connsiteY3" fmla="*/ 15126 h 158290"/>
                <a:gd name="connsiteX4" fmla="*/ 27755 w 118859"/>
                <a:gd name="connsiteY4" fmla="*/ 35181 h 158290"/>
                <a:gd name="connsiteX5" fmla="*/ 27755 w 118859"/>
                <a:gd name="connsiteY5" fmla="*/ 131157 h 158290"/>
                <a:gd name="connsiteX6" fmla="*/ 162 w 118859"/>
                <a:gd name="connsiteY6" fmla="*/ 147273 h 158290"/>
                <a:gd name="connsiteX7" fmla="*/ 162 w 118859"/>
                <a:gd name="connsiteY7" fmla="*/ 158375 h 158290"/>
                <a:gd name="connsiteX8" fmla="*/ 40490 w 118859"/>
                <a:gd name="connsiteY8" fmla="*/ 157300 h 158290"/>
                <a:gd name="connsiteX9" fmla="*/ 85416 w 118859"/>
                <a:gd name="connsiteY9" fmla="*/ 158375 h 158290"/>
                <a:gd name="connsiteX10" fmla="*/ 85416 w 118859"/>
                <a:gd name="connsiteY10" fmla="*/ 147273 h 158290"/>
                <a:gd name="connsiteX11" fmla="*/ 77987 w 118859"/>
                <a:gd name="connsiteY11" fmla="*/ 147273 h 158290"/>
                <a:gd name="connsiteX12" fmla="*/ 51102 w 118859"/>
                <a:gd name="connsiteY12" fmla="*/ 130441 h 158290"/>
                <a:gd name="connsiteX13" fmla="*/ 51102 w 118859"/>
                <a:gd name="connsiteY13" fmla="*/ 75290 h 158290"/>
                <a:gd name="connsiteX14" fmla="*/ 92844 w 118859"/>
                <a:gd name="connsiteY14" fmla="*/ 7963 h 158290"/>
                <a:gd name="connsiteX15" fmla="*/ 96735 w 118859"/>
                <a:gd name="connsiteY15" fmla="*/ 8322 h 158290"/>
                <a:gd name="connsiteX16" fmla="*/ 88599 w 118859"/>
                <a:gd name="connsiteY16" fmla="*/ 22288 h 158290"/>
                <a:gd name="connsiteX17" fmla="*/ 103810 w 118859"/>
                <a:gd name="connsiteY17" fmla="*/ 37688 h 158290"/>
                <a:gd name="connsiteX18" fmla="*/ 119022 w 118859"/>
                <a:gd name="connsiteY18" fmla="*/ 21930 h 158290"/>
                <a:gd name="connsiteX19" fmla="*/ 92844 w 118859"/>
                <a:gd name="connsiteY19" fmla="*/ 85 h 158290"/>
                <a:gd name="connsiteX20" fmla="*/ 49333 w 118859"/>
                <a:gd name="connsiteY20" fmla="*/ 39478 h 158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8859" h="158290">
                  <a:moveTo>
                    <a:pt x="49333" y="39478"/>
                  </a:moveTo>
                  <a:lnTo>
                    <a:pt x="49333" y="85"/>
                  </a:lnTo>
                  <a:lnTo>
                    <a:pt x="162" y="4024"/>
                  </a:lnTo>
                  <a:lnTo>
                    <a:pt x="162" y="15126"/>
                  </a:lnTo>
                  <a:cubicBezTo>
                    <a:pt x="24925" y="15126"/>
                    <a:pt x="27755" y="17633"/>
                    <a:pt x="27755" y="35181"/>
                  </a:cubicBezTo>
                  <a:lnTo>
                    <a:pt x="27755" y="131157"/>
                  </a:lnTo>
                  <a:cubicBezTo>
                    <a:pt x="27755" y="147273"/>
                    <a:pt x="23864" y="147273"/>
                    <a:pt x="162" y="147273"/>
                  </a:cubicBezTo>
                  <a:lnTo>
                    <a:pt x="162" y="158375"/>
                  </a:lnTo>
                  <a:cubicBezTo>
                    <a:pt x="13959" y="158017"/>
                    <a:pt x="30585" y="157300"/>
                    <a:pt x="40490" y="157300"/>
                  </a:cubicBezTo>
                  <a:cubicBezTo>
                    <a:pt x="54640" y="157300"/>
                    <a:pt x="71266" y="157300"/>
                    <a:pt x="85416" y="158375"/>
                  </a:cubicBezTo>
                  <a:lnTo>
                    <a:pt x="85416" y="147273"/>
                  </a:lnTo>
                  <a:lnTo>
                    <a:pt x="77987" y="147273"/>
                  </a:lnTo>
                  <a:cubicBezTo>
                    <a:pt x="51810" y="147273"/>
                    <a:pt x="51102" y="143334"/>
                    <a:pt x="51102" y="130441"/>
                  </a:cubicBezTo>
                  <a:lnTo>
                    <a:pt x="51102" y="75290"/>
                  </a:lnTo>
                  <a:cubicBezTo>
                    <a:pt x="51102" y="39836"/>
                    <a:pt x="65959" y="7963"/>
                    <a:pt x="92844" y="7963"/>
                  </a:cubicBezTo>
                  <a:cubicBezTo>
                    <a:pt x="95320" y="7963"/>
                    <a:pt x="96028" y="7963"/>
                    <a:pt x="96735" y="8322"/>
                  </a:cubicBezTo>
                  <a:cubicBezTo>
                    <a:pt x="95674" y="8680"/>
                    <a:pt x="88599" y="12977"/>
                    <a:pt x="88599" y="22288"/>
                  </a:cubicBezTo>
                  <a:cubicBezTo>
                    <a:pt x="88599" y="32316"/>
                    <a:pt x="96028" y="37688"/>
                    <a:pt x="103810" y="37688"/>
                  </a:cubicBezTo>
                  <a:cubicBezTo>
                    <a:pt x="110178" y="37688"/>
                    <a:pt x="119022" y="33390"/>
                    <a:pt x="119022" y="21930"/>
                  </a:cubicBezTo>
                  <a:cubicBezTo>
                    <a:pt x="119022" y="10470"/>
                    <a:pt x="108055" y="85"/>
                    <a:pt x="92844" y="85"/>
                  </a:cubicBezTo>
                  <a:cubicBezTo>
                    <a:pt x="67021" y="85"/>
                    <a:pt x="54286" y="24079"/>
                    <a:pt x="49333" y="3947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984EB9C-E273-9F53-D982-214A91EB1C1A}"/>
                </a:ext>
              </a:extLst>
            </p:cNvPr>
            <p:cNvSpPr/>
            <p:nvPr/>
          </p:nvSpPr>
          <p:spPr>
            <a:xfrm>
              <a:off x="6796066" y="7584414"/>
              <a:ext cx="136900" cy="164378"/>
            </a:xfrm>
            <a:custGeom>
              <a:avLst/>
              <a:gdLst>
                <a:gd name="connsiteX0" fmla="*/ 29881 w 136900"/>
                <a:gd name="connsiteY0" fmla="*/ 70277 h 164378"/>
                <a:gd name="connsiteX1" fmla="*/ 73746 w 136900"/>
                <a:gd name="connsiteY1" fmla="*/ 7963 h 164378"/>
                <a:gd name="connsiteX2" fmla="*/ 113719 w 136900"/>
                <a:gd name="connsiteY2" fmla="*/ 70277 h 164378"/>
                <a:gd name="connsiteX3" fmla="*/ 29881 w 136900"/>
                <a:gd name="connsiteY3" fmla="*/ 70277 h 164378"/>
                <a:gd name="connsiteX4" fmla="*/ 29527 w 136900"/>
                <a:gd name="connsiteY4" fmla="*/ 77797 h 164378"/>
                <a:gd name="connsiteX5" fmla="*/ 128223 w 136900"/>
                <a:gd name="connsiteY5" fmla="*/ 77797 h 164378"/>
                <a:gd name="connsiteX6" fmla="*/ 137067 w 136900"/>
                <a:gd name="connsiteY6" fmla="*/ 70277 h 164378"/>
                <a:gd name="connsiteX7" fmla="*/ 73746 w 136900"/>
                <a:gd name="connsiteY7" fmla="*/ 85 h 164378"/>
                <a:gd name="connsiteX8" fmla="*/ 166 w 136900"/>
                <a:gd name="connsiteY8" fmla="*/ 81737 h 164378"/>
                <a:gd name="connsiteX9" fmla="*/ 77991 w 136900"/>
                <a:gd name="connsiteY9" fmla="*/ 164463 h 164378"/>
                <a:gd name="connsiteX10" fmla="*/ 137067 w 136900"/>
                <a:gd name="connsiteY10" fmla="*/ 117907 h 164378"/>
                <a:gd name="connsiteX11" fmla="*/ 132468 w 136900"/>
                <a:gd name="connsiteY11" fmla="*/ 113609 h 164378"/>
                <a:gd name="connsiteX12" fmla="*/ 127869 w 136900"/>
                <a:gd name="connsiteY12" fmla="*/ 118623 h 164378"/>
                <a:gd name="connsiteX13" fmla="*/ 80113 w 136900"/>
                <a:gd name="connsiteY13" fmla="*/ 155510 h 164378"/>
                <a:gd name="connsiteX14" fmla="*/ 40140 w 136900"/>
                <a:gd name="connsiteY14" fmla="*/ 131516 h 164378"/>
                <a:gd name="connsiteX15" fmla="*/ 29527 w 136900"/>
                <a:gd name="connsiteY15" fmla="*/ 77797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900" h="164378">
                  <a:moveTo>
                    <a:pt x="29881" y="70277"/>
                  </a:moveTo>
                  <a:cubicBezTo>
                    <a:pt x="32004" y="16916"/>
                    <a:pt x="61718" y="7963"/>
                    <a:pt x="73746" y="7963"/>
                  </a:cubicBezTo>
                  <a:cubicBezTo>
                    <a:pt x="110182" y="7963"/>
                    <a:pt x="113719" y="56310"/>
                    <a:pt x="113719" y="70277"/>
                  </a:cubicBezTo>
                  <a:lnTo>
                    <a:pt x="29881" y="70277"/>
                  </a:lnTo>
                  <a:close/>
                  <a:moveTo>
                    <a:pt x="29527" y="77797"/>
                  </a:moveTo>
                  <a:lnTo>
                    <a:pt x="128223" y="77797"/>
                  </a:lnTo>
                  <a:cubicBezTo>
                    <a:pt x="136005" y="77797"/>
                    <a:pt x="137067" y="77797"/>
                    <a:pt x="137067" y="70277"/>
                  </a:cubicBezTo>
                  <a:cubicBezTo>
                    <a:pt x="137067" y="34823"/>
                    <a:pt x="117964" y="85"/>
                    <a:pt x="73746" y="85"/>
                  </a:cubicBezTo>
                  <a:cubicBezTo>
                    <a:pt x="32711" y="85"/>
                    <a:pt x="166" y="36971"/>
                    <a:pt x="166" y="81737"/>
                  </a:cubicBezTo>
                  <a:cubicBezTo>
                    <a:pt x="166" y="129725"/>
                    <a:pt x="37310" y="164463"/>
                    <a:pt x="77991" y="164463"/>
                  </a:cubicBezTo>
                  <a:cubicBezTo>
                    <a:pt x="121148" y="164463"/>
                    <a:pt x="137067" y="124711"/>
                    <a:pt x="137067" y="117907"/>
                  </a:cubicBezTo>
                  <a:cubicBezTo>
                    <a:pt x="137067" y="114326"/>
                    <a:pt x="134237" y="113609"/>
                    <a:pt x="132468" y="113609"/>
                  </a:cubicBezTo>
                  <a:cubicBezTo>
                    <a:pt x="129284" y="113609"/>
                    <a:pt x="128577" y="115758"/>
                    <a:pt x="127869" y="118623"/>
                  </a:cubicBezTo>
                  <a:cubicBezTo>
                    <a:pt x="115488" y="155510"/>
                    <a:pt x="83651" y="155510"/>
                    <a:pt x="80113" y="155510"/>
                  </a:cubicBezTo>
                  <a:cubicBezTo>
                    <a:pt x="62426" y="155510"/>
                    <a:pt x="48276" y="144766"/>
                    <a:pt x="40140" y="131516"/>
                  </a:cubicBezTo>
                  <a:cubicBezTo>
                    <a:pt x="29527" y="114326"/>
                    <a:pt x="29527" y="90690"/>
                    <a:pt x="29527" y="77797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5D5FCDA-29EE-085D-00A0-63472846E80B}"/>
                </a:ext>
              </a:extLst>
            </p:cNvPr>
            <p:cNvSpPr/>
            <p:nvPr/>
          </p:nvSpPr>
          <p:spPr>
            <a:xfrm>
              <a:off x="6978402" y="7476261"/>
              <a:ext cx="82069" cy="358122"/>
            </a:xfrm>
            <a:custGeom>
              <a:avLst/>
              <a:gdLst>
                <a:gd name="connsiteX0" fmla="*/ 82240 w 82069"/>
                <a:gd name="connsiteY0" fmla="*/ 354626 h 358122"/>
                <a:gd name="connsiteX1" fmla="*/ 76226 w 82069"/>
                <a:gd name="connsiteY1" fmla="*/ 346747 h 358122"/>
                <a:gd name="connsiteX2" fmla="*/ 20688 w 82069"/>
                <a:gd name="connsiteY2" fmla="*/ 179146 h 358122"/>
                <a:gd name="connsiteX3" fmla="*/ 77641 w 82069"/>
                <a:gd name="connsiteY3" fmla="*/ 9754 h 358122"/>
                <a:gd name="connsiteX4" fmla="*/ 82240 w 82069"/>
                <a:gd name="connsiteY4" fmla="*/ 3666 h 358122"/>
                <a:gd name="connsiteX5" fmla="*/ 78703 w 82069"/>
                <a:gd name="connsiteY5" fmla="*/ 85 h 358122"/>
                <a:gd name="connsiteX6" fmla="*/ 22457 w 82069"/>
                <a:gd name="connsiteY6" fmla="*/ 69919 h 358122"/>
                <a:gd name="connsiteX7" fmla="*/ 171 w 82069"/>
                <a:gd name="connsiteY7" fmla="*/ 179146 h 358122"/>
                <a:gd name="connsiteX8" fmla="*/ 23518 w 82069"/>
                <a:gd name="connsiteY8" fmla="*/ 290880 h 358122"/>
                <a:gd name="connsiteX9" fmla="*/ 78703 w 82069"/>
                <a:gd name="connsiteY9" fmla="*/ 358207 h 358122"/>
                <a:gd name="connsiteX10" fmla="*/ 82240 w 82069"/>
                <a:gd name="connsiteY10" fmla="*/ 354626 h 358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58122">
                  <a:moveTo>
                    <a:pt x="82240" y="354626"/>
                  </a:moveTo>
                  <a:cubicBezTo>
                    <a:pt x="82240" y="353551"/>
                    <a:pt x="82240" y="352835"/>
                    <a:pt x="76226" y="346747"/>
                  </a:cubicBezTo>
                  <a:cubicBezTo>
                    <a:pt x="32008" y="301624"/>
                    <a:pt x="20688" y="233939"/>
                    <a:pt x="20688" y="179146"/>
                  </a:cubicBezTo>
                  <a:cubicBezTo>
                    <a:pt x="20688" y="116833"/>
                    <a:pt x="34131" y="54519"/>
                    <a:pt x="77641" y="9754"/>
                  </a:cubicBezTo>
                  <a:cubicBezTo>
                    <a:pt x="82240" y="5457"/>
                    <a:pt x="82240" y="4740"/>
                    <a:pt x="82240" y="3666"/>
                  </a:cubicBezTo>
                  <a:cubicBezTo>
                    <a:pt x="82240" y="1159"/>
                    <a:pt x="80825" y="85"/>
                    <a:pt x="78703" y="85"/>
                  </a:cubicBezTo>
                  <a:cubicBezTo>
                    <a:pt x="75165" y="85"/>
                    <a:pt x="43328" y="24437"/>
                    <a:pt x="22457" y="69919"/>
                  </a:cubicBezTo>
                  <a:cubicBezTo>
                    <a:pt x="4416" y="109312"/>
                    <a:pt x="171" y="149064"/>
                    <a:pt x="171" y="179146"/>
                  </a:cubicBezTo>
                  <a:cubicBezTo>
                    <a:pt x="171" y="207079"/>
                    <a:pt x="4062" y="250412"/>
                    <a:pt x="23518" y="290880"/>
                  </a:cubicBezTo>
                  <a:cubicBezTo>
                    <a:pt x="44743" y="334929"/>
                    <a:pt x="75165" y="358207"/>
                    <a:pt x="78703" y="358207"/>
                  </a:cubicBezTo>
                  <a:cubicBezTo>
                    <a:pt x="80825" y="358207"/>
                    <a:pt x="82240" y="357133"/>
                    <a:pt x="82240" y="354626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478D9E3-C4AC-A883-E771-0198A73E1315}"/>
                </a:ext>
              </a:extLst>
            </p:cNvPr>
            <p:cNvSpPr/>
            <p:nvPr/>
          </p:nvSpPr>
          <p:spPr>
            <a:xfrm>
              <a:off x="7088732" y="7585846"/>
              <a:ext cx="199159" cy="159006"/>
            </a:xfrm>
            <a:custGeom>
              <a:avLst/>
              <a:gdLst>
                <a:gd name="connsiteX0" fmla="*/ 114789 w 199159"/>
                <a:gd name="connsiteY0" fmla="*/ 70993 h 159006"/>
                <a:gd name="connsiteX1" fmla="*/ 156177 w 199159"/>
                <a:gd name="connsiteY1" fmla="*/ 24437 h 159006"/>
                <a:gd name="connsiteX2" fmla="*/ 192259 w 199159"/>
                <a:gd name="connsiteY2" fmla="*/ 16916 h 159006"/>
                <a:gd name="connsiteX3" fmla="*/ 192259 w 199159"/>
                <a:gd name="connsiteY3" fmla="*/ 85 h 159006"/>
                <a:gd name="connsiteX4" fmla="*/ 159715 w 199159"/>
                <a:gd name="connsiteY4" fmla="*/ 1159 h 159006"/>
                <a:gd name="connsiteX5" fmla="*/ 123279 w 199159"/>
                <a:gd name="connsiteY5" fmla="*/ 85 h 159006"/>
                <a:gd name="connsiteX6" fmla="*/ 123279 w 199159"/>
                <a:gd name="connsiteY6" fmla="*/ 16916 h 159006"/>
                <a:gd name="connsiteX7" fmla="*/ 136721 w 199159"/>
                <a:gd name="connsiteY7" fmla="*/ 20140 h 159006"/>
                <a:gd name="connsiteX8" fmla="*/ 133891 w 199159"/>
                <a:gd name="connsiteY8" fmla="*/ 24437 h 159006"/>
                <a:gd name="connsiteX9" fmla="*/ 104176 w 199159"/>
                <a:gd name="connsiteY9" fmla="*/ 58100 h 159006"/>
                <a:gd name="connsiteX10" fmla="*/ 69509 w 199159"/>
                <a:gd name="connsiteY10" fmla="*/ 16916 h 159006"/>
                <a:gd name="connsiteX11" fmla="*/ 83659 w 199159"/>
                <a:gd name="connsiteY11" fmla="*/ 16916 h 159006"/>
                <a:gd name="connsiteX12" fmla="*/ 83659 w 199159"/>
                <a:gd name="connsiteY12" fmla="*/ 85 h 159006"/>
                <a:gd name="connsiteX13" fmla="*/ 40856 w 199159"/>
                <a:gd name="connsiteY13" fmla="*/ 1159 h 159006"/>
                <a:gd name="connsiteX14" fmla="*/ 1943 w 199159"/>
                <a:gd name="connsiteY14" fmla="*/ 85 h 159006"/>
                <a:gd name="connsiteX15" fmla="*/ 1943 w 199159"/>
                <a:gd name="connsiteY15" fmla="*/ 16916 h 159006"/>
                <a:gd name="connsiteX16" fmla="*/ 27059 w 199159"/>
                <a:gd name="connsiteY16" fmla="*/ 16916 h 159006"/>
                <a:gd name="connsiteX17" fmla="*/ 82244 w 199159"/>
                <a:gd name="connsiteY17" fmla="*/ 82811 h 159006"/>
                <a:gd name="connsiteX18" fmla="*/ 35903 w 199159"/>
                <a:gd name="connsiteY18" fmla="*/ 135455 h 159006"/>
                <a:gd name="connsiteX19" fmla="*/ 175 w 199159"/>
                <a:gd name="connsiteY19" fmla="*/ 142259 h 159006"/>
                <a:gd name="connsiteX20" fmla="*/ 175 w 199159"/>
                <a:gd name="connsiteY20" fmla="*/ 159091 h 159006"/>
                <a:gd name="connsiteX21" fmla="*/ 32719 w 199159"/>
                <a:gd name="connsiteY21" fmla="*/ 158017 h 159006"/>
                <a:gd name="connsiteX22" fmla="*/ 69155 w 199159"/>
                <a:gd name="connsiteY22" fmla="*/ 159091 h 159006"/>
                <a:gd name="connsiteX23" fmla="*/ 69155 w 199159"/>
                <a:gd name="connsiteY23" fmla="*/ 142259 h 159006"/>
                <a:gd name="connsiteX24" fmla="*/ 56067 w 199159"/>
                <a:gd name="connsiteY24" fmla="*/ 138320 h 159006"/>
                <a:gd name="connsiteX25" fmla="*/ 58543 w 199159"/>
                <a:gd name="connsiteY25" fmla="*/ 134739 h 159006"/>
                <a:gd name="connsiteX26" fmla="*/ 92856 w 199159"/>
                <a:gd name="connsiteY26" fmla="*/ 95703 h 159006"/>
                <a:gd name="connsiteX27" fmla="*/ 131769 w 199159"/>
                <a:gd name="connsiteY27" fmla="*/ 142259 h 159006"/>
                <a:gd name="connsiteX28" fmla="*/ 117973 w 199159"/>
                <a:gd name="connsiteY28" fmla="*/ 142259 h 159006"/>
                <a:gd name="connsiteX29" fmla="*/ 117973 w 199159"/>
                <a:gd name="connsiteY29" fmla="*/ 159091 h 159006"/>
                <a:gd name="connsiteX30" fmla="*/ 160422 w 199159"/>
                <a:gd name="connsiteY30" fmla="*/ 158017 h 159006"/>
                <a:gd name="connsiteX31" fmla="*/ 199334 w 199159"/>
                <a:gd name="connsiteY31" fmla="*/ 159091 h 159006"/>
                <a:gd name="connsiteX32" fmla="*/ 199334 w 199159"/>
                <a:gd name="connsiteY32" fmla="*/ 142259 h 159006"/>
                <a:gd name="connsiteX33" fmla="*/ 174218 w 199159"/>
                <a:gd name="connsiteY33" fmla="*/ 142259 h 159006"/>
                <a:gd name="connsiteX34" fmla="*/ 114789 w 199159"/>
                <a:gd name="connsiteY34" fmla="*/ 70993 h 159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9159" h="159006">
                  <a:moveTo>
                    <a:pt x="114789" y="70993"/>
                  </a:moveTo>
                  <a:lnTo>
                    <a:pt x="156177" y="24437"/>
                  </a:lnTo>
                  <a:cubicBezTo>
                    <a:pt x="160776" y="19423"/>
                    <a:pt x="162898" y="16916"/>
                    <a:pt x="192259" y="16916"/>
                  </a:cubicBezTo>
                  <a:lnTo>
                    <a:pt x="192259" y="85"/>
                  </a:lnTo>
                  <a:cubicBezTo>
                    <a:pt x="179878" y="801"/>
                    <a:pt x="161483" y="1159"/>
                    <a:pt x="159715" y="1159"/>
                  </a:cubicBezTo>
                  <a:cubicBezTo>
                    <a:pt x="150871" y="1159"/>
                    <a:pt x="133184" y="443"/>
                    <a:pt x="123279" y="85"/>
                  </a:cubicBezTo>
                  <a:lnTo>
                    <a:pt x="123279" y="16916"/>
                  </a:lnTo>
                  <a:cubicBezTo>
                    <a:pt x="128231" y="16916"/>
                    <a:pt x="132476" y="17633"/>
                    <a:pt x="136721" y="20140"/>
                  </a:cubicBezTo>
                  <a:cubicBezTo>
                    <a:pt x="135306" y="22288"/>
                    <a:pt x="135306" y="23005"/>
                    <a:pt x="133891" y="24437"/>
                  </a:cubicBezTo>
                  <a:lnTo>
                    <a:pt x="104176" y="58100"/>
                  </a:lnTo>
                  <a:lnTo>
                    <a:pt x="69509" y="16916"/>
                  </a:lnTo>
                  <a:lnTo>
                    <a:pt x="83659" y="16916"/>
                  </a:lnTo>
                  <a:lnTo>
                    <a:pt x="83659" y="85"/>
                  </a:lnTo>
                  <a:cubicBezTo>
                    <a:pt x="74462" y="443"/>
                    <a:pt x="52175" y="1159"/>
                    <a:pt x="40856" y="1159"/>
                  </a:cubicBezTo>
                  <a:cubicBezTo>
                    <a:pt x="29536" y="1159"/>
                    <a:pt x="13617" y="443"/>
                    <a:pt x="1943" y="85"/>
                  </a:cubicBezTo>
                  <a:lnTo>
                    <a:pt x="1943" y="16916"/>
                  </a:lnTo>
                  <a:lnTo>
                    <a:pt x="27059" y="16916"/>
                  </a:lnTo>
                  <a:lnTo>
                    <a:pt x="82244" y="82811"/>
                  </a:lnTo>
                  <a:lnTo>
                    <a:pt x="35903" y="135455"/>
                  </a:lnTo>
                  <a:cubicBezTo>
                    <a:pt x="29889" y="142259"/>
                    <a:pt x="17155" y="142259"/>
                    <a:pt x="175" y="142259"/>
                  </a:cubicBezTo>
                  <a:lnTo>
                    <a:pt x="175" y="159091"/>
                  </a:lnTo>
                  <a:cubicBezTo>
                    <a:pt x="12556" y="158375"/>
                    <a:pt x="30951" y="158017"/>
                    <a:pt x="32719" y="158017"/>
                  </a:cubicBezTo>
                  <a:cubicBezTo>
                    <a:pt x="41563" y="158017"/>
                    <a:pt x="62080" y="158733"/>
                    <a:pt x="69155" y="159091"/>
                  </a:cubicBezTo>
                  <a:lnTo>
                    <a:pt x="69155" y="142259"/>
                  </a:lnTo>
                  <a:cubicBezTo>
                    <a:pt x="62788" y="142259"/>
                    <a:pt x="56067" y="140469"/>
                    <a:pt x="56067" y="138320"/>
                  </a:cubicBezTo>
                  <a:cubicBezTo>
                    <a:pt x="56067" y="137962"/>
                    <a:pt x="56067" y="137604"/>
                    <a:pt x="58543" y="134739"/>
                  </a:cubicBezTo>
                  <a:lnTo>
                    <a:pt x="92856" y="95703"/>
                  </a:lnTo>
                  <a:lnTo>
                    <a:pt x="131769" y="142259"/>
                  </a:lnTo>
                  <a:lnTo>
                    <a:pt x="117973" y="142259"/>
                  </a:lnTo>
                  <a:lnTo>
                    <a:pt x="117973" y="159091"/>
                  </a:lnTo>
                  <a:cubicBezTo>
                    <a:pt x="127170" y="158733"/>
                    <a:pt x="148749" y="158017"/>
                    <a:pt x="160422" y="158017"/>
                  </a:cubicBezTo>
                  <a:cubicBezTo>
                    <a:pt x="171742" y="158017"/>
                    <a:pt x="187661" y="158733"/>
                    <a:pt x="199334" y="159091"/>
                  </a:cubicBezTo>
                  <a:lnTo>
                    <a:pt x="199334" y="142259"/>
                  </a:lnTo>
                  <a:lnTo>
                    <a:pt x="174218" y="142259"/>
                  </a:lnTo>
                  <a:lnTo>
                    <a:pt x="114789" y="70993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E48CB1D-D806-7847-91B7-340DA2D22701}"/>
                </a:ext>
              </a:extLst>
            </p:cNvPr>
            <p:cNvSpPr/>
            <p:nvPr/>
          </p:nvSpPr>
          <p:spPr>
            <a:xfrm>
              <a:off x="7326076" y="7706892"/>
              <a:ext cx="41388" cy="107078"/>
            </a:xfrm>
            <a:custGeom>
              <a:avLst/>
              <a:gdLst>
                <a:gd name="connsiteX0" fmla="*/ 41569 w 41388"/>
                <a:gd name="connsiteY0" fmla="*/ 37688 h 107078"/>
                <a:gd name="connsiteX1" fmla="*/ 18929 w 41388"/>
                <a:gd name="connsiteY1" fmla="*/ 85 h 107078"/>
                <a:gd name="connsiteX2" fmla="*/ 181 w 41388"/>
                <a:gd name="connsiteY2" fmla="*/ 19065 h 107078"/>
                <a:gd name="connsiteX3" fmla="*/ 18929 w 41388"/>
                <a:gd name="connsiteY3" fmla="*/ 38046 h 107078"/>
                <a:gd name="connsiteX4" fmla="*/ 31310 w 41388"/>
                <a:gd name="connsiteY4" fmla="*/ 33390 h 107078"/>
                <a:gd name="connsiteX5" fmla="*/ 33079 w 41388"/>
                <a:gd name="connsiteY5" fmla="*/ 32316 h 107078"/>
                <a:gd name="connsiteX6" fmla="*/ 33787 w 41388"/>
                <a:gd name="connsiteY6" fmla="*/ 37688 h 107078"/>
                <a:gd name="connsiteX7" fmla="*/ 9732 w 41388"/>
                <a:gd name="connsiteY7" fmla="*/ 97494 h 107078"/>
                <a:gd name="connsiteX8" fmla="*/ 5841 w 41388"/>
                <a:gd name="connsiteY8" fmla="*/ 103224 h 107078"/>
                <a:gd name="connsiteX9" fmla="*/ 9378 w 41388"/>
                <a:gd name="connsiteY9" fmla="*/ 107163 h 107078"/>
                <a:gd name="connsiteX10" fmla="*/ 41569 w 41388"/>
                <a:gd name="connsiteY10" fmla="*/ 37688 h 10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388" h="107078">
                  <a:moveTo>
                    <a:pt x="41569" y="37688"/>
                  </a:moveTo>
                  <a:cubicBezTo>
                    <a:pt x="41569" y="14051"/>
                    <a:pt x="32725" y="85"/>
                    <a:pt x="18929" y="85"/>
                  </a:cubicBezTo>
                  <a:cubicBezTo>
                    <a:pt x="7256" y="85"/>
                    <a:pt x="181" y="9038"/>
                    <a:pt x="181" y="19065"/>
                  </a:cubicBezTo>
                  <a:cubicBezTo>
                    <a:pt x="181" y="28734"/>
                    <a:pt x="7256" y="38046"/>
                    <a:pt x="18929" y="38046"/>
                  </a:cubicBezTo>
                  <a:cubicBezTo>
                    <a:pt x="23174" y="38046"/>
                    <a:pt x="27773" y="36613"/>
                    <a:pt x="31310" y="33390"/>
                  </a:cubicBezTo>
                  <a:cubicBezTo>
                    <a:pt x="32372" y="32674"/>
                    <a:pt x="32725" y="32316"/>
                    <a:pt x="33079" y="32316"/>
                  </a:cubicBezTo>
                  <a:cubicBezTo>
                    <a:pt x="33433" y="32316"/>
                    <a:pt x="33787" y="32674"/>
                    <a:pt x="33787" y="37688"/>
                  </a:cubicBezTo>
                  <a:cubicBezTo>
                    <a:pt x="33787" y="64189"/>
                    <a:pt x="21406" y="85676"/>
                    <a:pt x="9732" y="97494"/>
                  </a:cubicBezTo>
                  <a:cubicBezTo>
                    <a:pt x="5841" y="101433"/>
                    <a:pt x="5841" y="102150"/>
                    <a:pt x="5841" y="103224"/>
                  </a:cubicBezTo>
                  <a:cubicBezTo>
                    <a:pt x="5841" y="105731"/>
                    <a:pt x="7609" y="107163"/>
                    <a:pt x="9378" y="107163"/>
                  </a:cubicBezTo>
                  <a:cubicBezTo>
                    <a:pt x="13269" y="107163"/>
                    <a:pt x="41569" y="79588"/>
                    <a:pt x="41569" y="3768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56CCC8F-4E5C-793E-7B5F-631BBA63280E}"/>
                </a:ext>
              </a:extLst>
            </p:cNvPr>
            <p:cNvSpPr/>
            <p:nvPr/>
          </p:nvSpPr>
          <p:spPr>
            <a:xfrm>
              <a:off x="7464194" y="7582981"/>
              <a:ext cx="194561" cy="234211"/>
            </a:xfrm>
            <a:custGeom>
              <a:avLst/>
              <a:gdLst>
                <a:gd name="connsiteX0" fmla="*/ 192977 w 194561"/>
                <a:gd name="connsiteY0" fmla="*/ 26944 h 234211"/>
                <a:gd name="connsiteX1" fmla="*/ 194746 w 194561"/>
                <a:gd name="connsiteY1" fmla="*/ 18707 h 234211"/>
                <a:gd name="connsiteX2" fmla="*/ 178120 w 194561"/>
                <a:gd name="connsiteY2" fmla="*/ 2950 h 234211"/>
                <a:gd name="connsiteX3" fmla="*/ 153004 w 194561"/>
                <a:gd name="connsiteY3" fmla="*/ 29451 h 234211"/>
                <a:gd name="connsiteX4" fmla="*/ 143807 w 194561"/>
                <a:gd name="connsiteY4" fmla="*/ 66695 h 234211"/>
                <a:gd name="connsiteX5" fmla="*/ 128949 w 194561"/>
                <a:gd name="connsiteY5" fmla="*/ 126144 h 234211"/>
                <a:gd name="connsiteX6" fmla="*/ 115153 w 194561"/>
                <a:gd name="connsiteY6" fmla="*/ 143334 h 234211"/>
                <a:gd name="connsiteX7" fmla="*/ 91098 w 194561"/>
                <a:gd name="connsiteY7" fmla="*/ 151929 h 234211"/>
                <a:gd name="connsiteX8" fmla="*/ 69873 w 194561"/>
                <a:gd name="connsiteY8" fmla="*/ 125786 h 234211"/>
                <a:gd name="connsiteX9" fmla="*/ 90744 w 194561"/>
                <a:gd name="connsiteY9" fmla="*/ 50222 h 234211"/>
                <a:gd name="connsiteX10" fmla="*/ 95343 w 194561"/>
                <a:gd name="connsiteY10" fmla="*/ 32316 h 234211"/>
                <a:gd name="connsiteX11" fmla="*/ 55370 w 194561"/>
                <a:gd name="connsiteY11" fmla="*/ 85 h 234211"/>
                <a:gd name="connsiteX12" fmla="*/ 185 w 194561"/>
                <a:gd name="connsiteY12" fmla="*/ 55952 h 234211"/>
                <a:gd name="connsiteX13" fmla="*/ 8675 w 194561"/>
                <a:gd name="connsiteY13" fmla="*/ 60965 h 234211"/>
                <a:gd name="connsiteX14" fmla="*/ 16811 w 194561"/>
                <a:gd name="connsiteY14" fmla="*/ 56310 h 234211"/>
                <a:gd name="connsiteX15" fmla="*/ 53247 w 194561"/>
                <a:gd name="connsiteY15" fmla="*/ 12977 h 234211"/>
                <a:gd name="connsiteX16" fmla="*/ 59261 w 194561"/>
                <a:gd name="connsiteY16" fmla="*/ 20498 h 234211"/>
                <a:gd name="connsiteX17" fmla="*/ 53247 w 194561"/>
                <a:gd name="connsiteY17" fmla="*/ 43776 h 234211"/>
                <a:gd name="connsiteX18" fmla="*/ 32022 w 194561"/>
                <a:gd name="connsiteY18" fmla="*/ 118265 h 234211"/>
                <a:gd name="connsiteX19" fmla="*/ 88268 w 194561"/>
                <a:gd name="connsiteY19" fmla="*/ 164821 h 234211"/>
                <a:gd name="connsiteX20" fmla="*/ 122228 w 194561"/>
                <a:gd name="connsiteY20" fmla="*/ 154077 h 234211"/>
                <a:gd name="connsiteX21" fmla="*/ 61383 w 194561"/>
                <a:gd name="connsiteY21" fmla="*/ 221404 h 234211"/>
                <a:gd name="connsiteX22" fmla="*/ 39805 w 194561"/>
                <a:gd name="connsiteY22" fmla="*/ 216391 h 234211"/>
                <a:gd name="connsiteX23" fmla="*/ 56785 w 194561"/>
                <a:gd name="connsiteY23" fmla="*/ 192396 h 234211"/>
                <a:gd name="connsiteX24" fmla="*/ 39451 w 194561"/>
                <a:gd name="connsiteY24" fmla="*/ 175923 h 234211"/>
                <a:gd name="connsiteX25" fmla="*/ 13981 w 194561"/>
                <a:gd name="connsiteY25" fmla="*/ 203140 h 234211"/>
                <a:gd name="connsiteX26" fmla="*/ 61383 w 194561"/>
                <a:gd name="connsiteY26" fmla="*/ 234297 h 234211"/>
                <a:gd name="connsiteX27" fmla="*/ 159725 w 194561"/>
                <a:gd name="connsiteY27" fmla="*/ 162314 h 234211"/>
                <a:gd name="connsiteX28" fmla="*/ 192977 w 194561"/>
                <a:gd name="connsiteY28" fmla="*/ 26944 h 234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94561" h="234211">
                  <a:moveTo>
                    <a:pt x="192977" y="26944"/>
                  </a:moveTo>
                  <a:cubicBezTo>
                    <a:pt x="194746" y="20498"/>
                    <a:pt x="194746" y="19781"/>
                    <a:pt x="194746" y="18707"/>
                  </a:cubicBezTo>
                  <a:cubicBezTo>
                    <a:pt x="194746" y="10828"/>
                    <a:pt x="189086" y="2950"/>
                    <a:pt x="178120" y="2950"/>
                  </a:cubicBezTo>
                  <a:cubicBezTo>
                    <a:pt x="159725" y="2950"/>
                    <a:pt x="155480" y="19781"/>
                    <a:pt x="153004" y="29451"/>
                  </a:cubicBezTo>
                  <a:lnTo>
                    <a:pt x="143807" y="66695"/>
                  </a:lnTo>
                  <a:cubicBezTo>
                    <a:pt x="139562" y="83885"/>
                    <a:pt x="132840" y="111461"/>
                    <a:pt x="128949" y="126144"/>
                  </a:cubicBezTo>
                  <a:cubicBezTo>
                    <a:pt x="127180" y="134022"/>
                    <a:pt x="116214" y="142617"/>
                    <a:pt x="115153" y="143334"/>
                  </a:cubicBezTo>
                  <a:cubicBezTo>
                    <a:pt x="111262" y="145840"/>
                    <a:pt x="102772" y="151929"/>
                    <a:pt x="91098" y="151929"/>
                  </a:cubicBezTo>
                  <a:cubicBezTo>
                    <a:pt x="70227" y="151929"/>
                    <a:pt x="69873" y="134022"/>
                    <a:pt x="69873" y="125786"/>
                  </a:cubicBezTo>
                  <a:cubicBezTo>
                    <a:pt x="69873" y="103940"/>
                    <a:pt x="80840" y="76007"/>
                    <a:pt x="90744" y="50222"/>
                  </a:cubicBezTo>
                  <a:cubicBezTo>
                    <a:pt x="94282" y="40911"/>
                    <a:pt x="95343" y="38404"/>
                    <a:pt x="95343" y="32316"/>
                  </a:cubicBezTo>
                  <a:cubicBezTo>
                    <a:pt x="95343" y="11545"/>
                    <a:pt x="74826" y="85"/>
                    <a:pt x="55370" y="85"/>
                  </a:cubicBezTo>
                  <a:cubicBezTo>
                    <a:pt x="17872" y="85"/>
                    <a:pt x="185" y="48789"/>
                    <a:pt x="185" y="55952"/>
                  </a:cubicBezTo>
                  <a:cubicBezTo>
                    <a:pt x="185" y="60965"/>
                    <a:pt x="5491" y="60965"/>
                    <a:pt x="8675" y="60965"/>
                  </a:cubicBezTo>
                  <a:cubicBezTo>
                    <a:pt x="12920" y="60965"/>
                    <a:pt x="15396" y="60965"/>
                    <a:pt x="16811" y="56310"/>
                  </a:cubicBezTo>
                  <a:cubicBezTo>
                    <a:pt x="28485" y="16558"/>
                    <a:pt x="47941" y="12977"/>
                    <a:pt x="53247" y="12977"/>
                  </a:cubicBezTo>
                  <a:cubicBezTo>
                    <a:pt x="55723" y="12977"/>
                    <a:pt x="59261" y="12977"/>
                    <a:pt x="59261" y="20498"/>
                  </a:cubicBezTo>
                  <a:cubicBezTo>
                    <a:pt x="59261" y="28734"/>
                    <a:pt x="55370" y="38046"/>
                    <a:pt x="53247" y="43776"/>
                  </a:cubicBezTo>
                  <a:cubicBezTo>
                    <a:pt x="39451" y="79588"/>
                    <a:pt x="32022" y="100001"/>
                    <a:pt x="32022" y="118265"/>
                  </a:cubicBezTo>
                  <a:cubicBezTo>
                    <a:pt x="32022" y="159091"/>
                    <a:pt x="67397" y="164821"/>
                    <a:pt x="88268" y="164821"/>
                  </a:cubicBezTo>
                  <a:cubicBezTo>
                    <a:pt x="97112" y="164821"/>
                    <a:pt x="109139" y="163388"/>
                    <a:pt x="122228" y="154077"/>
                  </a:cubicBezTo>
                  <a:cubicBezTo>
                    <a:pt x="112323" y="198126"/>
                    <a:pt x="85792" y="221404"/>
                    <a:pt x="61383" y="221404"/>
                  </a:cubicBezTo>
                  <a:cubicBezTo>
                    <a:pt x="56785" y="221404"/>
                    <a:pt x="46880" y="220688"/>
                    <a:pt x="39805" y="216391"/>
                  </a:cubicBezTo>
                  <a:cubicBezTo>
                    <a:pt x="51125" y="211735"/>
                    <a:pt x="56785" y="202066"/>
                    <a:pt x="56785" y="192396"/>
                  </a:cubicBezTo>
                  <a:cubicBezTo>
                    <a:pt x="56785" y="179504"/>
                    <a:pt x="46526" y="175923"/>
                    <a:pt x="39451" y="175923"/>
                  </a:cubicBezTo>
                  <a:cubicBezTo>
                    <a:pt x="26362" y="175923"/>
                    <a:pt x="13981" y="187383"/>
                    <a:pt x="13981" y="203140"/>
                  </a:cubicBezTo>
                  <a:cubicBezTo>
                    <a:pt x="13981" y="221404"/>
                    <a:pt x="32730" y="234297"/>
                    <a:pt x="61383" y="234297"/>
                  </a:cubicBezTo>
                  <a:cubicBezTo>
                    <a:pt x="102064" y="234297"/>
                    <a:pt x="148759" y="206721"/>
                    <a:pt x="159725" y="162314"/>
                  </a:cubicBezTo>
                  <a:lnTo>
                    <a:pt x="192977" y="26944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FD13E59-EA55-636A-F78C-BD90EDEA9143}"/>
                </a:ext>
              </a:extLst>
            </p:cNvPr>
            <p:cNvSpPr/>
            <p:nvPr/>
          </p:nvSpPr>
          <p:spPr>
            <a:xfrm>
              <a:off x="7705206" y="7590502"/>
              <a:ext cx="38558" cy="223468"/>
            </a:xfrm>
            <a:custGeom>
              <a:avLst/>
              <a:gdLst>
                <a:gd name="connsiteX0" fmla="*/ 37689 w 38558"/>
                <a:gd name="connsiteY0" fmla="*/ 19065 h 223468"/>
                <a:gd name="connsiteX1" fmla="*/ 18940 w 38558"/>
                <a:gd name="connsiteY1" fmla="*/ 85 h 223468"/>
                <a:gd name="connsiteX2" fmla="*/ 191 w 38558"/>
                <a:gd name="connsiteY2" fmla="*/ 19065 h 223468"/>
                <a:gd name="connsiteX3" fmla="*/ 18940 w 38558"/>
                <a:gd name="connsiteY3" fmla="*/ 38046 h 223468"/>
                <a:gd name="connsiteX4" fmla="*/ 37689 w 38558"/>
                <a:gd name="connsiteY4" fmla="*/ 19065 h 223468"/>
                <a:gd name="connsiteX5" fmla="*/ 30967 w 38558"/>
                <a:gd name="connsiteY5" fmla="*/ 150496 h 223468"/>
                <a:gd name="connsiteX6" fmla="*/ 8328 w 38558"/>
                <a:gd name="connsiteY6" fmla="*/ 214958 h 223468"/>
                <a:gd name="connsiteX7" fmla="*/ 5851 w 38558"/>
                <a:gd name="connsiteY7" fmla="*/ 219614 h 223468"/>
                <a:gd name="connsiteX8" fmla="*/ 9389 w 38558"/>
                <a:gd name="connsiteY8" fmla="*/ 223553 h 223468"/>
                <a:gd name="connsiteX9" fmla="*/ 38750 w 38558"/>
                <a:gd name="connsiteY9" fmla="*/ 153361 h 223468"/>
                <a:gd name="connsiteX10" fmla="*/ 18940 w 38558"/>
                <a:gd name="connsiteY10" fmla="*/ 116474 h 223468"/>
                <a:gd name="connsiteX11" fmla="*/ 191 w 38558"/>
                <a:gd name="connsiteY11" fmla="*/ 135455 h 223468"/>
                <a:gd name="connsiteX12" fmla="*/ 18940 w 38558"/>
                <a:gd name="connsiteY12" fmla="*/ 154435 h 223468"/>
                <a:gd name="connsiteX13" fmla="*/ 21770 w 38558"/>
                <a:gd name="connsiteY13" fmla="*/ 154077 h 223468"/>
                <a:gd name="connsiteX14" fmla="*/ 30967 w 38558"/>
                <a:gd name="connsiteY14" fmla="*/ 150496 h 223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558" h="223468">
                  <a:moveTo>
                    <a:pt x="37689" y="19065"/>
                  </a:moveTo>
                  <a:cubicBezTo>
                    <a:pt x="37689" y="8680"/>
                    <a:pt x="29199" y="85"/>
                    <a:pt x="18940" y="85"/>
                  </a:cubicBezTo>
                  <a:cubicBezTo>
                    <a:pt x="8681" y="85"/>
                    <a:pt x="191" y="8680"/>
                    <a:pt x="191" y="19065"/>
                  </a:cubicBezTo>
                  <a:cubicBezTo>
                    <a:pt x="191" y="29451"/>
                    <a:pt x="8681" y="38046"/>
                    <a:pt x="18940" y="38046"/>
                  </a:cubicBezTo>
                  <a:cubicBezTo>
                    <a:pt x="29199" y="38046"/>
                    <a:pt x="37689" y="29451"/>
                    <a:pt x="37689" y="19065"/>
                  </a:cubicBezTo>
                  <a:close/>
                  <a:moveTo>
                    <a:pt x="30967" y="150496"/>
                  </a:moveTo>
                  <a:cubicBezTo>
                    <a:pt x="30967" y="160523"/>
                    <a:pt x="30967" y="188457"/>
                    <a:pt x="8328" y="214958"/>
                  </a:cubicBezTo>
                  <a:cubicBezTo>
                    <a:pt x="5851" y="217823"/>
                    <a:pt x="5851" y="218539"/>
                    <a:pt x="5851" y="219614"/>
                  </a:cubicBezTo>
                  <a:cubicBezTo>
                    <a:pt x="5851" y="222120"/>
                    <a:pt x="7620" y="223553"/>
                    <a:pt x="9389" y="223553"/>
                  </a:cubicBezTo>
                  <a:cubicBezTo>
                    <a:pt x="13280" y="223553"/>
                    <a:pt x="38750" y="194903"/>
                    <a:pt x="38750" y="153361"/>
                  </a:cubicBezTo>
                  <a:cubicBezTo>
                    <a:pt x="38750" y="142975"/>
                    <a:pt x="38042" y="116474"/>
                    <a:pt x="18940" y="116474"/>
                  </a:cubicBezTo>
                  <a:cubicBezTo>
                    <a:pt x="6559" y="116474"/>
                    <a:pt x="191" y="126144"/>
                    <a:pt x="191" y="135455"/>
                  </a:cubicBezTo>
                  <a:cubicBezTo>
                    <a:pt x="191" y="144766"/>
                    <a:pt x="6205" y="154435"/>
                    <a:pt x="18940" y="154435"/>
                  </a:cubicBezTo>
                  <a:cubicBezTo>
                    <a:pt x="20709" y="154435"/>
                    <a:pt x="21416" y="154435"/>
                    <a:pt x="21770" y="154077"/>
                  </a:cubicBezTo>
                  <a:cubicBezTo>
                    <a:pt x="24246" y="153719"/>
                    <a:pt x="28137" y="153003"/>
                    <a:pt x="30967" y="150496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B7203A89-8ABD-F727-4E90-935FD04C9320}"/>
                </a:ext>
              </a:extLst>
            </p:cNvPr>
            <p:cNvSpPr/>
            <p:nvPr/>
          </p:nvSpPr>
          <p:spPr>
            <a:xfrm>
              <a:off x="7840848" y="7585846"/>
              <a:ext cx="275922" cy="160438"/>
            </a:xfrm>
            <a:custGeom>
              <a:avLst/>
              <a:gdLst>
                <a:gd name="connsiteX0" fmla="*/ 252064 w 275922"/>
                <a:gd name="connsiteY0" fmla="*/ 24437 h 160438"/>
                <a:gd name="connsiteX1" fmla="*/ 276119 w 275922"/>
                <a:gd name="connsiteY1" fmla="*/ 16916 h 160438"/>
                <a:gd name="connsiteX2" fmla="*/ 276119 w 275922"/>
                <a:gd name="connsiteY2" fmla="*/ 85 h 160438"/>
                <a:gd name="connsiteX3" fmla="*/ 248880 w 275922"/>
                <a:gd name="connsiteY3" fmla="*/ 1159 h 160438"/>
                <a:gd name="connsiteX4" fmla="*/ 214920 w 275922"/>
                <a:gd name="connsiteY4" fmla="*/ 85 h 160438"/>
                <a:gd name="connsiteX5" fmla="*/ 214920 w 275922"/>
                <a:gd name="connsiteY5" fmla="*/ 16916 h 160438"/>
                <a:gd name="connsiteX6" fmla="*/ 235438 w 275922"/>
                <a:gd name="connsiteY6" fmla="*/ 21214 h 160438"/>
                <a:gd name="connsiteX7" fmla="*/ 234023 w 275922"/>
                <a:gd name="connsiteY7" fmla="*/ 25511 h 160438"/>
                <a:gd name="connsiteX8" fmla="*/ 196879 w 275922"/>
                <a:gd name="connsiteY8" fmla="*/ 117191 h 160438"/>
                <a:gd name="connsiteX9" fmla="*/ 156552 w 275922"/>
                <a:gd name="connsiteY9" fmla="*/ 16916 h 160438"/>
                <a:gd name="connsiteX10" fmla="*/ 176362 w 275922"/>
                <a:gd name="connsiteY10" fmla="*/ 16916 h 160438"/>
                <a:gd name="connsiteX11" fmla="*/ 176362 w 275922"/>
                <a:gd name="connsiteY11" fmla="*/ 85 h 160438"/>
                <a:gd name="connsiteX12" fmla="*/ 136035 w 275922"/>
                <a:gd name="connsiteY12" fmla="*/ 1159 h 160438"/>
                <a:gd name="connsiteX13" fmla="*/ 100660 w 275922"/>
                <a:gd name="connsiteY13" fmla="*/ 85 h 160438"/>
                <a:gd name="connsiteX14" fmla="*/ 100660 w 275922"/>
                <a:gd name="connsiteY14" fmla="*/ 16916 h 160438"/>
                <a:gd name="connsiteX15" fmla="*/ 121531 w 275922"/>
                <a:gd name="connsiteY15" fmla="*/ 16916 h 160438"/>
                <a:gd name="connsiteX16" fmla="*/ 128960 w 275922"/>
                <a:gd name="connsiteY16" fmla="*/ 35897 h 160438"/>
                <a:gd name="connsiteX17" fmla="*/ 127545 w 275922"/>
                <a:gd name="connsiteY17" fmla="*/ 40552 h 160438"/>
                <a:gd name="connsiteX18" fmla="*/ 99599 w 275922"/>
                <a:gd name="connsiteY18" fmla="*/ 109312 h 160438"/>
                <a:gd name="connsiteX19" fmla="*/ 62455 w 275922"/>
                <a:gd name="connsiteY19" fmla="*/ 16916 h 160438"/>
                <a:gd name="connsiteX20" fmla="*/ 82265 w 275922"/>
                <a:gd name="connsiteY20" fmla="*/ 16916 h 160438"/>
                <a:gd name="connsiteX21" fmla="*/ 82265 w 275922"/>
                <a:gd name="connsiteY21" fmla="*/ 85 h 160438"/>
                <a:gd name="connsiteX22" fmla="*/ 38754 w 275922"/>
                <a:gd name="connsiteY22" fmla="*/ 1159 h 160438"/>
                <a:gd name="connsiteX23" fmla="*/ 196 w 275922"/>
                <a:gd name="connsiteY23" fmla="*/ 85 h 160438"/>
                <a:gd name="connsiteX24" fmla="*/ 196 w 275922"/>
                <a:gd name="connsiteY24" fmla="*/ 16916 h 160438"/>
                <a:gd name="connsiteX25" fmla="*/ 21067 w 275922"/>
                <a:gd name="connsiteY25" fmla="*/ 16916 h 160438"/>
                <a:gd name="connsiteX26" fmla="*/ 75190 w 275922"/>
                <a:gd name="connsiteY26" fmla="*/ 150854 h 160438"/>
                <a:gd name="connsiteX27" fmla="*/ 87925 w 275922"/>
                <a:gd name="connsiteY27" fmla="*/ 160523 h 160438"/>
                <a:gd name="connsiteX28" fmla="*/ 100660 w 275922"/>
                <a:gd name="connsiteY28" fmla="*/ 150854 h 160438"/>
                <a:gd name="connsiteX29" fmla="*/ 138157 w 275922"/>
                <a:gd name="connsiteY29" fmla="*/ 58100 h 160438"/>
                <a:gd name="connsiteX30" fmla="*/ 175654 w 275922"/>
                <a:gd name="connsiteY30" fmla="*/ 150854 h 160438"/>
                <a:gd name="connsiteX31" fmla="*/ 188389 w 275922"/>
                <a:gd name="connsiteY31" fmla="*/ 160523 h 160438"/>
                <a:gd name="connsiteX32" fmla="*/ 201124 w 275922"/>
                <a:gd name="connsiteY32" fmla="*/ 150854 h 160438"/>
                <a:gd name="connsiteX33" fmla="*/ 252064 w 275922"/>
                <a:gd name="connsiteY33" fmla="*/ 24437 h 160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5922" h="160438">
                  <a:moveTo>
                    <a:pt x="252064" y="24437"/>
                  </a:moveTo>
                  <a:cubicBezTo>
                    <a:pt x="253833" y="19781"/>
                    <a:pt x="255248" y="16916"/>
                    <a:pt x="276119" y="16916"/>
                  </a:cubicBezTo>
                  <a:lnTo>
                    <a:pt x="276119" y="85"/>
                  </a:lnTo>
                  <a:cubicBezTo>
                    <a:pt x="267983" y="801"/>
                    <a:pt x="257370" y="1159"/>
                    <a:pt x="248880" y="1159"/>
                  </a:cubicBezTo>
                  <a:cubicBezTo>
                    <a:pt x="239329" y="1159"/>
                    <a:pt x="222703" y="443"/>
                    <a:pt x="214920" y="85"/>
                  </a:cubicBezTo>
                  <a:lnTo>
                    <a:pt x="214920" y="16916"/>
                  </a:lnTo>
                  <a:cubicBezTo>
                    <a:pt x="218104" y="16916"/>
                    <a:pt x="235438" y="17275"/>
                    <a:pt x="235438" y="21214"/>
                  </a:cubicBezTo>
                  <a:cubicBezTo>
                    <a:pt x="235438" y="22288"/>
                    <a:pt x="234377" y="24437"/>
                    <a:pt x="234023" y="25511"/>
                  </a:cubicBezTo>
                  <a:lnTo>
                    <a:pt x="196879" y="117191"/>
                  </a:lnTo>
                  <a:lnTo>
                    <a:pt x="156552" y="16916"/>
                  </a:lnTo>
                  <a:lnTo>
                    <a:pt x="176362" y="16916"/>
                  </a:lnTo>
                  <a:lnTo>
                    <a:pt x="176362" y="85"/>
                  </a:lnTo>
                  <a:cubicBezTo>
                    <a:pt x="165042" y="443"/>
                    <a:pt x="146647" y="1159"/>
                    <a:pt x="136035" y="1159"/>
                  </a:cubicBezTo>
                  <a:cubicBezTo>
                    <a:pt x="121177" y="1159"/>
                    <a:pt x="106320" y="443"/>
                    <a:pt x="100660" y="85"/>
                  </a:cubicBezTo>
                  <a:lnTo>
                    <a:pt x="100660" y="16916"/>
                  </a:lnTo>
                  <a:lnTo>
                    <a:pt x="121531" y="16916"/>
                  </a:lnTo>
                  <a:cubicBezTo>
                    <a:pt x="128960" y="34823"/>
                    <a:pt x="128960" y="35539"/>
                    <a:pt x="128960" y="35897"/>
                  </a:cubicBezTo>
                  <a:cubicBezTo>
                    <a:pt x="128960" y="37329"/>
                    <a:pt x="127899" y="39478"/>
                    <a:pt x="127545" y="40552"/>
                  </a:cubicBezTo>
                  <a:lnTo>
                    <a:pt x="99599" y="109312"/>
                  </a:lnTo>
                  <a:lnTo>
                    <a:pt x="62455" y="16916"/>
                  </a:lnTo>
                  <a:lnTo>
                    <a:pt x="82265" y="16916"/>
                  </a:lnTo>
                  <a:lnTo>
                    <a:pt x="82265" y="85"/>
                  </a:lnTo>
                  <a:cubicBezTo>
                    <a:pt x="67762" y="801"/>
                    <a:pt x="53258" y="1159"/>
                    <a:pt x="38754" y="1159"/>
                  </a:cubicBezTo>
                  <a:cubicBezTo>
                    <a:pt x="27788" y="1159"/>
                    <a:pt x="12223" y="443"/>
                    <a:pt x="196" y="85"/>
                  </a:cubicBezTo>
                  <a:lnTo>
                    <a:pt x="196" y="16916"/>
                  </a:lnTo>
                  <a:lnTo>
                    <a:pt x="21067" y="16916"/>
                  </a:lnTo>
                  <a:lnTo>
                    <a:pt x="75190" y="150854"/>
                  </a:lnTo>
                  <a:cubicBezTo>
                    <a:pt x="77666" y="156942"/>
                    <a:pt x="79081" y="160523"/>
                    <a:pt x="87925" y="160523"/>
                  </a:cubicBezTo>
                  <a:cubicBezTo>
                    <a:pt x="96769" y="160523"/>
                    <a:pt x="98184" y="156942"/>
                    <a:pt x="100660" y="150854"/>
                  </a:cubicBezTo>
                  <a:lnTo>
                    <a:pt x="138157" y="58100"/>
                  </a:lnTo>
                  <a:lnTo>
                    <a:pt x="175654" y="150854"/>
                  </a:lnTo>
                  <a:cubicBezTo>
                    <a:pt x="178131" y="156942"/>
                    <a:pt x="179546" y="160523"/>
                    <a:pt x="188389" y="160523"/>
                  </a:cubicBezTo>
                  <a:cubicBezTo>
                    <a:pt x="197233" y="160523"/>
                    <a:pt x="198648" y="156942"/>
                    <a:pt x="201124" y="150854"/>
                  </a:cubicBezTo>
                  <a:lnTo>
                    <a:pt x="252064" y="24437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BAA750F-F2E3-16BA-3AC2-679272BC91CC}"/>
                </a:ext>
              </a:extLst>
            </p:cNvPr>
            <p:cNvSpPr/>
            <p:nvPr/>
          </p:nvSpPr>
          <p:spPr>
            <a:xfrm>
              <a:off x="8151623" y="7476261"/>
              <a:ext cx="82069" cy="358122"/>
            </a:xfrm>
            <a:custGeom>
              <a:avLst/>
              <a:gdLst>
                <a:gd name="connsiteX0" fmla="*/ 82274 w 82069"/>
                <a:gd name="connsiteY0" fmla="*/ 179146 h 358122"/>
                <a:gd name="connsiteX1" fmla="*/ 58926 w 82069"/>
                <a:gd name="connsiteY1" fmla="*/ 67412 h 358122"/>
                <a:gd name="connsiteX2" fmla="*/ 3742 w 82069"/>
                <a:gd name="connsiteY2" fmla="*/ 85 h 358122"/>
                <a:gd name="connsiteX3" fmla="*/ 204 w 82069"/>
                <a:gd name="connsiteY3" fmla="*/ 3666 h 358122"/>
                <a:gd name="connsiteX4" fmla="*/ 6925 w 82069"/>
                <a:gd name="connsiteY4" fmla="*/ 11903 h 358122"/>
                <a:gd name="connsiteX5" fmla="*/ 61756 w 82069"/>
                <a:gd name="connsiteY5" fmla="*/ 179146 h 358122"/>
                <a:gd name="connsiteX6" fmla="*/ 4803 w 82069"/>
                <a:gd name="connsiteY6" fmla="*/ 348538 h 358122"/>
                <a:gd name="connsiteX7" fmla="*/ 204 w 82069"/>
                <a:gd name="connsiteY7" fmla="*/ 354626 h 358122"/>
                <a:gd name="connsiteX8" fmla="*/ 3742 w 82069"/>
                <a:gd name="connsiteY8" fmla="*/ 358207 h 358122"/>
                <a:gd name="connsiteX9" fmla="*/ 59988 w 82069"/>
                <a:gd name="connsiteY9" fmla="*/ 288373 h 358122"/>
                <a:gd name="connsiteX10" fmla="*/ 82274 w 82069"/>
                <a:gd name="connsiteY10" fmla="*/ 179146 h 358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58122">
                  <a:moveTo>
                    <a:pt x="82274" y="179146"/>
                  </a:moveTo>
                  <a:cubicBezTo>
                    <a:pt x="82274" y="151212"/>
                    <a:pt x="78382" y="107879"/>
                    <a:pt x="58926" y="67412"/>
                  </a:cubicBezTo>
                  <a:cubicBezTo>
                    <a:pt x="37701" y="23363"/>
                    <a:pt x="7279" y="85"/>
                    <a:pt x="3742" y="85"/>
                  </a:cubicBezTo>
                  <a:cubicBezTo>
                    <a:pt x="1619" y="85"/>
                    <a:pt x="204" y="1517"/>
                    <a:pt x="204" y="3666"/>
                  </a:cubicBezTo>
                  <a:cubicBezTo>
                    <a:pt x="204" y="4740"/>
                    <a:pt x="204" y="5457"/>
                    <a:pt x="6925" y="11903"/>
                  </a:cubicBezTo>
                  <a:cubicBezTo>
                    <a:pt x="41593" y="47357"/>
                    <a:pt x="61756" y="104298"/>
                    <a:pt x="61756" y="179146"/>
                  </a:cubicBezTo>
                  <a:cubicBezTo>
                    <a:pt x="61756" y="240385"/>
                    <a:pt x="48668" y="303414"/>
                    <a:pt x="4803" y="348538"/>
                  </a:cubicBezTo>
                  <a:cubicBezTo>
                    <a:pt x="204" y="352835"/>
                    <a:pt x="204" y="353551"/>
                    <a:pt x="204" y="354626"/>
                  </a:cubicBezTo>
                  <a:cubicBezTo>
                    <a:pt x="204" y="356774"/>
                    <a:pt x="1619" y="358207"/>
                    <a:pt x="3742" y="358207"/>
                  </a:cubicBezTo>
                  <a:cubicBezTo>
                    <a:pt x="7279" y="358207"/>
                    <a:pt x="39116" y="333855"/>
                    <a:pt x="59988" y="288373"/>
                  </a:cubicBezTo>
                  <a:cubicBezTo>
                    <a:pt x="78029" y="248980"/>
                    <a:pt x="82274" y="209228"/>
                    <a:pt x="82274" y="179146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3CF6DAA-5C59-F2A1-4CA4-BF9D869FC974}"/>
                </a:ext>
              </a:extLst>
            </p:cNvPr>
            <p:cNvSpPr/>
            <p:nvPr/>
          </p:nvSpPr>
          <p:spPr>
            <a:xfrm>
              <a:off x="8387099" y="7613422"/>
              <a:ext cx="235242" cy="83800"/>
            </a:xfrm>
            <a:custGeom>
              <a:avLst/>
              <a:gdLst>
                <a:gd name="connsiteX0" fmla="*/ 223425 w 235242"/>
                <a:gd name="connsiteY0" fmla="*/ 14410 h 83800"/>
                <a:gd name="connsiteX1" fmla="*/ 235453 w 235242"/>
                <a:gd name="connsiteY1" fmla="*/ 7247 h 83800"/>
                <a:gd name="connsiteX2" fmla="*/ 223779 w 235242"/>
                <a:gd name="connsiteY2" fmla="*/ 85 h 83800"/>
                <a:gd name="connsiteX3" fmla="*/ 11885 w 235242"/>
                <a:gd name="connsiteY3" fmla="*/ 85 h 83800"/>
                <a:gd name="connsiteX4" fmla="*/ 211 w 235242"/>
                <a:gd name="connsiteY4" fmla="*/ 7247 h 83800"/>
                <a:gd name="connsiteX5" fmla="*/ 12238 w 235242"/>
                <a:gd name="connsiteY5" fmla="*/ 14410 h 83800"/>
                <a:gd name="connsiteX6" fmla="*/ 223425 w 235242"/>
                <a:gd name="connsiteY6" fmla="*/ 14410 h 83800"/>
                <a:gd name="connsiteX7" fmla="*/ 223779 w 235242"/>
                <a:gd name="connsiteY7" fmla="*/ 83885 h 83800"/>
                <a:gd name="connsiteX8" fmla="*/ 235453 w 235242"/>
                <a:gd name="connsiteY8" fmla="*/ 76723 h 83800"/>
                <a:gd name="connsiteX9" fmla="*/ 223425 w 235242"/>
                <a:gd name="connsiteY9" fmla="*/ 69560 h 83800"/>
                <a:gd name="connsiteX10" fmla="*/ 12238 w 235242"/>
                <a:gd name="connsiteY10" fmla="*/ 69560 h 83800"/>
                <a:gd name="connsiteX11" fmla="*/ 211 w 235242"/>
                <a:gd name="connsiteY11" fmla="*/ 76723 h 83800"/>
                <a:gd name="connsiteX12" fmla="*/ 11885 w 235242"/>
                <a:gd name="connsiteY12" fmla="*/ 83885 h 83800"/>
                <a:gd name="connsiteX13" fmla="*/ 223779 w 235242"/>
                <a:gd name="connsiteY13" fmla="*/ 83885 h 8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242" h="83800">
                  <a:moveTo>
                    <a:pt x="223425" y="14410"/>
                  </a:moveTo>
                  <a:cubicBezTo>
                    <a:pt x="228732" y="14410"/>
                    <a:pt x="235453" y="14410"/>
                    <a:pt x="235453" y="7247"/>
                  </a:cubicBezTo>
                  <a:cubicBezTo>
                    <a:pt x="235453" y="85"/>
                    <a:pt x="228732" y="85"/>
                    <a:pt x="223779" y="85"/>
                  </a:cubicBezTo>
                  <a:lnTo>
                    <a:pt x="11885" y="85"/>
                  </a:lnTo>
                  <a:cubicBezTo>
                    <a:pt x="6932" y="85"/>
                    <a:pt x="211" y="85"/>
                    <a:pt x="211" y="7247"/>
                  </a:cubicBezTo>
                  <a:cubicBezTo>
                    <a:pt x="211" y="14410"/>
                    <a:pt x="6932" y="14410"/>
                    <a:pt x="12238" y="14410"/>
                  </a:cubicBezTo>
                  <a:lnTo>
                    <a:pt x="223425" y="14410"/>
                  </a:lnTo>
                  <a:close/>
                  <a:moveTo>
                    <a:pt x="223779" y="83885"/>
                  </a:moveTo>
                  <a:cubicBezTo>
                    <a:pt x="228732" y="83885"/>
                    <a:pt x="235453" y="83885"/>
                    <a:pt x="235453" y="76723"/>
                  </a:cubicBezTo>
                  <a:cubicBezTo>
                    <a:pt x="235453" y="69560"/>
                    <a:pt x="228732" y="69560"/>
                    <a:pt x="223425" y="69560"/>
                  </a:cubicBezTo>
                  <a:lnTo>
                    <a:pt x="12238" y="69560"/>
                  </a:lnTo>
                  <a:cubicBezTo>
                    <a:pt x="6932" y="69560"/>
                    <a:pt x="211" y="69560"/>
                    <a:pt x="211" y="76723"/>
                  </a:cubicBezTo>
                  <a:cubicBezTo>
                    <a:pt x="211" y="83885"/>
                    <a:pt x="6932" y="83885"/>
                    <a:pt x="11885" y="83885"/>
                  </a:cubicBezTo>
                  <a:lnTo>
                    <a:pt x="223779" y="83885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D46FB11B-6F4A-67E5-CEF7-980D7DF048CE}"/>
                </a:ext>
              </a:extLst>
            </p:cNvPr>
            <p:cNvSpPr/>
            <p:nvPr/>
          </p:nvSpPr>
          <p:spPr>
            <a:xfrm>
              <a:off x="8760498" y="7404634"/>
              <a:ext cx="470837" cy="501371"/>
            </a:xfrm>
            <a:custGeom>
              <a:avLst/>
              <a:gdLst>
                <a:gd name="connsiteX0" fmla="*/ 428256 w 470837"/>
                <a:gd name="connsiteY0" fmla="*/ 501446 h 501371"/>
                <a:gd name="connsiteX1" fmla="*/ 471059 w 470837"/>
                <a:gd name="connsiteY1" fmla="*/ 386847 h 501371"/>
                <a:gd name="connsiteX2" fmla="*/ 462215 w 470837"/>
                <a:gd name="connsiteY2" fmla="*/ 386847 h 501371"/>
                <a:gd name="connsiteX3" fmla="*/ 370241 w 470837"/>
                <a:gd name="connsiteY3" fmla="*/ 459188 h 501371"/>
                <a:gd name="connsiteX4" fmla="*/ 260226 w 470837"/>
                <a:gd name="connsiteY4" fmla="*/ 470290 h 501371"/>
                <a:gd name="connsiteX5" fmla="*/ 46916 w 470837"/>
                <a:gd name="connsiteY5" fmla="*/ 470290 h 501371"/>
                <a:gd name="connsiteX6" fmla="*/ 226973 w 470837"/>
                <a:gd name="connsiteY6" fmla="*/ 256491 h 501371"/>
                <a:gd name="connsiteX7" fmla="*/ 230157 w 470837"/>
                <a:gd name="connsiteY7" fmla="*/ 250761 h 501371"/>
                <a:gd name="connsiteX8" fmla="*/ 227681 w 470837"/>
                <a:gd name="connsiteY8" fmla="*/ 245389 h 501371"/>
                <a:gd name="connsiteX9" fmla="*/ 62835 w 470837"/>
                <a:gd name="connsiteY9" fmla="*/ 17265 h 501371"/>
                <a:gd name="connsiteX10" fmla="*/ 256688 w 470837"/>
                <a:gd name="connsiteY10" fmla="*/ 17265 h 501371"/>
                <a:gd name="connsiteX11" fmla="*/ 339465 w 470837"/>
                <a:gd name="connsiteY11" fmla="*/ 22995 h 501371"/>
                <a:gd name="connsiteX12" fmla="*/ 417290 w 470837"/>
                <a:gd name="connsiteY12" fmla="*/ 49854 h 501371"/>
                <a:gd name="connsiteX13" fmla="*/ 462215 w 470837"/>
                <a:gd name="connsiteY13" fmla="*/ 100708 h 501371"/>
                <a:gd name="connsiteX14" fmla="*/ 471059 w 470837"/>
                <a:gd name="connsiteY14" fmla="*/ 100708 h 501371"/>
                <a:gd name="connsiteX15" fmla="*/ 428256 w 470837"/>
                <a:gd name="connsiteY15" fmla="*/ 75 h 501371"/>
                <a:gd name="connsiteX16" fmla="*/ 10126 w 470837"/>
                <a:gd name="connsiteY16" fmla="*/ 75 h 501371"/>
                <a:gd name="connsiteX17" fmla="*/ 575 w 470837"/>
                <a:gd name="connsiteY17" fmla="*/ 2582 h 501371"/>
                <a:gd name="connsiteX18" fmla="*/ 221 w 470837"/>
                <a:gd name="connsiteY18" fmla="*/ 14400 h 501371"/>
                <a:gd name="connsiteX19" fmla="*/ 187354 w 470837"/>
                <a:gd name="connsiteY19" fmla="*/ 273681 h 501371"/>
                <a:gd name="connsiteX20" fmla="*/ 4113 w 470837"/>
                <a:gd name="connsiteY20" fmla="*/ 491061 h 501371"/>
                <a:gd name="connsiteX21" fmla="*/ 575 w 470837"/>
                <a:gd name="connsiteY21" fmla="*/ 497507 h 501371"/>
                <a:gd name="connsiteX22" fmla="*/ 10126 w 470837"/>
                <a:gd name="connsiteY22" fmla="*/ 501446 h 501371"/>
                <a:gd name="connsiteX23" fmla="*/ 428256 w 470837"/>
                <a:gd name="connsiteY23" fmla="*/ 501446 h 501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70837" h="501371">
                  <a:moveTo>
                    <a:pt x="428256" y="501446"/>
                  </a:moveTo>
                  <a:lnTo>
                    <a:pt x="471059" y="386847"/>
                  </a:lnTo>
                  <a:lnTo>
                    <a:pt x="462215" y="386847"/>
                  </a:lnTo>
                  <a:cubicBezTo>
                    <a:pt x="448419" y="424092"/>
                    <a:pt x="410922" y="448444"/>
                    <a:pt x="370241" y="459188"/>
                  </a:cubicBezTo>
                  <a:cubicBezTo>
                    <a:pt x="362812" y="460979"/>
                    <a:pt x="328145" y="470290"/>
                    <a:pt x="260226" y="470290"/>
                  </a:cubicBezTo>
                  <a:lnTo>
                    <a:pt x="46916" y="470290"/>
                  </a:lnTo>
                  <a:lnTo>
                    <a:pt x="226973" y="256491"/>
                  </a:lnTo>
                  <a:cubicBezTo>
                    <a:pt x="229450" y="253626"/>
                    <a:pt x="230157" y="252551"/>
                    <a:pt x="230157" y="250761"/>
                  </a:cubicBezTo>
                  <a:cubicBezTo>
                    <a:pt x="230157" y="250045"/>
                    <a:pt x="230157" y="248970"/>
                    <a:pt x="227681" y="245389"/>
                  </a:cubicBezTo>
                  <a:lnTo>
                    <a:pt x="62835" y="17265"/>
                  </a:lnTo>
                  <a:lnTo>
                    <a:pt x="256688" y="17265"/>
                  </a:lnTo>
                  <a:cubicBezTo>
                    <a:pt x="304090" y="17265"/>
                    <a:pt x="336281" y="22279"/>
                    <a:pt x="339465" y="22995"/>
                  </a:cubicBezTo>
                  <a:cubicBezTo>
                    <a:pt x="358567" y="25860"/>
                    <a:pt x="389343" y="31948"/>
                    <a:pt x="417290" y="49854"/>
                  </a:cubicBezTo>
                  <a:cubicBezTo>
                    <a:pt x="426133" y="55584"/>
                    <a:pt x="450188" y="71700"/>
                    <a:pt x="462215" y="100708"/>
                  </a:cubicBezTo>
                  <a:lnTo>
                    <a:pt x="471059" y="100708"/>
                  </a:lnTo>
                  <a:lnTo>
                    <a:pt x="428256" y="75"/>
                  </a:lnTo>
                  <a:lnTo>
                    <a:pt x="10126" y="75"/>
                  </a:lnTo>
                  <a:cubicBezTo>
                    <a:pt x="1990" y="75"/>
                    <a:pt x="1636" y="433"/>
                    <a:pt x="575" y="2582"/>
                  </a:cubicBezTo>
                  <a:cubicBezTo>
                    <a:pt x="221" y="3656"/>
                    <a:pt x="221" y="10461"/>
                    <a:pt x="221" y="14400"/>
                  </a:cubicBezTo>
                  <a:lnTo>
                    <a:pt x="187354" y="273681"/>
                  </a:lnTo>
                  <a:lnTo>
                    <a:pt x="4113" y="491061"/>
                  </a:lnTo>
                  <a:cubicBezTo>
                    <a:pt x="575" y="495358"/>
                    <a:pt x="575" y="497149"/>
                    <a:pt x="575" y="497507"/>
                  </a:cubicBezTo>
                  <a:cubicBezTo>
                    <a:pt x="575" y="501446"/>
                    <a:pt x="3759" y="501446"/>
                    <a:pt x="10126" y="501446"/>
                  </a:cubicBezTo>
                  <a:lnTo>
                    <a:pt x="428256" y="501446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3781E7C-9E39-C44C-5747-D3724DDB3A9A}"/>
                </a:ext>
              </a:extLst>
            </p:cNvPr>
            <p:cNvSpPr/>
            <p:nvPr/>
          </p:nvSpPr>
          <p:spPr>
            <a:xfrm>
              <a:off x="8763276" y="8046143"/>
              <a:ext cx="98801" cy="113059"/>
            </a:xfrm>
            <a:custGeom>
              <a:avLst/>
              <a:gdLst>
                <a:gd name="connsiteX0" fmla="*/ 89366 w 98801"/>
                <a:gd name="connsiteY0" fmla="*/ 16391 h 113059"/>
                <a:gd name="connsiteX1" fmla="*/ 78966 w 98801"/>
                <a:gd name="connsiteY1" fmla="*/ 28173 h 113059"/>
                <a:gd name="connsiteX2" fmla="*/ 87137 w 98801"/>
                <a:gd name="connsiteY2" fmla="*/ 36195 h 113059"/>
                <a:gd name="connsiteX3" fmla="*/ 99023 w 98801"/>
                <a:gd name="connsiteY3" fmla="*/ 21906 h 113059"/>
                <a:gd name="connsiteX4" fmla="*/ 66089 w 98801"/>
                <a:gd name="connsiteY4" fmla="*/ 96 h 113059"/>
                <a:gd name="connsiteX5" fmla="*/ 20527 w 98801"/>
                <a:gd name="connsiteY5" fmla="*/ 36696 h 113059"/>
                <a:gd name="connsiteX6" fmla="*/ 29193 w 98801"/>
                <a:gd name="connsiteY6" fmla="*/ 54996 h 113059"/>
                <a:gd name="connsiteX7" fmla="*/ 57175 w 98801"/>
                <a:gd name="connsiteY7" fmla="*/ 64021 h 113059"/>
                <a:gd name="connsiteX8" fmla="*/ 78223 w 98801"/>
                <a:gd name="connsiteY8" fmla="*/ 80566 h 113059"/>
                <a:gd name="connsiteX9" fmla="*/ 65099 w 98801"/>
                <a:gd name="connsiteY9" fmla="*/ 100621 h 113059"/>
                <a:gd name="connsiteX10" fmla="*/ 40336 w 98801"/>
                <a:gd name="connsiteY10" fmla="*/ 106136 h 113059"/>
                <a:gd name="connsiteX11" fmla="*/ 10622 w 98801"/>
                <a:gd name="connsiteY11" fmla="*/ 95607 h 113059"/>
                <a:gd name="connsiteX12" fmla="*/ 24241 w 98801"/>
                <a:gd name="connsiteY12" fmla="*/ 81318 h 113059"/>
                <a:gd name="connsiteX13" fmla="*/ 14584 w 98801"/>
                <a:gd name="connsiteY13" fmla="*/ 72043 h 113059"/>
                <a:gd name="connsiteX14" fmla="*/ 222 w 98801"/>
                <a:gd name="connsiteY14" fmla="*/ 88839 h 113059"/>
                <a:gd name="connsiteX15" fmla="*/ 40089 w 98801"/>
                <a:gd name="connsiteY15" fmla="*/ 113155 h 113059"/>
                <a:gd name="connsiteX16" fmla="*/ 94071 w 98801"/>
                <a:gd name="connsiteY16" fmla="*/ 71792 h 113059"/>
                <a:gd name="connsiteX17" fmla="*/ 59899 w 98801"/>
                <a:gd name="connsiteY17" fmla="*/ 42462 h 113059"/>
                <a:gd name="connsiteX18" fmla="*/ 49994 w 98801"/>
                <a:gd name="connsiteY18" fmla="*/ 40457 h 113059"/>
                <a:gd name="connsiteX19" fmla="*/ 36375 w 98801"/>
                <a:gd name="connsiteY19" fmla="*/ 27922 h 113059"/>
                <a:gd name="connsiteX20" fmla="*/ 46279 w 98801"/>
                <a:gd name="connsiteY20" fmla="*/ 11878 h 113059"/>
                <a:gd name="connsiteX21" fmla="*/ 65842 w 98801"/>
                <a:gd name="connsiteY21" fmla="*/ 7115 h 113059"/>
                <a:gd name="connsiteX22" fmla="*/ 89366 w 98801"/>
                <a:gd name="connsiteY22" fmla="*/ 16391 h 113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8801" h="113059">
                  <a:moveTo>
                    <a:pt x="89366" y="16391"/>
                  </a:moveTo>
                  <a:cubicBezTo>
                    <a:pt x="82928" y="17895"/>
                    <a:pt x="78966" y="23159"/>
                    <a:pt x="78966" y="28173"/>
                  </a:cubicBezTo>
                  <a:cubicBezTo>
                    <a:pt x="78966" y="33939"/>
                    <a:pt x="83918" y="36195"/>
                    <a:pt x="87137" y="36195"/>
                  </a:cubicBezTo>
                  <a:cubicBezTo>
                    <a:pt x="89613" y="36195"/>
                    <a:pt x="99023" y="34691"/>
                    <a:pt x="99023" y="21906"/>
                  </a:cubicBezTo>
                  <a:cubicBezTo>
                    <a:pt x="99023" y="5611"/>
                    <a:pt x="81194" y="96"/>
                    <a:pt x="66089" y="96"/>
                  </a:cubicBezTo>
                  <a:cubicBezTo>
                    <a:pt x="27460" y="96"/>
                    <a:pt x="20527" y="28925"/>
                    <a:pt x="20527" y="36696"/>
                  </a:cubicBezTo>
                  <a:cubicBezTo>
                    <a:pt x="20527" y="45972"/>
                    <a:pt x="25727" y="51988"/>
                    <a:pt x="29193" y="54996"/>
                  </a:cubicBezTo>
                  <a:cubicBezTo>
                    <a:pt x="35632" y="60010"/>
                    <a:pt x="40089" y="61013"/>
                    <a:pt x="57175" y="64021"/>
                  </a:cubicBezTo>
                  <a:cubicBezTo>
                    <a:pt x="62375" y="65024"/>
                    <a:pt x="78223" y="68032"/>
                    <a:pt x="78223" y="80566"/>
                  </a:cubicBezTo>
                  <a:cubicBezTo>
                    <a:pt x="78223" y="84828"/>
                    <a:pt x="75499" y="94354"/>
                    <a:pt x="65099" y="100621"/>
                  </a:cubicBezTo>
                  <a:cubicBezTo>
                    <a:pt x="55441" y="106136"/>
                    <a:pt x="43308" y="106136"/>
                    <a:pt x="40336" y="106136"/>
                  </a:cubicBezTo>
                  <a:cubicBezTo>
                    <a:pt x="30432" y="106136"/>
                    <a:pt x="16317" y="103880"/>
                    <a:pt x="10622" y="95607"/>
                  </a:cubicBezTo>
                  <a:cubicBezTo>
                    <a:pt x="18793" y="94605"/>
                    <a:pt x="24241" y="88337"/>
                    <a:pt x="24241" y="81318"/>
                  </a:cubicBezTo>
                  <a:cubicBezTo>
                    <a:pt x="24241" y="75051"/>
                    <a:pt x="19784" y="72043"/>
                    <a:pt x="14584" y="72043"/>
                  </a:cubicBezTo>
                  <a:cubicBezTo>
                    <a:pt x="7403" y="72043"/>
                    <a:pt x="222" y="77809"/>
                    <a:pt x="222" y="88839"/>
                  </a:cubicBezTo>
                  <a:cubicBezTo>
                    <a:pt x="222" y="103880"/>
                    <a:pt x="16069" y="113155"/>
                    <a:pt x="40089" y="113155"/>
                  </a:cubicBezTo>
                  <a:cubicBezTo>
                    <a:pt x="85652" y="113155"/>
                    <a:pt x="94071" y="81569"/>
                    <a:pt x="94071" y="71792"/>
                  </a:cubicBezTo>
                  <a:cubicBezTo>
                    <a:pt x="94071" y="48729"/>
                    <a:pt x="69061" y="44217"/>
                    <a:pt x="59899" y="42462"/>
                  </a:cubicBezTo>
                  <a:cubicBezTo>
                    <a:pt x="57670" y="41961"/>
                    <a:pt x="51480" y="40958"/>
                    <a:pt x="49994" y="40457"/>
                  </a:cubicBezTo>
                  <a:cubicBezTo>
                    <a:pt x="40832" y="38702"/>
                    <a:pt x="36375" y="33437"/>
                    <a:pt x="36375" y="27922"/>
                  </a:cubicBezTo>
                  <a:cubicBezTo>
                    <a:pt x="36375" y="22156"/>
                    <a:pt x="40832" y="15388"/>
                    <a:pt x="46279" y="11878"/>
                  </a:cubicBezTo>
                  <a:cubicBezTo>
                    <a:pt x="52965" y="7617"/>
                    <a:pt x="61632" y="7115"/>
                    <a:pt x="65842" y="7115"/>
                  </a:cubicBezTo>
                  <a:cubicBezTo>
                    <a:pt x="71042" y="7115"/>
                    <a:pt x="83918" y="7867"/>
                    <a:pt x="89366" y="16391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121DFAB3-272B-14D3-723B-99292FD2A421}"/>
                </a:ext>
              </a:extLst>
            </p:cNvPr>
            <p:cNvSpPr/>
            <p:nvPr/>
          </p:nvSpPr>
          <p:spPr>
            <a:xfrm>
              <a:off x="8905954" y="8012050"/>
              <a:ext cx="136935" cy="163697"/>
            </a:xfrm>
            <a:custGeom>
              <a:avLst/>
              <a:gdLst>
                <a:gd name="connsiteX0" fmla="*/ 127256 w 136935"/>
                <a:gd name="connsiteY0" fmla="*/ 88087 h 163697"/>
                <a:gd name="connsiteX1" fmla="*/ 137161 w 136935"/>
                <a:gd name="connsiteY1" fmla="*/ 82070 h 163697"/>
                <a:gd name="connsiteX2" fmla="*/ 127256 w 136935"/>
                <a:gd name="connsiteY2" fmla="*/ 75803 h 163697"/>
                <a:gd name="connsiteX3" fmla="*/ 12606 w 136935"/>
                <a:gd name="connsiteY3" fmla="*/ 75803 h 163697"/>
                <a:gd name="connsiteX4" fmla="*/ 84912 w 136935"/>
                <a:gd name="connsiteY4" fmla="*/ 12380 h 163697"/>
                <a:gd name="connsiteX5" fmla="*/ 127256 w 136935"/>
                <a:gd name="connsiteY5" fmla="*/ 12380 h 163697"/>
                <a:gd name="connsiteX6" fmla="*/ 137161 w 136935"/>
                <a:gd name="connsiteY6" fmla="*/ 6363 h 163697"/>
                <a:gd name="connsiteX7" fmla="*/ 127256 w 136935"/>
                <a:gd name="connsiteY7" fmla="*/ 96 h 163697"/>
                <a:gd name="connsiteX8" fmla="*/ 83922 w 136935"/>
                <a:gd name="connsiteY8" fmla="*/ 96 h 163697"/>
                <a:gd name="connsiteX9" fmla="*/ 225 w 136935"/>
                <a:gd name="connsiteY9" fmla="*/ 81820 h 163697"/>
                <a:gd name="connsiteX10" fmla="*/ 83922 w 136935"/>
                <a:gd name="connsiteY10" fmla="*/ 163794 h 163697"/>
                <a:gd name="connsiteX11" fmla="*/ 127256 w 136935"/>
                <a:gd name="connsiteY11" fmla="*/ 163794 h 163697"/>
                <a:gd name="connsiteX12" fmla="*/ 137161 w 136935"/>
                <a:gd name="connsiteY12" fmla="*/ 157777 h 163697"/>
                <a:gd name="connsiteX13" fmla="*/ 127256 w 136935"/>
                <a:gd name="connsiteY13" fmla="*/ 151510 h 163697"/>
                <a:gd name="connsiteX14" fmla="*/ 84912 w 136935"/>
                <a:gd name="connsiteY14" fmla="*/ 151510 h 163697"/>
                <a:gd name="connsiteX15" fmla="*/ 12606 w 136935"/>
                <a:gd name="connsiteY15" fmla="*/ 88087 h 163697"/>
                <a:gd name="connsiteX16" fmla="*/ 127256 w 136935"/>
                <a:gd name="connsiteY16" fmla="*/ 88087 h 16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6935" h="163697">
                  <a:moveTo>
                    <a:pt x="127256" y="88087"/>
                  </a:moveTo>
                  <a:cubicBezTo>
                    <a:pt x="131218" y="88087"/>
                    <a:pt x="137161" y="88087"/>
                    <a:pt x="137161" y="82070"/>
                  </a:cubicBezTo>
                  <a:cubicBezTo>
                    <a:pt x="137161" y="75803"/>
                    <a:pt x="131466" y="75803"/>
                    <a:pt x="127256" y="75803"/>
                  </a:cubicBezTo>
                  <a:lnTo>
                    <a:pt x="12606" y="75803"/>
                  </a:lnTo>
                  <a:cubicBezTo>
                    <a:pt x="16321" y="39454"/>
                    <a:pt x="46283" y="12380"/>
                    <a:pt x="84912" y="12380"/>
                  </a:cubicBezTo>
                  <a:lnTo>
                    <a:pt x="127256" y="12380"/>
                  </a:lnTo>
                  <a:cubicBezTo>
                    <a:pt x="131218" y="12380"/>
                    <a:pt x="137161" y="12380"/>
                    <a:pt x="137161" y="6363"/>
                  </a:cubicBezTo>
                  <a:cubicBezTo>
                    <a:pt x="137161" y="96"/>
                    <a:pt x="131466" y="96"/>
                    <a:pt x="127256" y="96"/>
                  </a:cubicBezTo>
                  <a:lnTo>
                    <a:pt x="83922" y="96"/>
                  </a:lnTo>
                  <a:cubicBezTo>
                    <a:pt x="37864" y="96"/>
                    <a:pt x="225" y="36696"/>
                    <a:pt x="225" y="81820"/>
                  </a:cubicBezTo>
                  <a:cubicBezTo>
                    <a:pt x="225" y="127946"/>
                    <a:pt x="38359" y="163794"/>
                    <a:pt x="83922" y="163794"/>
                  </a:cubicBezTo>
                  <a:lnTo>
                    <a:pt x="127256" y="163794"/>
                  </a:lnTo>
                  <a:cubicBezTo>
                    <a:pt x="131218" y="163794"/>
                    <a:pt x="137161" y="163794"/>
                    <a:pt x="137161" y="157777"/>
                  </a:cubicBezTo>
                  <a:cubicBezTo>
                    <a:pt x="137161" y="151510"/>
                    <a:pt x="131466" y="151510"/>
                    <a:pt x="127256" y="151510"/>
                  </a:cubicBezTo>
                  <a:lnTo>
                    <a:pt x="84912" y="151510"/>
                  </a:lnTo>
                  <a:cubicBezTo>
                    <a:pt x="46283" y="151510"/>
                    <a:pt x="16321" y="124436"/>
                    <a:pt x="12606" y="88087"/>
                  </a:cubicBezTo>
                  <a:lnTo>
                    <a:pt x="127256" y="88087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161EE8A1-AC69-D1F1-5B6E-7DE9EE60CD6A}"/>
                </a:ext>
              </a:extLst>
            </p:cNvPr>
            <p:cNvSpPr/>
            <p:nvPr/>
          </p:nvSpPr>
          <p:spPr>
            <a:xfrm>
              <a:off x="9080738" y="8043386"/>
              <a:ext cx="151545" cy="163948"/>
            </a:xfrm>
            <a:custGeom>
              <a:avLst/>
              <a:gdLst>
                <a:gd name="connsiteX0" fmla="*/ 127757 w 151545"/>
                <a:gd name="connsiteY0" fmla="*/ 113907 h 163948"/>
                <a:gd name="connsiteX1" fmla="*/ 150786 w 151545"/>
                <a:gd name="connsiteY1" fmla="*/ 20903 h 163948"/>
                <a:gd name="connsiteX2" fmla="*/ 151776 w 151545"/>
                <a:gd name="connsiteY2" fmla="*/ 14636 h 163948"/>
                <a:gd name="connsiteX3" fmla="*/ 138900 w 151545"/>
                <a:gd name="connsiteY3" fmla="*/ 2102 h 163948"/>
                <a:gd name="connsiteX4" fmla="*/ 119833 w 151545"/>
                <a:gd name="connsiteY4" fmla="*/ 21655 h 163948"/>
                <a:gd name="connsiteX5" fmla="*/ 113394 w 151545"/>
                <a:gd name="connsiteY5" fmla="*/ 47726 h 163948"/>
                <a:gd name="connsiteX6" fmla="*/ 105718 w 151545"/>
                <a:gd name="connsiteY6" fmla="*/ 79062 h 163948"/>
                <a:gd name="connsiteX7" fmla="*/ 100518 w 151545"/>
                <a:gd name="connsiteY7" fmla="*/ 90092 h 163948"/>
                <a:gd name="connsiteX8" fmla="*/ 74270 w 151545"/>
                <a:gd name="connsiteY8" fmla="*/ 103880 h 163948"/>
                <a:gd name="connsiteX9" fmla="*/ 57432 w 151545"/>
                <a:gd name="connsiteY9" fmla="*/ 85580 h 163948"/>
                <a:gd name="connsiteX10" fmla="*/ 71546 w 151545"/>
                <a:gd name="connsiteY10" fmla="*/ 36696 h 163948"/>
                <a:gd name="connsiteX11" fmla="*/ 75260 w 151545"/>
                <a:gd name="connsiteY11" fmla="*/ 23159 h 163948"/>
                <a:gd name="connsiteX12" fmla="*/ 43317 w 151545"/>
                <a:gd name="connsiteY12" fmla="*/ 96 h 163948"/>
                <a:gd name="connsiteX13" fmla="*/ 231 w 151545"/>
                <a:gd name="connsiteY13" fmla="*/ 39203 h 163948"/>
                <a:gd name="connsiteX14" fmla="*/ 8155 w 151545"/>
                <a:gd name="connsiteY14" fmla="*/ 43715 h 163948"/>
                <a:gd name="connsiteX15" fmla="*/ 16326 w 151545"/>
                <a:gd name="connsiteY15" fmla="*/ 38200 h 163948"/>
                <a:gd name="connsiteX16" fmla="*/ 41831 w 151545"/>
                <a:gd name="connsiteY16" fmla="*/ 11628 h 163948"/>
                <a:gd name="connsiteX17" fmla="*/ 46041 w 151545"/>
                <a:gd name="connsiteY17" fmla="*/ 17644 h 163948"/>
                <a:gd name="connsiteX18" fmla="*/ 42079 w 151545"/>
                <a:gd name="connsiteY18" fmla="*/ 31933 h 163948"/>
                <a:gd name="connsiteX19" fmla="*/ 27717 w 151545"/>
                <a:gd name="connsiteY19" fmla="*/ 80817 h 163948"/>
                <a:gd name="connsiteX20" fmla="*/ 72289 w 151545"/>
                <a:gd name="connsiteY20" fmla="*/ 115412 h 163948"/>
                <a:gd name="connsiteX21" fmla="*/ 98537 w 151545"/>
                <a:gd name="connsiteY21" fmla="*/ 107891 h 163948"/>
                <a:gd name="connsiteX22" fmla="*/ 52974 w 151545"/>
                <a:gd name="connsiteY22" fmla="*/ 152513 h 163948"/>
                <a:gd name="connsiteX23" fmla="*/ 40098 w 151545"/>
                <a:gd name="connsiteY23" fmla="*/ 150508 h 163948"/>
                <a:gd name="connsiteX24" fmla="*/ 48765 w 151545"/>
                <a:gd name="connsiteY24" fmla="*/ 134464 h 163948"/>
                <a:gd name="connsiteX25" fmla="*/ 34898 w 151545"/>
                <a:gd name="connsiteY25" fmla="*/ 121177 h 163948"/>
                <a:gd name="connsiteX26" fmla="*/ 15088 w 151545"/>
                <a:gd name="connsiteY26" fmla="*/ 141984 h 163948"/>
                <a:gd name="connsiteX27" fmla="*/ 52727 w 151545"/>
                <a:gd name="connsiteY27" fmla="*/ 164044 h 163948"/>
                <a:gd name="connsiteX28" fmla="*/ 127757 w 151545"/>
                <a:gd name="connsiteY28" fmla="*/ 113907 h 16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51545" h="163948">
                  <a:moveTo>
                    <a:pt x="127757" y="113907"/>
                  </a:moveTo>
                  <a:lnTo>
                    <a:pt x="150786" y="20903"/>
                  </a:lnTo>
                  <a:cubicBezTo>
                    <a:pt x="151776" y="16892"/>
                    <a:pt x="151776" y="15639"/>
                    <a:pt x="151776" y="14636"/>
                  </a:cubicBezTo>
                  <a:cubicBezTo>
                    <a:pt x="151776" y="5862"/>
                    <a:pt x="145090" y="2102"/>
                    <a:pt x="138900" y="2102"/>
                  </a:cubicBezTo>
                  <a:cubicBezTo>
                    <a:pt x="124785" y="2102"/>
                    <a:pt x="121566" y="14636"/>
                    <a:pt x="119833" y="21655"/>
                  </a:cubicBezTo>
                  <a:lnTo>
                    <a:pt x="113394" y="47726"/>
                  </a:lnTo>
                  <a:lnTo>
                    <a:pt x="105718" y="79062"/>
                  </a:lnTo>
                  <a:cubicBezTo>
                    <a:pt x="103985" y="85831"/>
                    <a:pt x="103985" y="86332"/>
                    <a:pt x="100518" y="90092"/>
                  </a:cubicBezTo>
                  <a:cubicBezTo>
                    <a:pt x="94080" y="97362"/>
                    <a:pt x="85413" y="103880"/>
                    <a:pt x="74270" y="103880"/>
                  </a:cubicBezTo>
                  <a:cubicBezTo>
                    <a:pt x="57432" y="103880"/>
                    <a:pt x="57432" y="90594"/>
                    <a:pt x="57432" y="85580"/>
                  </a:cubicBezTo>
                  <a:cubicBezTo>
                    <a:pt x="57432" y="71792"/>
                    <a:pt x="64117" y="54746"/>
                    <a:pt x="71546" y="36696"/>
                  </a:cubicBezTo>
                  <a:cubicBezTo>
                    <a:pt x="74270" y="29677"/>
                    <a:pt x="75260" y="26919"/>
                    <a:pt x="75260" y="23159"/>
                  </a:cubicBezTo>
                  <a:cubicBezTo>
                    <a:pt x="75260" y="8118"/>
                    <a:pt x="59165" y="96"/>
                    <a:pt x="43317" y="96"/>
                  </a:cubicBezTo>
                  <a:cubicBezTo>
                    <a:pt x="15088" y="96"/>
                    <a:pt x="231" y="31933"/>
                    <a:pt x="231" y="39203"/>
                  </a:cubicBezTo>
                  <a:cubicBezTo>
                    <a:pt x="231" y="43715"/>
                    <a:pt x="4440" y="43715"/>
                    <a:pt x="8155" y="43715"/>
                  </a:cubicBezTo>
                  <a:cubicBezTo>
                    <a:pt x="14345" y="43715"/>
                    <a:pt x="14840" y="43214"/>
                    <a:pt x="16326" y="38200"/>
                  </a:cubicBezTo>
                  <a:cubicBezTo>
                    <a:pt x="20536" y="23911"/>
                    <a:pt x="31184" y="11628"/>
                    <a:pt x="41831" y="11628"/>
                  </a:cubicBezTo>
                  <a:cubicBezTo>
                    <a:pt x="43317" y="11628"/>
                    <a:pt x="46041" y="11628"/>
                    <a:pt x="46041" y="17644"/>
                  </a:cubicBezTo>
                  <a:cubicBezTo>
                    <a:pt x="46041" y="22407"/>
                    <a:pt x="44308" y="26919"/>
                    <a:pt x="42079" y="31933"/>
                  </a:cubicBezTo>
                  <a:cubicBezTo>
                    <a:pt x="32917" y="54495"/>
                    <a:pt x="27717" y="69035"/>
                    <a:pt x="27717" y="80817"/>
                  </a:cubicBezTo>
                  <a:cubicBezTo>
                    <a:pt x="27717" y="108643"/>
                    <a:pt x="51489" y="115412"/>
                    <a:pt x="72289" y="115412"/>
                  </a:cubicBezTo>
                  <a:cubicBezTo>
                    <a:pt x="79718" y="115412"/>
                    <a:pt x="86899" y="114659"/>
                    <a:pt x="98537" y="107891"/>
                  </a:cubicBezTo>
                  <a:cubicBezTo>
                    <a:pt x="92099" y="136970"/>
                    <a:pt x="71051" y="152513"/>
                    <a:pt x="52974" y="152513"/>
                  </a:cubicBezTo>
                  <a:cubicBezTo>
                    <a:pt x="50993" y="152513"/>
                    <a:pt x="45793" y="152513"/>
                    <a:pt x="40098" y="150508"/>
                  </a:cubicBezTo>
                  <a:cubicBezTo>
                    <a:pt x="46784" y="146246"/>
                    <a:pt x="48765" y="137723"/>
                    <a:pt x="48765" y="134464"/>
                  </a:cubicBezTo>
                  <a:cubicBezTo>
                    <a:pt x="48765" y="127194"/>
                    <a:pt x="43317" y="121177"/>
                    <a:pt x="34898" y="121177"/>
                  </a:cubicBezTo>
                  <a:cubicBezTo>
                    <a:pt x="24002" y="121177"/>
                    <a:pt x="15088" y="130703"/>
                    <a:pt x="15088" y="141984"/>
                  </a:cubicBezTo>
                  <a:cubicBezTo>
                    <a:pt x="15088" y="154769"/>
                    <a:pt x="27964" y="164044"/>
                    <a:pt x="52727" y="164044"/>
                  </a:cubicBezTo>
                  <a:cubicBezTo>
                    <a:pt x="82689" y="164044"/>
                    <a:pt x="119585" y="146998"/>
                    <a:pt x="127757" y="113907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FEA28AC-B3F8-7645-D249-24B6617071C4}"/>
                </a:ext>
              </a:extLst>
            </p:cNvPr>
            <p:cNvSpPr/>
            <p:nvPr/>
          </p:nvSpPr>
          <p:spPr>
            <a:xfrm>
              <a:off x="9322287" y="7584414"/>
              <a:ext cx="115675" cy="164378"/>
            </a:xfrm>
            <a:custGeom>
              <a:avLst/>
              <a:gdLst>
                <a:gd name="connsiteX0" fmla="*/ 62143 w 115675"/>
                <a:gd name="connsiteY0" fmla="*/ 91048 h 164378"/>
                <a:gd name="connsiteX1" fmla="*/ 98933 w 115675"/>
                <a:gd name="connsiteY1" fmla="*/ 123995 h 164378"/>
                <a:gd name="connsiteX2" fmla="*/ 58959 w 115675"/>
                <a:gd name="connsiteY2" fmla="*/ 156584 h 164378"/>
                <a:gd name="connsiteX3" fmla="*/ 9789 w 115675"/>
                <a:gd name="connsiteY3" fmla="*/ 105731 h 164378"/>
                <a:gd name="connsiteX4" fmla="*/ 4836 w 115675"/>
                <a:gd name="connsiteY4" fmla="*/ 99643 h 164378"/>
                <a:gd name="connsiteX5" fmla="*/ 237 w 115675"/>
                <a:gd name="connsiteY5" fmla="*/ 108596 h 164378"/>
                <a:gd name="connsiteX6" fmla="*/ 237 w 115675"/>
                <a:gd name="connsiteY6" fmla="*/ 155868 h 164378"/>
                <a:gd name="connsiteX7" fmla="*/ 4129 w 115675"/>
                <a:gd name="connsiteY7" fmla="*/ 164463 h 164378"/>
                <a:gd name="connsiteX8" fmla="*/ 12972 w 115675"/>
                <a:gd name="connsiteY8" fmla="*/ 157300 h 164378"/>
                <a:gd name="connsiteX9" fmla="*/ 20047 w 115675"/>
                <a:gd name="connsiteY9" fmla="*/ 149064 h 164378"/>
                <a:gd name="connsiteX10" fmla="*/ 58959 w 115675"/>
                <a:gd name="connsiteY10" fmla="*/ 164463 h 164378"/>
                <a:gd name="connsiteX11" fmla="*/ 115913 w 115675"/>
                <a:gd name="connsiteY11" fmla="*/ 114684 h 164378"/>
                <a:gd name="connsiteX12" fmla="*/ 101055 w 115675"/>
                <a:gd name="connsiteY12" fmla="*/ 80662 h 164378"/>
                <a:gd name="connsiteX13" fmla="*/ 60728 w 115675"/>
                <a:gd name="connsiteY13" fmla="*/ 63472 h 164378"/>
                <a:gd name="connsiteX14" fmla="*/ 17217 w 115675"/>
                <a:gd name="connsiteY14" fmla="*/ 34106 h 164378"/>
                <a:gd name="connsiteX15" fmla="*/ 56837 w 115675"/>
                <a:gd name="connsiteY15" fmla="*/ 6889 h 164378"/>
                <a:gd name="connsiteX16" fmla="*/ 98225 w 115675"/>
                <a:gd name="connsiteY16" fmla="*/ 50222 h 164378"/>
                <a:gd name="connsiteX17" fmla="*/ 102470 w 115675"/>
                <a:gd name="connsiteY17" fmla="*/ 53445 h 164378"/>
                <a:gd name="connsiteX18" fmla="*/ 107069 w 115675"/>
                <a:gd name="connsiteY18" fmla="*/ 44850 h 164378"/>
                <a:gd name="connsiteX19" fmla="*/ 107069 w 115675"/>
                <a:gd name="connsiteY19" fmla="*/ 8680 h 164378"/>
                <a:gd name="connsiteX20" fmla="*/ 103178 w 115675"/>
                <a:gd name="connsiteY20" fmla="*/ 85 h 164378"/>
                <a:gd name="connsiteX21" fmla="*/ 96103 w 115675"/>
                <a:gd name="connsiteY21" fmla="*/ 4382 h 164378"/>
                <a:gd name="connsiteX22" fmla="*/ 90089 w 115675"/>
                <a:gd name="connsiteY22" fmla="*/ 10112 h 164378"/>
                <a:gd name="connsiteX23" fmla="*/ 56837 w 115675"/>
                <a:gd name="connsiteY23" fmla="*/ 85 h 164378"/>
                <a:gd name="connsiteX24" fmla="*/ 237 w 115675"/>
                <a:gd name="connsiteY24" fmla="*/ 44134 h 164378"/>
                <a:gd name="connsiteX25" fmla="*/ 15449 w 115675"/>
                <a:gd name="connsiteY25" fmla="*/ 74574 h 164378"/>
                <a:gd name="connsiteX26" fmla="*/ 62143 w 115675"/>
                <a:gd name="connsiteY26" fmla="*/ 91048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675" h="164378">
                  <a:moveTo>
                    <a:pt x="62143" y="91048"/>
                  </a:moveTo>
                  <a:cubicBezTo>
                    <a:pt x="69926" y="92480"/>
                    <a:pt x="98933" y="98210"/>
                    <a:pt x="98933" y="123995"/>
                  </a:cubicBezTo>
                  <a:cubicBezTo>
                    <a:pt x="98933" y="142259"/>
                    <a:pt x="86552" y="156584"/>
                    <a:pt x="58959" y="156584"/>
                  </a:cubicBezTo>
                  <a:cubicBezTo>
                    <a:pt x="29245" y="156584"/>
                    <a:pt x="16510" y="136171"/>
                    <a:pt x="9789" y="105731"/>
                  </a:cubicBezTo>
                  <a:cubicBezTo>
                    <a:pt x="8727" y="101075"/>
                    <a:pt x="8374" y="99643"/>
                    <a:pt x="4836" y="99643"/>
                  </a:cubicBezTo>
                  <a:cubicBezTo>
                    <a:pt x="237" y="99643"/>
                    <a:pt x="237" y="102150"/>
                    <a:pt x="237" y="108596"/>
                  </a:cubicBezTo>
                  <a:lnTo>
                    <a:pt x="237" y="155868"/>
                  </a:lnTo>
                  <a:cubicBezTo>
                    <a:pt x="237" y="161956"/>
                    <a:pt x="237" y="164463"/>
                    <a:pt x="4129" y="164463"/>
                  </a:cubicBezTo>
                  <a:cubicBezTo>
                    <a:pt x="5897" y="164463"/>
                    <a:pt x="6251" y="164105"/>
                    <a:pt x="12972" y="157300"/>
                  </a:cubicBezTo>
                  <a:cubicBezTo>
                    <a:pt x="13680" y="156584"/>
                    <a:pt x="13680" y="155868"/>
                    <a:pt x="20047" y="149064"/>
                  </a:cubicBezTo>
                  <a:cubicBezTo>
                    <a:pt x="35612" y="164105"/>
                    <a:pt x="51531" y="164463"/>
                    <a:pt x="58959" y="164463"/>
                  </a:cubicBezTo>
                  <a:cubicBezTo>
                    <a:pt x="99640" y="164463"/>
                    <a:pt x="115913" y="140469"/>
                    <a:pt x="115913" y="114684"/>
                  </a:cubicBezTo>
                  <a:cubicBezTo>
                    <a:pt x="115913" y="95703"/>
                    <a:pt x="105300" y="84960"/>
                    <a:pt x="101055" y="80662"/>
                  </a:cubicBezTo>
                  <a:cubicBezTo>
                    <a:pt x="89382" y="69202"/>
                    <a:pt x="75586" y="66337"/>
                    <a:pt x="60728" y="63472"/>
                  </a:cubicBezTo>
                  <a:cubicBezTo>
                    <a:pt x="40918" y="59533"/>
                    <a:pt x="17217" y="54877"/>
                    <a:pt x="17217" y="34106"/>
                  </a:cubicBezTo>
                  <a:cubicBezTo>
                    <a:pt x="17217" y="21572"/>
                    <a:pt x="26415" y="6889"/>
                    <a:pt x="56837" y="6889"/>
                  </a:cubicBezTo>
                  <a:cubicBezTo>
                    <a:pt x="95749" y="6889"/>
                    <a:pt x="97518" y="39120"/>
                    <a:pt x="98225" y="50222"/>
                  </a:cubicBezTo>
                  <a:cubicBezTo>
                    <a:pt x="98579" y="53445"/>
                    <a:pt x="101763" y="53445"/>
                    <a:pt x="102470" y="53445"/>
                  </a:cubicBezTo>
                  <a:cubicBezTo>
                    <a:pt x="107069" y="53445"/>
                    <a:pt x="107069" y="51654"/>
                    <a:pt x="107069" y="44850"/>
                  </a:cubicBezTo>
                  <a:lnTo>
                    <a:pt x="107069" y="8680"/>
                  </a:lnTo>
                  <a:cubicBezTo>
                    <a:pt x="107069" y="2592"/>
                    <a:pt x="107069" y="85"/>
                    <a:pt x="103178" y="85"/>
                  </a:cubicBezTo>
                  <a:cubicBezTo>
                    <a:pt x="101409" y="85"/>
                    <a:pt x="100702" y="85"/>
                    <a:pt x="96103" y="4382"/>
                  </a:cubicBezTo>
                  <a:cubicBezTo>
                    <a:pt x="95042" y="5815"/>
                    <a:pt x="91504" y="9038"/>
                    <a:pt x="90089" y="10112"/>
                  </a:cubicBezTo>
                  <a:cubicBezTo>
                    <a:pt x="76647" y="85"/>
                    <a:pt x="62143" y="85"/>
                    <a:pt x="56837" y="85"/>
                  </a:cubicBezTo>
                  <a:cubicBezTo>
                    <a:pt x="13680" y="85"/>
                    <a:pt x="237" y="24079"/>
                    <a:pt x="237" y="44134"/>
                  </a:cubicBezTo>
                  <a:cubicBezTo>
                    <a:pt x="237" y="56668"/>
                    <a:pt x="5897" y="66695"/>
                    <a:pt x="15449" y="74574"/>
                  </a:cubicBezTo>
                  <a:cubicBezTo>
                    <a:pt x="26768" y="83885"/>
                    <a:pt x="36673" y="86034"/>
                    <a:pt x="62143" y="9104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350F1C-17C1-AA55-5833-A4E599DD4F7C}"/>
                </a:ext>
              </a:extLst>
            </p:cNvPr>
            <p:cNvSpPr/>
            <p:nvPr/>
          </p:nvSpPr>
          <p:spPr>
            <a:xfrm>
              <a:off x="9460053" y="7586563"/>
              <a:ext cx="174397" cy="227765"/>
            </a:xfrm>
            <a:custGeom>
              <a:avLst/>
              <a:gdLst>
                <a:gd name="connsiteX0" fmla="*/ 51181 w 174397"/>
                <a:gd name="connsiteY0" fmla="*/ 23721 h 227765"/>
                <a:gd name="connsiteX1" fmla="*/ 51181 w 174397"/>
                <a:gd name="connsiteY1" fmla="*/ 85 h 227765"/>
                <a:gd name="connsiteX2" fmla="*/ 241 w 174397"/>
                <a:gd name="connsiteY2" fmla="*/ 4024 h 227765"/>
                <a:gd name="connsiteX3" fmla="*/ 241 w 174397"/>
                <a:gd name="connsiteY3" fmla="*/ 15126 h 227765"/>
                <a:gd name="connsiteX4" fmla="*/ 27834 w 174397"/>
                <a:gd name="connsiteY4" fmla="*/ 33032 h 227765"/>
                <a:gd name="connsiteX5" fmla="*/ 27834 w 174397"/>
                <a:gd name="connsiteY5" fmla="*/ 200633 h 227765"/>
                <a:gd name="connsiteX6" fmla="*/ 241 w 174397"/>
                <a:gd name="connsiteY6" fmla="*/ 216749 h 227765"/>
                <a:gd name="connsiteX7" fmla="*/ 241 w 174397"/>
                <a:gd name="connsiteY7" fmla="*/ 227850 h 227765"/>
                <a:gd name="connsiteX8" fmla="*/ 39861 w 174397"/>
                <a:gd name="connsiteY8" fmla="*/ 226776 h 227765"/>
                <a:gd name="connsiteX9" fmla="*/ 79835 w 174397"/>
                <a:gd name="connsiteY9" fmla="*/ 227850 h 227765"/>
                <a:gd name="connsiteX10" fmla="*/ 79835 w 174397"/>
                <a:gd name="connsiteY10" fmla="*/ 216749 h 227765"/>
                <a:gd name="connsiteX11" fmla="*/ 52242 w 174397"/>
                <a:gd name="connsiteY11" fmla="*/ 200633 h 227765"/>
                <a:gd name="connsiteX12" fmla="*/ 52242 w 174397"/>
                <a:gd name="connsiteY12" fmla="*/ 140469 h 227765"/>
                <a:gd name="connsiteX13" fmla="*/ 52242 w 174397"/>
                <a:gd name="connsiteY13" fmla="*/ 137246 h 227765"/>
                <a:gd name="connsiteX14" fmla="*/ 95753 w 174397"/>
                <a:gd name="connsiteY14" fmla="*/ 162314 h 227765"/>
                <a:gd name="connsiteX15" fmla="*/ 174639 w 174397"/>
                <a:gd name="connsiteY15" fmla="*/ 81020 h 227765"/>
                <a:gd name="connsiteX16" fmla="*/ 100706 w 174397"/>
                <a:gd name="connsiteY16" fmla="*/ 85 h 227765"/>
                <a:gd name="connsiteX17" fmla="*/ 51181 w 174397"/>
                <a:gd name="connsiteY17" fmla="*/ 23721 h 227765"/>
                <a:gd name="connsiteX18" fmla="*/ 52242 w 174397"/>
                <a:gd name="connsiteY18" fmla="*/ 117549 h 227765"/>
                <a:gd name="connsiteX19" fmla="*/ 52242 w 174397"/>
                <a:gd name="connsiteY19" fmla="*/ 37688 h 227765"/>
                <a:gd name="connsiteX20" fmla="*/ 97876 w 174397"/>
                <a:gd name="connsiteY20" fmla="*/ 9038 h 227765"/>
                <a:gd name="connsiteX21" fmla="*/ 145278 w 174397"/>
                <a:gd name="connsiteY21" fmla="*/ 81020 h 227765"/>
                <a:gd name="connsiteX22" fmla="*/ 94338 w 174397"/>
                <a:gd name="connsiteY22" fmla="*/ 154435 h 227765"/>
                <a:gd name="connsiteX23" fmla="*/ 57195 w 174397"/>
                <a:gd name="connsiteY23" fmla="*/ 132590 h 227765"/>
                <a:gd name="connsiteX24" fmla="*/ 52242 w 174397"/>
                <a:gd name="connsiteY24" fmla="*/ 117549 h 227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4397" h="227765">
                  <a:moveTo>
                    <a:pt x="51181" y="23721"/>
                  </a:moveTo>
                  <a:lnTo>
                    <a:pt x="51181" y="85"/>
                  </a:lnTo>
                  <a:lnTo>
                    <a:pt x="241" y="4024"/>
                  </a:lnTo>
                  <a:lnTo>
                    <a:pt x="241" y="15126"/>
                  </a:lnTo>
                  <a:cubicBezTo>
                    <a:pt x="25357" y="15126"/>
                    <a:pt x="27834" y="17275"/>
                    <a:pt x="27834" y="33032"/>
                  </a:cubicBezTo>
                  <a:lnTo>
                    <a:pt x="27834" y="200633"/>
                  </a:lnTo>
                  <a:cubicBezTo>
                    <a:pt x="27834" y="216749"/>
                    <a:pt x="23942" y="216749"/>
                    <a:pt x="241" y="216749"/>
                  </a:cubicBezTo>
                  <a:lnTo>
                    <a:pt x="241" y="227850"/>
                  </a:lnTo>
                  <a:cubicBezTo>
                    <a:pt x="12269" y="227492"/>
                    <a:pt x="30664" y="226776"/>
                    <a:pt x="39861" y="226776"/>
                  </a:cubicBezTo>
                  <a:cubicBezTo>
                    <a:pt x="49412" y="226776"/>
                    <a:pt x="67453" y="227492"/>
                    <a:pt x="79835" y="227850"/>
                  </a:cubicBezTo>
                  <a:lnTo>
                    <a:pt x="79835" y="216749"/>
                  </a:lnTo>
                  <a:cubicBezTo>
                    <a:pt x="56133" y="216749"/>
                    <a:pt x="52242" y="216749"/>
                    <a:pt x="52242" y="200633"/>
                  </a:cubicBezTo>
                  <a:lnTo>
                    <a:pt x="52242" y="140469"/>
                  </a:lnTo>
                  <a:lnTo>
                    <a:pt x="52242" y="137246"/>
                  </a:lnTo>
                  <a:cubicBezTo>
                    <a:pt x="54011" y="142975"/>
                    <a:pt x="68868" y="162314"/>
                    <a:pt x="95753" y="162314"/>
                  </a:cubicBezTo>
                  <a:cubicBezTo>
                    <a:pt x="137849" y="162314"/>
                    <a:pt x="174639" y="127218"/>
                    <a:pt x="174639" y="81020"/>
                  </a:cubicBezTo>
                  <a:cubicBezTo>
                    <a:pt x="174639" y="35539"/>
                    <a:pt x="140325" y="85"/>
                    <a:pt x="100706" y="85"/>
                  </a:cubicBezTo>
                  <a:cubicBezTo>
                    <a:pt x="73113" y="85"/>
                    <a:pt x="58256" y="15842"/>
                    <a:pt x="51181" y="23721"/>
                  </a:cubicBezTo>
                  <a:close/>
                  <a:moveTo>
                    <a:pt x="52242" y="117549"/>
                  </a:moveTo>
                  <a:lnTo>
                    <a:pt x="52242" y="37688"/>
                  </a:lnTo>
                  <a:cubicBezTo>
                    <a:pt x="62501" y="19423"/>
                    <a:pt x="79835" y="9038"/>
                    <a:pt x="97876" y="9038"/>
                  </a:cubicBezTo>
                  <a:cubicBezTo>
                    <a:pt x="123699" y="9038"/>
                    <a:pt x="145278" y="40552"/>
                    <a:pt x="145278" y="81020"/>
                  </a:cubicBezTo>
                  <a:cubicBezTo>
                    <a:pt x="145278" y="124353"/>
                    <a:pt x="120515" y="154435"/>
                    <a:pt x="94338" y="154435"/>
                  </a:cubicBezTo>
                  <a:cubicBezTo>
                    <a:pt x="80188" y="154435"/>
                    <a:pt x="66746" y="147273"/>
                    <a:pt x="57195" y="132590"/>
                  </a:cubicBezTo>
                  <a:cubicBezTo>
                    <a:pt x="52242" y="125069"/>
                    <a:pt x="52242" y="124711"/>
                    <a:pt x="52242" y="117549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4FC19101-13E3-F6CF-EF7F-9B826B023AF3}"/>
                </a:ext>
              </a:extLst>
            </p:cNvPr>
            <p:cNvSpPr/>
            <p:nvPr/>
          </p:nvSpPr>
          <p:spPr>
            <a:xfrm>
              <a:off x="9661532" y="7584414"/>
              <a:ext cx="159540" cy="164378"/>
            </a:xfrm>
            <a:custGeom>
              <a:avLst/>
              <a:gdLst>
                <a:gd name="connsiteX0" fmla="*/ 103187 w 159540"/>
                <a:gd name="connsiteY0" fmla="*/ 133306 h 164378"/>
                <a:gd name="connsiteX1" fmla="*/ 130780 w 159540"/>
                <a:gd name="connsiteY1" fmla="*/ 162672 h 164378"/>
                <a:gd name="connsiteX2" fmla="*/ 159787 w 159540"/>
                <a:gd name="connsiteY2" fmla="*/ 128651 h 164378"/>
                <a:gd name="connsiteX3" fmla="*/ 159787 w 159540"/>
                <a:gd name="connsiteY3" fmla="*/ 108596 h 164378"/>
                <a:gd name="connsiteX4" fmla="*/ 150943 w 159540"/>
                <a:gd name="connsiteY4" fmla="*/ 108596 h 164378"/>
                <a:gd name="connsiteX5" fmla="*/ 150943 w 159540"/>
                <a:gd name="connsiteY5" fmla="*/ 128651 h 164378"/>
                <a:gd name="connsiteX6" fmla="*/ 138208 w 159540"/>
                <a:gd name="connsiteY6" fmla="*/ 151570 h 164378"/>
                <a:gd name="connsiteX7" fmla="*/ 125120 w 159540"/>
                <a:gd name="connsiteY7" fmla="*/ 133664 h 164378"/>
                <a:gd name="connsiteX8" fmla="*/ 125120 w 159540"/>
                <a:gd name="connsiteY8" fmla="*/ 62040 h 164378"/>
                <a:gd name="connsiteX9" fmla="*/ 112385 w 159540"/>
                <a:gd name="connsiteY9" fmla="*/ 19781 h 164378"/>
                <a:gd name="connsiteX10" fmla="*/ 63921 w 159540"/>
                <a:gd name="connsiteY10" fmla="*/ 85 h 164378"/>
                <a:gd name="connsiteX11" fmla="*/ 10506 w 159540"/>
                <a:gd name="connsiteY11" fmla="*/ 40553 h 164378"/>
                <a:gd name="connsiteX12" fmla="*/ 26778 w 159540"/>
                <a:gd name="connsiteY12" fmla="*/ 57384 h 164378"/>
                <a:gd name="connsiteX13" fmla="*/ 43050 w 159540"/>
                <a:gd name="connsiteY13" fmla="*/ 40911 h 164378"/>
                <a:gd name="connsiteX14" fmla="*/ 25009 w 159540"/>
                <a:gd name="connsiteY14" fmla="*/ 24437 h 164378"/>
                <a:gd name="connsiteX15" fmla="*/ 63214 w 159540"/>
                <a:gd name="connsiteY15" fmla="*/ 7963 h 164378"/>
                <a:gd name="connsiteX16" fmla="*/ 100711 w 159540"/>
                <a:gd name="connsiteY16" fmla="*/ 53803 h 164378"/>
                <a:gd name="connsiteX17" fmla="*/ 100711 w 159540"/>
                <a:gd name="connsiteY17" fmla="*/ 67054 h 164378"/>
                <a:gd name="connsiteX18" fmla="*/ 35622 w 159540"/>
                <a:gd name="connsiteY18" fmla="*/ 79946 h 164378"/>
                <a:gd name="connsiteX19" fmla="*/ 247 w 159540"/>
                <a:gd name="connsiteY19" fmla="*/ 126502 h 164378"/>
                <a:gd name="connsiteX20" fmla="*/ 56846 w 159540"/>
                <a:gd name="connsiteY20" fmla="*/ 164463 h 164378"/>
                <a:gd name="connsiteX21" fmla="*/ 103187 w 159540"/>
                <a:gd name="connsiteY21" fmla="*/ 133306 h 164378"/>
                <a:gd name="connsiteX22" fmla="*/ 100711 w 159540"/>
                <a:gd name="connsiteY22" fmla="*/ 74574 h 164378"/>
                <a:gd name="connsiteX23" fmla="*/ 100711 w 159540"/>
                <a:gd name="connsiteY23" fmla="*/ 110386 h 164378"/>
                <a:gd name="connsiteX24" fmla="*/ 59323 w 159540"/>
                <a:gd name="connsiteY24" fmla="*/ 156584 h 164378"/>
                <a:gd name="connsiteX25" fmla="*/ 27485 w 159540"/>
                <a:gd name="connsiteY25" fmla="*/ 126144 h 164378"/>
                <a:gd name="connsiteX26" fmla="*/ 100711 w 159540"/>
                <a:gd name="connsiteY26" fmla="*/ 74574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9540" h="164378">
                  <a:moveTo>
                    <a:pt x="103187" y="133306"/>
                  </a:moveTo>
                  <a:cubicBezTo>
                    <a:pt x="104602" y="147631"/>
                    <a:pt x="114154" y="162672"/>
                    <a:pt x="130780" y="162672"/>
                  </a:cubicBezTo>
                  <a:cubicBezTo>
                    <a:pt x="138208" y="162672"/>
                    <a:pt x="159787" y="157658"/>
                    <a:pt x="159787" y="128651"/>
                  </a:cubicBezTo>
                  <a:lnTo>
                    <a:pt x="159787" y="108596"/>
                  </a:lnTo>
                  <a:lnTo>
                    <a:pt x="150943" y="108596"/>
                  </a:lnTo>
                  <a:lnTo>
                    <a:pt x="150943" y="128651"/>
                  </a:lnTo>
                  <a:cubicBezTo>
                    <a:pt x="150943" y="149422"/>
                    <a:pt x="142100" y="151570"/>
                    <a:pt x="138208" y="151570"/>
                  </a:cubicBezTo>
                  <a:cubicBezTo>
                    <a:pt x="126535" y="151570"/>
                    <a:pt x="125120" y="135455"/>
                    <a:pt x="125120" y="133664"/>
                  </a:cubicBezTo>
                  <a:lnTo>
                    <a:pt x="125120" y="62040"/>
                  </a:lnTo>
                  <a:cubicBezTo>
                    <a:pt x="125120" y="46999"/>
                    <a:pt x="125120" y="33032"/>
                    <a:pt x="112385" y="19781"/>
                  </a:cubicBezTo>
                  <a:cubicBezTo>
                    <a:pt x="98589" y="5815"/>
                    <a:pt x="80901" y="85"/>
                    <a:pt x="63921" y="85"/>
                  </a:cubicBezTo>
                  <a:cubicBezTo>
                    <a:pt x="34914" y="85"/>
                    <a:pt x="10506" y="16916"/>
                    <a:pt x="10506" y="40553"/>
                  </a:cubicBezTo>
                  <a:cubicBezTo>
                    <a:pt x="10506" y="51296"/>
                    <a:pt x="17581" y="57384"/>
                    <a:pt x="26778" y="57384"/>
                  </a:cubicBezTo>
                  <a:cubicBezTo>
                    <a:pt x="36683" y="57384"/>
                    <a:pt x="43050" y="50222"/>
                    <a:pt x="43050" y="40911"/>
                  </a:cubicBezTo>
                  <a:cubicBezTo>
                    <a:pt x="43050" y="36613"/>
                    <a:pt x="41282" y="24795"/>
                    <a:pt x="25009" y="24437"/>
                  </a:cubicBezTo>
                  <a:cubicBezTo>
                    <a:pt x="34560" y="11903"/>
                    <a:pt x="51894" y="7963"/>
                    <a:pt x="63214" y="7963"/>
                  </a:cubicBezTo>
                  <a:cubicBezTo>
                    <a:pt x="80548" y="7963"/>
                    <a:pt x="100711" y="21930"/>
                    <a:pt x="100711" y="53803"/>
                  </a:cubicBezTo>
                  <a:lnTo>
                    <a:pt x="100711" y="67054"/>
                  </a:lnTo>
                  <a:cubicBezTo>
                    <a:pt x="82670" y="68128"/>
                    <a:pt x="57908" y="69202"/>
                    <a:pt x="35622" y="79946"/>
                  </a:cubicBezTo>
                  <a:cubicBezTo>
                    <a:pt x="9091" y="92122"/>
                    <a:pt x="247" y="110744"/>
                    <a:pt x="247" y="126502"/>
                  </a:cubicBezTo>
                  <a:cubicBezTo>
                    <a:pt x="247" y="155510"/>
                    <a:pt x="34560" y="164463"/>
                    <a:pt x="56846" y="164463"/>
                  </a:cubicBezTo>
                  <a:cubicBezTo>
                    <a:pt x="80194" y="164463"/>
                    <a:pt x="96466" y="150138"/>
                    <a:pt x="103187" y="133306"/>
                  </a:cubicBezTo>
                  <a:close/>
                  <a:moveTo>
                    <a:pt x="100711" y="74574"/>
                  </a:moveTo>
                  <a:lnTo>
                    <a:pt x="100711" y="110386"/>
                  </a:lnTo>
                  <a:cubicBezTo>
                    <a:pt x="100711" y="144408"/>
                    <a:pt x="75241" y="156584"/>
                    <a:pt x="59323" y="156584"/>
                  </a:cubicBezTo>
                  <a:cubicBezTo>
                    <a:pt x="41989" y="156584"/>
                    <a:pt x="27485" y="144050"/>
                    <a:pt x="27485" y="126144"/>
                  </a:cubicBezTo>
                  <a:cubicBezTo>
                    <a:pt x="27485" y="106447"/>
                    <a:pt x="42343" y="76723"/>
                    <a:pt x="100711" y="74574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2429DE60-9FEC-B097-FF5F-E4A104597EF0}"/>
                </a:ext>
              </a:extLst>
            </p:cNvPr>
            <p:cNvSpPr/>
            <p:nvPr/>
          </p:nvSpPr>
          <p:spPr>
            <a:xfrm>
              <a:off x="9834869" y="7586563"/>
              <a:ext cx="177934" cy="158290"/>
            </a:xfrm>
            <a:custGeom>
              <a:avLst/>
              <a:gdLst>
                <a:gd name="connsiteX0" fmla="*/ 27844 w 177934"/>
                <a:gd name="connsiteY0" fmla="*/ 35181 h 158290"/>
                <a:gd name="connsiteX1" fmla="*/ 27844 w 177934"/>
                <a:gd name="connsiteY1" fmla="*/ 131157 h 158290"/>
                <a:gd name="connsiteX2" fmla="*/ 252 w 177934"/>
                <a:gd name="connsiteY2" fmla="*/ 147273 h 158290"/>
                <a:gd name="connsiteX3" fmla="*/ 252 w 177934"/>
                <a:gd name="connsiteY3" fmla="*/ 158375 h 158290"/>
                <a:gd name="connsiteX4" fmla="*/ 40225 w 177934"/>
                <a:gd name="connsiteY4" fmla="*/ 157300 h 158290"/>
                <a:gd name="connsiteX5" fmla="*/ 79845 w 177934"/>
                <a:gd name="connsiteY5" fmla="*/ 158375 h 158290"/>
                <a:gd name="connsiteX6" fmla="*/ 79845 w 177934"/>
                <a:gd name="connsiteY6" fmla="*/ 147273 h 158290"/>
                <a:gd name="connsiteX7" fmla="*/ 52253 w 177934"/>
                <a:gd name="connsiteY7" fmla="*/ 131157 h 158290"/>
                <a:gd name="connsiteX8" fmla="*/ 52253 w 177934"/>
                <a:gd name="connsiteY8" fmla="*/ 65263 h 158290"/>
                <a:gd name="connsiteX9" fmla="*/ 100009 w 177934"/>
                <a:gd name="connsiteY9" fmla="*/ 7963 h 158290"/>
                <a:gd name="connsiteX10" fmla="*/ 126186 w 177934"/>
                <a:gd name="connsiteY10" fmla="*/ 47715 h 158290"/>
                <a:gd name="connsiteX11" fmla="*/ 126186 w 177934"/>
                <a:gd name="connsiteY11" fmla="*/ 131157 h 158290"/>
                <a:gd name="connsiteX12" fmla="*/ 98594 w 177934"/>
                <a:gd name="connsiteY12" fmla="*/ 147273 h 158290"/>
                <a:gd name="connsiteX13" fmla="*/ 98594 w 177934"/>
                <a:gd name="connsiteY13" fmla="*/ 158375 h 158290"/>
                <a:gd name="connsiteX14" fmla="*/ 138567 w 177934"/>
                <a:gd name="connsiteY14" fmla="*/ 157300 h 158290"/>
                <a:gd name="connsiteX15" fmla="*/ 178187 w 177934"/>
                <a:gd name="connsiteY15" fmla="*/ 158375 h 158290"/>
                <a:gd name="connsiteX16" fmla="*/ 178187 w 177934"/>
                <a:gd name="connsiteY16" fmla="*/ 147273 h 158290"/>
                <a:gd name="connsiteX17" fmla="*/ 150595 w 177934"/>
                <a:gd name="connsiteY17" fmla="*/ 136529 h 158290"/>
                <a:gd name="connsiteX18" fmla="*/ 150595 w 177934"/>
                <a:gd name="connsiteY18" fmla="*/ 68128 h 158290"/>
                <a:gd name="connsiteX19" fmla="*/ 139628 w 177934"/>
                <a:gd name="connsiteY19" fmla="*/ 13335 h 158290"/>
                <a:gd name="connsiteX20" fmla="*/ 102485 w 177934"/>
                <a:gd name="connsiteY20" fmla="*/ 85 h 158290"/>
                <a:gd name="connsiteX21" fmla="*/ 50130 w 177934"/>
                <a:gd name="connsiteY21" fmla="*/ 37688 h 158290"/>
                <a:gd name="connsiteX22" fmla="*/ 50130 w 177934"/>
                <a:gd name="connsiteY22" fmla="*/ 85 h 158290"/>
                <a:gd name="connsiteX23" fmla="*/ 252 w 177934"/>
                <a:gd name="connsiteY23" fmla="*/ 4024 h 158290"/>
                <a:gd name="connsiteX24" fmla="*/ 252 w 177934"/>
                <a:gd name="connsiteY24" fmla="*/ 15126 h 158290"/>
                <a:gd name="connsiteX25" fmla="*/ 27844 w 177934"/>
                <a:gd name="connsiteY25" fmla="*/ 35181 h 158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7934" h="158290">
                  <a:moveTo>
                    <a:pt x="27844" y="35181"/>
                  </a:moveTo>
                  <a:lnTo>
                    <a:pt x="27844" y="131157"/>
                  </a:lnTo>
                  <a:cubicBezTo>
                    <a:pt x="27844" y="147273"/>
                    <a:pt x="23953" y="147273"/>
                    <a:pt x="252" y="147273"/>
                  </a:cubicBezTo>
                  <a:lnTo>
                    <a:pt x="252" y="158375"/>
                  </a:lnTo>
                  <a:cubicBezTo>
                    <a:pt x="12633" y="158017"/>
                    <a:pt x="30674" y="157300"/>
                    <a:pt x="40225" y="157300"/>
                  </a:cubicBezTo>
                  <a:cubicBezTo>
                    <a:pt x="49423" y="157300"/>
                    <a:pt x="67818" y="158017"/>
                    <a:pt x="79845" y="158375"/>
                  </a:cubicBezTo>
                  <a:lnTo>
                    <a:pt x="79845" y="147273"/>
                  </a:lnTo>
                  <a:cubicBezTo>
                    <a:pt x="56144" y="147273"/>
                    <a:pt x="52253" y="147273"/>
                    <a:pt x="52253" y="131157"/>
                  </a:cubicBezTo>
                  <a:lnTo>
                    <a:pt x="52253" y="65263"/>
                  </a:lnTo>
                  <a:cubicBezTo>
                    <a:pt x="52253" y="28018"/>
                    <a:pt x="77369" y="7963"/>
                    <a:pt x="100009" y="7963"/>
                  </a:cubicBezTo>
                  <a:cubicBezTo>
                    <a:pt x="122295" y="7963"/>
                    <a:pt x="126186" y="27302"/>
                    <a:pt x="126186" y="47715"/>
                  </a:cubicBezTo>
                  <a:lnTo>
                    <a:pt x="126186" y="131157"/>
                  </a:lnTo>
                  <a:cubicBezTo>
                    <a:pt x="126186" y="147273"/>
                    <a:pt x="122295" y="147273"/>
                    <a:pt x="98594" y="147273"/>
                  </a:cubicBezTo>
                  <a:lnTo>
                    <a:pt x="98594" y="158375"/>
                  </a:lnTo>
                  <a:cubicBezTo>
                    <a:pt x="110975" y="158017"/>
                    <a:pt x="129016" y="157300"/>
                    <a:pt x="138567" y="157300"/>
                  </a:cubicBezTo>
                  <a:cubicBezTo>
                    <a:pt x="147765" y="157300"/>
                    <a:pt x="166159" y="158017"/>
                    <a:pt x="178187" y="158375"/>
                  </a:cubicBezTo>
                  <a:lnTo>
                    <a:pt x="178187" y="147273"/>
                  </a:lnTo>
                  <a:cubicBezTo>
                    <a:pt x="159792" y="147273"/>
                    <a:pt x="150948" y="147273"/>
                    <a:pt x="150595" y="136529"/>
                  </a:cubicBezTo>
                  <a:lnTo>
                    <a:pt x="150595" y="68128"/>
                  </a:lnTo>
                  <a:cubicBezTo>
                    <a:pt x="150595" y="37329"/>
                    <a:pt x="150595" y="26228"/>
                    <a:pt x="139628" y="13335"/>
                  </a:cubicBezTo>
                  <a:cubicBezTo>
                    <a:pt x="134676" y="7247"/>
                    <a:pt x="123002" y="85"/>
                    <a:pt x="102485" y="85"/>
                  </a:cubicBezTo>
                  <a:cubicBezTo>
                    <a:pt x="76661" y="85"/>
                    <a:pt x="60035" y="15484"/>
                    <a:pt x="50130" y="37688"/>
                  </a:cubicBezTo>
                  <a:lnTo>
                    <a:pt x="50130" y="85"/>
                  </a:lnTo>
                  <a:lnTo>
                    <a:pt x="252" y="4024"/>
                  </a:lnTo>
                  <a:lnTo>
                    <a:pt x="252" y="15126"/>
                  </a:lnTo>
                  <a:cubicBezTo>
                    <a:pt x="25014" y="15126"/>
                    <a:pt x="27844" y="17633"/>
                    <a:pt x="27844" y="35181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58E20E41-9225-C7C3-79F9-B1429441763A}"/>
                </a:ext>
              </a:extLst>
            </p:cNvPr>
            <p:cNvSpPr/>
            <p:nvPr/>
          </p:nvSpPr>
          <p:spPr>
            <a:xfrm>
              <a:off x="10023967" y="7657113"/>
              <a:ext cx="93743" cy="20771"/>
            </a:xfrm>
            <a:custGeom>
              <a:avLst/>
              <a:gdLst>
                <a:gd name="connsiteX0" fmla="*/ 94000 w 93743"/>
                <a:gd name="connsiteY0" fmla="*/ 20856 h 20771"/>
                <a:gd name="connsiteX1" fmla="*/ 94000 w 93743"/>
                <a:gd name="connsiteY1" fmla="*/ 85 h 20771"/>
                <a:gd name="connsiteX2" fmla="*/ 257 w 93743"/>
                <a:gd name="connsiteY2" fmla="*/ 85 h 20771"/>
                <a:gd name="connsiteX3" fmla="*/ 257 w 93743"/>
                <a:gd name="connsiteY3" fmla="*/ 20856 h 20771"/>
                <a:gd name="connsiteX4" fmla="*/ 94000 w 93743"/>
                <a:gd name="connsiteY4" fmla="*/ 20856 h 2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43" h="20771">
                  <a:moveTo>
                    <a:pt x="94000" y="20856"/>
                  </a:moveTo>
                  <a:lnTo>
                    <a:pt x="94000" y="85"/>
                  </a:lnTo>
                  <a:lnTo>
                    <a:pt x="257" y="85"/>
                  </a:lnTo>
                  <a:lnTo>
                    <a:pt x="257" y="20856"/>
                  </a:lnTo>
                  <a:lnTo>
                    <a:pt x="94000" y="20856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0EF4C40-1A36-12EB-0567-9B570CEF76B3}"/>
                </a:ext>
              </a:extLst>
            </p:cNvPr>
            <p:cNvSpPr/>
            <p:nvPr/>
          </p:nvSpPr>
          <p:spPr>
            <a:xfrm>
              <a:off x="10149666" y="7584414"/>
              <a:ext cx="115675" cy="164378"/>
            </a:xfrm>
            <a:custGeom>
              <a:avLst/>
              <a:gdLst>
                <a:gd name="connsiteX0" fmla="*/ 62167 w 115675"/>
                <a:gd name="connsiteY0" fmla="*/ 91048 h 164378"/>
                <a:gd name="connsiteX1" fmla="*/ 98956 w 115675"/>
                <a:gd name="connsiteY1" fmla="*/ 123995 h 164378"/>
                <a:gd name="connsiteX2" fmla="*/ 58983 w 115675"/>
                <a:gd name="connsiteY2" fmla="*/ 156584 h 164378"/>
                <a:gd name="connsiteX3" fmla="*/ 9812 w 115675"/>
                <a:gd name="connsiteY3" fmla="*/ 105731 h 164378"/>
                <a:gd name="connsiteX4" fmla="*/ 4859 w 115675"/>
                <a:gd name="connsiteY4" fmla="*/ 99643 h 164378"/>
                <a:gd name="connsiteX5" fmla="*/ 261 w 115675"/>
                <a:gd name="connsiteY5" fmla="*/ 108596 h 164378"/>
                <a:gd name="connsiteX6" fmla="*/ 261 w 115675"/>
                <a:gd name="connsiteY6" fmla="*/ 155868 h 164378"/>
                <a:gd name="connsiteX7" fmla="*/ 4152 w 115675"/>
                <a:gd name="connsiteY7" fmla="*/ 164463 h 164378"/>
                <a:gd name="connsiteX8" fmla="*/ 12996 w 115675"/>
                <a:gd name="connsiteY8" fmla="*/ 157300 h 164378"/>
                <a:gd name="connsiteX9" fmla="*/ 20071 w 115675"/>
                <a:gd name="connsiteY9" fmla="*/ 149064 h 164378"/>
                <a:gd name="connsiteX10" fmla="*/ 58983 w 115675"/>
                <a:gd name="connsiteY10" fmla="*/ 164463 h 164378"/>
                <a:gd name="connsiteX11" fmla="*/ 115936 w 115675"/>
                <a:gd name="connsiteY11" fmla="*/ 114684 h 164378"/>
                <a:gd name="connsiteX12" fmla="*/ 101079 w 115675"/>
                <a:gd name="connsiteY12" fmla="*/ 80662 h 164378"/>
                <a:gd name="connsiteX13" fmla="*/ 60752 w 115675"/>
                <a:gd name="connsiteY13" fmla="*/ 63472 h 164378"/>
                <a:gd name="connsiteX14" fmla="*/ 17241 w 115675"/>
                <a:gd name="connsiteY14" fmla="*/ 34106 h 164378"/>
                <a:gd name="connsiteX15" fmla="*/ 56860 w 115675"/>
                <a:gd name="connsiteY15" fmla="*/ 6889 h 164378"/>
                <a:gd name="connsiteX16" fmla="*/ 98249 w 115675"/>
                <a:gd name="connsiteY16" fmla="*/ 50222 h 164378"/>
                <a:gd name="connsiteX17" fmla="*/ 102494 w 115675"/>
                <a:gd name="connsiteY17" fmla="*/ 53445 h 164378"/>
                <a:gd name="connsiteX18" fmla="*/ 107092 w 115675"/>
                <a:gd name="connsiteY18" fmla="*/ 44850 h 164378"/>
                <a:gd name="connsiteX19" fmla="*/ 107092 w 115675"/>
                <a:gd name="connsiteY19" fmla="*/ 8680 h 164378"/>
                <a:gd name="connsiteX20" fmla="*/ 103201 w 115675"/>
                <a:gd name="connsiteY20" fmla="*/ 85 h 164378"/>
                <a:gd name="connsiteX21" fmla="*/ 96126 w 115675"/>
                <a:gd name="connsiteY21" fmla="*/ 4382 h 164378"/>
                <a:gd name="connsiteX22" fmla="*/ 90113 w 115675"/>
                <a:gd name="connsiteY22" fmla="*/ 10112 h 164378"/>
                <a:gd name="connsiteX23" fmla="*/ 56860 w 115675"/>
                <a:gd name="connsiteY23" fmla="*/ 85 h 164378"/>
                <a:gd name="connsiteX24" fmla="*/ 261 w 115675"/>
                <a:gd name="connsiteY24" fmla="*/ 44134 h 164378"/>
                <a:gd name="connsiteX25" fmla="*/ 15472 w 115675"/>
                <a:gd name="connsiteY25" fmla="*/ 74574 h 164378"/>
                <a:gd name="connsiteX26" fmla="*/ 62167 w 115675"/>
                <a:gd name="connsiteY26" fmla="*/ 91048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675" h="164378">
                  <a:moveTo>
                    <a:pt x="62167" y="91048"/>
                  </a:moveTo>
                  <a:cubicBezTo>
                    <a:pt x="69949" y="92480"/>
                    <a:pt x="98956" y="98210"/>
                    <a:pt x="98956" y="123995"/>
                  </a:cubicBezTo>
                  <a:cubicBezTo>
                    <a:pt x="98956" y="142259"/>
                    <a:pt x="86575" y="156584"/>
                    <a:pt x="58983" y="156584"/>
                  </a:cubicBezTo>
                  <a:cubicBezTo>
                    <a:pt x="29268" y="156584"/>
                    <a:pt x="16533" y="136171"/>
                    <a:pt x="9812" y="105731"/>
                  </a:cubicBezTo>
                  <a:cubicBezTo>
                    <a:pt x="8751" y="101075"/>
                    <a:pt x="8397" y="99643"/>
                    <a:pt x="4859" y="99643"/>
                  </a:cubicBezTo>
                  <a:cubicBezTo>
                    <a:pt x="261" y="99643"/>
                    <a:pt x="261" y="102150"/>
                    <a:pt x="261" y="108596"/>
                  </a:cubicBezTo>
                  <a:lnTo>
                    <a:pt x="261" y="155868"/>
                  </a:lnTo>
                  <a:cubicBezTo>
                    <a:pt x="261" y="161956"/>
                    <a:pt x="261" y="164463"/>
                    <a:pt x="4152" y="164463"/>
                  </a:cubicBezTo>
                  <a:cubicBezTo>
                    <a:pt x="5921" y="164463"/>
                    <a:pt x="6274" y="164105"/>
                    <a:pt x="12996" y="157300"/>
                  </a:cubicBezTo>
                  <a:cubicBezTo>
                    <a:pt x="13703" y="156584"/>
                    <a:pt x="13703" y="155868"/>
                    <a:pt x="20071" y="149064"/>
                  </a:cubicBezTo>
                  <a:cubicBezTo>
                    <a:pt x="35635" y="164105"/>
                    <a:pt x="51554" y="164463"/>
                    <a:pt x="58983" y="164463"/>
                  </a:cubicBezTo>
                  <a:cubicBezTo>
                    <a:pt x="99664" y="164463"/>
                    <a:pt x="115936" y="140469"/>
                    <a:pt x="115936" y="114684"/>
                  </a:cubicBezTo>
                  <a:cubicBezTo>
                    <a:pt x="115936" y="95703"/>
                    <a:pt x="105324" y="84960"/>
                    <a:pt x="101079" y="80662"/>
                  </a:cubicBezTo>
                  <a:cubicBezTo>
                    <a:pt x="89405" y="69202"/>
                    <a:pt x="75609" y="66337"/>
                    <a:pt x="60752" y="63472"/>
                  </a:cubicBezTo>
                  <a:cubicBezTo>
                    <a:pt x="40942" y="59533"/>
                    <a:pt x="17241" y="54877"/>
                    <a:pt x="17241" y="34106"/>
                  </a:cubicBezTo>
                  <a:cubicBezTo>
                    <a:pt x="17241" y="21572"/>
                    <a:pt x="26438" y="6889"/>
                    <a:pt x="56860" y="6889"/>
                  </a:cubicBezTo>
                  <a:cubicBezTo>
                    <a:pt x="95773" y="6889"/>
                    <a:pt x="97541" y="39120"/>
                    <a:pt x="98249" y="50222"/>
                  </a:cubicBezTo>
                  <a:cubicBezTo>
                    <a:pt x="98603" y="53445"/>
                    <a:pt x="101786" y="53445"/>
                    <a:pt x="102494" y="53445"/>
                  </a:cubicBezTo>
                  <a:cubicBezTo>
                    <a:pt x="107092" y="53445"/>
                    <a:pt x="107092" y="51654"/>
                    <a:pt x="107092" y="44850"/>
                  </a:cubicBezTo>
                  <a:lnTo>
                    <a:pt x="107092" y="8680"/>
                  </a:lnTo>
                  <a:cubicBezTo>
                    <a:pt x="107092" y="2592"/>
                    <a:pt x="107092" y="85"/>
                    <a:pt x="103201" y="85"/>
                  </a:cubicBezTo>
                  <a:cubicBezTo>
                    <a:pt x="101432" y="85"/>
                    <a:pt x="100725" y="85"/>
                    <a:pt x="96126" y="4382"/>
                  </a:cubicBezTo>
                  <a:cubicBezTo>
                    <a:pt x="95065" y="5815"/>
                    <a:pt x="91528" y="9038"/>
                    <a:pt x="90113" y="10112"/>
                  </a:cubicBezTo>
                  <a:cubicBezTo>
                    <a:pt x="76670" y="85"/>
                    <a:pt x="62167" y="85"/>
                    <a:pt x="56860" y="85"/>
                  </a:cubicBezTo>
                  <a:cubicBezTo>
                    <a:pt x="13703" y="85"/>
                    <a:pt x="261" y="24079"/>
                    <a:pt x="261" y="44134"/>
                  </a:cubicBezTo>
                  <a:cubicBezTo>
                    <a:pt x="261" y="56668"/>
                    <a:pt x="5921" y="66695"/>
                    <a:pt x="15472" y="74574"/>
                  </a:cubicBezTo>
                  <a:cubicBezTo>
                    <a:pt x="26792" y="83885"/>
                    <a:pt x="36697" y="86034"/>
                    <a:pt x="62167" y="9104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2F29251-76FD-89F5-91DA-3CDBBDB7560D}"/>
                </a:ext>
              </a:extLst>
            </p:cNvPr>
            <p:cNvSpPr/>
            <p:nvPr/>
          </p:nvSpPr>
          <p:spPr>
            <a:xfrm>
              <a:off x="10289553" y="7584414"/>
              <a:ext cx="134777" cy="164378"/>
            </a:xfrm>
            <a:custGeom>
              <a:avLst/>
              <a:gdLst>
                <a:gd name="connsiteX0" fmla="*/ 29626 w 134777"/>
                <a:gd name="connsiteY0" fmla="*/ 82453 h 164378"/>
                <a:gd name="connsiteX1" fmla="*/ 77382 w 134777"/>
                <a:gd name="connsiteY1" fmla="*/ 9038 h 164378"/>
                <a:gd name="connsiteX2" fmla="*/ 115233 w 134777"/>
                <a:gd name="connsiteY2" fmla="*/ 22288 h 164378"/>
                <a:gd name="connsiteX3" fmla="*/ 98606 w 134777"/>
                <a:gd name="connsiteY3" fmla="*/ 38762 h 164378"/>
                <a:gd name="connsiteX4" fmla="*/ 114879 w 134777"/>
                <a:gd name="connsiteY4" fmla="*/ 55236 h 164378"/>
                <a:gd name="connsiteX5" fmla="*/ 131151 w 134777"/>
                <a:gd name="connsiteY5" fmla="*/ 38404 h 164378"/>
                <a:gd name="connsiteX6" fmla="*/ 77028 w 134777"/>
                <a:gd name="connsiteY6" fmla="*/ 85 h 164378"/>
                <a:gd name="connsiteX7" fmla="*/ 265 w 134777"/>
                <a:gd name="connsiteY7" fmla="*/ 83169 h 164378"/>
                <a:gd name="connsiteX8" fmla="*/ 76320 w 134777"/>
                <a:gd name="connsiteY8" fmla="*/ 164463 h 164378"/>
                <a:gd name="connsiteX9" fmla="*/ 135042 w 134777"/>
                <a:gd name="connsiteY9" fmla="*/ 117907 h 164378"/>
                <a:gd name="connsiteX10" fmla="*/ 130444 w 134777"/>
                <a:gd name="connsiteY10" fmla="*/ 114326 h 164378"/>
                <a:gd name="connsiteX11" fmla="*/ 125845 w 134777"/>
                <a:gd name="connsiteY11" fmla="*/ 117907 h 164378"/>
                <a:gd name="connsiteX12" fmla="*/ 79504 w 134777"/>
                <a:gd name="connsiteY12" fmla="*/ 155510 h 164378"/>
                <a:gd name="connsiteX13" fmla="*/ 29626 w 134777"/>
                <a:gd name="connsiteY13" fmla="*/ 82453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4777" h="164378">
                  <a:moveTo>
                    <a:pt x="29626" y="82453"/>
                  </a:moveTo>
                  <a:cubicBezTo>
                    <a:pt x="29626" y="24079"/>
                    <a:pt x="58633" y="9038"/>
                    <a:pt x="77382" y="9038"/>
                  </a:cubicBezTo>
                  <a:cubicBezTo>
                    <a:pt x="80565" y="9038"/>
                    <a:pt x="102851" y="9396"/>
                    <a:pt x="115233" y="22288"/>
                  </a:cubicBezTo>
                  <a:cubicBezTo>
                    <a:pt x="100729" y="23363"/>
                    <a:pt x="98606" y="34106"/>
                    <a:pt x="98606" y="38762"/>
                  </a:cubicBezTo>
                  <a:cubicBezTo>
                    <a:pt x="98606" y="48073"/>
                    <a:pt x="104974" y="55236"/>
                    <a:pt x="114879" y="55236"/>
                  </a:cubicBezTo>
                  <a:cubicBezTo>
                    <a:pt x="124076" y="55236"/>
                    <a:pt x="131151" y="49147"/>
                    <a:pt x="131151" y="38404"/>
                  </a:cubicBezTo>
                  <a:cubicBezTo>
                    <a:pt x="131151" y="14051"/>
                    <a:pt x="104266" y="85"/>
                    <a:pt x="77028" y="85"/>
                  </a:cubicBezTo>
                  <a:cubicBezTo>
                    <a:pt x="32809" y="85"/>
                    <a:pt x="265" y="38762"/>
                    <a:pt x="265" y="83169"/>
                  </a:cubicBezTo>
                  <a:cubicBezTo>
                    <a:pt x="265" y="129009"/>
                    <a:pt x="35286" y="164463"/>
                    <a:pt x="76320" y="164463"/>
                  </a:cubicBezTo>
                  <a:cubicBezTo>
                    <a:pt x="123722" y="164463"/>
                    <a:pt x="135042" y="121488"/>
                    <a:pt x="135042" y="117907"/>
                  </a:cubicBezTo>
                  <a:cubicBezTo>
                    <a:pt x="135042" y="114326"/>
                    <a:pt x="131505" y="114326"/>
                    <a:pt x="130444" y="114326"/>
                  </a:cubicBezTo>
                  <a:cubicBezTo>
                    <a:pt x="127260" y="114326"/>
                    <a:pt x="126552" y="115758"/>
                    <a:pt x="125845" y="117907"/>
                  </a:cubicBezTo>
                  <a:cubicBezTo>
                    <a:pt x="115586" y="151212"/>
                    <a:pt x="92593" y="155510"/>
                    <a:pt x="79504" y="155510"/>
                  </a:cubicBezTo>
                  <a:cubicBezTo>
                    <a:pt x="60755" y="155510"/>
                    <a:pt x="29626" y="140111"/>
                    <a:pt x="29626" y="82453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10D0CFA8-A41B-FF59-708B-886268193705}"/>
                </a:ext>
              </a:extLst>
            </p:cNvPr>
            <p:cNvSpPr/>
            <p:nvPr/>
          </p:nvSpPr>
          <p:spPr>
            <a:xfrm>
              <a:off x="10444652" y="7584414"/>
              <a:ext cx="156710" cy="164378"/>
            </a:xfrm>
            <a:custGeom>
              <a:avLst/>
              <a:gdLst>
                <a:gd name="connsiteX0" fmla="*/ 156979 w 156710"/>
                <a:gd name="connsiteY0" fmla="*/ 83885 h 164378"/>
                <a:gd name="connsiteX1" fmla="*/ 78801 w 156710"/>
                <a:gd name="connsiteY1" fmla="*/ 85 h 164378"/>
                <a:gd name="connsiteX2" fmla="*/ 269 w 156710"/>
                <a:gd name="connsiteY2" fmla="*/ 83885 h 164378"/>
                <a:gd name="connsiteX3" fmla="*/ 78447 w 156710"/>
                <a:gd name="connsiteY3" fmla="*/ 164463 h 164378"/>
                <a:gd name="connsiteX4" fmla="*/ 156979 w 156710"/>
                <a:gd name="connsiteY4" fmla="*/ 83885 h 164378"/>
                <a:gd name="connsiteX5" fmla="*/ 78801 w 156710"/>
                <a:gd name="connsiteY5" fmla="*/ 155510 h 164378"/>
                <a:gd name="connsiteX6" fmla="*/ 38474 w 156710"/>
                <a:gd name="connsiteY6" fmla="*/ 131516 h 164378"/>
                <a:gd name="connsiteX7" fmla="*/ 29630 w 156710"/>
                <a:gd name="connsiteY7" fmla="*/ 81020 h 164378"/>
                <a:gd name="connsiteX8" fmla="*/ 38120 w 156710"/>
                <a:gd name="connsiteY8" fmla="*/ 31958 h 164378"/>
                <a:gd name="connsiteX9" fmla="*/ 78447 w 156710"/>
                <a:gd name="connsiteY9" fmla="*/ 7963 h 164378"/>
                <a:gd name="connsiteX10" fmla="*/ 118421 w 156710"/>
                <a:gd name="connsiteY10" fmla="*/ 31241 h 164378"/>
                <a:gd name="connsiteX11" fmla="*/ 127618 w 156710"/>
                <a:gd name="connsiteY11" fmla="*/ 81020 h 164378"/>
                <a:gd name="connsiteX12" fmla="*/ 119836 w 156710"/>
                <a:gd name="connsiteY12" fmla="*/ 129009 h 164378"/>
                <a:gd name="connsiteX13" fmla="*/ 78801 w 156710"/>
                <a:gd name="connsiteY13" fmla="*/ 155510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6710" h="164378">
                  <a:moveTo>
                    <a:pt x="156979" y="83885"/>
                  </a:moveTo>
                  <a:cubicBezTo>
                    <a:pt x="156979" y="38046"/>
                    <a:pt x="121604" y="85"/>
                    <a:pt x="78801" y="85"/>
                  </a:cubicBezTo>
                  <a:cubicBezTo>
                    <a:pt x="34583" y="85"/>
                    <a:pt x="269" y="39120"/>
                    <a:pt x="269" y="83885"/>
                  </a:cubicBezTo>
                  <a:cubicBezTo>
                    <a:pt x="269" y="130083"/>
                    <a:pt x="37059" y="164463"/>
                    <a:pt x="78447" y="164463"/>
                  </a:cubicBezTo>
                  <a:cubicBezTo>
                    <a:pt x="121251" y="164463"/>
                    <a:pt x="156979" y="129367"/>
                    <a:pt x="156979" y="83885"/>
                  </a:cubicBezTo>
                  <a:close/>
                  <a:moveTo>
                    <a:pt x="78801" y="155510"/>
                  </a:moveTo>
                  <a:cubicBezTo>
                    <a:pt x="63590" y="155510"/>
                    <a:pt x="48025" y="147989"/>
                    <a:pt x="38474" y="131516"/>
                  </a:cubicBezTo>
                  <a:cubicBezTo>
                    <a:pt x="29630" y="115758"/>
                    <a:pt x="29630" y="93913"/>
                    <a:pt x="29630" y="81020"/>
                  </a:cubicBezTo>
                  <a:cubicBezTo>
                    <a:pt x="29630" y="67054"/>
                    <a:pt x="29630" y="47715"/>
                    <a:pt x="38120" y="31958"/>
                  </a:cubicBezTo>
                  <a:cubicBezTo>
                    <a:pt x="47671" y="15484"/>
                    <a:pt x="64297" y="7963"/>
                    <a:pt x="78447" y="7963"/>
                  </a:cubicBezTo>
                  <a:cubicBezTo>
                    <a:pt x="94012" y="7963"/>
                    <a:pt x="109223" y="15842"/>
                    <a:pt x="118421" y="31241"/>
                  </a:cubicBezTo>
                  <a:cubicBezTo>
                    <a:pt x="127618" y="46641"/>
                    <a:pt x="127618" y="67412"/>
                    <a:pt x="127618" y="81020"/>
                  </a:cubicBezTo>
                  <a:cubicBezTo>
                    <a:pt x="127618" y="93913"/>
                    <a:pt x="127618" y="113251"/>
                    <a:pt x="119836" y="129009"/>
                  </a:cubicBezTo>
                  <a:cubicBezTo>
                    <a:pt x="112053" y="145124"/>
                    <a:pt x="96488" y="155510"/>
                    <a:pt x="78801" y="155510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D88878F-A829-FDBE-C59A-0F432BA00AC8}"/>
                </a:ext>
              </a:extLst>
            </p:cNvPr>
            <p:cNvSpPr/>
            <p:nvPr/>
          </p:nvSpPr>
          <p:spPr>
            <a:xfrm>
              <a:off x="10621527" y="7586563"/>
              <a:ext cx="118859" cy="158290"/>
            </a:xfrm>
            <a:custGeom>
              <a:avLst/>
              <a:gdLst>
                <a:gd name="connsiteX0" fmla="*/ 49445 w 118859"/>
                <a:gd name="connsiteY0" fmla="*/ 39478 h 158290"/>
                <a:gd name="connsiteX1" fmla="*/ 49445 w 118859"/>
                <a:gd name="connsiteY1" fmla="*/ 85 h 158290"/>
                <a:gd name="connsiteX2" fmla="*/ 274 w 118859"/>
                <a:gd name="connsiteY2" fmla="*/ 4024 h 158290"/>
                <a:gd name="connsiteX3" fmla="*/ 274 w 118859"/>
                <a:gd name="connsiteY3" fmla="*/ 15126 h 158290"/>
                <a:gd name="connsiteX4" fmla="*/ 27866 w 118859"/>
                <a:gd name="connsiteY4" fmla="*/ 35181 h 158290"/>
                <a:gd name="connsiteX5" fmla="*/ 27866 w 118859"/>
                <a:gd name="connsiteY5" fmla="*/ 131157 h 158290"/>
                <a:gd name="connsiteX6" fmla="*/ 274 w 118859"/>
                <a:gd name="connsiteY6" fmla="*/ 147273 h 158290"/>
                <a:gd name="connsiteX7" fmla="*/ 274 w 118859"/>
                <a:gd name="connsiteY7" fmla="*/ 158375 h 158290"/>
                <a:gd name="connsiteX8" fmla="*/ 40601 w 118859"/>
                <a:gd name="connsiteY8" fmla="*/ 157300 h 158290"/>
                <a:gd name="connsiteX9" fmla="*/ 85527 w 118859"/>
                <a:gd name="connsiteY9" fmla="*/ 158375 h 158290"/>
                <a:gd name="connsiteX10" fmla="*/ 85527 w 118859"/>
                <a:gd name="connsiteY10" fmla="*/ 147273 h 158290"/>
                <a:gd name="connsiteX11" fmla="*/ 78099 w 118859"/>
                <a:gd name="connsiteY11" fmla="*/ 147273 h 158290"/>
                <a:gd name="connsiteX12" fmla="*/ 51214 w 118859"/>
                <a:gd name="connsiteY12" fmla="*/ 130441 h 158290"/>
                <a:gd name="connsiteX13" fmla="*/ 51214 w 118859"/>
                <a:gd name="connsiteY13" fmla="*/ 75290 h 158290"/>
                <a:gd name="connsiteX14" fmla="*/ 92956 w 118859"/>
                <a:gd name="connsiteY14" fmla="*/ 7963 h 158290"/>
                <a:gd name="connsiteX15" fmla="*/ 96847 w 118859"/>
                <a:gd name="connsiteY15" fmla="*/ 8322 h 158290"/>
                <a:gd name="connsiteX16" fmla="*/ 88711 w 118859"/>
                <a:gd name="connsiteY16" fmla="*/ 22288 h 158290"/>
                <a:gd name="connsiteX17" fmla="*/ 103922 w 118859"/>
                <a:gd name="connsiteY17" fmla="*/ 37688 h 158290"/>
                <a:gd name="connsiteX18" fmla="*/ 119133 w 118859"/>
                <a:gd name="connsiteY18" fmla="*/ 21930 h 158290"/>
                <a:gd name="connsiteX19" fmla="*/ 92956 w 118859"/>
                <a:gd name="connsiteY19" fmla="*/ 85 h 158290"/>
                <a:gd name="connsiteX20" fmla="*/ 49445 w 118859"/>
                <a:gd name="connsiteY20" fmla="*/ 39478 h 158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8859" h="158290">
                  <a:moveTo>
                    <a:pt x="49445" y="39478"/>
                  </a:moveTo>
                  <a:lnTo>
                    <a:pt x="49445" y="85"/>
                  </a:lnTo>
                  <a:lnTo>
                    <a:pt x="274" y="4024"/>
                  </a:lnTo>
                  <a:lnTo>
                    <a:pt x="274" y="15126"/>
                  </a:lnTo>
                  <a:cubicBezTo>
                    <a:pt x="25036" y="15126"/>
                    <a:pt x="27866" y="17633"/>
                    <a:pt x="27866" y="35181"/>
                  </a:cubicBezTo>
                  <a:lnTo>
                    <a:pt x="27866" y="131157"/>
                  </a:lnTo>
                  <a:cubicBezTo>
                    <a:pt x="27866" y="147273"/>
                    <a:pt x="23975" y="147273"/>
                    <a:pt x="274" y="147273"/>
                  </a:cubicBezTo>
                  <a:lnTo>
                    <a:pt x="274" y="158375"/>
                  </a:lnTo>
                  <a:cubicBezTo>
                    <a:pt x="14070" y="158017"/>
                    <a:pt x="30696" y="157300"/>
                    <a:pt x="40601" y="157300"/>
                  </a:cubicBezTo>
                  <a:cubicBezTo>
                    <a:pt x="54751" y="157300"/>
                    <a:pt x="71377" y="157300"/>
                    <a:pt x="85527" y="158375"/>
                  </a:cubicBezTo>
                  <a:lnTo>
                    <a:pt x="85527" y="147273"/>
                  </a:lnTo>
                  <a:lnTo>
                    <a:pt x="78099" y="147273"/>
                  </a:lnTo>
                  <a:cubicBezTo>
                    <a:pt x="51921" y="147273"/>
                    <a:pt x="51214" y="143334"/>
                    <a:pt x="51214" y="130441"/>
                  </a:cubicBezTo>
                  <a:lnTo>
                    <a:pt x="51214" y="75290"/>
                  </a:lnTo>
                  <a:cubicBezTo>
                    <a:pt x="51214" y="39836"/>
                    <a:pt x="66071" y="7963"/>
                    <a:pt x="92956" y="7963"/>
                  </a:cubicBezTo>
                  <a:cubicBezTo>
                    <a:pt x="95432" y="7963"/>
                    <a:pt x="96140" y="7963"/>
                    <a:pt x="96847" y="8322"/>
                  </a:cubicBezTo>
                  <a:cubicBezTo>
                    <a:pt x="95786" y="8680"/>
                    <a:pt x="88711" y="12977"/>
                    <a:pt x="88711" y="22288"/>
                  </a:cubicBezTo>
                  <a:cubicBezTo>
                    <a:pt x="88711" y="32316"/>
                    <a:pt x="96140" y="37688"/>
                    <a:pt x="103922" y="37688"/>
                  </a:cubicBezTo>
                  <a:cubicBezTo>
                    <a:pt x="110290" y="37688"/>
                    <a:pt x="119133" y="33390"/>
                    <a:pt x="119133" y="21930"/>
                  </a:cubicBezTo>
                  <a:cubicBezTo>
                    <a:pt x="119133" y="10470"/>
                    <a:pt x="108167" y="85"/>
                    <a:pt x="92956" y="85"/>
                  </a:cubicBezTo>
                  <a:cubicBezTo>
                    <a:pt x="67132" y="85"/>
                    <a:pt x="54397" y="24079"/>
                    <a:pt x="49445" y="3947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9183560C-2B1B-7E98-BD82-B2AD8F62EE21}"/>
                </a:ext>
              </a:extLst>
            </p:cNvPr>
            <p:cNvSpPr/>
            <p:nvPr/>
          </p:nvSpPr>
          <p:spPr>
            <a:xfrm>
              <a:off x="10760078" y="7584414"/>
              <a:ext cx="136900" cy="164378"/>
            </a:xfrm>
            <a:custGeom>
              <a:avLst/>
              <a:gdLst>
                <a:gd name="connsiteX0" fmla="*/ 29993 w 136900"/>
                <a:gd name="connsiteY0" fmla="*/ 70277 h 164378"/>
                <a:gd name="connsiteX1" fmla="*/ 73857 w 136900"/>
                <a:gd name="connsiteY1" fmla="*/ 7963 h 164378"/>
                <a:gd name="connsiteX2" fmla="*/ 113831 w 136900"/>
                <a:gd name="connsiteY2" fmla="*/ 70277 h 164378"/>
                <a:gd name="connsiteX3" fmla="*/ 29993 w 136900"/>
                <a:gd name="connsiteY3" fmla="*/ 70277 h 164378"/>
                <a:gd name="connsiteX4" fmla="*/ 29639 w 136900"/>
                <a:gd name="connsiteY4" fmla="*/ 77797 h 164378"/>
                <a:gd name="connsiteX5" fmla="*/ 128335 w 136900"/>
                <a:gd name="connsiteY5" fmla="*/ 77797 h 164378"/>
                <a:gd name="connsiteX6" fmla="*/ 137178 w 136900"/>
                <a:gd name="connsiteY6" fmla="*/ 70277 h 164378"/>
                <a:gd name="connsiteX7" fmla="*/ 73857 w 136900"/>
                <a:gd name="connsiteY7" fmla="*/ 85 h 164378"/>
                <a:gd name="connsiteX8" fmla="*/ 278 w 136900"/>
                <a:gd name="connsiteY8" fmla="*/ 81737 h 164378"/>
                <a:gd name="connsiteX9" fmla="*/ 78102 w 136900"/>
                <a:gd name="connsiteY9" fmla="*/ 164463 h 164378"/>
                <a:gd name="connsiteX10" fmla="*/ 137178 w 136900"/>
                <a:gd name="connsiteY10" fmla="*/ 117907 h 164378"/>
                <a:gd name="connsiteX11" fmla="*/ 132579 w 136900"/>
                <a:gd name="connsiteY11" fmla="*/ 113609 h 164378"/>
                <a:gd name="connsiteX12" fmla="*/ 127981 w 136900"/>
                <a:gd name="connsiteY12" fmla="*/ 118623 h 164378"/>
                <a:gd name="connsiteX13" fmla="*/ 80225 w 136900"/>
                <a:gd name="connsiteY13" fmla="*/ 155510 h 164378"/>
                <a:gd name="connsiteX14" fmla="*/ 40251 w 136900"/>
                <a:gd name="connsiteY14" fmla="*/ 131516 h 164378"/>
                <a:gd name="connsiteX15" fmla="*/ 29639 w 136900"/>
                <a:gd name="connsiteY15" fmla="*/ 77797 h 16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900" h="164378">
                  <a:moveTo>
                    <a:pt x="29993" y="70277"/>
                  </a:moveTo>
                  <a:cubicBezTo>
                    <a:pt x="32115" y="16916"/>
                    <a:pt x="61830" y="7963"/>
                    <a:pt x="73857" y="7963"/>
                  </a:cubicBezTo>
                  <a:cubicBezTo>
                    <a:pt x="110293" y="7963"/>
                    <a:pt x="113831" y="56310"/>
                    <a:pt x="113831" y="70277"/>
                  </a:cubicBezTo>
                  <a:lnTo>
                    <a:pt x="29993" y="70277"/>
                  </a:lnTo>
                  <a:close/>
                  <a:moveTo>
                    <a:pt x="29639" y="77797"/>
                  </a:moveTo>
                  <a:lnTo>
                    <a:pt x="128335" y="77797"/>
                  </a:lnTo>
                  <a:cubicBezTo>
                    <a:pt x="136117" y="77797"/>
                    <a:pt x="137178" y="77797"/>
                    <a:pt x="137178" y="70277"/>
                  </a:cubicBezTo>
                  <a:cubicBezTo>
                    <a:pt x="137178" y="34823"/>
                    <a:pt x="118076" y="85"/>
                    <a:pt x="73857" y="85"/>
                  </a:cubicBezTo>
                  <a:cubicBezTo>
                    <a:pt x="32823" y="85"/>
                    <a:pt x="278" y="36971"/>
                    <a:pt x="278" y="81737"/>
                  </a:cubicBezTo>
                  <a:cubicBezTo>
                    <a:pt x="278" y="129725"/>
                    <a:pt x="37421" y="164463"/>
                    <a:pt x="78102" y="164463"/>
                  </a:cubicBezTo>
                  <a:cubicBezTo>
                    <a:pt x="121260" y="164463"/>
                    <a:pt x="137178" y="124711"/>
                    <a:pt x="137178" y="117907"/>
                  </a:cubicBezTo>
                  <a:cubicBezTo>
                    <a:pt x="137178" y="114326"/>
                    <a:pt x="134348" y="113609"/>
                    <a:pt x="132579" y="113609"/>
                  </a:cubicBezTo>
                  <a:cubicBezTo>
                    <a:pt x="129396" y="113609"/>
                    <a:pt x="128688" y="115758"/>
                    <a:pt x="127981" y="118623"/>
                  </a:cubicBezTo>
                  <a:cubicBezTo>
                    <a:pt x="115600" y="155510"/>
                    <a:pt x="83762" y="155510"/>
                    <a:pt x="80225" y="155510"/>
                  </a:cubicBezTo>
                  <a:cubicBezTo>
                    <a:pt x="62538" y="155510"/>
                    <a:pt x="48388" y="144766"/>
                    <a:pt x="40251" y="131516"/>
                  </a:cubicBezTo>
                  <a:cubicBezTo>
                    <a:pt x="29639" y="114326"/>
                    <a:pt x="29639" y="90690"/>
                    <a:pt x="29639" y="77797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1389AA3-579C-AF95-AD20-DE187A4E8D42}"/>
                </a:ext>
              </a:extLst>
            </p:cNvPr>
            <p:cNvSpPr/>
            <p:nvPr/>
          </p:nvSpPr>
          <p:spPr>
            <a:xfrm>
              <a:off x="10942413" y="7476261"/>
              <a:ext cx="82069" cy="358122"/>
            </a:xfrm>
            <a:custGeom>
              <a:avLst/>
              <a:gdLst>
                <a:gd name="connsiteX0" fmla="*/ 82352 w 82069"/>
                <a:gd name="connsiteY0" fmla="*/ 354626 h 358122"/>
                <a:gd name="connsiteX1" fmla="*/ 76338 w 82069"/>
                <a:gd name="connsiteY1" fmla="*/ 346747 h 358122"/>
                <a:gd name="connsiteX2" fmla="*/ 20800 w 82069"/>
                <a:gd name="connsiteY2" fmla="*/ 179146 h 358122"/>
                <a:gd name="connsiteX3" fmla="*/ 77753 w 82069"/>
                <a:gd name="connsiteY3" fmla="*/ 9754 h 358122"/>
                <a:gd name="connsiteX4" fmla="*/ 82352 w 82069"/>
                <a:gd name="connsiteY4" fmla="*/ 3666 h 358122"/>
                <a:gd name="connsiteX5" fmla="*/ 78814 w 82069"/>
                <a:gd name="connsiteY5" fmla="*/ 85 h 358122"/>
                <a:gd name="connsiteX6" fmla="*/ 22569 w 82069"/>
                <a:gd name="connsiteY6" fmla="*/ 69919 h 358122"/>
                <a:gd name="connsiteX7" fmla="*/ 282 w 82069"/>
                <a:gd name="connsiteY7" fmla="*/ 179146 h 358122"/>
                <a:gd name="connsiteX8" fmla="*/ 23630 w 82069"/>
                <a:gd name="connsiteY8" fmla="*/ 290880 h 358122"/>
                <a:gd name="connsiteX9" fmla="*/ 78814 w 82069"/>
                <a:gd name="connsiteY9" fmla="*/ 358207 h 358122"/>
                <a:gd name="connsiteX10" fmla="*/ 82352 w 82069"/>
                <a:gd name="connsiteY10" fmla="*/ 354626 h 358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58122">
                  <a:moveTo>
                    <a:pt x="82352" y="354626"/>
                  </a:moveTo>
                  <a:cubicBezTo>
                    <a:pt x="82352" y="353551"/>
                    <a:pt x="82352" y="352835"/>
                    <a:pt x="76338" y="346747"/>
                  </a:cubicBezTo>
                  <a:cubicBezTo>
                    <a:pt x="32120" y="301624"/>
                    <a:pt x="20800" y="233939"/>
                    <a:pt x="20800" y="179146"/>
                  </a:cubicBezTo>
                  <a:cubicBezTo>
                    <a:pt x="20800" y="116833"/>
                    <a:pt x="34242" y="54519"/>
                    <a:pt x="77753" y="9754"/>
                  </a:cubicBezTo>
                  <a:cubicBezTo>
                    <a:pt x="82352" y="5457"/>
                    <a:pt x="82352" y="4740"/>
                    <a:pt x="82352" y="3666"/>
                  </a:cubicBezTo>
                  <a:cubicBezTo>
                    <a:pt x="82352" y="1159"/>
                    <a:pt x="80937" y="85"/>
                    <a:pt x="78814" y="85"/>
                  </a:cubicBezTo>
                  <a:cubicBezTo>
                    <a:pt x="75277" y="85"/>
                    <a:pt x="43440" y="24437"/>
                    <a:pt x="22569" y="69919"/>
                  </a:cubicBezTo>
                  <a:cubicBezTo>
                    <a:pt x="4527" y="109312"/>
                    <a:pt x="282" y="149064"/>
                    <a:pt x="282" y="179146"/>
                  </a:cubicBezTo>
                  <a:cubicBezTo>
                    <a:pt x="282" y="207079"/>
                    <a:pt x="4174" y="250412"/>
                    <a:pt x="23630" y="290880"/>
                  </a:cubicBezTo>
                  <a:cubicBezTo>
                    <a:pt x="44855" y="334929"/>
                    <a:pt x="75277" y="358207"/>
                    <a:pt x="78814" y="358207"/>
                  </a:cubicBezTo>
                  <a:cubicBezTo>
                    <a:pt x="80937" y="358207"/>
                    <a:pt x="82352" y="357133"/>
                    <a:pt x="82352" y="354626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011C4C1-6519-5769-8BA8-F02ED5120C2D}"/>
                </a:ext>
              </a:extLst>
            </p:cNvPr>
            <p:cNvSpPr/>
            <p:nvPr/>
          </p:nvSpPr>
          <p:spPr>
            <a:xfrm>
              <a:off x="11063356" y="7586563"/>
              <a:ext cx="130179" cy="162229"/>
            </a:xfrm>
            <a:custGeom>
              <a:avLst/>
              <a:gdLst>
                <a:gd name="connsiteX0" fmla="*/ 120207 w 130179"/>
                <a:gd name="connsiteY0" fmla="*/ 24437 h 162229"/>
                <a:gd name="connsiteX1" fmla="*/ 103227 w 130179"/>
                <a:gd name="connsiteY1" fmla="*/ 40552 h 162229"/>
                <a:gd name="connsiteX2" fmla="*/ 114193 w 130179"/>
                <a:gd name="connsiteY2" fmla="*/ 50938 h 162229"/>
                <a:gd name="connsiteX3" fmla="*/ 130465 w 130179"/>
                <a:gd name="connsiteY3" fmla="*/ 30883 h 162229"/>
                <a:gd name="connsiteX4" fmla="*/ 88369 w 130179"/>
                <a:gd name="connsiteY4" fmla="*/ 85 h 162229"/>
                <a:gd name="connsiteX5" fmla="*/ 28586 w 130179"/>
                <a:gd name="connsiteY5" fmla="*/ 52371 h 162229"/>
                <a:gd name="connsiteX6" fmla="*/ 65022 w 130179"/>
                <a:gd name="connsiteY6" fmla="*/ 87825 h 162229"/>
                <a:gd name="connsiteX7" fmla="*/ 101812 w 130179"/>
                <a:gd name="connsiteY7" fmla="*/ 115042 h 162229"/>
                <a:gd name="connsiteX8" fmla="*/ 51226 w 130179"/>
                <a:gd name="connsiteY8" fmla="*/ 154435 h 162229"/>
                <a:gd name="connsiteX9" fmla="*/ 10899 w 130179"/>
                <a:gd name="connsiteY9" fmla="*/ 135455 h 162229"/>
                <a:gd name="connsiteX10" fmla="*/ 33185 w 130179"/>
                <a:gd name="connsiteY10" fmla="*/ 116474 h 162229"/>
                <a:gd name="connsiteX11" fmla="*/ 20096 w 130179"/>
                <a:gd name="connsiteY11" fmla="*/ 103940 h 162229"/>
                <a:gd name="connsiteX12" fmla="*/ 286 w 130179"/>
                <a:gd name="connsiteY12" fmla="*/ 127576 h 162229"/>
                <a:gd name="connsiteX13" fmla="*/ 50872 w 130179"/>
                <a:gd name="connsiteY13" fmla="*/ 162314 h 162229"/>
                <a:gd name="connsiteX14" fmla="*/ 121975 w 130179"/>
                <a:gd name="connsiteY14" fmla="*/ 102866 h 162229"/>
                <a:gd name="connsiteX15" fmla="*/ 111009 w 130179"/>
                <a:gd name="connsiteY15" fmla="*/ 76723 h 162229"/>
                <a:gd name="connsiteX16" fmla="*/ 75634 w 130179"/>
                <a:gd name="connsiteY16" fmla="*/ 61682 h 162229"/>
                <a:gd name="connsiteX17" fmla="*/ 48750 w 130179"/>
                <a:gd name="connsiteY17" fmla="*/ 40194 h 162229"/>
                <a:gd name="connsiteX18" fmla="*/ 88369 w 130179"/>
                <a:gd name="connsiteY18" fmla="*/ 7963 h 162229"/>
                <a:gd name="connsiteX19" fmla="*/ 120207 w 130179"/>
                <a:gd name="connsiteY19" fmla="*/ 24437 h 162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179" h="162229">
                  <a:moveTo>
                    <a:pt x="120207" y="24437"/>
                  </a:moveTo>
                  <a:cubicBezTo>
                    <a:pt x="110302" y="24795"/>
                    <a:pt x="103227" y="32674"/>
                    <a:pt x="103227" y="40552"/>
                  </a:cubicBezTo>
                  <a:cubicBezTo>
                    <a:pt x="103227" y="45566"/>
                    <a:pt x="106410" y="50938"/>
                    <a:pt x="114193" y="50938"/>
                  </a:cubicBezTo>
                  <a:cubicBezTo>
                    <a:pt x="121975" y="50938"/>
                    <a:pt x="130465" y="44850"/>
                    <a:pt x="130465" y="30883"/>
                  </a:cubicBezTo>
                  <a:cubicBezTo>
                    <a:pt x="130465" y="14768"/>
                    <a:pt x="115254" y="85"/>
                    <a:pt x="88369" y="85"/>
                  </a:cubicBezTo>
                  <a:cubicBezTo>
                    <a:pt x="41675" y="85"/>
                    <a:pt x="28586" y="36613"/>
                    <a:pt x="28586" y="52371"/>
                  </a:cubicBezTo>
                  <a:cubicBezTo>
                    <a:pt x="28586" y="80304"/>
                    <a:pt x="54763" y="85676"/>
                    <a:pt x="65022" y="87825"/>
                  </a:cubicBezTo>
                  <a:cubicBezTo>
                    <a:pt x="83417" y="91406"/>
                    <a:pt x="101812" y="95345"/>
                    <a:pt x="101812" y="115042"/>
                  </a:cubicBezTo>
                  <a:cubicBezTo>
                    <a:pt x="101812" y="124353"/>
                    <a:pt x="93676" y="154435"/>
                    <a:pt x="51226" y="154435"/>
                  </a:cubicBezTo>
                  <a:cubicBezTo>
                    <a:pt x="46273" y="154435"/>
                    <a:pt x="19035" y="154435"/>
                    <a:pt x="10899" y="135455"/>
                  </a:cubicBezTo>
                  <a:cubicBezTo>
                    <a:pt x="24341" y="137246"/>
                    <a:pt x="33185" y="126502"/>
                    <a:pt x="33185" y="116474"/>
                  </a:cubicBezTo>
                  <a:cubicBezTo>
                    <a:pt x="33185" y="108238"/>
                    <a:pt x="27525" y="103940"/>
                    <a:pt x="20096" y="103940"/>
                  </a:cubicBezTo>
                  <a:cubicBezTo>
                    <a:pt x="10899" y="103940"/>
                    <a:pt x="286" y="111461"/>
                    <a:pt x="286" y="127576"/>
                  </a:cubicBezTo>
                  <a:cubicBezTo>
                    <a:pt x="286" y="147989"/>
                    <a:pt x="20450" y="162314"/>
                    <a:pt x="50872" y="162314"/>
                  </a:cubicBezTo>
                  <a:cubicBezTo>
                    <a:pt x="108179" y="162314"/>
                    <a:pt x="121975" y="118981"/>
                    <a:pt x="121975" y="102866"/>
                  </a:cubicBezTo>
                  <a:cubicBezTo>
                    <a:pt x="121975" y="89973"/>
                    <a:pt x="115254" y="81020"/>
                    <a:pt x="111009" y="76723"/>
                  </a:cubicBezTo>
                  <a:cubicBezTo>
                    <a:pt x="101458" y="66695"/>
                    <a:pt x="91199" y="64905"/>
                    <a:pt x="75634" y="61682"/>
                  </a:cubicBezTo>
                  <a:cubicBezTo>
                    <a:pt x="62900" y="58817"/>
                    <a:pt x="48750" y="56310"/>
                    <a:pt x="48750" y="40194"/>
                  </a:cubicBezTo>
                  <a:cubicBezTo>
                    <a:pt x="48750" y="29809"/>
                    <a:pt x="57240" y="7963"/>
                    <a:pt x="88369" y="7963"/>
                  </a:cubicBezTo>
                  <a:cubicBezTo>
                    <a:pt x="97213" y="7963"/>
                    <a:pt x="114900" y="10470"/>
                    <a:pt x="120207" y="24437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F1EEC55E-6838-DA63-BA83-4B0F78146A5F}"/>
                </a:ext>
              </a:extLst>
            </p:cNvPr>
            <p:cNvSpPr/>
            <p:nvPr/>
          </p:nvSpPr>
          <p:spPr>
            <a:xfrm>
              <a:off x="11241202" y="7590502"/>
              <a:ext cx="38558" cy="223468"/>
            </a:xfrm>
            <a:custGeom>
              <a:avLst/>
              <a:gdLst>
                <a:gd name="connsiteX0" fmla="*/ 37788 w 38558"/>
                <a:gd name="connsiteY0" fmla="*/ 19065 h 223468"/>
                <a:gd name="connsiteX1" fmla="*/ 19040 w 38558"/>
                <a:gd name="connsiteY1" fmla="*/ 85 h 223468"/>
                <a:gd name="connsiteX2" fmla="*/ 291 w 38558"/>
                <a:gd name="connsiteY2" fmla="*/ 19065 h 223468"/>
                <a:gd name="connsiteX3" fmla="*/ 19040 w 38558"/>
                <a:gd name="connsiteY3" fmla="*/ 38046 h 223468"/>
                <a:gd name="connsiteX4" fmla="*/ 37788 w 38558"/>
                <a:gd name="connsiteY4" fmla="*/ 19065 h 223468"/>
                <a:gd name="connsiteX5" fmla="*/ 31067 w 38558"/>
                <a:gd name="connsiteY5" fmla="*/ 150496 h 223468"/>
                <a:gd name="connsiteX6" fmla="*/ 8427 w 38558"/>
                <a:gd name="connsiteY6" fmla="*/ 214958 h 223468"/>
                <a:gd name="connsiteX7" fmla="*/ 5951 w 38558"/>
                <a:gd name="connsiteY7" fmla="*/ 219614 h 223468"/>
                <a:gd name="connsiteX8" fmla="*/ 9488 w 38558"/>
                <a:gd name="connsiteY8" fmla="*/ 223553 h 223468"/>
                <a:gd name="connsiteX9" fmla="*/ 38849 w 38558"/>
                <a:gd name="connsiteY9" fmla="*/ 153361 h 223468"/>
                <a:gd name="connsiteX10" fmla="*/ 19040 w 38558"/>
                <a:gd name="connsiteY10" fmla="*/ 116474 h 223468"/>
                <a:gd name="connsiteX11" fmla="*/ 291 w 38558"/>
                <a:gd name="connsiteY11" fmla="*/ 135455 h 223468"/>
                <a:gd name="connsiteX12" fmla="*/ 19040 w 38558"/>
                <a:gd name="connsiteY12" fmla="*/ 154435 h 223468"/>
                <a:gd name="connsiteX13" fmla="*/ 21870 w 38558"/>
                <a:gd name="connsiteY13" fmla="*/ 154077 h 223468"/>
                <a:gd name="connsiteX14" fmla="*/ 31067 w 38558"/>
                <a:gd name="connsiteY14" fmla="*/ 150496 h 223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558" h="223468">
                  <a:moveTo>
                    <a:pt x="37788" y="19065"/>
                  </a:moveTo>
                  <a:cubicBezTo>
                    <a:pt x="37788" y="8680"/>
                    <a:pt x="29298" y="85"/>
                    <a:pt x="19040" y="85"/>
                  </a:cubicBezTo>
                  <a:cubicBezTo>
                    <a:pt x="8781" y="85"/>
                    <a:pt x="291" y="8680"/>
                    <a:pt x="291" y="19065"/>
                  </a:cubicBezTo>
                  <a:cubicBezTo>
                    <a:pt x="291" y="29451"/>
                    <a:pt x="8781" y="38046"/>
                    <a:pt x="19040" y="38046"/>
                  </a:cubicBezTo>
                  <a:cubicBezTo>
                    <a:pt x="29298" y="38046"/>
                    <a:pt x="37788" y="29451"/>
                    <a:pt x="37788" y="19065"/>
                  </a:cubicBezTo>
                  <a:close/>
                  <a:moveTo>
                    <a:pt x="31067" y="150496"/>
                  </a:moveTo>
                  <a:cubicBezTo>
                    <a:pt x="31067" y="160523"/>
                    <a:pt x="31067" y="188457"/>
                    <a:pt x="8427" y="214958"/>
                  </a:cubicBezTo>
                  <a:cubicBezTo>
                    <a:pt x="5951" y="217823"/>
                    <a:pt x="5951" y="218539"/>
                    <a:pt x="5951" y="219614"/>
                  </a:cubicBezTo>
                  <a:cubicBezTo>
                    <a:pt x="5951" y="222120"/>
                    <a:pt x="7720" y="223553"/>
                    <a:pt x="9488" y="223553"/>
                  </a:cubicBezTo>
                  <a:cubicBezTo>
                    <a:pt x="13380" y="223553"/>
                    <a:pt x="38849" y="194903"/>
                    <a:pt x="38849" y="153361"/>
                  </a:cubicBezTo>
                  <a:cubicBezTo>
                    <a:pt x="38849" y="142975"/>
                    <a:pt x="38142" y="116474"/>
                    <a:pt x="19040" y="116474"/>
                  </a:cubicBezTo>
                  <a:cubicBezTo>
                    <a:pt x="6658" y="116474"/>
                    <a:pt x="291" y="126144"/>
                    <a:pt x="291" y="135455"/>
                  </a:cubicBezTo>
                  <a:cubicBezTo>
                    <a:pt x="291" y="144766"/>
                    <a:pt x="6305" y="154435"/>
                    <a:pt x="19040" y="154435"/>
                  </a:cubicBezTo>
                  <a:cubicBezTo>
                    <a:pt x="20808" y="154435"/>
                    <a:pt x="21516" y="154435"/>
                    <a:pt x="21870" y="154077"/>
                  </a:cubicBezTo>
                  <a:cubicBezTo>
                    <a:pt x="24346" y="153719"/>
                    <a:pt x="28237" y="153003"/>
                    <a:pt x="31067" y="150496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6FDF56A-5062-C361-A81E-A604F7EFA218}"/>
                </a:ext>
              </a:extLst>
            </p:cNvPr>
            <p:cNvSpPr/>
            <p:nvPr/>
          </p:nvSpPr>
          <p:spPr>
            <a:xfrm>
              <a:off x="11375782" y="7585846"/>
              <a:ext cx="199159" cy="159006"/>
            </a:xfrm>
            <a:custGeom>
              <a:avLst/>
              <a:gdLst>
                <a:gd name="connsiteX0" fmla="*/ 114910 w 199159"/>
                <a:gd name="connsiteY0" fmla="*/ 70993 h 159006"/>
                <a:gd name="connsiteX1" fmla="*/ 156298 w 199159"/>
                <a:gd name="connsiteY1" fmla="*/ 24437 h 159006"/>
                <a:gd name="connsiteX2" fmla="*/ 192380 w 199159"/>
                <a:gd name="connsiteY2" fmla="*/ 16916 h 159006"/>
                <a:gd name="connsiteX3" fmla="*/ 192380 w 199159"/>
                <a:gd name="connsiteY3" fmla="*/ 85 h 159006"/>
                <a:gd name="connsiteX4" fmla="*/ 159835 w 199159"/>
                <a:gd name="connsiteY4" fmla="*/ 1159 h 159006"/>
                <a:gd name="connsiteX5" fmla="*/ 123399 w 199159"/>
                <a:gd name="connsiteY5" fmla="*/ 85 h 159006"/>
                <a:gd name="connsiteX6" fmla="*/ 123399 w 199159"/>
                <a:gd name="connsiteY6" fmla="*/ 16916 h 159006"/>
                <a:gd name="connsiteX7" fmla="*/ 136842 w 199159"/>
                <a:gd name="connsiteY7" fmla="*/ 20140 h 159006"/>
                <a:gd name="connsiteX8" fmla="*/ 134012 w 199159"/>
                <a:gd name="connsiteY8" fmla="*/ 24437 h 159006"/>
                <a:gd name="connsiteX9" fmla="*/ 104297 w 199159"/>
                <a:gd name="connsiteY9" fmla="*/ 58100 h 159006"/>
                <a:gd name="connsiteX10" fmla="*/ 69630 w 199159"/>
                <a:gd name="connsiteY10" fmla="*/ 16916 h 159006"/>
                <a:gd name="connsiteX11" fmla="*/ 83780 w 199159"/>
                <a:gd name="connsiteY11" fmla="*/ 16916 h 159006"/>
                <a:gd name="connsiteX12" fmla="*/ 83780 w 199159"/>
                <a:gd name="connsiteY12" fmla="*/ 85 h 159006"/>
                <a:gd name="connsiteX13" fmla="*/ 40976 w 199159"/>
                <a:gd name="connsiteY13" fmla="*/ 1159 h 159006"/>
                <a:gd name="connsiteX14" fmla="*/ 2064 w 199159"/>
                <a:gd name="connsiteY14" fmla="*/ 85 h 159006"/>
                <a:gd name="connsiteX15" fmla="*/ 2064 w 199159"/>
                <a:gd name="connsiteY15" fmla="*/ 16916 h 159006"/>
                <a:gd name="connsiteX16" fmla="*/ 27180 w 199159"/>
                <a:gd name="connsiteY16" fmla="*/ 16916 h 159006"/>
                <a:gd name="connsiteX17" fmla="*/ 82365 w 199159"/>
                <a:gd name="connsiteY17" fmla="*/ 82811 h 159006"/>
                <a:gd name="connsiteX18" fmla="*/ 36024 w 199159"/>
                <a:gd name="connsiteY18" fmla="*/ 135455 h 159006"/>
                <a:gd name="connsiteX19" fmla="*/ 295 w 199159"/>
                <a:gd name="connsiteY19" fmla="*/ 142259 h 159006"/>
                <a:gd name="connsiteX20" fmla="*/ 295 w 199159"/>
                <a:gd name="connsiteY20" fmla="*/ 159091 h 159006"/>
                <a:gd name="connsiteX21" fmla="*/ 32840 w 199159"/>
                <a:gd name="connsiteY21" fmla="*/ 158017 h 159006"/>
                <a:gd name="connsiteX22" fmla="*/ 69276 w 199159"/>
                <a:gd name="connsiteY22" fmla="*/ 159091 h 159006"/>
                <a:gd name="connsiteX23" fmla="*/ 69276 w 199159"/>
                <a:gd name="connsiteY23" fmla="*/ 142259 h 159006"/>
                <a:gd name="connsiteX24" fmla="*/ 56187 w 199159"/>
                <a:gd name="connsiteY24" fmla="*/ 138320 h 159006"/>
                <a:gd name="connsiteX25" fmla="*/ 58664 w 199159"/>
                <a:gd name="connsiteY25" fmla="*/ 134739 h 159006"/>
                <a:gd name="connsiteX26" fmla="*/ 92977 w 199159"/>
                <a:gd name="connsiteY26" fmla="*/ 95703 h 159006"/>
                <a:gd name="connsiteX27" fmla="*/ 131889 w 199159"/>
                <a:gd name="connsiteY27" fmla="*/ 142259 h 159006"/>
                <a:gd name="connsiteX28" fmla="*/ 118093 w 199159"/>
                <a:gd name="connsiteY28" fmla="*/ 142259 h 159006"/>
                <a:gd name="connsiteX29" fmla="*/ 118093 w 199159"/>
                <a:gd name="connsiteY29" fmla="*/ 159091 h 159006"/>
                <a:gd name="connsiteX30" fmla="*/ 160543 w 199159"/>
                <a:gd name="connsiteY30" fmla="*/ 158017 h 159006"/>
                <a:gd name="connsiteX31" fmla="*/ 199455 w 199159"/>
                <a:gd name="connsiteY31" fmla="*/ 159091 h 159006"/>
                <a:gd name="connsiteX32" fmla="*/ 199455 w 199159"/>
                <a:gd name="connsiteY32" fmla="*/ 142259 h 159006"/>
                <a:gd name="connsiteX33" fmla="*/ 174339 w 199159"/>
                <a:gd name="connsiteY33" fmla="*/ 142259 h 159006"/>
                <a:gd name="connsiteX34" fmla="*/ 114910 w 199159"/>
                <a:gd name="connsiteY34" fmla="*/ 70993 h 159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9159" h="159006">
                  <a:moveTo>
                    <a:pt x="114910" y="70993"/>
                  </a:moveTo>
                  <a:lnTo>
                    <a:pt x="156298" y="24437"/>
                  </a:lnTo>
                  <a:cubicBezTo>
                    <a:pt x="160897" y="19423"/>
                    <a:pt x="163019" y="16916"/>
                    <a:pt x="192380" y="16916"/>
                  </a:cubicBezTo>
                  <a:lnTo>
                    <a:pt x="192380" y="85"/>
                  </a:lnTo>
                  <a:cubicBezTo>
                    <a:pt x="179999" y="801"/>
                    <a:pt x="161604" y="1159"/>
                    <a:pt x="159835" y="1159"/>
                  </a:cubicBezTo>
                  <a:cubicBezTo>
                    <a:pt x="150992" y="1159"/>
                    <a:pt x="133304" y="443"/>
                    <a:pt x="123399" y="85"/>
                  </a:cubicBezTo>
                  <a:lnTo>
                    <a:pt x="123399" y="16916"/>
                  </a:lnTo>
                  <a:cubicBezTo>
                    <a:pt x="128352" y="16916"/>
                    <a:pt x="132597" y="17633"/>
                    <a:pt x="136842" y="20140"/>
                  </a:cubicBezTo>
                  <a:cubicBezTo>
                    <a:pt x="135427" y="22288"/>
                    <a:pt x="135427" y="23005"/>
                    <a:pt x="134012" y="24437"/>
                  </a:cubicBezTo>
                  <a:lnTo>
                    <a:pt x="104297" y="58100"/>
                  </a:lnTo>
                  <a:lnTo>
                    <a:pt x="69630" y="16916"/>
                  </a:lnTo>
                  <a:lnTo>
                    <a:pt x="83780" y="16916"/>
                  </a:lnTo>
                  <a:lnTo>
                    <a:pt x="83780" y="85"/>
                  </a:lnTo>
                  <a:cubicBezTo>
                    <a:pt x="74582" y="443"/>
                    <a:pt x="52296" y="1159"/>
                    <a:pt x="40976" y="1159"/>
                  </a:cubicBezTo>
                  <a:cubicBezTo>
                    <a:pt x="29656" y="1159"/>
                    <a:pt x="13738" y="443"/>
                    <a:pt x="2064" y="85"/>
                  </a:cubicBezTo>
                  <a:lnTo>
                    <a:pt x="2064" y="16916"/>
                  </a:lnTo>
                  <a:lnTo>
                    <a:pt x="27180" y="16916"/>
                  </a:lnTo>
                  <a:lnTo>
                    <a:pt x="82365" y="82811"/>
                  </a:lnTo>
                  <a:lnTo>
                    <a:pt x="36024" y="135455"/>
                  </a:lnTo>
                  <a:cubicBezTo>
                    <a:pt x="30010" y="142259"/>
                    <a:pt x="17275" y="142259"/>
                    <a:pt x="295" y="142259"/>
                  </a:cubicBezTo>
                  <a:lnTo>
                    <a:pt x="295" y="159091"/>
                  </a:lnTo>
                  <a:cubicBezTo>
                    <a:pt x="12677" y="158375"/>
                    <a:pt x="31071" y="158017"/>
                    <a:pt x="32840" y="158017"/>
                  </a:cubicBezTo>
                  <a:cubicBezTo>
                    <a:pt x="41684" y="158017"/>
                    <a:pt x="62201" y="158733"/>
                    <a:pt x="69276" y="159091"/>
                  </a:cubicBezTo>
                  <a:lnTo>
                    <a:pt x="69276" y="142259"/>
                  </a:lnTo>
                  <a:cubicBezTo>
                    <a:pt x="62909" y="142259"/>
                    <a:pt x="56187" y="140469"/>
                    <a:pt x="56187" y="138320"/>
                  </a:cubicBezTo>
                  <a:cubicBezTo>
                    <a:pt x="56187" y="137962"/>
                    <a:pt x="56187" y="137604"/>
                    <a:pt x="58664" y="134739"/>
                  </a:cubicBezTo>
                  <a:lnTo>
                    <a:pt x="92977" y="95703"/>
                  </a:lnTo>
                  <a:lnTo>
                    <a:pt x="131889" y="142259"/>
                  </a:lnTo>
                  <a:lnTo>
                    <a:pt x="118093" y="142259"/>
                  </a:lnTo>
                  <a:lnTo>
                    <a:pt x="118093" y="159091"/>
                  </a:lnTo>
                  <a:cubicBezTo>
                    <a:pt x="127291" y="158733"/>
                    <a:pt x="148869" y="158017"/>
                    <a:pt x="160543" y="158017"/>
                  </a:cubicBezTo>
                  <a:cubicBezTo>
                    <a:pt x="171863" y="158017"/>
                    <a:pt x="187781" y="158733"/>
                    <a:pt x="199455" y="159091"/>
                  </a:cubicBezTo>
                  <a:lnTo>
                    <a:pt x="199455" y="142259"/>
                  </a:lnTo>
                  <a:lnTo>
                    <a:pt x="174339" y="142259"/>
                  </a:lnTo>
                  <a:lnTo>
                    <a:pt x="114910" y="70993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81BA1CB0-96E2-4B96-62FA-CC8AB4B4C71B}"/>
                </a:ext>
              </a:extLst>
            </p:cNvPr>
            <p:cNvSpPr/>
            <p:nvPr/>
          </p:nvSpPr>
          <p:spPr>
            <a:xfrm>
              <a:off x="11613126" y="7706892"/>
              <a:ext cx="41388" cy="107078"/>
            </a:xfrm>
            <a:custGeom>
              <a:avLst/>
              <a:gdLst>
                <a:gd name="connsiteX0" fmla="*/ 41690 w 41388"/>
                <a:gd name="connsiteY0" fmla="*/ 37688 h 107078"/>
                <a:gd name="connsiteX1" fmla="*/ 19050 w 41388"/>
                <a:gd name="connsiteY1" fmla="*/ 85 h 107078"/>
                <a:gd name="connsiteX2" fmla="*/ 301 w 41388"/>
                <a:gd name="connsiteY2" fmla="*/ 19065 h 107078"/>
                <a:gd name="connsiteX3" fmla="*/ 19050 w 41388"/>
                <a:gd name="connsiteY3" fmla="*/ 38046 h 107078"/>
                <a:gd name="connsiteX4" fmla="*/ 31431 w 41388"/>
                <a:gd name="connsiteY4" fmla="*/ 33390 h 107078"/>
                <a:gd name="connsiteX5" fmla="*/ 33200 w 41388"/>
                <a:gd name="connsiteY5" fmla="*/ 32316 h 107078"/>
                <a:gd name="connsiteX6" fmla="*/ 33907 w 41388"/>
                <a:gd name="connsiteY6" fmla="*/ 37688 h 107078"/>
                <a:gd name="connsiteX7" fmla="*/ 9853 w 41388"/>
                <a:gd name="connsiteY7" fmla="*/ 97494 h 107078"/>
                <a:gd name="connsiteX8" fmla="*/ 5961 w 41388"/>
                <a:gd name="connsiteY8" fmla="*/ 103224 h 107078"/>
                <a:gd name="connsiteX9" fmla="*/ 9499 w 41388"/>
                <a:gd name="connsiteY9" fmla="*/ 107163 h 107078"/>
                <a:gd name="connsiteX10" fmla="*/ 41690 w 41388"/>
                <a:gd name="connsiteY10" fmla="*/ 37688 h 10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388" h="107078">
                  <a:moveTo>
                    <a:pt x="41690" y="37688"/>
                  </a:moveTo>
                  <a:cubicBezTo>
                    <a:pt x="41690" y="14051"/>
                    <a:pt x="32846" y="85"/>
                    <a:pt x="19050" y="85"/>
                  </a:cubicBezTo>
                  <a:cubicBezTo>
                    <a:pt x="7376" y="85"/>
                    <a:pt x="301" y="9038"/>
                    <a:pt x="301" y="19065"/>
                  </a:cubicBezTo>
                  <a:cubicBezTo>
                    <a:pt x="301" y="28734"/>
                    <a:pt x="7376" y="38046"/>
                    <a:pt x="19050" y="38046"/>
                  </a:cubicBezTo>
                  <a:cubicBezTo>
                    <a:pt x="23295" y="38046"/>
                    <a:pt x="27894" y="36613"/>
                    <a:pt x="31431" y="33390"/>
                  </a:cubicBezTo>
                  <a:cubicBezTo>
                    <a:pt x="32492" y="32674"/>
                    <a:pt x="32846" y="32316"/>
                    <a:pt x="33200" y="32316"/>
                  </a:cubicBezTo>
                  <a:cubicBezTo>
                    <a:pt x="33554" y="32316"/>
                    <a:pt x="33907" y="32674"/>
                    <a:pt x="33907" y="37688"/>
                  </a:cubicBezTo>
                  <a:cubicBezTo>
                    <a:pt x="33907" y="64189"/>
                    <a:pt x="21526" y="85676"/>
                    <a:pt x="9853" y="97494"/>
                  </a:cubicBezTo>
                  <a:cubicBezTo>
                    <a:pt x="5961" y="101433"/>
                    <a:pt x="5961" y="102150"/>
                    <a:pt x="5961" y="103224"/>
                  </a:cubicBezTo>
                  <a:cubicBezTo>
                    <a:pt x="5961" y="105731"/>
                    <a:pt x="7730" y="107163"/>
                    <a:pt x="9499" y="107163"/>
                  </a:cubicBezTo>
                  <a:cubicBezTo>
                    <a:pt x="13390" y="107163"/>
                    <a:pt x="41690" y="79588"/>
                    <a:pt x="41690" y="37688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B49436A-CC6F-BD6F-C7E2-B78570BB826B}"/>
                </a:ext>
              </a:extLst>
            </p:cNvPr>
            <p:cNvSpPr/>
            <p:nvPr/>
          </p:nvSpPr>
          <p:spPr>
            <a:xfrm>
              <a:off x="11748767" y="7585846"/>
              <a:ext cx="275922" cy="160438"/>
            </a:xfrm>
            <a:custGeom>
              <a:avLst/>
              <a:gdLst>
                <a:gd name="connsiteX0" fmla="*/ 252174 w 275922"/>
                <a:gd name="connsiteY0" fmla="*/ 24437 h 160438"/>
                <a:gd name="connsiteX1" fmla="*/ 276229 w 275922"/>
                <a:gd name="connsiteY1" fmla="*/ 16916 h 160438"/>
                <a:gd name="connsiteX2" fmla="*/ 276229 w 275922"/>
                <a:gd name="connsiteY2" fmla="*/ 85 h 160438"/>
                <a:gd name="connsiteX3" fmla="*/ 248990 w 275922"/>
                <a:gd name="connsiteY3" fmla="*/ 1159 h 160438"/>
                <a:gd name="connsiteX4" fmla="*/ 215031 w 275922"/>
                <a:gd name="connsiteY4" fmla="*/ 85 h 160438"/>
                <a:gd name="connsiteX5" fmla="*/ 215031 w 275922"/>
                <a:gd name="connsiteY5" fmla="*/ 16916 h 160438"/>
                <a:gd name="connsiteX6" fmla="*/ 235548 w 275922"/>
                <a:gd name="connsiteY6" fmla="*/ 21214 h 160438"/>
                <a:gd name="connsiteX7" fmla="*/ 234133 w 275922"/>
                <a:gd name="connsiteY7" fmla="*/ 25511 h 160438"/>
                <a:gd name="connsiteX8" fmla="*/ 196989 w 275922"/>
                <a:gd name="connsiteY8" fmla="*/ 117191 h 160438"/>
                <a:gd name="connsiteX9" fmla="*/ 156662 w 275922"/>
                <a:gd name="connsiteY9" fmla="*/ 16916 h 160438"/>
                <a:gd name="connsiteX10" fmla="*/ 176472 w 275922"/>
                <a:gd name="connsiteY10" fmla="*/ 16916 h 160438"/>
                <a:gd name="connsiteX11" fmla="*/ 176472 w 275922"/>
                <a:gd name="connsiteY11" fmla="*/ 85 h 160438"/>
                <a:gd name="connsiteX12" fmla="*/ 136145 w 275922"/>
                <a:gd name="connsiteY12" fmla="*/ 1159 h 160438"/>
                <a:gd name="connsiteX13" fmla="*/ 100770 w 275922"/>
                <a:gd name="connsiteY13" fmla="*/ 85 h 160438"/>
                <a:gd name="connsiteX14" fmla="*/ 100770 w 275922"/>
                <a:gd name="connsiteY14" fmla="*/ 16916 h 160438"/>
                <a:gd name="connsiteX15" fmla="*/ 121641 w 275922"/>
                <a:gd name="connsiteY15" fmla="*/ 16916 h 160438"/>
                <a:gd name="connsiteX16" fmla="*/ 129070 w 275922"/>
                <a:gd name="connsiteY16" fmla="*/ 35897 h 160438"/>
                <a:gd name="connsiteX17" fmla="*/ 127655 w 275922"/>
                <a:gd name="connsiteY17" fmla="*/ 40552 h 160438"/>
                <a:gd name="connsiteX18" fmla="*/ 99709 w 275922"/>
                <a:gd name="connsiteY18" fmla="*/ 109312 h 160438"/>
                <a:gd name="connsiteX19" fmla="*/ 62565 w 275922"/>
                <a:gd name="connsiteY19" fmla="*/ 16916 h 160438"/>
                <a:gd name="connsiteX20" fmla="*/ 82375 w 275922"/>
                <a:gd name="connsiteY20" fmla="*/ 16916 h 160438"/>
                <a:gd name="connsiteX21" fmla="*/ 82375 w 275922"/>
                <a:gd name="connsiteY21" fmla="*/ 85 h 160438"/>
                <a:gd name="connsiteX22" fmla="*/ 38864 w 275922"/>
                <a:gd name="connsiteY22" fmla="*/ 1159 h 160438"/>
                <a:gd name="connsiteX23" fmla="*/ 306 w 275922"/>
                <a:gd name="connsiteY23" fmla="*/ 85 h 160438"/>
                <a:gd name="connsiteX24" fmla="*/ 306 w 275922"/>
                <a:gd name="connsiteY24" fmla="*/ 16916 h 160438"/>
                <a:gd name="connsiteX25" fmla="*/ 21177 w 275922"/>
                <a:gd name="connsiteY25" fmla="*/ 16916 h 160438"/>
                <a:gd name="connsiteX26" fmla="*/ 75300 w 275922"/>
                <a:gd name="connsiteY26" fmla="*/ 150854 h 160438"/>
                <a:gd name="connsiteX27" fmla="*/ 88035 w 275922"/>
                <a:gd name="connsiteY27" fmla="*/ 160523 h 160438"/>
                <a:gd name="connsiteX28" fmla="*/ 100770 w 275922"/>
                <a:gd name="connsiteY28" fmla="*/ 150854 h 160438"/>
                <a:gd name="connsiteX29" fmla="*/ 138267 w 275922"/>
                <a:gd name="connsiteY29" fmla="*/ 58100 h 160438"/>
                <a:gd name="connsiteX30" fmla="*/ 175765 w 275922"/>
                <a:gd name="connsiteY30" fmla="*/ 150854 h 160438"/>
                <a:gd name="connsiteX31" fmla="*/ 188499 w 275922"/>
                <a:gd name="connsiteY31" fmla="*/ 160523 h 160438"/>
                <a:gd name="connsiteX32" fmla="*/ 201234 w 275922"/>
                <a:gd name="connsiteY32" fmla="*/ 150854 h 160438"/>
                <a:gd name="connsiteX33" fmla="*/ 252174 w 275922"/>
                <a:gd name="connsiteY33" fmla="*/ 24437 h 160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5922" h="160438">
                  <a:moveTo>
                    <a:pt x="252174" y="24437"/>
                  </a:moveTo>
                  <a:cubicBezTo>
                    <a:pt x="253943" y="19781"/>
                    <a:pt x="255358" y="16916"/>
                    <a:pt x="276229" y="16916"/>
                  </a:cubicBezTo>
                  <a:lnTo>
                    <a:pt x="276229" y="85"/>
                  </a:lnTo>
                  <a:cubicBezTo>
                    <a:pt x="268093" y="801"/>
                    <a:pt x="257480" y="1159"/>
                    <a:pt x="248990" y="1159"/>
                  </a:cubicBezTo>
                  <a:cubicBezTo>
                    <a:pt x="239439" y="1159"/>
                    <a:pt x="222813" y="443"/>
                    <a:pt x="215031" y="85"/>
                  </a:cubicBezTo>
                  <a:lnTo>
                    <a:pt x="215031" y="16916"/>
                  </a:lnTo>
                  <a:cubicBezTo>
                    <a:pt x="218214" y="16916"/>
                    <a:pt x="235548" y="17275"/>
                    <a:pt x="235548" y="21214"/>
                  </a:cubicBezTo>
                  <a:cubicBezTo>
                    <a:pt x="235548" y="22288"/>
                    <a:pt x="234487" y="24437"/>
                    <a:pt x="234133" y="25511"/>
                  </a:cubicBezTo>
                  <a:lnTo>
                    <a:pt x="196989" y="117191"/>
                  </a:lnTo>
                  <a:lnTo>
                    <a:pt x="156662" y="16916"/>
                  </a:lnTo>
                  <a:lnTo>
                    <a:pt x="176472" y="16916"/>
                  </a:lnTo>
                  <a:lnTo>
                    <a:pt x="176472" y="85"/>
                  </a:lnTo>
                  <a:cubicBezTo>
                    <a:pt x="165152" y="443"/>
                    <a:pt x="146757" y="1159"/>
                    <a:pt x="136145" y="1159"/>
                  </a:cubicBezTo>
                  <a:cubicBezTo>
                    <a:pt x="121287" y="1159"/>
                    <a:pt x="106430" y="443"/>
                    <a:pt x="100770" y="85"/>
                  </a:cubicBezTo>
                  <a:lnTo>
                    <a:pt x="100770" y="16916"/>
                  </a:lnTo>
                  <a:lnTo>
                    <a:pt x="121641" y="16916"/>
                  </a:lnTo>
                  <a:cubicBezTo>
                    <a:pt x="129070" y="34823"/>
                    <a:pt x="129070" y="35539"/>
                    <a:pt x="129070" y="35897"/>
                  </a:cubicBezTo>
                  <a:cubicBezTo>
                    <a:pt x="129070" y="37329"/>
                    <a:pt x="128009" y="39478"/>
                    <a:pt x="127655" y="40552"/>
                  </a:cubicBezTo>
                  <a:lnTo>
                    <a:pt x="99709" y="109312"/>
                  </a:lnTo>
                  <a:lnTo>
                    <a:pt x="62565" y="16916"/>
                  </a:lnTo>
                  <a:lnTo>
                    <a:pt x="82375" y="16916"/>
                  </a:lnTo>
                  <a:lnTo>
                    <a:pt x="82375" y="85"/>
                  </a:lnTo>
                  <a:cubicBezTo>
                    <a:pt x="67872" y="801"/>
                    <a:pt x="53368" y="1159"/>
                    <a:pt x="38864" y="1159"/>
                  </a:cubicBezTo>
                  <a:cubicBezTo>
                    <a:pt x="27898" y="1159"/>
                    <a:pt x="12333" y="443"/>
                    <a:pt x="306" y="85"/>
                  </a:cubicBezTo>
                  <a:lnTo>
                    <a:pt x="306" y="16916"/>
                  </a:lnTo>
                  <a:lnTo>
                    <a:pt x="21177" y="16916"/>
                  </a:lnTo>
                  <a:lnTo>
                    <a:pt x="75300" y="150854"/>
                  </a:lnTo>
                  <a:cubicBezTo>
                    <a:pt x="77777" y="156942"/>
                    <a:pt x="79192" y="160523"/>
                    <a:pt x="88035" y="160523"/>
                  </a:cubicBezTo>
                  <a:cubicBezTo>
                    <a:pt x="96879" y="160523"/>
                    <a:pt x="98294" y="156942"/>
                    <a:pt x="100770" y="150854"/>
                  </a:cubicBezTo>
                  <a:lnTo>
                    <a:pt x="138267" y="58100"/>
                  </a:lnTo>
                  <a:lnTo>
                    <a:pt x="175765" y="150854"/>
                  </a:lnTo>
                  <a:cubicBezTo>
                    <a:pt x="178241" y="156942"/>
                    <a:pt x="179656" y="160523"/>
                    <a:pt x="188499" y="160523"/>
                  </a:cubicBezTo>
                  <a:cubicBezTo>
                    <a:pt x="197343" y="160523"/>
                    <a:pt x="198758" y="156942"/>
                    <a:pt x="201234" y="150854"/>
                  </a:cubicBezTo>
                  <a:lnTo>
                    <a:pt x="252174" y="24437"/>
                  </a:ln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B5F3A8C-04A9-288A-1D1C-13CAACAB08BB}"/>
                </a:ext>
              </a:extLst>
            </p:cNvPr>
            <p:cNvSpPr/>
            <p:nvPr/>
          </p:nvSpPr>
          <p:spPr>
            <a:xfrm>
              <a:off x="12059543" y="7476261"/>
              <a:ext cx="82069" cy="358122"/>
            </a:xfrm>
            <a:custGeom>
              <a:avLst/>
              <a:gdLst>
                <a:gd name="connsiteX0" fmla="*/ 82384 w 82069"/>
                <a:gd name="connsiteY0" fmla="*/ 179146 h 358122"/>
                <a:gd name="connsiteX1" fmla="*/ 59036 w 82069"/>
                <a:gd name="connsiteY1" fmla="*/ 67412 h 358122"/>
                <a:gd name="connsiteX2" fmla="*/ 3852 w 82069"/>
                <a:gd name="connsiteY2" fmla="*/ 85 h 358122"/>
                <a:gd name="connsiteX3" fmla="*/ 314 w 82069"/>
                <a:gd name="connsiteY3" fmla="*/ 3666 h 358122"/>
                <a:gd name="connsiteX4" fmla="*/ 7036 w 82069"/>
                <a:gd name="connsiteY4" fmla="*/ 11903 h 358122"/>
                <a:gd name="connsiteX5" fmla="*/ 61866 w 82069"/>
                <a:gd name="connsiteY5" fmla="*/ 179146 h 358122"/>
                <a:gd name="connsiteX6" fmla="*/ 4913 w 82069"/>
                <a:gd name="connsiteY6" fmla="*/ 348538 h 358122"/>
                <a:gd name="connsiteX7" fmla="*/ 314 w 82069"/>
                <a:gd name="connsiteY7" fmla="*/ 354626 h 358122"/>
                <a:gd name="connsiteX8" fmla="*/ 3852 w 82069"/>
                <a:gd name="connsiteY8" fmla="*/ 358207 h 358122"/>
                <a:gd name="connsiteX9" fmla="*/ 60098 w 82069"/>
                <a:gd name="connsiteY9" fmla="*/ 288373 h 358122"/>
                <a:gd name="connsiteX10" fmla="*/ 82384 w 82069"/>
                <a:gd name="connsiteY10" fmla="*/ 179146 h 358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58122">
                  <a:moveTo>
                    <a:pt x="82384" y="179146"/>
                  </a:moveTo>
                  <a:cubicBezTo>
                    <a:pt x="82384" y="151212"/>
                    <a:pt x="78492" y="107879"/>
                    <a:pt x="59036" y="67412"/>
                  </a:cubicBezTo>
                  <a:cubicBezTo>
                    <a:pt x="37812" y="23363"/>
                    <a:pt x="7389" y="85"/>
                    <a:pt x="3852" y="85"/>
                  </a:cubicBezTo>
                  <a:cubicBezTo>
                    <a:pt x="1729" y="85"/>
                    <a:pt x="314" y="1517"/>
                    <a:pt x="314" y="3666"/>
                  </a:cubicBezTo>
                  <a:cubicBezTo>
                    <a:pt x="314" y="4740"/>
                    <a:pt x="314" y="5457"/>
                    <a:pt x="7036" y="11903"/>
                  </a:cubicBezTo>
                  <a:cubicBezTo>
                    <a:pt x="41703" y="47357"/>
                    <a:pt x="61866" y="104298"/>
                    <a:pt x="61866" y="179146"/>
                  </a:cubicBezTo>
                  <a:cubicBezTo>
                    <a:pt x="61866" y="240385"/>
                    <a:pt x="48778" y="303414"/>
                    <a:pt x="4913" y="348538"/>
                  </a:cubicBezTo>
                  <a:cubicBezTo>
                    <a:pt x="314" y="352835"/>
                    <a:pt x="314" y="353551"/>
                    <a:pt x="314" y="354626"/>
                  </a:cubicBezTo>
                  <a:cubicBezTo>
                    <a:pt x="314" y="356774"/>
                    <a:pt x="1729" y="358207"/>
                    <a:pt x="3852" y="358207"/>
                  </a:cubicBezTo>
                  <a:cubicBezTo>
                    <a:pt x="7389" y="358207"/>
                    <a:pt x="39227" y="333855"/>
                    <a:pt x="60098" y="288373"/>
                  </a:cubicBezTo>
                  <a:cubicBezTo>
                    <a:pt x="78139" y="248980"/>
                    <a:pt x="82384" y="209228"/>
                    <a:pt x="82384" y="179146"/>
                  </a:cubicBezTo>
                  <a:close/>
                </a:path>
              </a:pathLst>
            </a:custGeom>
            <a:solidFill>
              <a:srgbClr val="000000"/>
            </a:solidFill>
            <a:ln w="3585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</p:grpSp>
      <p:grpSp>
        <p:nvGrpSpPr>
          <p:cNvPr id="7" name="Group 6" descr="\documentclass{article}&#10;\usepackage{amsmath,bm,amssymb}&#10;\pagestyle{empty}&#10;\begin{document}&#10;&#10;\newcommand{\score}{\textrm{score}}&#10;\newcommand{\classify}{\textrm{classify}}&#10;\newcommand{\bx}{\mathbf{x}}&#10;&#10;\begin{align*}&#10;f_{\ell,r}:&#10;\end{align*}&#10;&#10;&#10;\end{document}" title="IguanaTex Vector Display">
            <a:extLst>
              <a:ext uri="{FF2B5EF4-FFF2-40B4-BE49-F238E27FC236}">
                <a16:creationId xmlns:a16="http://schemas.microsoft.com/office/drawing/2014/main" id="{E335F0AC-7DC4-6FF0-3BA0-883C44526D2F}"/>
              </a:ext>
            </a:extLst>
          </p:cNvPr>
          <p:cNvGrpSpPr>
            <a:grpSpLocks noChangeAspect="1"/>
          </p:cNvGrpSpPr>
          <p:nvPr/>
        </p:nvGrpSpPr>
        <p:grpSpPr>
          <a:xfrm>
            <a:off x="1109212" y="2462867"/>
            <a:ext cx="656389" cy="341994"/>
            <a:chOff x="10217169" y="5232506"/>
            <a:chExt cx="656389" cy="341994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4F557C3-CE7B-430C-EF51-0F9E1C076057}"/>
                </a:ext>
              </a:extLst>
            </p:cNvPr>
            <p:cNvSpPr/>
            <p:nvPr/>
          </p:nvSpPr>
          <p:spPr>
            <a:xfrm>
              <a:off x="10217169" y="5232506"/>
              <a:ext cx="170467" cy="314327"/>
            </a:xfrm>
            <a:custGeom>
              <a:avLst/>
              <a:gdLst>
                <a:gd name="connsiteX0" fmla="*/ 107492 w 170467"/>
                <a:gd name="connsiteY0" fmla="*/ 105436 h 314327"/>
                <a:gd name="connsiteX1" fmla="*/ 136871 w 170467"/>
                <a:gd name="connsiteY1" fmla="*/ 105436 h 314327"/>
                <a:gd name="connsiteX2" fmla="*/ 147119 w 170467"/>
                <a:gd name="connsiteY2" fmla="*/ 98528 h 314327"/>
                <a:gd name="connsiteX3" fmla="*/ 137896 w 170467"/>
                <a:gd name="connsiteY3" fmla="*/ 94728 h 314327"/>
                <a:gd name="connsiteX4" fmla="*/ 109541 w 170467"/>
                <a:gd name="connsiteY4" fmla="*/ 94728 h 314327"/>
                <a:gd name="connsiteX5" fmla="*/ 116715 w 170467"/>
                <a:gd name="connsiteY5" fmla="*/ 55351 h 314327"/>
                <a:gd name="connsiteX6" fmla="*/ 124914 w 170467"/>
                <a:gd name="connsiteY6" fmla="*/ 19428 h 314327"/>
                <a:gd name="connsiteX7" fmla="*/ 140970 w 170467"/>
                <a:gd name="connsiteY7" fmla="*/ 7684 h 314327"/>
                <a:gd name="connsiteX8" fmla="*/ 157710 w 170467"/>
                <a:gd name="connsiteY8" fmla="*/ 13901 h 314327"/>
                <a:gd name="connsiteX9" fmla="*/ 139262 w 170467"/>
                <a:gd name="connsiteY9" fmla="*/ 32554 h 314327"/>
                <a:gd name="connsiteX10" fmla="*/ 151902 w 170467"/>
                <a:gd name="connsiteY10" fmla="*/ 44643 h 314327"/>
                <a:gd name="connsiteX11" fmla="*/ 170691 w 170467"/>
                <a:gd name="connsiteY11" fmla="*/ 23918 h 314327"/>
                <a:gd name="connsiteX12" fmla="*/ 140970 w 170467"/>
                <a:gd name="connsiteY12" fmla="*/ 85 h 314327"/>
                <a:gd name="connsiteX13" fmla="*/ 97585 w 170467"/>
                <a:gd name="connsiteY13" fmla="*/ 40498 h 314327"/>
                <a:gd name="connsiteX14" fmla="*/ 86311 w 170467"/>
                <a:gd name="connsiteY14" fmla="*/ 94728 h 314327"/>
                <a:gd name="connsiteX15" fmla="*/ 62740 w 170467"/>
                <a:gd name="connsiteY15" fmla="*/ 94728 h 314327"/>
                <a:gd name="connsiteX16" fmla="*/ 52491 w 170467"/>
                <a:gd name="connsiteY16" fmla="*/ 101291 h 314327"/>
                <a:gd name="connsiteX17" fmla="*/ 62056 w 170467"/>
                <a:gd name="connsiteY17" fmla="*/ 105436 h 314327"/>
                <a:gd name="connsiteX18" fmla="*/ 84603 w 170467"/>
                <a:gd name="connsiteY18" fmla="*/ 105436 h 314327"/>
                <a:gd name="connsiteX19" fmla="*/ 58982 w 170467"/>
                <a:gd name="connsiteY19" fmla="*/ 241875 h 314327"/>
                <a:gd name="connsiteX20" fmla="*/ 29261 w 170467"/>
                <a:gd name="connsiteY20" fmla="*/ 306813 h 314327"/>
                <a:gd name="connsiteX21" fmla="*/ 12863 w 170467"/>
                <a:gd name="connsiteY21" fmla="*/ 300595 h 314327"/>
                <a:gd name="connsiteX22" fmla="*/ 31652 w 170467"/>
                <a:gd name="connsiteY22" fmla="*/ 281943 h 314327"/>
                <a:gd name="connsiteX23" fmla="*/ 19012 w 170467"/>
                <a:gd name="connsiteY23" fmla="*/ 269854 h 314327"/>
                <a:gd name="connsiteX24" fmla="*/ 223 w 170467"/>
                <a:gd name="connsiteY24" fmla="*/ 290578 h 314327"/>
                <a:gd name="connsiteX25" fmla="*/ 29261 w 170467"/>
                <a:gd name="connsiteY25" fmla="*/ 314412 h 314327"/>
                <a:gd name="connsiteX26" fmla="*/ 67864 w 170467"/>
                <a:gd name="connsiteY26" fmla="*/ 280907 h 314327"/>
                <a:gd name="connsiteX27" fmla="*/ 86995 w 170467"/>
                <a:gd name="connsiteY27" fmla="*/ 214933 h 314327"/>
                <a:gd name="connsiteX28" fmla="*/ 107492 w 170467"/>
                <a:gd name="connsiteY28" fmla="*/ 105436 h 31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0467" h="314327">
                  <a:moveTo>
                    <a:pt x="107492" y="105436"/>
                  </a:moveTo>
                  <a:lnTo>
                    <a:pt x="136871" y="105436"/>
                  </a:lnTo>
                  <a:cubicBezTo>
                    <a:pt x="143703" y="105436"/>
                    <a:pt x="147119" y="105436"/>
                    <a:pt x="147119" y="98528"/>
                  </a:cubicBezTo>
                  <a:cubicBezTo>
                    <a:pt x="147119" y="94728"/>
                    <a:pt x="143703" y="94728"/>
                    <a:pt x="137896" y="94728"/>
                  </a:cubicBezTo>
                  <a:lnTo>
                    <a:pt x="109541" y="94728"/>
                  </a:lnTo>
                  <a:lnTo>
                    <a:pt x="116715" y="55351"/>
                  </a:lnTo>
                  <a:cubicBezTo>
                    <a:pt x="118082" y="48097"/>
                    <a:pt x="122865" y="23573"/>
                    <a:pt x="124914" y="19428"/>
                  </a:cubicBezTo>
                  <a:cubicBezTo>
                    <a:pt x="127989" y="12865"/>
                    <a:pt x="133796" y="7684"/>
                    <a:pt x="140970" y="7684"/>
                  </a:cubicBezTo>
                  <a:cubicBezTo>
                    <a:pt x="142337" y="7684"/>
                    <a:pt x="151219" y="7684"/>
                    <a:pt x="157710" y="13901"/>
                  </a:cubicBezTo>
                  <a:cubicBezTo>
                    <a:pt x="142678" y="15283"/>
                    <a:pt x="139262" y="27372"/>
                    <a:pt x="139262" y="32554"/>
                  </a:cubicBezTo>
                  <a:cubicBezTo>
                    <a:pt x="139262" y="40498"/>
                    <a:pt x="145411" y="44643"/>
                    <a:pt x="151902" y="44643"/>
                  </a:cubicBezTo>
                  <a:cubicBezTo>
                    <a:pt x="160784" y="44643"/>
                    <a:pt x="170691" y="37044"/>
                    <a:pt x="170691" y="23918"/>
                  </a:cubicBezTo>
                  <a:cubicBezTo>
                    <a:pt x="170691" y="8029"/>
                    <a:pt x="154977" y="85"/>
                    <a:pt x="140970" y="85"/>
                  </a:cubicBezTo>
                  <a:cubicBezTo>
                    <a:pt x="129355" y="85"/>
                    <a:pt x="107833" y="6302"/>
                    <a:pt x="97585" y="40498"/>
                  </a:cubicBezTo>
                  <a:cubicBezTo>
                    <a:pt x="95535" y="47752"/>
                    <a:pt x="94510" y="51206"/>
                    <a:pt x="86311" y="94728"/>
                  </a:cubicBezTo>
                  <a:lnTo>
                    <a:pt x="62740" y="94728"/>
                  </a:lnTo>
                  <a:cubicBezTo>
                    <a:pt x="56249" y="94728"/>
                    <a:pt x="52491" y="94728"/>
                    <a:pt x="52491" y="101291"/>
                  </a:cubicBezTo>
                  <a:cubicBezTo>
                    <a:pt x="52491" y="105436"/>
                    <a:pt x="55566" y="105436"/>
                    <a:pt x="62056" y="105436"/>
                  </a:cubicBezTo>
                  <a:lnTo>
                    <a:pt x="84603" y="105436"/>
                  </a:lnTo>
                  <a:lnTo>
                    <a:pt x="58982" y="241875"/>
                  </a:lnTo>
                  <a:cubicBezTo>
                    <a:pt x="52833" y="275380"/>
                    <a:pt x="47025" y="306813"/>
                    <a:pt x="29261" y="306813"/>
                  </a:cubicBezTo>
                  <a:cubicBezTo>
                    <a:pt x="27894" y="306813"/>
                    <a:pt x="19354" y="306813"/>
                    <a:pt x="12863" y="300595"/>
                  </a:cubicBezTo>
                  <a:cubicBezTo>
                    <a:pt x="28578" y="299559"/>
                    <a:pt x="31652" y="287124"/>
                    <a:pt x="31652" y="281943"/>
                  </a:cubicBezTo>
                  <a:cubicBezTo>
                    <a:pt x="31652" y="273999"/>
                    <a:pt x="25503" y="269854"/>
                    <a:pt x="19012" y="269854"/>
                  </a:cubicBezTo>
                  <a:cubicBezTo>
                    <a:pt x="10130" y="269854"/>
                    <a:pt x="223" y="277453"/>
                    <a:pt x="223" y="290578"/>
                  </a:cubicBezTo>
                  <a:cubicBezTo>
                    <a:pt x="223" y="306122"/>
                    <a:pt x="15255" y="314412"/>
                    <a:pt x="29261" y="314412"/>
                  </a:cubicBezTo>
                  <a:cubicBezTo>
                    <a:pt x="48050" y="314412"/>
                    <a:pt x="61715" y="294033"/>
                    <a:pt x="67864" y="280907"/>
                  </a:cubicBezTo>
                  <a:cubicBezTo>
                    <a:pt x="78796" y="259146"/>
                    <a:pt x="86653" y="217351"/>
                    <a:pt x="86995" y="214933"/>
                  </a:cubicBezTo>
                  <a:lnTo>
                    <a:pt x="107492" y="105436"/>
                  </a:lnTo>
                  <a:close/>
                </a:path>
              </a:pathLst>
            </a:custGeom>
            <a:solidFill>
              <a:srgbClr val="000000"/>
            </a:solidFill>
            <a:ln w="3401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446EAF7-BF27-85B9-EBBC-9F1BC8445B79}"/>
                </a:ext>
              </a:extLst>
            </p:cNvPr>
            <p:cNvSpPr/>
            <p:nvPr/>
          </p:nvSpPr>
          <p:spPr>
            <a:xfrm>
              <a:off x="10371815" y="5357615"/>
              <a:ext cx="99479" cy="173121"/>
            </a:xfrm>
            <a:custGeom>
              <a:avLst/>
              <a:gdLst>
                <a:gd name="connsiteX0" fmla="*/ 23185 w 99479"/>
                <a:gd name="connsiteY0" fmla="*/ 137181 h 173121"/>
                <a:gd name="connsiteX1" fmla="*/ 53794 w 99479"/>
                <a:gd name="connsiteY1" fmla="*/ 173208 h 173121"/>
                <a:gd name="connsiteX2" fmla="*/ 78664 w 99479"/>
                <a:gd name="connsiteY2" fmla="*/ 164504 h 173121"/>
                <a:gd name="connsiteX3" fmla="*/ 95164 w 99479"/>
                <a:gd name="connsiteY3" fmla="*/ 150238 h 173121"/>
                <a:gd name="connsiteX4" fmla="*/ 91338 w 99479"/>
                <a:gd name="connsiteY4" fmla="*/ 145644 h 173121"/>
                <a:gd name="connsiteX5" fmla="*/ 86077 w 99479"/>
                <a:gd name="connsiteY5" fmla="*/ 149271 h 173121"/>
                <a:gd name="connsiteX6" fmla="*/ 54033 w 99479"/>
                <a:gd name="connsiteY6" fmla="*/ 166438 h 173121"/>
                <a:gd name="connsiteX7" fmla="*/ 37772 w 99479"/>
                <a:gd name="connsiteY7" fmla="*/ 133554 h 173121"/>
                <a:gd name="connsiteX8" fmla="*/ 38250 w 99479"/>
                <a:gd name="connsiteY8" fmla="*/ 125334 h 173121"/>
                <a:gd name="connsiteX9" fmla="*/ 41359 w 99479"/>
                <a:gd name="connsiteY9" fmla="*/ 119772 h 173121"/>
                <a:gd name="connsiteX10" fmla="*/ 99708 w 99479"/>
                <a:gd name="connsiteY10" fmla="*/ 21122 h 173121"/>
                <a:gd name="connsiteX11" fmla="*/ 83925 w 99479"/>
                <a:gd name="connsiteY11" fmla="*/ 86 h 173121"/>
                <a:gd name="connsiteX12" fmla="*/ 44229 w 99479"/>
                <a:gd name="connsiteY12" fmla="*/ 38531 h 173121"/>
                <a:gd name="connsiteX13" fmla="*/ 25576 w 99479"/>
                <a:gd name="connsiteY13" fmla="*/ 90999 h 173121"/>
                <a:gd name="connsiteX14" fmla="*/ 21989 w 99479"/>
                <a:gd name="connsiteY14" fmla="*/ 127510 h 173121"/>
                <a:gd name="connsiteX15" fmla="*/ 4293 w 99479"/>
                <a:gd name="connsiteY15" fmla="*/ 143468 h 173121"/>
                <a:gd name="connsiteX16" fmla="*/ 228 w 99479"/>
                <a:gd name="connsiteY16" fmla="*/ 148545 h 173121"/>
                <a:gd name="connsiteX17" fmla="*/ 4293 w 99479"/>
                <a:gd name="connsiteY17" fmla="*/ 152898 h 173121"/>
                <a:gd name="connsiteX18" fmla="*/ 14098 w 99479"/>
                <a:gd name="connsiteY18" fmla="*/ 145160 h 173121"/>
                <a:gd name="connsiteX19" fmla="*/ 23185 w 99479"/>
                <a:gd name="connsiteY19" fmla="*/ 137181 h 173121"/>
                <a:gd name="connsiteX20" fmla="*/ 40403 w 99479"/>
                <a:gd name="connsiteY20" fmla="*/ 109617 h 173121"/>
                <a:gd name="connsiteX21" fmla="*/ 83686 w 99479"/>
                <a:gd name="connsiteY21" fmla="*/ 6856 h 173121"/>
                <a:gd name="connsiteX22" fmla="*/ 92055 w 99479"/>
                <a:gd name="connsiteY22" fmla="*/ 19429 h 173121"/>
                <a:gd name="connsiteX23" fmla="*/ 71490 w 99479"/>
                <a:gd name="connsiteY23" fmla="*/ 73590 h 173121"/>
                <a:gd name="connsiteX24" fmla="*/ 40403 w 99479"/>
                <a:gd name="connsiteY24" fmla="*/ 109617 h 173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479" h="173121">
                  <a:moveTo>
                    <a:pt x="23185" y="137181"/>
                  </a:moveTo>
                  <a:cubicBezTo>
                    <a:pt x="25576" y="152898"/>
                    <a:pt x="33468" y="173208"/>
                    <a:pt x="53794" y="173208"/>
                  </a:cubicBezTo>
                  <a:cubicBezTo>
                    <a:pt x="61446" y="173208"/>
                    <a:pt x="70055" y="170065"/>
                    <a:pt x="78664" y="164504"/>
                  </a:cubicBezTo>
                  <a:cubicBezTo>
                    <a:pt x="82729" y="162086"/>
                    <a:pt x="95164" y="153139"/>
                    <a:pt x="95164" y="150238"/>
                  </a:cubicBezTo>
                  <a:cubicBezTo>
                    <a:pt x="95164" y="148787"/>
                    <a:pt x="93490" y="145644"/>
                    <a:pt x="91338" y="145644"/>
                  </a:cubicBezTo>
                  <a:cubicBezTo>
                    <a:pt x="90142" y="145644"/>
                    <a:pt x="89664" y="145644"/>
                    <a:pt x="86077" y="149271"/>
                  </a:cubicBezTo>
                  <a:cubicBezTo>
                    <a:pt x="75794" y="158459"/>
                    <a:pt x="64794" y="166438"/>
                    <a:pt x="54033" y="166438"/>
                  </a:cubicBezTo>
                  <a:cubicBezTo>
                    <a:pt x="37772" y="166438"/>
                    <a:pt x="37772" y="138148"/>
                    <a:pt x="37772" y="133554"/>
                  </a:cubicBezTo>
                  <a:cubicBezTo>
                    <a:pt x="37772" y="130411"/>
                    <a:pt x="37772" y="129928"/>
                    <a:pt x="38250" y="125334"/>
                  </a:cubicBezTo>
                  <a:cubicBezTo>
                    <a:pt x="38490" y="122916"/>
                    <a:pt x="38490" y="122432"/>
                    <a:pt x="41359" y="119772"/>
                  </a:cubicBezTo>
                  <a:cubicBezTo>
                    <a:pt x="54511" y="107199"/>
                    <a:pt x="99708" y="63193"/>
                    <a:pt x="99708" y="21122"/>
                  </a:cubicBezTo>
                  <a:cubicBezTo>
                    <a:pt x="99708" y="17495"/>
                    <a:pt x="99708" y="86"/>
                    <a:pt x="83925" y="86"/>
                  </a:cubicBezTo>
                  <a:cubicBezTo>
                    <a:pt x="64077" y="86"/>
                    <a:pt x="48055" y="31277"/>
                    <a:pt x="44229" y="38531"/>
                  </a:cubicBezTo>
                  <a:cubicBezTo>
                    <a:pt x="33707" y="59083"/>
                    <a:pt x="28207" y="78910"/>
                    <a:pt x="25576" y="90999"/>
                  </a:cubicBezTo>
                  <a:cubicBezTo>
                    <a:pt x="21989" y="107199"/>
                    <a:pt x="21989" y="115662"/>
                    <a:pt x="21989" y="127510"/>
                  </a:cubicBezTo>
                  <a:cubicBezTo>
                    <a:pt x="20315" y="129202"/>
                    <a:pt x="6685" y="141533"/>
                    <a:pt x="4293" y="143468"/>
                  </a:cubicBezTo>
                  <a:cubicBezTo>
                    <a:pt x="467" y="146853"/>
                    <a:pt x="228" y="147095"/>
                    <a:pt x="228" y="148545"/>
                  </a:cubicBezTo>
                  <a:cubicBezTo>
                    <a:pt x="228" y="150238"/>
                    <a:pt x="2380" y="152898"/>
                    <a:pt x="4293" y="152898"/>
                  </a:cubicBezTo>
                  <a:cubicBezTo>
                    <a:pt x="5967" y="152898"/>
                    <a:pt x="12424" y="146853"/>
                    <a:pt x="14098" y="145160"/>
                  </a:cubicBezTo>
                  <a:lnTo>
                    <a:pt x="23185" y="137181"/>
                  </a:lnTo>
                  <a:close/>
                  <a:moveTo>
                    <a:pt x="40403" y="109617"/>
                  </a:moveTo>
                  <a:cubicBezTo>
                    <a:pt x="44707" y="84955"/>
                    <a:pt x="63599" y="6856"/>
                    <a:pt x="83686" y="6856"/>
                  </a:cubicBezTo>
                  <a:cubicBezTo>
                    <a:pt x="89186" y="6856"/>
                    <a:pt x="92055" y="10725"/>
                    <a:pt x="92055" y="19429"/>
                  </a:cubicBezTo>
                  <a:cubicBezTo>
                    <a:pt x="92055" y="22331"/>
                    <a:pt x="92055" y="43850"/>
                    <a:pt x="71490" y="73590"/>
                  </a:cubicBezTo>
                  <a:cubicBezTo>
                    <a:pt x="59294" y="90999"/>
                    <a:pt x="46142" y="104056"/>
                    <a:pt x="40403" y="109617"/>
                  </a:cubicBezTo>
                  <a:close/>
                </a:path>
              </a:pathLst>
            </a:custGeom>
            <a:solidFill>
              <a:srgbClr val="000000"/>
            </a:solidFill>
            <a:ln w="3401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C561708-B517-FBB0-8665-3385128F6FF0}"/>
                </a:ext>
              </a:extLst>
            </p:cNvPr>
            <p:cNvSpPr/>
            <p:nvPr/>
          </p:nvSpPr>
          <p:spPr>
            <a:xfrm>
              <a:off x="10507446" y="5500029"/>
              <a:ext cx="30369" cy="74471"/>
            </a:xfrm>
            <a:custGeom>
              <a:avLst/>
              <a:gdLst>
                <a:gd name="connsiteX0" fmla="*/ 23906 w 30369"/>
                <a:gd name="connsiteY0" fmla="*/ 24023 h 74471"/>
                <a:gd name="connsiteX1" fmla="*/ 5253 w 30369"/>
                <a:gd name="connsiteY1" fmla="*/ 68271 h 74471"/>
                <a:gd name="connsiteX2" fmla="*/ 3579 w 30369"/>
                <a:gd name="connsiteY2" fmla="*/ 71173 h 74471"/>
                <a:gd name="connsiteX3" fmla="*/ 6927 w 30369"/>
                <a:gd name="connsiteY3" fmla="*/ 74558 h 74471"/>
                <a:gd name="connsiteX4" fmla="*/ 30602 w 30369"/>
                <a:gd name="connsiteY4" fmla="*/ 26441 h 74471"/>
                <a:gd name="connsiteX5" fmla="*/ 13862 w 30369"/>
                <a:gd name="connsiteY5" fmla="*/ 86 h 74471"/>
                <a:gd name="connsiteX6" fmla="*/ 232 w 30369"/>
                <a:gd name="connsiteY6" fmla="*/ 13868 h 74471"/>
                <a:gd name="connsiteX7" fmla="*/ 14101 w 30369"/>
                <a:gd name="connsiteY7" fmla="*/ 27892 h 74471"/>
                <a:gd name="connsiteX8" fmla="*/ 23906 w 30369"/>
                <a:gd name="connsiteY8" fmla="*/ 24023 h 7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369" h="74471">
                  <a:moveTo>
                    <a:pt x="23906" y="24023"/>
                  </a:moveTo>
                  <a:cubicBezTo>
                    <a:pt x="23906" y="37322"/>
                    <a:pt x="21514" y="52796"/>
                    <a:pt x="5253" y="68271"/>
                  </a:cubicBezTo>
                  <a:cubicBezTo>
                    <a:pt x="4297" y="69238"/>
                    <a:pt x="3579" y="69964"/>
                    <a:pt x="3579" y="71173"/>
                  </a:cubicBezTo>
                  <a:cubicBezTo>
                    <a:pt x="3579" y="72865"/>
                    <a:pt x="5493" y="74558"/>
                    <a:pt x="6927" y="74558"/>
                  </a:cubicBezTo>
                  <a:cubicBezTo>
                    <a:pt x="10275" y="74558"/>
                    <a:pt x="30602" y="55214"/>
                    <a:pt x="30602" y="26441"/>
                  </a:cubicBezTo>
                  <a:cubicBezTo>
                    <a:pt x="30602" y="11450"/>
                    <a:pt x="24862" y="86"/>
                    <a:pt x="13862" y="86"/>
                  </a:cubicBezTo>
                  <a:cubicBezTo>
                    <a:pt x="5971" y="86"/>
                    <a:pt x="232" y="6373"/>
                    <a:pt x="232" y="13868"/>
                  </a:cubicBezTo>
                  <a:cubicBezTo>
                    <a:pt x="232" y="21606"/>
                    <a:pt x="5732" y="27892"/>
                    <a:pt x="14101" y="27892"/>
                  </a:cubicBezTo>
                  <a:cubicBezTo>
                    <a:pt x="19841" y="27892"/>
                    <a:pt x="23667" y="24023"/>
                    <a:pt x="23906" y="24023"/>
                  </a:cubicBezTo>
                  <a:close/>
                </a:path>
              </a:pathLst>
            </a:custGeom>
            <a:solidFill>
              <a:srgbClr val="000000"/>
            </a:solidFill>
            <a:ln w="3401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9846B41-A4FD-307D-1353-AFE679997C37}"/>
                </a:ext>
              </a:extLst>
            </p:cNvPr>
            <p:cNvSpPr/>
            <p:nvPr/>
          </p:nvSpPr>
          <p:spPr>
            <a:xfrm>
              <a:off x="10573038" y="5421206"/>
              <a:ext cx="111196" cy="109047"/>
            </a:xfrm>
            <a:custGeom>
              <a:avLst/>
              <a:gdLst>
                <a:gd name="connsiteX0" fmla="*/ 45191 w 111196"/>
                <a:gd name="connsiteY0" fmla="*/ 57874 h 109047"/>
                <a:gd name="connsiteX1" fmla="*/ 51408 w 111196"/>
                <a:gd name="connsiteY1" fmla="*/ 33453 h 109047"/>
                <a:gd name="connsiteX2" fmla="*/ 66474 w 111196"/>
                <a:gd name="connsiteY2" fmla="*/ 13626 h 109047"/>
                <a:gd name="connsiteX3" fmla="*/ 85844 w 111196"/>
                <a:gd name="connsiteY3" fmla="*/ 6856 h 109047"/>
                <a:gd name="connsiteX4" fmla="*/ 98996 w 111196"/>
                <a:gd name="connsiteY4" fmla="*/ 10241 h 109047"/>
                <a:gd name="connsiteX5" fmla="*/ 88474 w 111196"/>
                <a:gd name="connsiteY5" fmla="*/ 23540 h 109047"/>
                <a:gd name="connsiteX6" fmla="*/ 98039 w 111196"/>
                <a:gd name="connsiteY6" fmla="*/ 32486 h 109047"/>
                <a:gd name="connsiteX7" fmla="*/ 111431 w 111196"/>
                <a:gd name="connsiteY7" fmla="*/ 17737 h 109047"/>
                <a:gd name="connsiteX8" fmla="*/ 86083 w 111196"/>
                <a:gd name="connsiteY8" fmla="*/ 86 h 109047"/>
                <a:gd name="connsiteX9" fmla="*/ 52365 w 111196"/>
                <a:gd name="connsiteY9" fmla="*/ 17253 h 109047"/>
                <a:gd name="connsiteX10" fmla="*/ 27734 w 111196"/>
                <a:gd name="connsiteY10" fmla="*/ 86 h 109047"/>
                <a:gd name="connsiteX11" fmla="*/ 9082 w 111196"/>
                <a:gd name="connsiteY11" fmla="*/ 12417 h 109047"/>
                <a:gd name="connsiteX12" fmla="*/ 234 w 111196"/>
                <a:gd name="connsiteY12" fmla="*/ 37080 h 109047"/>
                <a:gd name="connsiteX13" fmla="*/ 4299 w 111196"/>
                <a:gd name="connsiteY13" fmla="*/ 40223 h 109047"/>
                <a:gd name="connsiteX14" fmla="*/ 9560 w 111196"/>
                <a:gd name="connsiteY14" fmla="*/ 32970 h 109047"/>
                <a:gd name="connsiteX15" fmla="*/ 27017 w 111196"/>
                <a:gd name="connsiteY15" fmla="*/ 6856 h 109047"/>
                <a:gd name="connsiteX16" fmla="*/ 34908 w 111196"/>
                <a:gd name="connsiteY16" fmla="*/ 18704 h 109047"/>
                <a:gd name="connsiteX17" fmla="*/ 31082 w 111196"/>
                <a:gd name="connsiteY17" fmla="*/ 38773 h 109047"/>
                <a:gd name="connsiteX18" fmla="*/ 25821 w 111196"/>
                <a:gd name="connsiteY18" fmla="*/ 60534 h 109047"/>
                <a:gd name="connsiteX19" fmla="*/ 18169 w 111196"/>
                <a:gd name="connsiteY19" fmla="*/ 91483 h 109047"/>
                <a:gd name="connsiteX20" fmla="*/ 15778 w 111196"/>
                <a:gd name="connsiteY20" fmla="*/ 101396 h 109047"/>
                <a:gd name="connsiteX21" fmla="*/ 23908 w 111196"/>
                <a:gd name="connsiteY21" fmla="*/ 109134 h 109047"/>
                <a:gd name="connsiteX22" fmla="*/ 34191 w 111196"/>
                <a:gd name="connsiteY22" fmla="*/ 102122 h 109047"/>
                <a:gd name="connsiteX23" fmla="*/ 38734 w 111196"/>
                <a:gd name="connsiteY23" fmla="*/ 83987 h 109047"/>
                <a:gd name="connsiteX24" fmla="*/ 45191 w 111196"/>
                <a:gd name="connsiteY24" fmla="*/ 57874 h 109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1196" h="109047">
                  <a:moveTo>
                    <a:pt x="45191" y="57874"/>
                  </a:moveTo>
                  <a:cubicBezTo>
                    <a:pt x="45430" y="56423"/>
                    <a:pt x="50930" y="34662"/>
                    <a:pt x="51408" y="33453"/>
                  </a:cubicBezTo>
                  <a:cubicBezTo>
                    <a:pt x="51887" y="31519"/>
                    <a:pt x="58822" y="19429"/>
                    <a:pt x="66474" y="13626"/>
                  </a:cubicBezTo>
                  <a:cubicBezTo>
                    <a:pt x="69104" y="11692"/>
                    <a:pt x="75561" y="6856"/>
                    <a:pt x="85844" y="6856"/>
                  </a:cubicBezTo>
                  <a:cubicBezTo>
                    <a:pt x="88235" y="6856"/>
                    <a:pt x="94213" y="7098"/>
                    <a:pt x="98996" y="10241"/>
                  </a:cubicBezTo>
                  <a:cubicBezTo>
                    <a:pt x="91344" y="12417"/>
                    <a:pt x="88474" y="19188"/>
                    <a:pt x="88474" y="23540"/>
                  </a:cubicBezTo>
                  <a:cubicBezTo>
                    <a:pt x="88474" y="28859"/>
                    <a:pt x="92539" y="32486"/>
                    <a:pt x="98039" y="32486"/>
                  </a:cubicBezTo>
                  <a:cubicBezTo>
                    <a:pt x="103540" y="32486"/>
                    <a:pt x="111431" y="27892"/>
                    <a:pt x="111431" y="17737"/>
                  </a:cubicBezTo>
                  <a:cubicBezTo>
                    <a:pt x="111431" y="5164"/>
                    <a:pt x="98279" y="86"/>
                    <a:pt x="86083" y="86"/>
                  </a:cubicBezTo>
                  <a:cubicBezTo>
                    <a:pt x="73648" y="86"/>
                    <a:pt x="62887" y="5164"/>
                    <a:pt x="52365" y="17253"/>
                  </a:cubicBezTo>
                  <a:cubicBezTo>
                    <a:pt x="48061" y="2504"/>
                    <a:pt x="33473" y="86"/>
                    <a:pt x="27734" y="86"/>
                  </a:cubicBezTo>
                  <a:cubicBezTo>
                    <a:pt x="18886" y="86"/>
                    <a:pt x="12908" y="5647"/>
                    <a:pt x="9082" y="12417"/>
                  </a:cubicBezTo>
                  <a:cubicBezTo>
                    <a:pt x="3582" y="21847"/>
                    <a:pt x="234" y="35871"/>
                    <a:pt x="234" y="37080"/>
                  </a:cubicBezTo>
                  <a:cubicBezTo>
                    <a:pt x="234" y="40223"/>
                    <a:pt x="3582" y="40223"/>
                    <a:pt x="4299" y="40223"/>
                  </a:cubicBezTo>
                  <a:cubicBezTo>
                    <a:pt x="7647" y="40223"/>
                    <a:pt x="7886" y="39498"/>
                    <a:pt x="9560" y="32970"/>
                  </a:cubicBezTo>
                  <a:cubicBezTo>
                    <a:pt x="13147" y="18220"/>
                    <a:pt x="17691" y="6856"/>
                    <a:pt x="27017" y="6856"/>
                  </a:cubicBezTo>
                  <a:cubicBezTo>
                    <a:pt x="33234" y="6856"/>
                    <a:pt x="34908" y="12176"/>
                    <a:pt x="34908" y="18704"/>
                  </a:cubicBezTo>
                  <a:cubicBezTo>
                    <a:pt x="34908" y="23298"/>
                    <a:pt x="32756" y="32244"/>
                    <a:pt x="31082" y="38773"/>
                  </a:cubicBezTo>
                  <a:cubicBezTo>
                    <a:pt x="29408" y="45301"/>
                    <a:pt x="27017" y="55214"/>
                    <a:pt x="25821" y="60534"/>
                  </a:cubicBezTo>
                  <a:lnTo>
                    <a:pt x="18169" y="91483"/>
                  </a:lnTo>
                  <a:cubicBezTo>
                    <a:pt x="17212" y="94626"/>
                    <a:pt x="15778" y="100671"/>
                    <a:pt x="15778" y="101396"/>
                  </a:cubicBezTo>
                  <a:cubicBezTo>
                    <a:pt x="15778" y="106716"/>
                    <a:pt x="20082" y="109134"/>
                    <a:pt x="23908" y="109134"/>
                  </a:cubicBezTo>
                  <a:cubicBezTo>
                    <a:pt x="27495" y="109134"/>
                    <a:pt x="32278" y="106957"/>
                    <a:pt x="34191" y="102122"/>
                  </a:cubicBezTo>
                  <a:cubicBezTo>
                    <a:pt x="34669" y="100671"/>
                    <a:pt x="37300" y="90032"/>
                    <a:pt x="38734" y="83987"/>
                  </a:cubicBezTo>
                  <a:lnTo>
                    <a:pt x="45191" y="57874"/>
                  </a:lnTo>
                  <a:close/>
                </a:path>
              </a:pathLst>
            </a:custGeom>
            <a:solidFill>
              <a:srgbClr val="000000"/>
            </a:solidFill>
            <a:ln w="3401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9F4A65C-1EBE-E6B4-4E09-43136F594AB9}"/>
                </a:ext>
              </a:extLst>
            </p:cNvPr>
            <p:cNvSpPr/>
            <p:nvPr/>
          </p:nvSpPr>
          <p:spPr>
            <a:xfrm>
              <a:off x="10837347" y="5327150"/>
              <a:ext cx="36211" cy="148873"/>
            </a:xfrm>
            <a:custGeom>
              <a:avLst/>
              <a:gdLst>
                <a:gd name="connsiteX0" fmla="*/ 36453 w 36211"/>
                <a:gd name="connsiteY0" fmla="*/ 18392 h 148873"/>
                <a:gd name="connsiteX1" fmla="*/ 18347 w 36211"/>
                <a:gd name="connsiteY1" fmla="*/ 85 h 148873"/>
                <a:gd name="connsiteX2" fmla="*/ 241 w 36211"/>
                <a:gd name="connsiteY2" fmla="*/ 18392 h 148873"/>
                <a:gd name="connsiteX3" fmla="*/ 18347 w 36211"/>
                <a:gd name="connsiteY3" fmla="*/ 36699 h 148873"/>
                <a:gd name="connsiteX4" fmla="*/ 36453 w 36211"/>
                <a:gd name="connsiteY4" fmla="*/ 18392 h 148873"/>
                <a:gd name="connsiteX5" fmla="*/ 36453 w 36211"/>
                <a:gd name="connsiteY5" fmla="*/ 130651 h 148873"/>
                <a:gd name="connsiteX6" fmla="*/ 18347 w 36211"/>
                <a:gd name="connsiteY6" fmla="*/ 112344 h 148873"/>
                <a:gd name="connsiteX7" fmla="*/ 241 w 36211"/>
                <a:gd name="connsiteY7" fmla="*/ 130651 h 148873"/>
                <a:gd name="connsiteX8" fmla="*/ 18347 w 36211"/>
                <a:gd name="connsiteY8" fmla="*/ 148958 h 148873"/>
                <a:gd name="connsiteX9" fmla="*/ 36453 w 36211"/>
                <a:gd name="connsiteY9" fmla="*/ 130651 h 148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211" h="148873">
                  <a:moveTo>
                    <a:pt x="36453" y="18392"/>
                  </a:moveTo>
                  <a:cubicBezTo>
                    <a:pt x="36453" y="8375"/>
                    <a:pt x="28254" y="85"/>
                    <a:pt x="18347" y="85"/>
                  </a:cubicBezTo>
                  <a:cubicBezTo>
                    <a:pt x="8440" y="85"/>
                    <a:pt x="241" y="8375"/>
                    <a:pt x="241" y="18392"/>
                  </a:cubicBezTo>
                  <a:cubicBezTo>
                    <a:pt x="241" y="28409"/>
                    <a:pt x="8440" y="36699"/>
                    <a:pt x="18347" y="36699"/>
                  </a:cubicBezTo>
                  <a:cubicBezTo>
                    <a:pt x="28254" y="36699"/>
                    <a:pt x="36453" y="28409"/>
                    <a:pt x="36453" y="18392"/>
                  </a:cubicBezTo>
                  <a:close/>
                  <a:moveTo>
                    <a:pt x="36453" y="130651"/>
                  </a:moveTo>
                  <a:cubicBezTo>
                    <a:pt x="36453" y="120634"/>
                    <a:pt x="28254" y="112344"/>
                    <a:pt x="18347" y="112344"/>
                  </a:cubicBezTo>
                  <a:cubicBezTo>
                    <a:pt x="8440" y="112344"/>
                    <a:pt x="241" y="120634"/>
                    <a:pt x="241" y="130651"/>
                  </a:cubicBezTo>
                  <a:cubicBezTo>
                    <a:pt x="241" y="140668"/>
                    <a:pt x="8440" y="148958"/>
                    <a:pt x="18347" y="148958"/>
                  </a:cubicBezTo>
                  <a:cubicBezTo>
                    <a:pt x="28254" y="148958"/>
                    <a:pt x="36453" y="140668"/>
                    <a:pt x="36453" y="130651"/>
                  </a:cubicBezTo>
                  <a:close/>
                </a:path>
              </a:pathLst>
            </a:custGeom>
            <a:solidFill>
              <a:srgbClr val="000000"/>
            </a:solidFill>
            <a:ln w="3401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</p:grpSp>
      <p:grpSp>
        <p:nvGrpSpPr>
          <p:cNvPr id="8" name="Group 7" descr="\documentclass{article}&#10;\usepackage{amsmath,bm,amssymb}&#10;\pagestyle{empty}&#10;\begin{document}&#10;&#10;\newcommand{\score}{\textrm{score}}&#10;\newcommand{\classify}{\textrm{classify}}&#10;\newcommand{\bx}{\mathbf{x}}&#10;&#10;\begin{align*}&#10;f_{1,n}:&#10;\end{align*}&#10;&#10;&#10;\end{document}" title="IguanaTex Vector Display">
            <a:extLst>
              <a:ext uri="{FF2B5EF4-FFF2-40B4-BE49-F238E27FC236}">
                <a16:creationId xmlns:a16="http://schemas.microsoft.com/office/drawing/2014/main" id="{274E3A92-F099-C3E5-7C59-F88F1BE468C6}"/>
              </a:ext>
            </a:extLst>
          </p:cNvPr>
          <p:cNvGrpSpPr>
            <a:grpSpLocks noChangeAspect="1"/>
          </p:cNvGrpSpPr>
          <p:nvPr/>
        </p:nvGrpSpPr>
        <p:grpSpPr>
          <a:xfrm>
            <a:off x="1092883" y="2984593"/>
            <a:ext cx="756097" cy="341994"/>
            <a:chOff x="9237346" y="6122297"/>
            <a:chExt cx="756097" cy="341994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40B6D07-1B31-3830-1E9E-769EA2344D9D}"/>
                </a:ext>
              </a:extLst>
            </p:cNvPr>
            <p:cNvSpPr/>
            <p:nvPr/>
          </p:nvSpPr>
          <p:spPr>
            <a:xfrm>
              <a:off x="9237346" y="6122297"/>
              <a:ext cx="180799" cy="314327"/>
            </a:xfrm>
            <a:custGeom>
              <a:avLst/>
              <a:gdLst>
                <a:gd name="connsiteX0" fmla="*/ 113992 w 180799"/>
                <a:gd name="connsiteY0" fmla="*/ 105436 h 314327"/>
                <a:gd name="connsiteX1" fmla="*/ 145152 w 180799"/>
                <a:gd name="connsiteY1" fmla="*/ 105436 h 314327"/>
                <a:gd name="connsiteX2" fmla="*/ 156021 w 180799"/>
                <a:gd name="connsiteY2" fmla="*/ 98528 h 314327"/>
                <a:gd name="connsiteX3" fmla="*/ 146239 w 180799"/>
                <a:gd name="connsiteY3" fmla="*/ 94728 h 314327"/>
                <a:gd name="connsiteX4" fmla="*/ 116166 w 180799"/>
                <a:gd name="connsiteY4" fmla="*/ 94728 h 314327"/>
                <a:gd name="connsiteX5" fmla="*/ 123775 w 180799"/>
                <a:gd name="connsiteY5" fmla="*/ 55351 h 314327"/>
                <a:gd name="connsiteX6" fmla="*/ 132470 w 180799"/>
                <a:gd name="connsiteY6" fmla="*/ 19428 h 314327"/>
                <a:gd name="connsiteX7" fmla="*/ 149500 w 180799"/>
                <a:gd name="connsiteY7" fmla="*/ 7684 h 314327"/>
                <a:gd name="connsiteX8" fmla="*/ 167253 w 180799"/>
                <a:gd name="connsiteY8" fmla="*/ 13901 h 314327"/>
                <a:gd name="connsiteX9" fmla="*/ 147688 w 180799"/>
                <a:gd name="connsiteY9" fmla="*/ 32554 h 314327"/>
                <a:gd name="connsiteX10" fmla="*/ 161094 w 180799"/>
                <a:gd name="connsiteY10" fmla="*/ 44643 h 314327"/>
                <a:gd name="connsiteX11" fmla="*/ 181022 w 180799"/>
                <a:gd name="connsiteY11" fmla="*/ 23918 h 314327"/>
                <a:gd name="connsiteX12" fmla="*/ 149500 w 180799"/>
                <a:gd name="connsiteY12" fmla="*/ 85 h 314327"/>
                <a:gd name="connsiteX13" fmla="*/ 103485 w 180799"/>
                <a:gd name="connsiteY13" fmla="*/ 40498 h 314327"/>
                <a:gd name="connsiteX14" fmla="*/ 91528 w 180799"/>
                <a:gd name="connsiteY14" fmla="*/ 94728 h 314327"/>
                <a:gd name="connsiteX15" fmla="*/ 66528 w 180799"/>
                <a:gd name="connsiteY15" fmla="*/ 94728 h 314327"/>
                <a:gd name="connsiteX16" fmla="*/ 55658 w 180799"/>
                <a:gd name="connsiteY16" fmla="*/ 101291 h 314327"/>
                <a:gd name="connsiteX17" fmla="*/ 65803 w 180799"/>
                <a:gd name="connsiteY17" fmla="*/ 105436 h 314327"/>
                <a:gd name="connsiteX18" fmla="*/ 89716 w 180799"/>
                <a:gd name="connsiteY18" fmla="*/ 105436 h 314327"/>
                <a:gd name="connsiteX19" fmla="*/ 62542 w 180799"/>
                <a:gd name="connsiteY19" fmla="*/ 241875 h 314327"/>
                <a:gd name="connsiteX20" fmla="*/ 31020 w 180799"/>
                <a:gd name="connsiteY20" fmla="*/ 306813 h 314327"/>
                <a:gd name="connsiteX21" fmla="*/ 13629 w 180799"/>
                <a:gd name="connsiteY21" fmla="*/ 300595 h 314327"/>
                <a:gd name="connsiteX22" fmla="*/ 33556 w 180799"/>
                <a:gd name="connsiteY22" fmla="*/ 281943 h 314327"/>
                <a:gd name="connsiteX23" fmla="*/ 20150 w 180799"/>
                <a:gd name="connsiteY23" fmla="*/ 269854 h 314327"/>
                <a:gd name="connsiteX24" fmla="*/ 223 w 180799"/>
                <a:gd name="connsiteY24" fmla="*/ 290578 h 314327"/>
                <a:gd name="connsiteX25" fmla="*/ 31020 w 180799"/>
                <a:gd name="connsiteY25" fmla="*/ 314412 h 314327"/>
                <a:gd name="connsiteX26" fmla="*/ 71963 w 180799"/>
                <a:gd name="connsiteY26" fmla="*/ 280907 h 314327"/>
                <a:gd name="connsiteX27" fmla="*/ 92253 w 180799"/>
                <a:gd name="connsiteY27" fmla="*/ 214933 h 314327"/>
                <a:gd name="connsiteX28" fmla="*/ 113992 w 180799"/>
                <a:gd name="connsiteY28" fmla="*/ 105436 h 31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80799" h="314327">
                  <a:moveTo>
                    <a:pt x="113992" y="105436"/>
                  </a:moveTo>
                  <a:lnTo>
                    <a:pt x="145152" y="105436"/>
                  </a:lnTo>
                  <a:cubicBezTo>
                    <a:pt x="152398" y="105436"/>
                    <a:pt x="156021" y="105436"/>
                    <a:pt x="156021" y="98528"/>
                  </a:cubicBezTo>
                  <a:cubicBezTo>
                    <a:pt x="156021" y="94728"/>
                    <a:pt x="152398" y="94728"/>
                    <a:pt x="146239" y="94728"/>
                  </a:cubicBezTo>
                  <a:lnTo>
                    <a:pt x="116166" y="94728"/>
                  </a:lnTo>
                  <a:lnTo>
                    <a:pt x="123775" y="55351"/>
                  </a:lnTo>
                  <a:cubicBezTo>
                    <a:pt x="125224" y="48097"/>
                    <a:pt x="130297" y="23573"/>
                    <a:pt x="132470" y="19428"/>
                  </a:cubicBezTo>
                  <a:cubicBezTo>
                    <a:pt x="135731" y="12865"/>
                    <a:pt x="141891" y="7684"/>
                    <a:pt x="149500" y="7684"/>
                  </a:cubicBezTo>
                  <a:cubicBezTo>
                    <a:pt x="150949" y="7684"/>
                    <a:pt x="160369" y="7684"/>
                    <a:pt x="167253" y="13901"/>
                  </a:cubicBezTo>
                  <a:cubicBezTo>
                    <a:pt x="151311" y="15283"/>
                    <a:pt x="147688" y="27372"/>
                    <a:pt x="147688" y="32554"/>
                  </a:cubicBezTo>
                  <a:cubicBezTo>
                    <a:pt x="147688" y="40498"/>
                    <a:pt x="154210" y="44643"/>
                    <a:pt x="161094" y="44643"/>
                  </a:cubicBezTo>
                  <a:cubicBezTo>
                    <a:pt x="170514" y="44643"/>
                    <a:pt x="181022" y="37044"/>
                    <a:pt x="181022" y="23918"/>
                  </a:cubicBezTo>
                  <a:cubicBezTo>
                    <a:pt x="181022" y="8029"/>
                    <a:pt x="164355" y="85"/>
                    <a:pt x="149500" y="85"/>
                  </a:cubicBezTo>
                  <a:cubicBezTo>
                    <a:pt x="137181" y="85"/>
                    <a:pt x="114354" y="6302"/>
                    <a:pt x="103485" y="40498"/>
                  </a:cubicBezTo>
                  <a:cubicBezTo>
                    <a:pt x="101311" y="47752"/>
                    <a:pt x="100224" y="51206"/>
                    <a:pt x="91528" y="94728"/>
                  </a:cubicBezTo>
                  <a:lnTo>
                    <a:pt x="66528" y="94728"/>
                  </a:lnTo>
                  <a:cubicBezTo>
                    <a:pt x="59644" y="94728"/>
                    <a:pt x="55658" y="94728"/>
                    <a:pt x="55658" y="101291"/>
                  </a:cubicBezTo>
                  <a:cubicBezTo>
                    <a:pt x="55658" y="105436"/>
                    <a:pt x="58919" y="105436"/>
                    <a:pt x="65803" y="105436"/>
                  </a:cubicBezTo>
                  <a:lnTo>
                    <a:pt x="89716" y="105436"/>
                  </a:lnTo>
                  <a:lnTo>
                    <a:pt x="62542" y="241875"/>
                  </a:lnTo>
                  <a:cubicBezTo>
                    <a:pt x="56020" y="275380"/>
                    <a:pt x="49861" y="306813"/>
                    <a:pt x="31020" y="306813"/>
                  </a:cubicBezTo>
                  <a:cubicBezTo>
                    <a:pt x="29571" y="306813"/>
                    <a:pt x="20513" y="306813"/>
                    <a:pt x="13629" y="300595"/>
                  </a:cubicBezTo>
                  <a:cubicBezTo>
                    <a:pt x="30295" y="299559"/>
                    <a:pt x="33556" y="287124"/>
                    <a:pt x="33556" y="281943"/>
                  </a:cubicBezTo>
                  <a:cubicBezTo>
                    <a:pt x="33556" y="273999"/>
                    <a:pt x="27034" y="269854"/>
                    <a:pt x="20150" y="269854"/>
                  </a:cubicBezTo>
                  <a:cubicBezTo>
                    <a:pt x="10730" y="269854"/>
                    <a:pt x="223" y="277453"/>
                    <a:pt x="223" y="290578"/>
                  </a:cubicBezTo>
                  <a:cubicBezTo>
                    <a:pt x="223" y="306122"/>
                    <a:pt x="16165" y="314412"/>
                    <a:pt x="31020" y="314412"/>
                  </a:cubicBezTo>
                  <a:cubicBezTo>
                    <a:pt x="50948" y="314412"/>
                    <a:pt x="65441" y="294033"/>
                    <a:pt x="71963" y="280907"/>
                  </a:cubicBezTo>
                  <a:cubicBezTo>
                    <a:pt x="83557" y="259146"/>
                    <a:pt x="91890" y="217351"/>
                    <a:pt x="92253" y="214933"/>
                  </a:cubicBezTo>
                  <a:lnTo>
                    <a:pt x="113992" y="105436"/>
                  </a:lnTo>
                  <a:close/>
                </a:path>
              </a:pathLst>
            </a:custGeom>
            <a:solidFill>
              <a:srgbClr val="000000"/>
            </a:solidFill>
            <a:ln w="34018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E1352CD-B1EE-2F89-3956-E8A6A2C3FBBB}"/>
                </a:ext>
              </a:extLst>
            </p:cNvPr>
            <p:cNvSpPr/>
            <p:nvPr/>
          </p:nvSpPr>
          <p:spPr>
            <a:xfrm>
              <a:off x="9423177" y="6257077"/>
              <a:ext cx="92319" cy="160548"/>
            </a:xfrm>
            <a:custGeom>
              <a:avLst/>
              <a:gdLst>
                <a:gd name="connsiteX0" fmla="*/ 57547 w 92319"/>
                <a:gd name="connsiteY0" fmla="*/ 6856 h 160548"/>
                <a:gd name="connsiteX1" fmla="*/ 49938 w 92319"/>
                <a:gd name="connsiteY1" fmla="*/ 86 h 160548"/>
                <a:gd name="connsiteX2" fmla="*/ 227 w 92319"/>
                <a:gd name="connsiteY2" fmla="*/ 15561 h 160548"/>
                <a:gd name="connsiteX3" fmla="*/ 227 w 92319"/>
                <a:gd name="connsiteY3" fmla="*/ 24265 h 160548"/>
                <a:gd name="connsiteX4" fmla="*/ 37003 w 92319"/>
                <a:gd name="connsiteY4" fmla="*/ 17495 h 160548"/>
                <a:gd name="connsiteX5" fmla="*/ 37003 w 92319"/>
                <a:gd name="connsiteY5" fmla="*/ 140808 h 160548"/>
                <a:gd name="connsiteX6" fmla="*/ 11641 w 92319"/>
                <a:gd name="connsiteY6" fmla="*/ 151930 h 160548"/>
                <a:gd name="connsiteX7" fmla="*/ 2003 w 92319"/>
                <a:gd name="connsiteY7" fmla="*/ 151930 h 160548"/>
                <a:gd name="connsiteX8" fmla="*/ 2003 w 92319"/>
                <a:gd name="connsiteY8" fmla="*/ 160635 h 160548"/>
                <a:gd name="connsiteX9" fmla="*/ 47148 w 92319"/>
                <a:gd name="connsiteY9" fmla="*/ 159668 h 160548"/>
                <a:gd name="connsiteX10" fmla="*/ 92547 w 92319"/>
                <a:gd name="connsiteY10" fmla="*/ 160635 h 160548"/>
                <a:gd name="connsiteX11" fmla="*/ 92547 w 92319"/>
                <a:gd name="connsiteY11" fmla="*/ 151930 h 160548"/>
                <a:gd name="connsiteX12" fmla="*/ 82910 w 92319"/>
                <a:gd name="connsiteY12" fmla="*/ 151930 h 160548"/>
                <a:gd name="connsiteX13" fmla="*/ 57547 w 92319"/>
                <a:gd name="connsiteY13" fmla="*/ 140808 h 160548"/>
                <a:gd name="connsiteX14" fmla="*/ 57547 w 92319"/>
                <a:gd name="connsiteY14" fmla="*/ 6856 h 160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2319" h="160548">
                  <a:moveTo>
                    <a:pt x="57547" y="6856"/>
                  </a:moveTo>
                  <a:cubicBezTo>
                    <a:pt x="57547" y="328"/>
                    <a:pt x="57040" y="86"/>
                    <a:pt x="49938" y="86"/>
                  </a:cubicBezTo>
                  <a:cubicBezTo>
                    <a:pt x="33706" y="15319"/>
                    <a:pt x="10626" y="15561"/>
                    <a:pt x="227" y="15561"/>
                  </a:cubicBezTo>
                  <a:lnTo>
                    <a:pt x="227" y="24265"/>
                  </a:lnTo>
                  <a:cubicBezTo>
                    <a:pt x="6314" y="24265"/>
                    <a:pt x="23054" y="24265"/>
                    <a:pt x="37003" y="17495"/>
                  </a:cubicBezTo>
                  <a:lnTo>
                    <a:pt x="37003" y="140808"/>
                  </a:lnTo>
                  <a:cubicBezTo>
                    <a:pt x="37003" y="148787"/>
                    <a:pt x="37003" y="151930"/>
                    <a:pt x="11641" y="151930"/>
                  </a:cubicBezTo>
                  <a:lnTo>
                    <a:pt x="2003" y="151930"/>
                  </a:lnTo>
                  <a:lnTo>
                    <a:pt x="2003" y="160635"/>
                  </a:lnTo>
                  <a:cubicBezTo>
                    <a:pt x="6568" y="160393"/>
                    <a:pt x="37764" y="159668"/>
                    <a:pt x="47148" y="159668"/>
                  </a:cubicBezTo>
                  <a:cubicBezTo>
                    <a:pt x="55011" y="159668"/>
                    <a:pt x="86968" y="160393"/>
                    <a:pt x="92547" y="160635"/>
                  </a:cubicBezTo>
                  <a:lnTo>
                    <a:pt x="92547" y="151930"/>
                  </a:lnTo>
                  <a:lnTo>
                    <a:pt x="82910" y="151930"/>
                  </a:lnTo>
                  <a:cubicBezTo>
                    <a:pt x="57547" y="151930"/>
                    <a:pt x="57547" y="148787"/>
                    <a:pt x="57547" y="140808"/>
                  </a:cubicBezTo>
                  <a:lnTo>
                    <a:pt x="57547" y="6856"/>
                  </a:lnTo>
                  <a:close/>
                </a:path>
              </a:pathLst>
            </a:custGeom>
            <a:solidFill>
              <a:srgbClr val="000000"/>
            </a:solidFill>
            <a:ln w="34018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F23AF77-E9B6-6FCB-41A7-B5A1BF7CDB34}"/>
                </a:ext>
              </a:extLst>
            </p:cNvPr>
            <p:cNvSpPr/>
            <p:nvPr/>
          </p:nvSpPr>
          <p:spPr>
            <a:xfrm>
              <a:off x="9568364" y="6389820"/>
              <a:ext cx="32210" cy="74471"/>
            </a:xfrm>
            <a:custGeom>
              <a:avLst/>
              <a:gdLst>
                <a:gd name="connsiteX0" fmla="*/ 25340 w 32210"/>
                <a:gd name="connsiteY0" fmla="*/ 24023 h 74471"/>
                <a:gd name="connsiteX1" fmla="*/ 5558 w 32210"/>
                <a:gd name="connsiteY1" fmla="*/ 68271 h 74471"/>
                <a:gd name="connsiteX2" fmla="*/ 3782 w 32210"/>
                <a:gd name="connsiteY2" fmla="*/ 71173 h 74471"/>
                <a:gd name="connsiteX3" fmla="*/ 7333 w 32210"/>
                <a:gd name="connsiteY3" fmla="*/ 74558 h 74471"/>
                <a:gd name="connsiteX4" fmla="*/ 32442 w 32210"/>
                <a:gd name="connsiteY4" fmla="*/ 26441 h 74471"/>
                <a:gd name="connsiteX5" fmla="*/ 14688 w 32210"/>
                <a:gd name="connsiteY5" fmla="*/ 86 h 74471"/>
                <a:gd name="connsiteX6" fmla="*/ 231 w 32210"/>
                <a:gd name="connsiteY6" fmla="*/ 13868 h 74471"/>
                <a:gd name="connsiteX7" fmla="*/ 14942 w 32210"/>
                <a:gd name="connsiteY7" fmla="*/ 27892 h 74471"/>
                <a:gd name="connsiteX8" fmla="*/ 25340 w 32210"/>
                <a:gd name="connsiteY8" fmla="*/ 24023 h 7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10" h="74471">
                  <a:moveTo>
                    <a:pt x="25340" y="24023"/>
                  </a:moveTo>
                  <a:cubicBezTo>
                    <a:pt x="25340" y="37322"/>
                    <a:pt x="22804" y="52796"/>
                    <a:pt x="5558" y="68271"/>
                  </a:cubicBezTo>
                  <a:cubicBezTo>
                    <a:pt x="4543" y="69238"/>
                    <a:pt x="3782" y="69964"/>
                    <a:pt x="3782" y="71173"/>
                  </a:cubicBezTo>
                  <a:cubicBezTo>
                    <a:pt x="3782" y="72865"/>
                    <a:pt x="5811" y="74558"/>
                    <a:pt x="7333" y="74558"/>
                  </a:cubicBezTo>
                  <a:cubicBezTo>
                    <a:pt x="10884" y="74558"/>
                    <a:pt x="32442" y="55214"/>
                    <a:pt x="32442" y="26441"/>
                  </a:cubicBezTo>
                  <a:cubicBezTo>
                    <a:pt x="32442" y="11450"/>
                    <a:pt x="26355" y="86"/>
                    <a:pt x="14688" y="86"/>
                  </a:cubicBezTo>
                  <a:cubicBezTo>
                    <a:pt x="6318" y="86"/>
                    <a:pt x="231" y="6373"/>
                    <a:pt x="231" y="13868"/>
                  </a:cubicBezTo>
                  <a:cubicBezTo>
                    <a:pt x="231" y="21606"/>
                    <a:pt x="6065" y="27892"/>
                    <a:pt x="14942" y="27892"/>
                  </a:cubicBezTo>
                  <a:cubicBezTo>
                    <a:pt x="21029" y="27892"/>
                    <a:pt x="25087" y="24023"/>
                    <a:pt x="25340" y="24023"/>
                  </a:cubicBezTo>
                  <a:close/>
                </a:path>
              </a:pathLst>
            </a:custGeom>
            <a:solidFill>
              <a:srgbClr val="000000"/>
            </a:solidFill>
            <a:ln w="34018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7910429-A6E9-5487-1C81-5514351E35DD}"/>
                </a:ext>
              </a:extLst>
            </p:cNvPr>
            <p:cNvSpPr/>
            <p:nvPr/>
          </p:nvSpPr>
          <p:spPr>
            <a:xfrm>
              <a:off x="9637931" y="6310997"/>
              <a:ext cx="154965" cy="109047"/>
            </a:xfrm>
            <a:custGeom>
              <a:avLst/>
              <a:gdLst>
                <a:gd name="connsiteX0" fmla="*/ 19256 w 154965"/>
                <a:gd name="connsiteY0" fmla="*/ 91483 h 109047"/>
                <a:gd name="connsiteX1" fmla="*/ 16719 w 154965"/>
                <a:gd name="connsiteY1" fmla="*/ 101396 h 109047"/>
                <a:gd name="connsiteX2" fmla="*/ 25343 w 154965"/>
                <a:gd name="connsiteY2" fmla="*/ 109134 h 109047"/>
                <a:gd name="connsiteX3" fmla="*/ 35234 w 154965"/>
                <a:gd name="connsiteY3" fmla="*/ 103814 h 109047"/>
                <a:gd name="connsiteX4" fmla="*/ 39799 w 154965"/>
                <a:gd name="connsiteY4" fmla="*/ 88823 h 109047"/>
                <a:gd name="connsiteX5" fmla="*/ 45379 w 154965"/>
                <a:gd name="connsiteY5" fmla="*/ 67062 h 109047"/>
                <a:gd name="connsiteX6" fmla="*/ 49691 w 154965"/>
                <a:gd name="connsiteY6" fmla="*/ 50862 h 109047"/>
                <a:gd name="connsiteX7" fmla="*/ 60343 w 154965"/>
                <a:gd name="connsiteY7" fmla="*/ 29101 h 109047"/>
                <a:gd name="connsiteX8" fmla="*/ 98387 w 154965"/>
                <a:gd name="connsiteY8" fmla="*/ 6856 h 109047"/>
                <a:gd name="connsiteX9" fmla="*/ 113351 w 154965"/>
                <a:gd name="connsiteY9" fmla="*/ 23782 h 109047"/>
                <a:gd name="connsiteX10" fmla="*/ 98387 w 154965"/>
                <a:gd name="connsiteY10" fmla="*/ 75283 h 109047"/>
                <a:gd name="connsiteX11" fmla="*/ 94583 w 154965"/>
                <a:gd name="connsiteY11" fmla="*/ 88340 h 109047"/>
                <a:gd name="connsiteX12" fmla="*/ 118677 w 154965"/>
                <a:gd name="connsiteY12" fmla="*/ 109134 h 109047"/>
                <a:gd name="connsiteX13" fmla="*/ 155199 w 154965"/>
                <a:gd name="connsiteY13" fmla="*/ 72140 h 109047"/>
                <a:gd name="connsiteX14" fmla="*/ 151141 w 154965"/>
                <a:gd name="connsiteY14" fmla="*/ 68996 h 109047"/>
                <a:gd name="connsiteX15" fmla="*/ 146322 w 154965"/>
                <a:gd name="connsiteY15" fmla="*/ 73107 h 109047"/>
                <a:gd name="connsiteX16" fmla="*/ 119438 w 154965"/>
                <a:gd name="connsiteY16" fmla="*/ 102363 h 109047"/>
                <a:gd name="connsiteX17" fmla="*/ 113097 w 154965"/>
                <a:gd name="connsiteY17" fmla="*/ 93901 h 109047"/>
                <a:gd name="connsiteX18" fmla="*/ 118931 w 154965"/>
                <a:gd name="connsiteY18" fmla="*/ 74316 h 109047"/>
                <a:gd name="connsiteX19" fmla="*/ 132373 w 154965"/>
                <a:gd name="connsiteY19" fmla="*/ 27650 h 109047"/>
                <a:gd name="connsiteX20" fmla="*/ 99402 w 154965"/>
                <a:gd name="connsiteY20" fmla="*/ 86 h 109047"/>
                <a:gd name="connsiteX21" fmla="*/ 56539 w 154965"/>
                <a:gd name="connsiteY21" fmla="*/ 22089 h 109047"/>
                <a:gd name="connsiteX22" fmla="*/ 29401 w 154965"/>
                <a:gd name="connsiteY22" fmla="*/ 86 h 109047"/>
                <a:gd name="connsiteX23" fmla="*/ 9364 w 154965"/>
                <a:gd name="connsiteY23" fmla="*/ 13143 h 109047"/>
                <a:gd name="connsiteX24" fmla="*/ 234 w 154965"/>
                <a:gd name="connsiteY24" fmla="*/ 37080 h 109047"/>
                <a:gd name="connsiteX25" fmla="*/ 4545 w 154965"/>
                <a:gd name="connsiteY25" fmla="*/ 40223 h 109047"/>
                <a:gd name="connsiteX26" fmla="*/ 10125 w 154965"/>
                <a:gd name="connsiteY26" fmla="*/ 32970 h 109047"/>
                <a:gd name="connsiteX27" fmla="*/ 28640 w 154965"/>
                <a:gd name="connsiteY27" fmla="*/ 6856 h 109047"/>
                <a:gd name="connsiteX28" fmla="*/ 37010 w 154965"/>
                <a:gd name="connsiteY28" fmla="*/ 18704 h 109047"/>
                <a:gd name="connsiteX29" fmla="*/ 32952 w 154965"/>
                <a:gd name="connsiteY29" fmla="*/ 38773 h 109047"/>
                <a:gd name="connsiteX30" fmla="*/ 27372 w 154965"/>
                <a:gd name="connsiteY30" fmla="*/ 60534 h 109047"/>
                <a:gd name="connsiteX31" fmla="*/ 19256 w 154965"/>
                <a:gd name="connsiteY31" fmla="*/ 91483 h 109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4965" h="109047">
                  <a:moveTo>
                    <a:pt x="19256" y="91483"/>
                  </a:moveTo>
                  <a:cubicBezTo>
                    <a:pt x="18241" y="94626"/>
                    <a:pt x="16719" y="100671"/>
                    <a:pt x="16719" y="101396"/>
                  </a:cubicBezTo>
                  <a:cubicBezTo>
                    <a:pt x="16719" y="106716"/>
                    <a:pt x="21285" y="109134"/>
                    <a:pt x="25343" y="109134"/>
                  </a:cubicBezTo>
                  <a:cubicBezTo>
                    <a:pt x="29908" y="109134"/>
                    <a:pt x="33966" y="105990"/>
                    <a:pt x="35234" y="103814"/>
                  </a:cubicBezTo>
                  <a:cubicBezTo>
                    <a:pt x="36502" y="101638"/>
                    <a:pt x="38531" y="93901"/>
                    <a:pt x="39799" y="88823"/>
                  </a:cubicBezTo>
                  <a:cubicBezTo>
                    <a:pt x="41068" y="84229"/>
                    <a:pt x="43857" y="73107"/>
                    <a:pt x="45379" y="67062"/>
                  </a:cubicBezTo>
                  <a:cubicBezTo>
                    <a:pt x="46901" y="61743"/>
                    <a:pt x="48423" y="56423"/>
                    <a:pt x="49691" y="50862"/>
                  </a:cubicBezTo>
                  <a:cubicBezTo>
                    <a:pt x="52481" y="40949"/>
                    <a:pt x="52988" y="39014"/>
                    <a:pt x="60343" y="29101"/>
                  </a:cubicBezTo>
                  <a:cubicBezTo>
                    <a:pt x="67445" y="19429"/>
                    <a:pt x="79365" y="6856"/>
                    <a:pt x="98387" y="6856"/>
                  </a:cubicBezTo>
                  <a:cubicBezTo>
                    <a:pt x="113097" y="6856"/>
                    <a:pt x="113351" y="19188"/>
                    <a:pt x="113351" y="23782"/>
                  </a:cubicBezTo>
                  <a:cubicBezTo>
                    <a:pt x="113351" y="38289"/>
                    <a:pt x="102445" y="65128"/>
                    <a:pt x="98387" y="75283"/>
                  </a:cubicBezTo>
                  <a:cubicBezTo>
                    <a:pt x="95597" y="82053"/>
                    <a:pt x="94583" y="84229"/>
                    <a:pt x="94583" y="88340"/>
                  </a:cubicBezTo>
                  <a:cubicBezTo>
                    <a:pt x="94583" y="101155"/>
                    <a:pt x="105742" y="109134"/>
                    <a:pt x="118677" y="109134"/>
                  </a:cubicBezTo>
                  <a:cubicBezTo>
                    <a:pt x="144040" y="109134"/>
                    <a:pt x="155199" y="75767"/>
                    <a:pt x="155199" y="72140"/>
                  </a:cubicBezTo>
                  <a:cubicBezTo>
                    <a:pt x="155199" y="68996"/>
                    <a:pt x="151902" y="68996"/>
                    <a:pt x="151141" y="68996"/>
                  </a:cubicBezTo>
                  <a:cubicBezTo>
                    <a:pt x="147591" y="68996"/>
                    <a:pt x="147337" y="70447"/>
                    <a:pt x="146322" y="73107"/>
                  </a:cubicBezTo>
                  <a:cubicBezTo>
                    <a:pt x="140489" y="92450"/>
                    <a:pt x="129583" y="102363"/>
                    <a:pt x="119438" y="102363"/>
                  </a:cubicBezTo>
                  <a:cubicBezTo>
                    <a:pt x="114112" y="102363"/>
                    <a:pt x="113097" y="98978"/>
                    <a:pt x="113097" y="93901"/>
                  </a:cubicBezTo>
                  <a:cubicBezTo>
                    <a:pt x="113097" y="88340"/>
                    <a:pt x="114366" y="85196"/>
                    <a:pt x="118931" y="74316"/>
                  </a:cubicBezTo>
                  <a:cubicBezTo>
                    <a:pt x="121974" y="66820"/>
                    <a:pt x="132373" y="41191"/>
                    <a:pt x="132373" y="27650"/>
                  </a:cubicBezTo>
                  <a:cubicBezTo>
                    <a:pt x="132373" y="4197"/>
                    <a:pt x="112844" y="86"/>
                    <a:pt x="99402" y="86"/>
                  </a:cubicBezTo>
                  <a:cubicBezTo>
                    <a:pt x="78351" y="86"/>
                    <a:pt x="64148" y="12417"/>
                    <a:pt x="56539" y="22089"/>
                  </a:cubicBezTo>
                  <a:cubicBezTo>
                    <a:pt x="54763" y="5406"/>
                    <a:pt x="39799" y="86"/>
                    <a:pt x="29401" y="86"/>
                  </a:cubicBezTo>
                  <a:cubicBezTo>
                    <a:pt x="18495" y="86"/>
                    <a:pt x="12661" y="7582"/>
                    <a:pt x="9364" y="13143"/>
                  </a:cubicBezTo>
                  <a:cubicBezTo>
                    <a:pt x="3785" y="22089"/>
                    <a:pt x="234" y="35871"/>
                    <a:pt x="234" y="37080"/>
                  </a:cubicBezTo>
                  <a:cubicBezTo>
                    <a:pt x="234" y="40223"/>
                    <a:pt x="3785" y="40223"/>
                    <a:pt x="4545" y="40223"/>
                  </a:cubicBezTo>
                  <a:cubicBezTo>
                    <a:pt x="8096" y="40223"/>
                    <a:pt x="8350" y="39498"/>
                    <a:pt x="10125" y="32970"/>
                  </a:cubicBezTo>
                  <a:cubicBezTo>
                    <a:pt x="13930" y="18704"/>
                    <a:pt x="18748" y="6856"/>
                    <a:pt x="28640" y="6856"/>
                  </a:cubicBezTo>
                  <a:cubicBezTo>
                    <a:pt x="35234" y="6856"/>
                    <a:pt x="37010" y="12176"/>
                    <a:pt x="37010" y="18704"/>
                  </a:cubicBezTo>
                  <a:cubicBezTo>
                    <a:pt x="37010" y="23298"/>
                    <a:pt x="34727" y="32244"/>
                    <a:pt x="32952" y="38773"/>
                  </a:cubicBezTo>
                  <a:cubicBezTo>
                    <a:pt x="31176" y="45301"/>
                    <a:pt x="28640" y="55214"/>
                    <a:pt x="27372" y="60534"/>
                  </a:cubicBezTo>
                  <a:lnTo>
                    <a:pt x="19256" y="91483"/>
                  </a:lnTo>
                  <a:close/>
                </a:path>
              </a:pathLst>
            </a:custGeom>
            <a:solidFill>
              <a:srgbClr val="000000"/>
            </a:solidFill>
            <a:ln w="34018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3E3D5F2-FDFE-E44E-1303-16D1FBC5EC83}"/>
                </a:ext>
              </a:extLst>
            </p:cNvPr>
            <p:cNvSpPr/>
            <p:nvPr/>
          </p:nvSpPr>
          <p:spPr>
            <a:xfrm>
              <a:off x="9955037" y="6216941"/>
              <a:ext cx="38406" cy="148873"/>
            </a:xfrm>
            <a:custGeom>
              <a:avLst/>
              <a:gdLst>
                <a:gd name="connsiteX0" fmla="*/ 38648 w 38406"/>
                <a:gd name="connsiteY0" fmla="*/ 18392 h 148873"/>
                <a:gd name="connsiteX1" fmla="*/ 19445 w 38406"/>
                <a:gd name="connsiteY1" fmla="*/ 85 h 148873"/>
                <a:gd name="connsiteX2" fmla="*/ 242 w 38406"/>
                <a:gd name="connsiteY2" fmla="*/ 18392 h 148873"/>
                <a:gd name="connsiteX3" fmla="*/ 19445 w 38406"/>
                <a:gd name="connsiteY3" fmla="*/ 36699 h 148873"/>
                <a:gd name="connsiteX4" fmla="*/ 38648 w 38406"/>
                <a:gd name="connsiteY4" fmla="*/ 18392 h 148873"/>
                <a:gd name="connsiteX5" fmla="*/ 38648 w 38406"/>
                <a:gd name="connsiteY5" fmla="*/ 130651 h 148873"/>
                <a:gd name="connsiteX6" fmla="*/ 19445 w 38406"/>
                <a:gd name="connsiteY6" fmla="*/ 112344 h 148873"/>
                <a:gd name="connsiteX7" fmla="*/ 242 w 38406"/>
                <a:gd name="connsiteY7" fmla="*/ 130651 h 148873"/>
                <a:gd name="connsiteX8" fmla="*/ 19445 w 38406"/>
                <a:gd name="connsiteY8" fmla="*/ 148958 h 148873"/>
                <a:gd name="connsiteX9" fmla="*/ 38648 w 38406"/>
                <a:gd name="connsiteY9" fmla="*/ 130651 h 148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406" h="148873">
                  <a:moveTo>
                    <a:pt x="38648" y="18392"/>
                  </a:moveTo>
                  <a:cubicBezTo>
                    <a:pt x="38648" y="8375"/>
                    <a:pt x="29952" y="85"/>
                    <a:pt x="19445" y="85"/>
                  </a:cubicBezTo>
                  <a:cubicBezTo>
                    <a:pt x="8938" y="85"/>
                    <a:pt x="242" y="8375"/>
                    <a:pt x="242" y="18392"/>
                  </a:cubicBezTo>
                  <a:cubicBezTo>
                    <a:pt x="242" y="28409"/>
                    <a:pt x="8938" y="36699"/>
                    <a:pt x="19445" y="36699"/>
                  </a:cubicBezTo>
                  <a:cubicBezTo>
                    <a:pt x="29952" y="36699"/>
                    <a:pt x="38648" y="28409"/>
                    <a:pt x="38648" y="18392"/>
                  </a:cubicBezTo>
                  <a:close/>
                  <a:moveTo>
                    <a:pt x="38648" y="130651"/>
                  </a:moveTo>
                  <a:cubicBezTo>
                    <a:pt x="38648" y="120634"/>
                    <a:pt x="29952" y="112344"/>
                    <a:pt x="19445" y="112344"/>
                  </a:cubicBezTo>
                  <a:cubicBezTo>
                    <a:pt x="8938" y="112344"/>
                    <a:pt x="242" y="120634"/>
                    <a:pt x="242" y="130651"/>
                  </a:cubicBezTo>
                  <a:cubicBezTo>
                    <a:pt x="242" y="140668"/>
                    <a:pt x="8938" y="148958"/>
                    <a:pt x="19445" y="148958"/>
                  </a:cubicBezTo>
                  <a:cubicBezTo>
                    <a:pt x="29952" y="148958"/>
                    <a:pt x="38648" y="140668"/>
                    <a:pt x="38648" y="130651"/>
                  </a:cubicBezTo>
                  <a:close/>
                </a:path>
              </a:pathLst>
            </a:custGeom>
            <a:solidFill>
              <a:srgbClr val="000000"/>
            </a:solidFill>
            <a:ln w="34018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</p:grpSp>
      <p:grpSp>
        <p:nvGrpSpPr>
          <p:cNvPr id="9" name="Group 8" descr="\documentclass{article}&#10;\usepackage{amsmath,bm,amssymb}&#10;\pagestyle{empty}&#10;\begin{document}&#10;&#10;\newcommand{\score}{\textrm{score}}&#10;\newcommand{\classify}{\textrm{classify}}&#10;\newcommand{\bx}{\mathbf{x}}&#10;&#10;\begin{align*}&#10;f_{\ell, r} = \score_{l,r} + \max_{l\leq m&lt;r} \left\{f_{l,m} + f_{m+1,r}\right\}&#10;\end{align*}&#10;&#10;&#10;\end{document}" title="IguanaTex Vector Display">
            <a:extLst>
              <a:ext uri="{FF2B5EF4-FFF2-40B4-BE49-F238E27FC236}">
                <a16:creationId xmlns:a16="http://schemas.microsoft.com/office/drawing/2014/main" id="{19FBD18B-19A0-511A-58D1-71ADB0542000}"/>
              </a:ext>
            </a:extLst>
          </p:cNvPr>
          <p:cNvGrpSpPr>
            <a:grpSpLocks noChangeAspect="1"/>
          </p:cNvGrpSpPr>
          <p:nvPr/>
        </p:nvGrpSpPr>
        <p:grpSpPr>
          <a:xfrm>
            <a:off x="3314700" y="4019663"/>
            <a:ext cx="5918230" cy="543338"/>
            <a:chOff x="8669261" y="7762112"/>
            <a:chExt cx="5918230" cy="54333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DCC0FAB-1DF4-EF07-0F7F-28A81089928F}"/>
                </a:ext>
              </a:extLst>
            </p:cNvPr>
            <p:cNvSpPr/>
            <p:nvPr/>
          </p:nvSpPr>
          <p:spPr>
            <a:xfrm>
              <a:off x="8669261" y="7778055"/>
              <a:ext cx="177046" cy="322387"/>
            </a:xfrm>
            <a:custGeom>
              <a:avLst/>
              <a:gdLst>
                <a:gd name="connsiteX0" fmla="*/ 111558 w 177046"/>
                <a:gd name="connsiteY0" fmla="*/ 108137 h 322387"/>
                <a:gd name="connsiteX1" fmla="*/ 142071 w 177046"/>
                <a:gd name="connsiteY1" fmla="*/ 108137 h 322387"/>
                <a:gd name="connsiteX2" fmla="*/ 152715 w 177046"/>
                <a:gd name="connsiteY2" fmla="*/ 101052 h 322387"/>
                <a:gd name="connsiteX3" fmla="*/ 143135 w 177046"/>
                <a:gd name="connsiteY3" fmla="*/ 97155 h 322387"/>
                <a:gd name="connsiteX4" fmla="*/ 113687 w 177046"/>
                <a:gd name="connsiteY4" fmla="*/ 97155 h 322387"/>
                <a:gd name="connsiteX5" fmla="*/ 121137 w 177046"/>
                <a:gd name="connsiteY5" fmla="*/ 56768 h 322387"/>
                <a:gd name="connsiteX6" fmla="*/ 129653 w 177046"/>
                <a:gd name="connsiteY6" fmla="*/ 19924 h 322387"/>
                <a:gd name="connsiteX7" fmla="*/ 146328 w 177046"/>
                <a:gd name="connsiteY7" fmla="*/ 7879 h 322387"/>
                <a:gd name="connsiteX8" fmla="*/ 163714 w 177046"/>
                <a:gd name="connsiteY8" fmla="*/ 14256 h 322387"/>
                <a:gd name="connsiteX9" fmla="*/ 144554 w 177046"/>
                <a:gd name="connsiteY9" fmla="*/ 33386 h 322387"/>
                <a:gd name="connsiteX10" fmla="*/ 157682 w 177046"/>
                <a:gd name="connsiteY10" fmla="*/ 45786 h 322387"/>
                <a:gd name="connsiteX11" fmla="*/ 177196 w 177046"/>
                <a:gd name="connsiteY11" fmla="*/ 24529 h 322387"/>
                <a:gd name="connsiteX12" fmla="*/ 146328 w 177046"/>
                <a:gd name="connsiteY12" fmla="*/ 85 h 322387"/>
                <a:gd name="connsiteX13" fmla="*/ 101268 w 177046"/>
                <a:gd name="connsiteY13" fmla="*/ 41534 h 322387"/>
                <a:gd name="connsiteX14" fmla="*/ 89560 w 177046"/>
                <a:gd name="connsiteY14" fmla="*/ 97155 h 322387"/>
                <a:gd name="connsiteX15" fmla="*/ 65079 w 177046"/>
                <a:gd name="connsiteY15" fmla="*/ 97155 h 322387"/>
                <a:gd name="connsiteX16" fmla="*/ 54435 w 177046"/>
                <a:gd name="connsiteY16" fmla="*/ 103886 h 322387"/>
                <a:gd name="connsiteX17" fmla="*/ 64369 w 177046"/>
                <a:gd name="connsiteY17" fmla="*/ 108137 h 322387"/>
                <a:gd name="connsiteX18" fmla="*/ 87786 w 177046"/>
                <a:gd name="connsiteY18" fmla="*/ 108137 h 322387"/>
                <a:gd name="connsiteX19" fmla="*/ 61176 w 177046"/>
                <a:gd name="connsiteY19" fmla="*/ 248075 h 322387"/>
                <a:gd name="connsiteX20" fmla="*/ 30308 w 177046"/>
                <a:gd name="connsiteY20" fmla="*/ 314678 h 322387"/>
                <a:gd name="connsiteX21" fmla="*/ 13278 w 177046"/>
                <a:gd name="connsiteY21" fmla="*/ 308301 h 322387"/>
                <a:gd name="connsiteX22" fmla="*/ 32792 w 177046"/>
                <a:gd name="connsiteY22" fmla="*/ 289170 h 322387"/>
                <a:gd name="connsiteX23" fmla="*/ 19664 w 177046"/>
                <a:gd name="connsiteY23" fmla="*/ 276771 h 322387"/>
                <a:gd name="connsiteX24" fmla="*/ 150 w 177046"/>
                <a:gd name="connsiteY24" fmla="*/ 298027 h 322387"/>
                <a:gd name="connsiteX25" fmla="*/ 30308 w 177046"/>
                <a:gd name="connsiteY25" fmla="*/ 322472 h 322387"/>
                <a:gd name="connsiteX26" fmla="*/ 70401 w 177046"/>
                <a:gd name="connsiteY26" fmla="*/ 288107 h 322387"/>
                <a:gd name="connsiteX27" fmla="*/ 90270 w 177046"/>
                <a:gd name="connsiteY27" fmla="*/ 220442 h 322387"/>
                <a:gd name="connsiteX28" fmla="*/ 111558 w 177046"/>
                <a:gd name="connsiteY28" fmla="*/ 108137 h 32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046" h="322387">
                  <a:moveTo>
                    <a:pt x="111558" y="108137"/>
                  </a:moveTo>
                  <a:lnTo>
                    <a:pt x="142071" y="108137"/>
                  </a:lnTo>
                  <a:cubicBezTo>
                    <a:pt x="149167" y="108137"/>
                    <a:pt x="152715" y="108137"/>
                    <a:pt x="152715" y="101052"/>
                  </a:cubicBezTo>
                  <a:cubicBezTo>
                    <a:pt x="152715" y="97155"/>
                    <a:pt x="149167" y="97155"/>
                    <a:pt x="143135" y="97155"/>
                  </a:cubicBezTo>
                  <a:lnTo>
                    <a:pt x="113687" y="97155"/>
                  </a:lnTo>
                  <a:lnTo>
                    <a:pt x="121137" y="56768"/>
                  </a:lnTo>
                  <a:cubicBezTo>
                    <a:pt x="122557" y="49328"/>
                    <a:pt x="127524" y="24175"/>
                    <a:pt x="129653" y="19924"/>
                  </a:cubicBezTo>
                  <a:cubicBezTo>
                    <a:pt x="132846" y="13193"/>
                    <a:pt x="138877" y="7879"/>
                    <a:pt x="146328" y="7879"/>
                  </a:cubicBezTo>
                  <a:cubicBezTo>
                    <a:pt x="147747" y="7879"/>
                    <a:pt x="156972" y="7879"/>
                    <a:pt x="163714" y="14256"/>
                  </a:cubicBezTo>
                  <a:cubicBezTo>
                    <a:pt x="148102" y="15673"/>
                    <a:pt x="144554" y="28072"/>
                    <a:pt x="144554" y="33386"/>
                  </a:cubicBezTo>
                  <a:cubicBezTo>
                    <a:pt x="144554" y="41534"/>
                    <a:pt x="150941" y="45786"/>
                    <a:pt x="157682" y="45786"/>
                  </a:cubicBezTo>
                  <a:cubicBezTo>
                    <a:pt x="166907" y="45786"/>
                    <a:pt x="177196" y="37992"/>
                    <a:pt x="177196" y="24529"/>
                  </a:cubicBezTo>
                  <a:cubicBezTo>
                    <a:pt x="177196" y="8233"/>
                    <a:pt x="160875" y="85"/>
                    <a:pt x="146328" y="85"/>
                  </a:cubicBezTo>
                  <a:cubicBezTo>
                    <a:pt x="134265" y="85"/>
                    <a:pt x="111913" y="6462"/>
                    <a:pt x="101268" y="41534"/>
                  </a:cubicBezTo>
                  <a:cubicBezTo>
                    <a:pt x="99140" y="48974"/>
                    <a:pt x="98075" y="52517"/>
                    <a:pt x="89560" y="97155"/>
                  </a:cubicBezTo>
                  <a:lnTo>
                    <a:pt x="65079" y="97155"/>
                  </a:lnTo>
                  <a:cubicBezTo>
                    <a:pt x="58337" y="97155"/>
                    <a:pt x="54435" y="97155"/>
                    <a:pt x="54435" y="103886"/>
                  </a:cubicBezTo>
                  <a:cubicBezTo>
                    <a:pt x="54435" y="108137"/>
                    <a:pt x="57628" y="108137"/>
                    <a:pt x="64369" y="108137"/>
                  </a:cubicBezTo>
                  <a:lnTo>
                    <a:pt x="87786" y="108137"/>
                  </a:lnTo>
                  <a:lnTo>
                    <a:pt x="61176" y="248075"/>
                  </a:lnTo>
                  <a:cubicBezTo>
                    <a:pt x="54789" y="282439"/>
                    <a:pt x="48758" y="314678"/>
                    <a:pt x="30308" y="314678"/>
                  </a:cubicBezTo>
                  <a:cubicBezTo>
                    <a:pt x="28889" y="314678"/>
                    <a:pt x="20019" y="314678"/>
                    <a:pt x="13278" y="308301"/>
                  </a:cubicBezTo>
                  <a:cubicBezTo>
                    <a:pt x="29598" y="307238"/>
                    <a:pt x="32792" y="294484"/>
                    <a:pt x="32792" y="289170"/>
                  </a:cubicBezTo>
                  <a:cubicBezTo>
                    <a:pt x="32792" y="281022"/>
                    <a:pt x="26405" y="276771"/>
                    <a:pt x="19664" y="276771"/>
                  </a:cubicBezTo>
                  <a:cubicBezTo>
                    <a:pt x="10439" y="276771"/>
                    <a:pt x="150" y="284565"/>
                    <a:pt x="150" y="298027"/>
                  </a:cubicBezTo>
                  <a:cubicBezTo>
                    <a:pt x="150" y="313969"/>
                    <a:pt x="15761" y="322472"/>
                    <a:pt x="30308" y="322472"/>
                  </a:cubicBezTo>
                  <a:cubicBezTo>
                    <a:pt x="49822" y="322472"/>
                    <a:pt x="64014" y="301570"/>
                    <a:pt x="70401" y="288107"/>
                  </a:cubicBezTo>
                  <a:cubicBezTo>
                    <a:pt x="81754" y="265788"/>
                    <a:pt x="89915" y="222921"/>
                    <a:pt x="90270" y="220442"/>
                  </a:cubicBezTo>
                  <a:lnTo>
                    <a:pt x="111558" y="108137"/>
                  </a:ln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0095546-88BB-D299-73BB-F580F44B96EE}"/>
                </a:ext>
              </a:extLst>
            </p:cNvPr>
            <p:cNvSpPr/>
            <p:nvPr/>
          </p:nvSpPr>
          <p:spPr>
            <a:xfrm>
              <a:off x="8829875" y="7906371"/>
              <a:ext cx="103318" cy="177560"/>
            </a:xfrm>
            <a:custGeom>
              <a:avLst/>
              <a:gdLst>
                <a:gd name="connsiteX0" fmla="*/ 23997 w 103318"/>
                <a:gd name="connsiteY0" fmla="*/ 140697 h 177560"/>
                <a:gd name="connsiteX1" fmla="*/ 55788 w 103318"/>
                <a:gd name="connsiteY1" fmla="*/ 177647 h 177560"/>
                <a:gd name="connsiteX2" fmla="*/ 81617 w 103318"/>
                <a:gd name="connsiteY2" fmla="*/ 168719 h 177560"/>
                <a:gd name="connsiteX3" fmla="*/ 98754 w 103318"/>
                <a:gd name="connsiteY3" fmla="*/ 154088 h 177560"/>
                <a:gd name="connsiteX4" fmla="*/ 94780 w 103318"/>
                <a:gd name="connsiteY4" fmla="*/ 149376 h 177560"/>
                <a:gd name="connsiteX5" fmla="*/ 89316 w 103318"/>
                <a:gd name="connsiteY5" fmla="*/ 153096 h 177560"/>
                <a:gd name="connsiteX6" fmla="*/ 56036 w 103318"/>
                <a:gd name="connsiteY6" fmla="*/ 170703 h 177560"/>
                <a:gd name="connsiteX7" fmla="*/ 39148 w 103318"/>
                <a:gd name="connsiteY7" fmla="*/ 136977 h 177560"/>
                <a:gd name="connsiteX8" fmla="*/ 39644 w 103318"/>
                <a:gd name="connsiteY8" fmla="*/ 128545 h 177560"/>
                <a:gd name="connsiteX9" fmla="*/ 42873 w 103318"/>
                <a:gd name="connsiteY9" fmla="*/ 122841 h 177560"/>
                <a:gd name="connsiteX10" fmla="*/ 103473 w 103318"/>
                <a:gd name="connsiteY10" fmla="*/ 21661 h 177560"/>
                <a:gd name="connsiteX11" fmla="*/ 87081 w 103318"/>
                <a:gd name="connsiteY11" fmla="*/ 86 h 177560"/>
                <a:gd name="connsiteX12" fmla="*/ 45853 w 103318"/>
                <a:gd name="connsiteY12" fmla="*/ 39517 h 177560"/>
                <a:gd name="connsiteX13" fmla="*/ 26481 w 103318"/>
                <a:gd name="connsiteY13" fmla="*/ 93330 h 177560"/>
                <a:gd name="connsiteX14" fmla="*/ 22756 w 103318"/>
                <a:gd name="connsiteY14" fmla="*/ 130777 h 177560"/>
                <a:gd name="connsiteX15" fmla="*/ 4377 w 103318"/>
                <a:gd name="connsiteY15" fmla="*/ 147144 h 177560"/>
                <a:gd name="connsiteX16" fmla="*/ 155 w 103318"/>
                <a:gd name="connsiteY16" fmla="*/ 152352 h 177560"/>
                <a:gd name="connsiteX17" fmla="*/ 4377 w 103318"/>
                <a:gd name="connsiteY17" fmla="*/ 156816 h 177560"/>
                <a:gd name="connsiteX18" fmla="*/ 14560 w 103318"/>
                <a:gd name="connsiteY18" fmla="*/ 148880 h 177560"/>
                <a:gd name="connsiteX19" fmla="*/ 23997 w 103318"/>
                <a:gd name="connsiteY19" fmla="*/ 140697 h 177560"/>
                <a:gd name="connsiteX20" fmla="*/ 41879 w 103318"/>
                <a:gd name="connsiteY20" fmla="*/ 112426 h 177560"/>
                <a:gd name="connsiteX21" fmla="*/ 86833 w 103318"/>
                <a:gd name="connsiteY21" fmla="*/ 7030 h 177560"/>
                <a:gd name="connsiteX22" fmla="*/ 95526 w 103318"/>
                <a:gd name="connsiteY22" fmla="*/ 19925 h 177560"/>
                <a:gd name="connsiteX23" fmla="*/ 74166 w 103318"/>
                <a:gd name="connsiteY23" fmla="*/ 75475 h 177560"/>
                <a:gd name="connsiteX24" fmla="*/ 41879 w 103318"/>
                <a:gd name="connsiteY24" fmla="*/ 112426 h 177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318" h="177560">
                  <a:moveTo>
                    <a:pt x="23997" y="140697"/>
                  </a:moveTo>
                  <a:cubicBezTo>
                    <a:pt x="26481" y="156816"/>
                    <a:pt x="34677" y="177647"/>
                    <a:pt x="55788" y="177647"/>
                  </a:cubicBezTo>
                  <a:cubicBezTo>
                    <a:pt x="63735" y="177647"/>
                    <a:pt x="72676" y="174423"/>
                    <a:pt x="81617" y="168719"/>
                  </a:cubicBezTo>
                  <a:cubicBezTo>
                    <a:pt x="85839" y="166239"/>
                    <a:pt x="98754" y="157064"/>
                    <a:pt x="98754" y="154088"/>
                  </a:cubicBezTo>
                  <a:cubicBezTo>
                    <a:pt x="98754" y="152600"/>
                    <a:pt x="97016" y="149376"/>
                    <a:pt x="94780" y="149376"/>
                  </a:cubicBezTo>
                  <a:cubicBezTo>
                    <a:pt x="93539" y="149376"/>
                    <a:pt x="93042" y="149376"/>
                    <a:pt x="89316" y="153096"/>
                  </a:cubicBezTo>
                  <a:cubicBezTo>
                    <a:pt x="78637" y="162520"/>
                    <a:pt x="67212" y="170703"/>
                    <a:pt x="56036" y="170703"/>
                  </a:cubicBezTo>
                  <a:cubicBezTo>
                    <a:pt x="39148" y="170703"/>
                    <a:pt x="39148" y="141688"/>
                    <a:pt x="39148" y="136977"/>
                  </a:cubicBezTo>
                  <a:cubicBezTo>
                    <a:pt x="39148" y="133753"/>
                    <a:pt x="39148" y="133257"/>
                    <a:pt x="39644" y="128545"/>
                  </a:cubicBezTo>
                  <a:cubicBezTo>
                    <a:pt x="39893" y="126065"/>
                    <a:pt x="39893" y="125569"/>
                    <a:pt x="42873" y="122841"/>
                  </a:cubicBezTo>
                  <a:cubicBezTo>
                    <a:pt x="56533" y="109946"/>
                    <a:pt x="103473" y="64812"/>
                    <a:pt x="103473" y="21661"/>
                  </a:cubicBezTo>
                  <a:cubicBezTo>
                    <a:pt x="103473" y="17941"/>
                    <a:pt x="103473" y="86"/>
                    <a:pt x="87081" y="86"/>
                  </a:cubicBezTo>
                  <a:cubicBezTo>
                    <a:pt x="66467" y="86"/>
                    <a:pt x="49827" y="32077"/>
                    <a:pt x="45853" y="39517"/>
                  </a:cubicBezTo>
                  <a:cubicBezTo>
                    <a:pt x="34925" y="60596"/>
                    <a:pt x="29213" y="80931"/>
                    <a:pt x="26481" y="93330"/>
                  </a:cubicBezTo>
                  <a:cubicBezTo>
                    <a:pt x="22756" y="109946"/>
                    <a:pt x="22756" y="118625"/>
                    <a:pt x="22756" y="130777"/>
                  </a:cubicBezTo>
                  <a:cubicBezTo>
                    <a:pt x="21017" y="132513"/>
                    <a:pt x="6861" y="145160"/>
                    <a:pt x="4377" y="147144"/>
                  </a:cubicBezTo>
                  <a:cubicBezTo>
                    <a:pt x="403" y="150616"/>
                    <a:pt x="155" y="150864"/>
                    <a:pt x="155" y="152352"/>
                  </a:cubicBezTo>
                  <a:cubicBezTo>
                    <a:pt x="155" y="154088"/>
                    <a:pt x="2390" y="156816"/>
                    <a:pt x="4377" y="156816"/>
                  </a:cubicBezTo>
                  <a:cubicBezTo>
                    <a:pt x="6115" y="156816"/>
                    <a:pt x="12821" y="150616"/>
                    <a:pt x="14560" y="148880"/>
                  </a:cubicBezTo>
                  <a:lnTo>
                    <a:pt x="23997" y="140697"/>
                  </a:lnTo>
                  <a:close/>
                  <a:moveTo>
                    <a:pt x="41879" y="112426"/>
                  </a:moveTo>
                  <a:cubicBezTo>
                    <a:pt x="46350" y="87131"/>
                    <a:pt x="65971" y="7030"/>
                    <a:pt x="86833" y="7030"/>
                  </a:cubicBezTo>
                  <a:cubicBezTo>
                    <a:pt x="92545" y="7030"/>
                    <a:pt x="95526" y="10998"/>
                    <a:pt x="95526" y="19925"/>
                  </a:cubicBezTo>
                  <a:cubicBezTo>
                    <a:pt x="95526" y="22901"/>
                    <a:pt x="95526" y="44972"/>
                    <a:pt x="74166" y="75475"/>
                  </a:cubicBezTo>
                  <a:cubicBezTo>
                    <a:pt x="61500" y="93330"/>
                    <a:pt x="47840" y="106722"/>
                    <a:pt x="41879" y="112426"/>
                  </a:cubicBez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C8CC3A5-1C3F-2D3A-32B4-6C95A6B8CF61}"/>
                </a:ext>
              </a:extLst>
            </p:cNvPr>
            <p:cNvSpPr/>
            <p:nvPr/>
          </p:nvSpPr>
          <p:spPr>
            <a:xfrm>
              <a:off x="8970741" y="8052437"/>
              <a:ext cx="31541" cy="76380"/>
            </a:xfrm>
            <a:custGeom>
              <a:avLst/>
              <a:gdLst>
                <a:gd name="connsiteX0" fmla="*/ 24746 w 31541"/>
                <a:gd name="connsiteY0" fmla="*/ 24637 h 76380"/>
                <a:gd name="connsiteX1" fmla="*/ 5374 w 31541"/>
                <a:gd name="connsiteY1" fmla="*/ 70019 h 76380"/>
                <a:gd name="connsiteX2" fmla="*/ 3635 w 31541"/>
                <a:gd name="connsiteY2" fmla="*/ 72995 h 76380"/>
                <a:gd name="connsiteX3" fmla="*/ 7112 w 31541"/>
                <a:gd name="connsiteY3" fmla="*/ 76467 h 76380"/>
                <a:gd name="connsiteX4" fmla="*/ 31700 w 31541"/>
                <a:gd name="connsiteY4" fmla="*/ 27117 h 76380"/>
                <a:gd name="connsiteX5" fmla="*/ 14315 w 31541"/>
                <a:gd name="connsiteY5" fmla="*/ 86 h 76380"/>
                <a:gd name="connsiteX6" fmla="*/ 158 w 31541"/>
                <a:gd name="connsiteY6" fmla="*/ 14222 h 76380"/>
                <a:gd name="connsiteX7" fmla="*/ 14563 w 31541"/>
                <a:gd name="connsiteY7" fmla="*/ 28605 h 76380"/>
                <a:gd name="connsiteX8" fmla="*/ 24746 w 31541"/>
                <a:gd name="connsiteY8" fmla="*/ 24637 h 76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541" h="76380">
                  <a:moveTo>
                    <a:pt x="24746" y="24637"/>
                  </a:moveTo>
                  <a:cubicBezTo>
                    <a:pt x="24746" y="38277"/>
                    <a:pt x="22262" y="54148"/>
                    <a:pt x="5374" y="70019"/>
                  </a:cubicBezTo>
                  <a:cubicBezTo>
                    <a:pt x="4380" y="71011"/>
                    <a:pt x="3635" y="71755"/>
                    <a:pt x="3635" y="72995"/>
                  </a:cubicBezTo>
                  <a:cubicBezTo>
                    <a:pt x="3635" y="74731"/>
                    <a:pt x="5622" y="76467"/>
                    <a:pt x="7112" y="76467"/>
                  </a:cubicBezTo>
                  <a:cubicBezTo>
                    <a:pt x="10589" y="76467"/>
                    <a:pt x="31700" y="56628"/>
                    <a:pt x="31700" y="27117"/>
                  </a:cubicBezTo>
                  <a:cubicBezTo>
                    <a:pt x="31700" y="11742"/>
                    <a:pt x="25739" y="86"/>
                    <a:pt x="14315" y="86"/>
                  </a:cubicBezTo>
                  <a:cubicBezTo>
                    <a:pt x="6119" y="86"/>
                    <a:pt x="158" y="6534"/>
                    <a:pt x="158" y="14222"/>
                  </a:cubicBezTo>
                  <a:cubicBezTo>
                    <a:pt x="158" y="22157"/>
                    <a:pt x="5870" y="28605"/>
                    <a:pt x="14563" y="28605"/>
                  </a:cubicBezTo>
                  <a:cubicBezTo>
                    <a:pt x="20524" y="28605"/>
                    <a:pt x="24498" y="24637"/>
                    <a:pt x="24746" y="24637"/>
                  </a:cubicBez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79E4909-269B-4D87-AF3C-D08FA0E49736}"/>
                </a:ext>
              </a:extLst>
            </p:cNvPr>
            <p:cNvSpPr/>
            <p:nvPr/>
          </p:nvSpPr>
          <p:spPr>
            <a:xfrm>
              <a:off x="9038863" y="7971593"/>
              <a:ext cx="115488" cy="111843"/>
            </a:xfrm>
            <a:custGeom>
              <a:avLst/>
              <a:gdLst>
                <a:gd name="connsiteX0" fmla="*/ 46852 w 115488"/>
                <a:gd name="connsiteY0" fmla="*/ 59356 h 111843"/>
                <a:gd name="connsiteX1" fmla="*/ 53310 w 115488"/>
                <a:gd name="connsiteY1" fmla="*/ 34309 h 111843"/>
                <a:gd name="connsiteX2" fmla="*/ 68957 w 115488"/>
                <a:gd name="connsiteY2" fmla="*/ 13974 h 111843"/>
                <a:gd name="connsiteX3" fmla="*/ 89074 w 115488"/>
                <a:gd name="connsiteY3" fmla="*/ 7030 h 111843"/>
                <a:gd name="connsiteX4" fmla="*/ 102734 w 115488"/>
                <a:gd name="connsiteY4" fmla="*/ 10502 h 111843"/>
                <a:gd name="connsiteX5" fmla="*/ 91806 w 115488"/>
                <a:gd name="connsiteY5" fmla="*/ 24141 h 111843"/>
                <a:gd name="connsiteX6" fmla="*/ 101740 w 115488"/>
                <a:gd name="connsiteY6" fmla="*/ 33317 h 111843"/>
                <a:gd name="connsiteX7" fmla="*/ 115648 w 115488"/>
                <a:gd name="connsiteY7" fmla="*/ 18189 h 111843"/>
                <a:gd name="connsiteX8" fmla="*/ 89322 w 115488"/>
                <a:gd name="connsiteY8" fmla="*/ 86 h 111843"/>
                <a:gd name="connsiteX9" fmla="*/ 54303 w 115488"/>
                <a:gd name="connsiteY9" fmla="*/ 17693 h 111843"/>
                <a:gd name="connsiteX10" fmla="*/ 28722 w 115488"/>
                <a:gd name="connsiteY10" fmla="*/ 86 h 111843"/>
                <a:gd name="connsiteX11" fmla="*/ 9350 w 115488"/>
                <a:gd name="connsiteY11" fmla="*/ 12734 h 111843"/>
                <a:gd name="connsiteX12" fmla="*/ 160 w 115488"/>
                <a:gd name="connsiteY12" fmla="*/ 38029 h 111843"/>
                <a:gd name="connsiteX13" fmla="*/ 4383 w 115488"/>
                <a:gd name="connsiteY13" fmla="*/ 41253 h 111843"/>
                <a:gd name="connsiteX14" fmla="*/ 9847 w 115488"/>
                <a:gd name="connsiteY14" fmla="*/ 33813 h 111843"/>
                <a:gd name="connsiteX15" fmla="*/ 27977 w 115488"/>
                <a:gd name="connsiteY15" fmla="*/ 7030 h 111843"/>
                <a:gd name="connsiteX16" fmla="*/ 36173 w 115488"/>
                <a:gd name="connsiteY16" fmla="*/ 19181 h 111843"/>
                <a:gd name="connsiteX17" fmla="*/ 32199 w 115488"/>
                <a:gd name="connsiteY17" fmla="*/ 39765 h 111843"/>
                <a:gd name="connsiteX18" fmla="*/ 26735 w 115488"/>
                <a:gd name="connsiteY18" fmla="*/ 62084 h 111843"/>
                <a:gd name="connsiteX19" fmla="*/ 18788 w 115488"/>
                <a:gd name="connsiteY19" fmla="*/ 93826 h 111843"/>
                <a:gd name="connsiteX20" fmla="*/ 16304 w 115488"/>
                <a:gd name="connsiteY20" fmla="*/ 103994 h 111843"/>
                <a:gd name="connsiteX21" fmla="*/ 24748 w 115488"/>
                <a:gd name="connsiteY21" fmla="*/ 111930 h 111843"/>
                <a:gd name="connsiteX22" fmla="*/ 35428 w 115488"/>
                <a:gd name="connsiteY22" fmla="*/ 104738 h 111843"/>
                <a:gd name="connsiteX23" fmla="*/ 40147 w 115488"/>
                <a:gd name="connsiteY23" fmla="*/ 86139 h 111843"/>
                <a:gd name="connsiteX24" fmla="*/ 46852 w 115488"/>
                <a:gd name="connsiteY24" fmla="*/ 59356 h 111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5488" h="111843">
                  <a:moveTo>
                    <a:pt x="46852" y="59356"/>
                  </a:moveTo>
                  <a:cubicBezTo>
                    <a:pt x="47101" y="57868"/>
                    <a:pt x="52813" y="35549"/>
                    <a:pt x="53310" y="34309"/>
                  </a:cubicBezTo>
                  <a:cubicBezTo>
                    <a:pt x="53807" y="32325"/>
                    <a:pt x="61009" y="19925"/>
                    <a:pt x="68957" y="13974"/>
                  </a:cubicBezTo>
                  <a:cubicBezTo>
                    <a:pt x="71689" y="11990"/>
                    <a:pt x="78394" y="7030"/>
                    <a:pt x="89074" y="7030"/>
                  </a:cubicBezTo>
                  <a:cubicBezTo>
                    <a:pt x="91557" y="7030"/>
                    <a:pt x="97766" y="7278"/>
                    <a:pt x="102734" y="10502"/>
                  </a:cubicBezTo>
                  <a:cubicBezTo>
                    <a:pt x="94786" y="12734"/>
                    <a:pt x="91806" y="19677"/>
                    <a:pt x="91806" y="24141"/>
                  </a:cubicBezTo>
                  <a:cubicBezTo>
                    <a:pt x="91806" y="29597"/>
                    <a:pt x="96028" y="33317"/>
                    <a:pt x="101740" y="33317"/>
                  </a:cubicBezTo>
                  <a:cubicBezTo>
                    <a:pt x="107453" y="33317"/>
                    <a:pt x="115648" y="28605"/>
                    <a:pt x="115648" y="18189"/>
                  </a:cubicBezTo>
                  <a:cubicBezTo>
                    <a:pt x="115648" y="5294"/>
                    <a:pt x="101989" y="86"/>
                    <a:pt x="89322" y="86"/>
                  </a:cubicBezTo>
                  <a:cubicBezTo>
                    <a:pt x="76407" y="86"/>
                    <a:pt x="65231" y="5294"/>
                    <a:pt x="54303" y="17693"/>
                  </a:cubicBezTo>
                  <a:cubicBezTo>
                    <a:pt x="49833" y="2566"/>
                    <a:pt x="34683" y="86"/>
                    <a:pt x="28722" y="86"/>
                  </a:cubicBezTo>
                  <a:cubicBezTo>
                    <a:pt x="19533" y="86"/>
                    <a:pt x="13324" y="5790"/>
                    <a:pt x="9350" y="12734"/>
                  </a:cubicBezTo>
                  <a:cubicBezTo>
                    <a:pt x="3638" y="22405"/>
                    <a:pt x="160" y="36789"/>
                    <a:pt x="160" y="38029"/>
                  </a:cubicBezTo>
                  <a:cubicBezTo>
                    <a:pt x="160" y="41253"/>
                    <a:pt x="3638" y="41253"/>
                    <a:pt x="4383" y="41253"/>
                  </a:cubicBezTo>
                  <a:cubicBezTo>
                    <a:pt x="7860" y="41253"/>
                    <a:pt x="8108" y="40509"/>
                    <a:pt x="9847" y="33813"/>
                  </a:cubicBezTo>
                  <a:cubicBezTo>
                    <a:pt x="13572" y="18685"/>
                    <a:pt x="18291" y="7030"/>
                    <a:pt x="27977" y="7030"/>
                  </a:cubicBezTo>
                  <a:cubicBezTo>
                    <a:pt x="34434" y="7030"/>
                    <a:pt x="36173" y="12486"/>
                    <a:pt x="36173" y="19181"/>
                  </a:cubicBezTo>
                  <a:cubicBezTo>
                    <a:pt x="36173" y="23893"/>
                    <a:pt x="33938" y="33069"/>
                    <a:pt x="32199" y="39765"/>
                  </a:cubicBezTo>
                  <a:cubicBezTo>
                    <a:pt x="30461" y="46460"/>
                    <a:pt x="27977" y="56628"/>
                    <a:pt x="26735" y="62084"/>
                  </a:cubicBezTo>
                  <a:lnTo>
                    <a:pt x="18788" y="93826"/>
                  </a:lnTo>
                  <a:cubicBezTo>
                    <a:pt x="17794" y="97050"/>
                    <a:pt x="16304" y="103250"/>
                    <a:pt x="16304" y="103994"/>
                  </a:cubicBezTo>
                  <a:cubicBezTo>
                    <a:pt x="16304" y="109450"/>
                    <a:pt x="20774" y="111930"/>
                    <a:pt x="24748" y="111930"/>
                  </a:cubicBezTo>
                  <a:cubicBezTo>
                    <a:pt x="28474" y="111930"/>
                    <a:pt x="33441" y="109698"/>
                    <a:pt x="35428" y="104738"/>
                  </a:cubicBezTo>
                  <a:cubicBezTo>
                    <a:pt x="35925" y="103250"/>
                    <a:pt x="38656" y="92338"/>
                    <a:pt x="40147" y="86139"/>
                  </a:cubicBezTo>
                  <a:lnTo>
                    <a:pt x="46852" y="59356"/>
                  </a:ln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848F2A-8064-ACDC-AA04-A07B9EBD6C94}"/>
                </a:ext>
              </a:extLst>
            </p:cNvPr>
            <p:cNvSpPr/>
            <p:nvPr/>
          </p:nvSpPr>
          <p:spPr>
            <a:xfrm>
              <a:off x="9302728" y="7897798"/>
              <a:ext cx="235943" cy="82899"/>
            </a:xfrm>
            <a:custGeom>
              <a:avLst/>
              <a:gdLst>
                <a:gd name="connsiteX0" fmla="*/ 224048 w 235943"/>
                <a:gd name="connsiteY0" fmla="*/ 14256 h 82899"/>
                <a:gd name="connsiteX1" fmla="*/ 236111 w 235943"/>
                <a:gd name="connsiteY1" fmla="*/ 7170 h 82899"/>
                <a:gd name="connsiteX2" fmla="*/ 224402 w 235943"/>
                <a:gd name="connsiteY2" fmla="*/ 85 h 82899"/>
                <a:gd name="connsiteX3" fmla="*/ 11876 w 235943"/>
                <a:gd name="connsiteY3" fmla="*/ 85 h 82899"/>
                <a:gd name="connsiteX4" fmla="*/ 168 w 235943"/>
                <a:gd name="connsiteY4" fmla="*/ 7170 h 82899"/>
                <a:gd name="connsiteX5" fmla="*/ 12231 w 235943"/>
                <a:gd name="connsiteY5" fmla="*/ 14256 h 82899"/>
                <a:gd name="connsiteX6" fmla="*/ 224048 w 235943"/>
                <a:gd name="connsiteY6" fmla="*/ 14256 h 82899"/>
                <a:gd name="connsiteX7" fmla="*/ 224402 w 235943"/>
                <a:gd name="connsiteY7" fmla="*/ 82984 h 82899"/>
                <a:gd name="connsiteX8" fmla="*/ 236111 w 235943"/>
                <a:gd name="connsiteY8" fmla="*/ 75899 h 82899"/>
                <a:gd name="connsiteX9" fmla="*/ 224048 w 235943"/>
                <a:gd name="connsiteY9" fmla="*/ 68813 h 82899"/>
                <a:gd name="connsiteX10" fmla="*/ 12231 w 235943"/>
                <a:gd name="connsiteY10" fmla="*/ 68813 h 82899"/>
                <a:gd name="connsiteX11" fmla="*/ 168 w 235943"/>
                <a:gd name="connsiteY11" fmla="*/ 75899 h 82899"/>
                <a:gd name="connsiteX12" fmla="*/ 11876 w 235943"/>
                <a:gd name="connsiteY12" fmla="*/ 82984 h 82899"/>
                <a:gd name="connsiteX13" fmla="*/ 224402 w 235943"/>
                <a:gd name="connsiteY13" fmla="*/ 82984 h 82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943" h="82899">
                  <a:moveTo>
                    <a:pt x="224048" y="14256"/>
                  </a:moveTo>
                  <a:cubicBezTo>
                    <a:pt x="229370" y="14256"/>
                    <a:pt x="236111" y="14256"/>
                    <a:pt x="236111" y="7170"/>
                  </a:cubicBezTo>
                  <a:cubicBezTo>
                    <a:pt x="236111" y="85"/>
                    <a:pt x="229370" y="85"/>
                    <a:pt x="224402" y="85"/>
                  </a:cubicBezTo>
                  <a:lnTo>
                    <a:pt x="11876" y="85"/>
                  </a:lnTo>
                  <a:cubicBezTo>
                    <a:pt x="6909" y="85"/>
                    <a:pt x="168" y="85"/>
                    <a:pt x="168" y="7170"/>
                  </a:cubicBezTo>
                  <a:cubicBezTo>
                    <a:pt x="168" y="14256"/>
                    <a:pt x="6909" y="14256"/>
                    <a:pt x="12231" y="14256"/>
                  </a:cubicBezTo>
                  <a:lnTo>
                    <a:pt x="224048" y="14256"/>
                  </a:lnTo>
                  <a:close/>
                  <a:moveTo>
                    <a:pt x="224402" y="82984"/>
                  </a:moveTo>
                  <a:cubicBezTo>
                    <a:pt x="229370" y="82984"/>
                    <a:pt x="236111" y="82984"/>
                    <a:pt x="236111" y="75899"/>
                  </a:cubicBezTo>
                  <a:cubicBezTo>
                    <a:pt x="236111" y="68813"/>
                    <a:pt x="229370" y="68813"/>
                    <a:pt x="224048" y="68813"/>
                  </a:cubicBezTo>
                  <a:lnTo>
                    <a:pt x="12231" y="68813"/>
                  </a:lnTo>
                  <a:cubicBezTo>
                    <a:pt x="6909" y="68813"/>
                    <a:pt x="168" y="68813"/>
                    <a:pt x="168" y="75899"/>
                  </a:cubicBezTo>
                  <a:cubicBezTo>
                    <a:pt x="168" y="82984"/>
                    <a:pt x="6909" y="82984"/>
                    <a:pt x="11876" y="82984"/>
                  </a:cubicBezTo>
                  <a:lnTo>
                    <a:pt x="224402" y="82984"/>
                  </a:ln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3B799FC-F6ED-4612-FE53-B49BC0D3F3CA}"/>
                </a:ext>
              </a:extLst>
            </p:cNvPr>
            <p:cNvSpPr/>
            <p:nvPr/>
          </p:nvSpPr>
          <p:spPr>
            <a:xfrm>
              <a:off x="9669079" y="7869102"/>
              <a:ext cx="116020" cy="162610"/>
            </a:xfrm>
            <a:custGeom>
              <a:avLst/>
              <a:gdLst>
                <a:gd name="connsiteX0" fmla="*/ 62269 w 116020"/>
                <a:gd name="connsiteY0" fmla="*/ 90070 h 162610"/>
                <a:gd name="connsiteX1" fmla="*/ 99168 w 116020"/>
                <a:gd name="connsiteY1" fmla="*/ 122663 h 162610"/>
                <a:gd name="connsiteX2" fmla="*/ 59075 w 116020"/>
                <a:gd name="connsiteY2" fmla="*/ 154901 h 162610"/>
                <a:gd name="connsiteX3" fmla="*/ 9758 w 116020"/>
                <a:gd name="connsiteY3" fmla="*/ 104595 h 162610"/>
                <a:gd name="connsiteX4" fmla="*/ 4791 w 116020"/>
                <a:gd name="connsiteY4" fmla="*/ 98572 h 162610"/>
                <a:gd name="connsiteX5" fmla="*/ 178 w 116020"/>
                <a:gd name="connsiteY5" fmla="*/ 107429 h 162610"/>
                <a:gd name="connsiteX6" fmla="*/ 178 w 116020"/>
                <a:gd name="connsiteY6" fmla="*/ 154193 h 162610"/>
                <a:gd name="connsiteX7" fmla="*/ 4081 w 116020"/>
                <a:gd name="connsiteY7" fmla="*/ 162695 h 162610"/>
                <a:gd name="connsiteX8" fmla="*/ 12951 w 116020"/>
                <a:gd name="connsiteY8" fmla="*/ 155610 h 162610"/>
                <a:gd name="connsiteX9" fmla="*/ 20047 w 116020"/>
                <a:gd name="connsiteY9" fmla="*/ 147462 h 162610"/>
                <a:gd name="connsiteX10" fmla="*/ 59075 w 116020"/>
                <a:gd name="connsiteY10" fmla="*/ 162695 h 162610"/>
                <a:gd name="connsiteX11" fmla="*/ 116198 w 116020"/>
                <a:gd name="connsiteY11" fmla="*/ 113452 h 162610"/>
                <a:gd name="connsiteX12" fmla="*/ 101297 w 116020"/>
                <a:gd name="connsiteY12" fmla="*/ 79796 h 162610"/>
                <a:gd name="connsiteX13" fmla="*/ 60849 w 116020"/>
                <a:gd name="connsiteY13" fmla="*/ 62791 h 162610"/>
                <a:gd name="connsiteX14" fmla="*/ 17209 w 116020"/>
                <a:gd name="connsiteY14" fmla="*/ 33740 h 162610"/>
                <a:gd name="connsiteX15" fmla="*/ 56947 w 116020"/>
                <a:gd name="connsiteY15" fmla="*/ 6816 h 162610"/>
                <a:gd name="connsiteX16" fmla="*/ 98458 w 116020"/>
                <a:gd name="connsiteY16" fmla="*/ 49683 h 162610"/>
                <a:gd name="connsiteX17" fmla="*/ 102716 w 116020"/>
                <a:gd name="connsiteY17" fmla="*/ 52871 h 162610"/>
                <a:gd name="connsiteX18" fmla="*/ 107328 w 116020"/>
                <a:gd name="connsiteY18" fmla="*/ 44369 h 162610"/>
                <a:gd name="connsiteX19" fmla="*/ 107328 w 116020"/>
                <a:gd name="connsiteY19" fmla="*/ 8587 h 162610"/>
                <a:gd name="connsiteX20" fmla="*/ 103426 w 116020"/>
                <a:gd name="connsiteY20" fmla="*/ 85 h 162610"/>
                <a:gd name="connsiteX21" fmla="*/ 96330 w 116020"/>
                <a:gd name="connsiteY21" fmla="*/ 4336 h 162610"/>
                <a:gd name="connsiteX22" fmla="*/ 90298 w 116020"/>
                <a:gd name="connsiteY22" fmla="*/ 10004 h 162610"/>
                <a:gd name="connsiteX23" fmla="*/ 56947 w 116020"/>
                <a:gd name="connsiteY23" fmla="*/ 85 h 162610"/>
                <a:gd name="connsiteX24" fmla="*/ 178 w 116020"/>
                <a:gd name="connsiteY24" fmla="*/ 43660 h 162610"/>
                <a:gd name="connsiteX25" fmla="*/ 15435 w 116020"/>
                <a:gd name="connsiteY25" fmla="*/ 73773 h 162610"/>
                <a:gd name="connsiteX26" fmla="*/ 62269 w 116020"/>
                <a:gd name="connsiteY26" fmla="*/ 9007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6020" h="162610">
                  <a:moveTo>
                    <a:pt x="62269" y="90070"/>
                  </a:moveTo>
                  <a:cubicBezTo>
                    <a:pt x="70074" y="91487"/>
                    <a:pt x="99168" y="97155"/>
                    <a:pt x="99168" y="122663"/>
                  </a:cubicBezTo>
                  <a:cubicBezTo>
                    <a:pt x="99168" y="140730"/>
                    <a:pt x="86750" y="154901"/>
                    <a:pt x="59075" y="154901"/>
                  </a:cubicBezTo>
                  <a:cubicBezTo>
                    <a:pt x="29272" y="154901"/>
                    <a:pt x="16499" y="134708"/>
                    <a:pt x="9758" y="104595"/>
                  </a:cubicBezTo>
                  <a:cubicBezTo>
                    <a:pt x="8693" y="99989"/>
                    <a:pt x="8339" y="98572"/>
                    <a:pt x="4791" y="98572"/>
                  </a:cubicBezTo>
                  <a:cubicBezTo>
                    <a:pt x="178" y="98572"/>
                    <a:pt x="178" y="101052"/>
                    <a:pt x="178" y="107429"/>
                  </a:cubicBezTo>
                  <a:lnTo>
                    <a:pt x="178" y="154193"/>
                  </a:lnTo>
                  <a:cubicBezTo>
                    <a:pt x="178" y="160215"/>
                    <a:pt x="178" y="162695"/>
                    <a:pt x="4081" y="162695"/>
                  </a:cubicBezTo>
                  <a:cubicBezTo>
                    <a:pt x="5855" y="162695"/>
                    <a:pt x="6210" y="162341"/>
                    <a:pt x="12951" y="155610"/>
                  </a:cubicBezTo>
                  <a:cubicBezTo>
                    <a:pt x="13661" y="154901"/>
                    <a:pt x="13661" y="154193"/>
                    <a:pt x="20047" y="147462"/>
                  </a:cubicBezTo>
                  <a:cubicBezTo>
                    <a:pt x="35658" y="162341"/>
                    <a:pt x="51624" y="162695"/>
                    <a:pt x="59075" y="162695"/>
                  </a:cubicBezTo>
                  <a:cubicBezTo>
                    <a:pt x="99878" y="162695"/>
                    <a:pt x="116198" y="138959"/>
                    <a:pt x="116198" y="113452"/>
                  </a:cubicBezTo>
                  <a:cubicBezTo>
                    <a:pt x="116198" y="94675"/>
                    <a:pt x="105554" y="84047"/>
                    <a:pt x="101297" y="79796"/>
                  </a:cubicBezTo>
                  <a:cubicBezTo>
                    <a:pt x="89588" y="68459"/>
                    <a:pt x="75751" y="65625"/>
                    <a:pt x="60849" y="62791"/>
                  </a:cubicBezTo>
                  <a:cubicBezTo>
                    <a:pt x="40980" y="58894"/>
                    <a:pt x="17209" y="54288"/>
                    <a:pt x="17209" y="33740"/>
                  </a:cubicBezTo>
                  <a:cubicBezTo>
                    <a:pt x="17209" y="21341"/>
                    <a:pt x="26434" y="6816"/>
                    <a:pt x="56947" y="6816"/>
                  </a:cubicBezTo>
                  <a:cubicBezTo>
                    <a:pt x="95975" y="6816"/>
                    <a:pt x="97749" y="38700"/>
                    <a:pt x="98458" y="49683"/>
                  </a:cubicBezTo>
                  <a:cubicBezTo>
                    <a:pt x="98813" y="52871"/>
                    <a:pt x="102006" y="52871"/>
                    <a:pt x="102716" y="52871"/>
                  </a:cubicBezTo>
                  <a:cubicBezTo>
                    <a:pt x="107328" y="52871"/>
                    <a:pt x="107328" y="51100"/>
                    <a:pt x="107328" y="44369"/>
                  </a:cubicBezTo>
                  <a:lnTo>
                    <a:pt x="107328" y="8587"/>
                  </a:lnTo>
                  <a:cubicBezTo>
                    <a:pt x="107328" y="2565"/>
                    <a:pt x="107328" y="85"/>
                    <a:pt x="103426" y="85"/>
                  </a:cubicBezTo>
                  <a:cubicBezTo>
                    <a:pt x="101652" y="85"/>
                    <a:pt x="100942" y="85"/>
                    <a:pt x="96330" y="4336"/>
                  </a:cubicBezTo>
                  <a:cubicBezTo>
                    <a:pt x="95265" y="5753"/>
                    <a:pt x="91717" y="8941"/>
                    <a:pt x="90298" y="10004"/>
                  </a:cubicBezTo>
                  <a:cubicBezTo>
                    <a:pt x="76815" y="85"/>
                    <a:pt x="62269" y="85"/>
                    <a:pt x="56947" y="85"/>
                  </a:cubicBezTo>
                  <a:cubicBezTo>
                    <a:pt x="13661" y="85"/>
                    <a:pt x="178" y="23821"/>
                    <a:pt x="178" y="43660"/>
                  </a:cubicBezTo>
                  <a:cubicBezTo>
                    <a:pt x="178" y="56060"/>
                    <a:pt x="5855" y="65979"/>
                    <a:pt x="15435" y="73773"/>
                  </a:cubicBezTo>
                  <a:cubicBezTo>
                    <a:pt x="26788" y="82984"/>
                    <a:pt x="36723" y="85110"/>
                    <a:pt x="62269" y="90070"/>
                  </a:cubicBez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CFF5E8-0423-1230-7C11-EA848F73917F}"/>
                </a:ext>
              </a:extLst>
            </p:cNvPr>
            <p:cNvSpPr/>
            <p:nvPr/>
          </p:nvSpPr>
          <p:spPr>
            <a:xfrm>
              <a:off x="9809384" y="7869102"/>
              <a:ext cx="135179" cy="162610"/>
            </a:xfrm>
            <a:custGeom>
              <a:avLst/>
              <a:gdLst>
                <a:gd name="connsiteX0" fmla="*/ 29631 w 135179"/>
                <a:gd name="connsiteY0" fmla="*/ 81567 h 162610"/>
                <a:gd name="connsiteX1" fmla="*/ 77529 w 135179"/>
                <a:gd name="connsiteY1" fmla="*/ 8941 h 162610"/>
                <a:gd name="connsiteX2" fmla="*/ 115493 w 135179"/>
                <a:gd name="connsiteY2" fmla="*/ 22050 h 162610"/>
                <a:gd name="connsiteX3" fmla="*/ 98817 w 135179"/>
                <a:gd name="connsiteY3" fmla="*/ 38346 h 162610"/>
                <a:gd name="connsiteX4" fmla="*/ 115138 w 135179"/>
                <a:gd name="connsiteY4" fmla="*/ 54643 h 162610"/>
                <a:gd name="connsiteX5" fmla="*/ 131459 w 135179"/>
                <a:gd name="connsiteY5" fmla="*/ 37992 h 162610"/>
                <a:gd name="connsiteX6" fmla="*/ 77174 w 135179"/>
                <a:gd name="connsiteY6" fmla="*/ 85 h 162610"/>
                <a:gd name="connsiteX7" fmla="*/ 182 w 135179"/>
                <a:gd name="connsiteY7" fmla="*/ 82276 h 162610"/>
                <a:gd name="connsiteX8" fmla="*/ 76464 w 135179"/>
                <a:gd name="connsiteY8" fmla="*/ 162695 h 162610"/>
                <a:gd name="connsiteX9" fmla="*/ 135362 w 135179"/>
                <a:gd name="connsiteY9" fmla="*/ 116640 h 162610"/>
                <a:gd name="connsiteX10" fmla="*/ 130749 w 135179"/>
                <a:gd name="connsiteY10" fmla="*/ 113097 h 162610"/>
                <a:gd name="connsiteX11" fmla="*/ 126137 w 135179"/>
                <a:gd name="connsiteY11" fmla="*/ 116640 h 162610"/>
                <a:gd name="connsiteX12" fmla="*/ 79658 w 135179"/>
                <a:gd name="connsiteY12" fmla="*/ 153839 h 162610"/>
                <a:gd name="connsiteX13" fmla="*/ 29631 w 135179"/>
                <a:gd name="connsiteY13" fmla="*/ 81567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5179" h="162610">
                  <a:moveTo>
                    <a:pt x="29631" y="81567"/>
                  </a:moveTo>
                  <a:cubicBezTo>
                    <a:pt x="29631" y="23821"/>
                    <a:pt x="58724" y="8941"/>
                    <a:pt x="77529" y="8941"/>
                  </a:cubicBezTo>
                  <a:cubicBezTo>
                    <a:pt x="80722" y="8941"/>
                    <a:pt x="103075" y="9296"/>
                    <a:pt x="115493" y="22050"/>
                  </a:cubicBezTo>
                  <a:cubicBezTo>
                    <a:pt x="100946" y="23112"/>
                    <a:pt x="98817" y="33740"/>
                    <a:pt x="98817" y="38346"/>
                  </a:cubicBezTo>
                  <a:cubicBezTo>
                    <a:pt x="98817" y="47557"/>
                    <a:pt x="105203" y="54643"/>
                    <a:pt x="115138" y="54643"/>
                  </a:cubicBezTo>
                  <a:cubicBezTo>
                    <a:pt x="124363" y="54643"/>
                    <a:pt x="131459" y="48620"/>
                    <a:pt x="131459" y="37992"/>
                  </a:cubicBezTo>
                  <a:cubicBezTo>
                    <a:pt x="131459" y="13901"/>
                    <a:pt x="104494" y="85"/>
                    <a:pt x="77174" y="85"/>
                  </a:cubicBezTo>
                  <a:cubicBezTo>
                    <a:pt x="32824" y="85"/>
                    <a:pt x="182" y="38346"/>
                    <a:pt x="182" y="82276"/>
                  </a:cubicBezTo>
                  <a:cubicBezTo>
                    <a:pt x="182" y="127622"/>
                    <a:pt x="35307" y="162695"/>
                    <a:pt x="76464" y="162695"/>
                  </a:cubicBezTo>
                  <a:cubicBezTo>
                    <a:pt x="124008" y="162695"/>
                    <a:pt x="135362" y="120183"/>
                    <a:pt x="135362" y="116640"/>
                  </a:cubicBezTo>
                  <a:cubicBezTo>
                    <a:pt x="135362" y="113097"/>
                    <a:pt x="131814" y="113097"/>
                    <a:pt x="130749" y="113097"/>
                  </a:cubicBezTo>
                  <a:cubicBezTo>
                    <a:pt x="127556" y="113097"/>
                    <a:pt x="126846" y="114514"/>
                    <a:pt x="126137" y="116640"/>
                  </a:cubicBezTo>
                  <a:cubicBezTo>
                    <a:pt x="115848" y="149587"/>
                    <a:pt x="92785" y="153839"/>
                    <a:pt x="79658" y="153839"/>
                  </a:cubicBezTo>
                  <a:cubicBezTo>
                    <a:pt x="60853" y="153839"/>
                    <a:pt x="29631" y="138605"/>
                    <a:pt x="29631" y="81567"/>
                  </a:cubicBez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F8EF59C-D100-6787-87DD-B105F655ED84}"/>
                </a:ext>
              </a:extLst>
            </p:cNvPr>
            <p:cNvSpPr/>
            <p:nvPr/>
          </p:nvSpPr>
          <p:spPr>
            <a:xfrm>
              <a:off x="9964945" y="7869102"/>
              <a:ext cx="157177" cy="162610"/>
            </a:xfrm>
            <a:custGeom>
              <a:avLst/>
              <a:gdLst>
                <a:gd name="connsiteX0" fmla="*/ 157364 w 157177"/>
                <a:gd name="connsiteY0" fmla="*/ 82984 h 162610"/>
                <a:gd name="connsiteX1" fmla="*/ 78953 w 157177"/>
                <a:gd name="connsiteY1" fmla="*/ 85 h 162610"/>
                <a:gd name="connsiteX2" fmla="*/ 187 w 157177"/>
                <a:gd name="connsiteY2" fmla="*/ 82984 h 162610"/>
                <a:gd name="connsiteX3" fmla="*/ 78598 w 157177"/>
                <a:gd name="connsiteY3" fmla="*/ 162695 h 162610"/>
                <a:gd name="connsiteX4" fmla="*/ 157364 w 157177"/>
                <a:gd name="connsiteY4" fmla="*/ 82984 h 162610"/>
                <a:gd name="connsiteX5" fmla="*/ 78953 w 157177"/>
                <a:gd name="connsiteY5" fmla="*/ 153839 h 162610"/>
                <a:gd name="connsiteX6" fmla="*/ 38505 w 157177"/>
                <a:gd name="connsiteY6" fmla="*/ 130102 h 162610"/>
                <a:gd name="connsiteX7" fmla="*/ 29635 w 157177"/>
                <a:gd name="connsiteY7" fmla="*/ 80150 h 162610"/>
                <a:gd name="connsiteX8" fmla="*/ 38150 w 157177"/>
                <a:gd name="connsiteY8" fmla="*/ 31615 h 162610"/>
                <a:gd name="connsiteX9" fmla="*/ 78598 w 157177"/>
                <a:gd name="connsiteY9" fmla="*/ 7879 h 162610"/>
                <a:gd name="connsiteX10" fmla="*/ 118690 w 157177"/>
                <a:gd name="connsiteY10" fmla="*/ 30906 h 162610"/>
                <a:gd name="connsiteX11" fmla="*/ 127915 w 157177"/>
                <a:gd name="connsiteY11" fmla="*/ 80150 h 162610"/>
                <a:gd name="connsiteX12" fmla="*/ 120110 w 157177"/>
                <a:gd name="connsiteY12" fmla="*/ 127622 h 162610"/>
                <a:gd name="connsiteX13" fmla="*/ 78953 w 157177"/>
                <a:gd name="connsiteY13" fmla="*/ 153839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7177" h="162610">
                  <a:moveTo>
                    <a:pt x="157364" y="82984"/>
                  </a:moveTo>
                  <a:cubicBezTo>
                    <a:pt x="157364" y="37637"/>
                    <a:pt x="121884" y="85"/>
                    <a:pt x="78953" y="85"/>
                  </a:cubicBezTo>
                  <a:cubicBezTo>
                    <a:pt x="34602" y="85"/>
                    <a:pt x="187" y="38700"/>
                    <a:pt x="187" y="82984"/>
                  </a:cubicBezTo>
                  <a:cubicBezTo>
                    <a:pt x="187" y="128685"/>
                    <a:pt x="37086" y="162695"/>
                    <a:pt x="78598" y="162695"/>
                  </a:cubicBezTo>
                  <a:cubicBezTo>
                    <a:pt x="121529" y="162695"/>
                    <a:pt x="157364" y="127977"/>
                    <a:pt x="157364" y="82984"/>
                  </a:cubicBezTo>
                  <a:close/>
                  <a:moveTo>
                    <a:pt x="78953" y="153839"/>
                  </a:moveTo>
                  <a:cubicBezTo>
                    <a:pt x="63696" y="153839"/>
                    <a:pt x="48085" y="146399"/>
                    <a:pt x="38505" y="130102"/>
                  </a:cubicBezTo>
                  <a:cubicBezTo>
                    <a:pt x="29635" y="114514"/>
                    <a:pt x="29635" y="92904"/>
                    <a:pt x="29635" y="80150"/>
                  </a:cubicBezTo>
                  <a:cubicBezTo>
                    <a:pt x="29635" y="66333"/>
                    <a:pt x="29635" y="47203"/>
                    <a:pt x="38150" y="31615"/>
                  </a:cubicBezTo>
                  <a:cubicBezTo>
                    <a:pt x="47730" y="15318"/>
                    <a:pt x="64406" y="7879"/>
                    <a:pt x="78598" y="7879"/>
                  </a:cubicBezTo>
                  <a:cubicBezTo>
                    <a:pt x="94209" y="7879"/>
                    <a:pt x="109466" y="15673"/>
                    <a:pt x="118690" y="30906"/>
                  </a:cubicBezTo>
                  <a:cubicBezTo>
                    <a:pt x="127915" y="46140"/>
                    <a:pt x="127915" y="66688"/>
                    <a:pt x="127915" y="80150"/>
                  </a:cubicBezTo>
                  <a:cubicBezTo>
                    <a:pt x="127915" y="92904"/>
                    <a:pt x="127915" y="112035"/>
                    <a:pt x="120110" y="127622"/>
                  </a:cubicBezTo>
                  <a:cubicBezTo>
                    <a:pt x="112304" y="143565"/>
                    <a:pt x="96693" y="153839"/>
                    <a:pt x="78953" y="153839"/>
                  </a:cubicBez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8115F13-3A89-B3C5-2C11-A81D6F8AD69B}"/>
                </a:ext>
              </a:extLst>
            </p:cNvPr>
            <p:cNvSpPr/>
            <p:nvPr/>
          </p:nvSpPr>
          <p:spPr>
            <a:xfrm>
              <a:off x="10142347" y="7871228"/>
              <a:ext cx="119213" cy="156588"/>
            </a:xfrm>
            <a:custGeom>
              <a:avLst/>
              <a:gdLst>
                <a:gd name="connsiteX0" fmla="*/ 49509 w 119213"/>
                <a:gd name="connsiteY0" fmla="*/ 39055 h 156588"/>
                <a:gd name="connsiteX1" fmla="*/ 49509 w 119213"/>
                <a:gd name="connsiteY1" fmla="*/ 85 h 156588"/>
                <a:gd name="connsiteX2" fmla="*/ 192 w 119213"/>
                <a:gd name="connsiteY2" fmla="*/ 3982 h 156588"/>
                <a:gd name="connsiteX3" fmla="*/ 192 w 119213"/>
                <a:gd name="connsiteY3" fmla="*/ 14964 h 156588"/>
                <a:gd name="connsiteX4" fmla="*/ 27866 w 119213"/>
                <a:gd name="connsiteY4" fmla="*/ 34803 h 156588"/>
                <a:gd name="connsiteX5" fmla="*/ 27866 w 119213"/>
                <a:gd name="connsiteY5" fmla="*/ 129748 h 156588"/>
                <a:gd name="connsiteX6" fmla="*/ 192 w 119213"/>
                <a:gd name="connsiteY6" fmla="*/ 145690 h 156588"/>
                <a:gd name="connsiteX7" fmla="*/ 192 w 119213"/>
                <a:gd name="connsiteY7" fmla="*/ 156673 h 156588"/>
                <a:gd name="connsiteX8" fmla="*/ 40639 w 119213"/>
                <a:gd name="connsiteY8" fmla="*/ 155610 h 156588"/>
                <a:gd name="connsiteX9" fmla="*/ 85699 w 119213"/>
                <a:gd name="connsiteY9" fmla="*/ 156673 h 156588"/>
                <a:gd name="connsiteX10" fmla="*/ 85699 w 119213"/>
                <a:gd name="connsiteY10" fmla="*/ 145690 h 156588"/>
                <a:gd name="connsiteX11" fmla="*/ 78248 w 119213"/>
                <a:gd name="connsiteY11" fmla="*/ 145690 h 156588"/>
                <a:gd name="connsiteX12" fmla="*/ 51283 w 119213"/>
                <a:gd name="connsiteY12" fmla="*/ 129040 h 156588"/>
                <a:gd name="connsiteX13" fmla="*/ 51283 w 119213"/>
                <a:gd name="connsiteY13" fmla="*/ 74482 h 156588"/>
                <a:gd name="connsiteX14" fmla="*/ 93150 w 119213"/>
                <a:gd name="connsiteY14" fmla="*/ 7879 h 156588"/>
                <a:gd name="connsiteX15" fmla="*/ 97052 w 119213"/>
                <a:gd name="connsiteY15" fmla="*/ 8233 h 156588"/>
                <a:gd name="connsiteX16" fmla="*/ 88892 w 119213"/>
                <a:gd name="connsiteY16" fmla="*/ 22050 h 156588"/>
                <a:gd name="connsiteX17" fmla="*/ 104148 w 119213"/>
                <a:gd name="connsiteY17" fmla="*/ 37283 h 156588"/>
                <a:gd name="connsiteX18" fmla="*/ 119405 w 119213"/>
                <a:gd name="connsiteY18" fmla="*/ 21695 h 156588"/>
                <a:gd name="connsiteX19" fmla="*/ 93150 w 119213"/>
                <a:gd name="connsiteY19" fmla="*/ 85 h 156588"/>
                <a:gd name="connsiteX20" fmla="*/ 49509 w 119213"/>
                <a:gd name="connsiteY20" fmla="*/ 39055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213" h="156588">
                  <a:moveTo>
                    <a:pt x="49509" y="39055"/>
                  </a:moveTo>
                  <a:lnTo>
                    <a:pt x="49509" y="85"/>
                  </a:lnTo>
                  <a:lnTo>
                    <a:pt x="192" y="3982"/>
                  </a:lnTo>
                  <a:lnTo>
                    <a:pt x="192" y="14964"/>
                  </a:lnTo>
                  <a:cubicBezTo>
                    <a:pt x="25028" y="14964"/>
                    <a:pt x="27866" y="17444"/>
                    <a:pt x="27866" y="34803"/>
                  </a:cubicBezTo>
                  <a:lnTo>
                    <a:pt x="27866" y="129748"/>
                  </a:lnTo>
                  <a:cubicBezTo>
                    <a:pt x="27866" y="145690"/>
                    <a:pt x="23963" y="145690"/>
                    <a:pt x="192" y="145690"/>
                  </a:cubicBezTo>
                  <a:lnTo>
                    <a:pt x="192" y="156673"/>
                  </a:lnTo>
                  <a:cubicBezTo>
                    <a:pt x="14029" y="156318"/>
                    <a:pt x="30704" y="155610"/>
                    <a:pt x="40639" y="155610"/>
                  </a:cubicBezTo>
                  <a:cubicBezTo>
                    <a:pt x="54831" y="155610"/>
                    <a:pt x="71507" y="155610"/>
                    <a:pt x="85699" y="156673"/>
                  </a:cubicBezTo>
                  <a:lnTo>
                    <a:pt x="85699" y="145690"/>
                  </a:lnTo>
                  <a:lnTo>
                    <a:pt x="78248" y="145690"/>
                  </a:lnTo>
                  <a:cubicBezTo>
                    <a:pt x="51993" y="145690"/>
                    <a:pt x="51283" y="141793"/>
                    <a:pt x="51283" y="129040"/>
                  </a:cubicBezTo>
                  <a:lnTo>
                    <a:pt x="51283" y="74482"/>
                  </a:lnTo>
                  <a:cubicBezTo>
                    <a:pt x="51283" y="39409"/>
                    <a:pt x="66185" y="7879"/>
                    <a:pt x="93150" y="7879"/>
                  </a:cubicBezTo>
                  <a:cubicBezTo>
                    <a:pt x="95633" y="7879"/>
                    <a:pt x="96343" y="7879"/>
                    <a:pt x="97052" y="8233"/>
                  </a:cubicBezTo>
                  <a:cubicBezTo>
                    <a:pt x="95988" y="8587"/>
                    <a:pt x="88892" y="12838"/>
                    <a:pt x="88892" y="22050"/>
                  </a:cubicBezTo>
                  <a:cubicBezTo>
                    <a:pt x="88892" y="31969"/>
                    <a:pt x="96343" y="37283"/>
                    <a:pt x="104148" y="37283"/>
                  </a:cubicBezTo>
                  <a:cubicBezTo>
                    <a:pt x="110535" y="37283"/>
                    <a:pt x="119405" y="33032"/>
                    <a:pt x="119405" y="21695"/>
                  </a:cubicBezTo>
                  <a:cubicBezTo>
                    <a:pt x="119405" y="10359"/>
                    <a:pt x="108406" y="85"/>
                    <a:pt x="93150" y="85"/>
                  </a:cubicBezTo>
                  <a:cubicBezTo>
                    <a:pt x="67249" y="85"/>
                    <a:pt x="54476" y="23821"/>
                    <a:pt x="49509" y="39055"/>
                  </a:cubicBez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33AC2BC-AE54-68E7-B902-7F39B009862C}"/>
                </a:ext>
              </a:extLst>
            </p:cNvPr>
            <p:cNvSpPr/>
            <p:nvPr/>
          </p:nvSpPr>
          <p:spPr>
            <a:xfrm>
              <a:off x="10281311" y="7869102"/>
              <a:ext cx="137308" cy="162610"/>
            </a:xfrm>
            <a:custGeom>
              <a:avLst/>
              <a:gdLst>
                <a:gd name="connsiteX0" fmla="*/ 29999 w 137308"/>
                <a:gd name="connsiteY0" fmla="*/ 69522 h 162610"/>
                <a:gd name="connsiteX1" fmla="*/ 73994 w 137308"/>
                <a:gd name="connsiteY1" fmla="*/ 7879 h 162610"/>
                <a:gd name="connsiteX2" fmla="*/ 114087 w 137308"/>
                <a:gd name="connsiteY2" fmla="*/ 69522 h 162610"/>
                <a:gd name="connsiteX3" fmla="*/ 29999 w 137308"/>
                <a:gd name="connsiteY3" fmla="*/ 69522 h 162610"/>
                <a:gd name="connsiteX4" fmla="*/ 29644 w 137308"/>
                <a:gd name="connsiteY4" fmla="*/ 76962 h 162610"/>
                <a:gd name="connsiteX5" fmla="*/ 128634 w 137308"/>
                <a:gd name="connsiteY5" fmla="*/ 76962 h 162610"/>
                <a:gd name="connsiteX6" fmla="*/ 137504 w 137308"/>
                <a:gd name="connsiteY6" fmla="*/ 69522 h 162610"/>
                <a:gd name="connsiteX7" fmla="*/ 73994 w 137308"/>
                <a:gd name="connsiteY7" fmla="*/ 85 h 162610"/>
                <a:gd name="connsiteX8" fmla="*/ 195 w 137308"/>
                <a:gd name="connsiteY8" fmla="*/ 80859 h 162610"/>
                <a:gd name="connsiteX9" fmla="*/ 78252 w 137308"/>
                <a:gd name="connsiteY9" fmla="*/ 162695 h 162610"/>
                <a:gd name="connsiteX10" fmla="*/ 137504 w 137308"/>
                <a:gd name="connsiteY10" fmla="*/ 116640 h 162610"/>
                <a:gd name="connsiteX11" fmla="*/ 132891 w 137308"/>
                <a:gd name="connsiteY11" fmla="*/ 112389 h 162610"/>
                <a:gd name="connsiteX12" fmla="*/ 128279 w 137308"/>
                <a:gd name="connsiteY12" fmla="*/ 117349 h 162610"/>
                <a:gd name="connsiteX13" fmla="*/ 80381 w 137308"/>
                <a:gd name="connsiteY13" fmla="*/ 153839 h 162610"/>
                <a:gd name="connsiteX14" fmla="*/ 40288 w 137308"/>
                <a:gd name="connsiteY14" fmla="*/ 130102 h 162610"/>
                <a:gd name="connsiteX15" fmla="*/ 29644 w 137308"/>
                <a:gd name="connsiteY15" fmla="*/ 76962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308" h="162610">
                  <a:moveTo>
                    <a:pt x="29999" y="69522"/>
                  </a:moveTo>
                  <a:cubicBezTo>
                    <a:pt x="32128" y="16735"/>
                    <a:pt x="61931" y="7879"/>
                    <a:pt x="73994" y="7879"/>
                  </a:cubicBezTo>
                  <a:cubicBezTo>
                    <a:pt x="110539" y="7879"/>
                    <a:pt x="114087" y="55705"/>
                    <a:pt x="114087" y="69522"/>
                  </a:cubicBezTo>
                  <a:lnTo>
                    <a:pt x="29999" y="69522"/>
                  </a:lnTo>
                  <a:close/>
                  <a:moveTo>
                    <a:pt x="29644" y="76962"/>
                  </a:moveTo>
                  <a:lnTo>
                    <a:pt x="128634" y="76962"/>
                  </a:lnTo>
                  <a:cubicBezTo>
                    <a:pt x="136439" y="76962"/>
                    <a:pt x="137504" y="76962"/>
                    <a:pt x="137504" y="69522"/>
                  </a:cubicBezTo>
                  <a:cubicBezTo>
                    <a:pt x="137504" y="34449"/>
                    <a:pt x="118344" y="85"/>
                    <a:pt x="73994" y="85"/>
                  </a:cubicBezTo>
                  <a:cubicBezTo>
                    <a:pt x="32837" y="85"/>
                    <a:pt x="195" y="36575"/>
                    <a:pt x="195" y="80859"/>
                  </a:cubicBezTo>
                  <a:cubicBezTo>
                    <a:pt x="195" y="128331"/>
                    <a:pt x="37450" y="162695"/>
                    <a:pt x="78252" y="162695"/>
                  </a:cubicBezTo>
                  <a:cubicBezTo>
                    <a:pt x="121538" y="162695"/>
                    <a:pt x="137504" y="123371"/>
                    <a:pt x="137504" y="116640"/>
                  </a:cubicBezTo>
                  <a:cubicBezTo>
                    <a:pt x="137504" y="113097"/>
                    <a:pt x="134665" y="112389"/>
                    <a:pt x="132891" y="112389"/>
                  </a:cubicBezTo>
                  <a:cubicBezTo>
                    <a:pt x="129698" y="112389"/>
                    <a:pt x="128988" y="114514"/>
                    <a:pt x="128279" y="117349"/>
                  </a:cubicBezTo>
                  <a:cubicBezTo>
                    <a:pt x="115861" y="153839"/>
                    <a:pt x="83929" y="153839"/>
                    <a:pt x="80381" y="153839"/>
                  </a:cubicBezTo>
                  <a:cubicBezTo>
                    <a:pt x="62641" y="153839"/>
                    <a:pt x="48448" y="143210"/>
                    <a:pt x="40288" y="130102"/>
                  </a:cubicBezTo>
                  <a:cubicBezTo>
                    <a:pt x="29644" y="113097"/>
                    <a:pt x="29644" y="89715"/>
                    <a:pt x="29644" y="76962"/>
                  </a:cubicBez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BEB1495-D1CC-720B-6E28-C41F1C010DD1}"/>
                </a:ext>
              </a:extLst>
            </p:cNvPr>
            <p:cNvSpPr/>
            <p:nvPr/>
          </p:nvSpPr>
          <p:spPr>
            <a:xfrm>
              <a:off x="10444463" y="7908851"/>
              <a:ext cx="55632" cy="174584"/>
            </a:xfrm>
            <a:custGeom>
              <a:avLst/>
              <a:gdLst>
                <a:gd name="connsiteX0" fmla="*/ 54839 w 55632"/>
                <a:gd name="connsiteY0" fmla="*/ 7526 h 174584"/>
                <a:gd name="connsiteX1" fmla="*/ 55833 w 55632"/>
                <a:gd name="connsiteY1" fmla="*/ 3558 h 174584"/>
                <a:gd name="connsiteX2" fmla="*/ 51859 w 55632"/>
                <a:gd name="connsiteY2" fmla="*/ 86 h 174584"/>
                <a:gd name="connsiteX3" fmla="*/ 20069 w 55632"/>
                <a:gd name="connsiteY3" fmla="*/ 2566 h 174584"/>
                <a:gd name="connsiteX4" fmla="*/ 14853 w 55632"/>
                <a:gd name="connsiteY4" fmla="*/ 8270 h 174584"/>
                <a:gd name="connsiteX5" fmla="*/ 21062 w 55632"/>
                <a:gd name="connsiteY5" fmla="*/ 11742 h 174584"/>
                <a:gd name="connsiteX6" fmla="*/ 32984 w 55632"/>
                <a:gd name="connsiteY6" fmla="*/ 15462 h 174584"/>
                <a:gd name="connsiteX7" fmla="*/ 31990 w 55632"/>
                <a:gd name="connsiteY7" fmla="*/ 20917 h 174584"/>
                <a:gd name="connsiteX8" fmla="*/ 1193 w 55632"/>
                <a:gd name="connsiteY8" fmla="*/ 143424 h 174584"/>
                <a:gd name="connsiteX9" fmla="*/ 200 w 55632"/>
                <a:gd name="connsiteY9" fmla="*/ 151112 h 174584"/>
                <a:gd name="connsiteX10" fmla="*/ 26278 w 55632"/>
                <a:gd name="connsiteY10" fmla="*/ 174671 h 174584"/>
                <a:gd name="connsiteX11" fmla="*/ 46147 w 55632"/>
                <a:gd name="connsiteY11" fmla="*/ 161528 h 174584"/>
                <a:gd name="connsiteX12" fmla="*/ 54839 w 55632"/>
                <a:gd name="connsiteY12" fmla="*/ 136729 h 174584"/>
                <a:gd name="connsiteX13" fmla="*/ 50866 w 55632"/>
                <a:gd name="connsiteY13" fmla="*/ 133505 h 174584"/>
                <a:gd name="connsiteX14" fmla="*/ 45898 w 55632"/>
                <a:gd name="connsiteY14" fmla="*/ 139457 h 174584"/>
                <a:gd name="connsiteX15" fmla="*/ 27271 w 55632"/>
                <a:gd name="connsiteY15" fmla="*/ 167727 h 174584"/>
                <a:gd name="connsiteX16" fmla="*/ 18827 w 55632"/>
                <a:gd name="connsiteY16" fmla="*/ 155576 h 174584"/>
                <a:gd name="connsiteX17" fmla="*/ 20317 w 55632"/>
                <a:gd name="connsiteY17" fmla="*/ 145408 h 174584"/>
                <a:gd name="connsiteX18" fmla="*/ 54839 w 55632"/>
                <a:gd name="connsiteY18" fmla="*/ 7526 h 174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5632" h="174584">
                  <a:moveTo>
                    <a:pt x="54839" y="7526"/>
                  </a:moveTo>
                  <a:cubicBezTo>
                    <a:pt x="55088" y="7030"/>
                    <a:pt x="55833" y="3806"/>
                    <a:pt x="55833" y="3558"/>
                  </a:cubicBezTo>
                  <a:cubicBezTo>
                    <a:pt x="55833" y="2318"/>
                    <a:pt x="54839" y="86"/>
                    <a:pt x="51859" y="86"/>
                  </a:cubicBezTo>
                  <a:cubicBezTo>
                    <a:pt x="46892" y="86"/>
                    <a:pt x="26278" y="2070"/>
                    <a:pt x="20069" y="2566"/>
                  </a:cubicBezTo>
                  <a:cubicBezTo>
                    <a:pt x="18330" y="2814"/>
                    <a:pt x="14853" y="3062"/>
                    <a:pt x="14853" y="8270"/>
                  </a:cubicBezTo>
                  <a:cubicBezTo>
                    <a:pt x="14853" y="11742"/>
                    <a:pt x="18330" y="11742"/>
                    <a:pt x="21062" y="11742"/>
                  </a:cubicBezTo>
                  <a:cubicBezTo>
                    <a:pt x="32984" y="11742"/>
                    <a:pt x="32984" y="13478"/>
                    <a:pt x="32984" y="15462"/>
                  </a:cubicBezTo>
                  <a:cubicBezTo>
                    <a:pt x="32984" y="17198"/>
                    <a:pt x="32487" y="18685"/>
                    <a:pt x="31990" y="20917"/>
                  </a:cubicBezTo>
                  <a:lnTo>
                    <a:pt x="1193" y="143424"/>
                  </a:lnTo>
                  <a:cubicBezTo>
                    <a:pt x="448" y="145904"/>
                    <a:pt x="200" y="148632"/>
                    <a:pt x="200" y="151112"/>
                  </a:cubicBezTo>
                  <a:cubicBezTo>
                    <a:pt x="200" y="166983"/>
                    <a:pt x="14356" y="174671"/>
                    <a:pt x="26278" y="174671"/>
                  </a:cubicBezTo>
                  <a:cubicBezTo>
                    <a:pt x="32238" y="174671"/>
                    <a:pt x="39689" y="172687"/>
                    <a:pt x="46147" y="161528"/>
                  </a:cubicBezTo>
                  <a:cubicBezTo>
                    <a:pt x="51362" y="152352"/>
                    <a:pt x="54839" y="137721"/>
                    <a:pt x="54839" y="136729"/>
                  </a:cubicBezTo>
                  <a:cubicBezTo>
                    <a:pt x="54839" y="133505"/>
                    <a:pt x="51611" y="133505"/>
                    <a:pt x="50866" y="133505"/>
                  </a:cubicBezTo>
                  <a:cubicBezTo>
                    <a:pt x="47388" y="133505"/>
                    <a:pt x="46892" y="134993"/>
                    <a:pt x="45898" y="139457"/>
                  </a:cubicBezTo>
                  <a:cubicBezTo>
                    <a:pt x="42670" y="151856"/>
                    <a:pt x="37951" y="167727"/>
                    <a:pt x="27271" y="167727"/>
                  </a:cubicBezTo>
                  <a:cubicBezTo>
                    <a:pt x="20565" y="167727"/>
                    <a:pt x="18827" y="161528"/>
                    <a:pt x="18827" y="155576"/>
                  </a:cubicBezTo>
                  <a:cubicBezTo>
                    <a:pt x="18827" y="152848"/>
                    <a:pt x="19572" y="148136"/>
                    <a:pt x="20317" y="145408"/>
                  </a:cubicBezTo>
                  <a:lnTo>
                    <a:pt x="54839" y="7526"/>
                  </a:ln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2CAC012-ECF4-C86D-6103-957B681E52E0}"/>
                </a:ext>
              </a:extLst>
            </p:cNvPr>
            <p:cNvSpPr/>
            <p:nvPr/>
          </p:nvSpPr>
          <p:spPr>
            <a:xfrm>
              <a:off x="10548047" y="8052437"/>
              <a:ext cx="31541" cy="76380"/>
            </a:xfrm>
            <a:custGeom>
              <a:avLst/>
              <a:gdLst>
                <a:gd name="connsiteX0" fmla="*/ 24790 w 31541"/>
                <a:gd name="connsiteY0" fmla="*/ 24637 h 76380"/>
                <a:gd name="connsiteX1" fmla="*/ 5418 w 31541"/>
                <a:gd name="connsiteY1" fmla="*/ 70019 h 76380"/>
                <a:gd name="connsiteX2" fmla="*/ 3679 w 31541"/>
                <a:gd name="connsiteY2" fmla="*/ 72995 h 76380"/>
                <a:gd name="connsiteX3" fmla="*/ 7157 w 31541"/>
                <a:gd name="connsiteY3" fmla="*/ 76467 h 76380"/>
                <a:gd name="connsiteX4" fmla="*/ 31744 w 31541"/>
                <a:gd name="connsiteY4" fmla="*/ 27117 h 76380"/>
                <a:gd name="connsiteX5" fmla="*/ 14359 w 31541"/>
                <a:gd name="connsiteY5" fmla="*/ 86 h 76380"/>
                <a:gd name="connsiteX6" fmla="*/ 202 w 31541"/>
                <a:gd name="connsiteY6" fmla="*/ 14222 h 76380"/>
                <a:gd name="connsiteX7" fmla="*/ 14607 w 31541"/>
                <a:gd name="connsiteY7" fmla="*/ 28605 h 76380"/>
                <a:gd name="connsiteX8" fmla="*/ 24790 w 31541"/>
                <a:gd name="connsiteY8" fmla="*/ 24637 h 76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541" h="76380">
                  <a:moveTo>
                    <a:pt x="24790" y="24637"/>
                  </a:moveTo>
                  <a:cubicBezTo>
                    <a:pt x="24790" y="38277"/>
                    <a:pt x="22307" y="54148"/>
                    <a:pt x="5418" y="70019"/>
                  </a:cubicBezTo>
                  <a:cubicBezTo>
                    <a:pt x="4425" y="71011"/>
                    <a:pt x="3679" y="71755"/>
                    <a:pt x="3679" y="72995"/>
                  </a:cubicBezTo>
                  <a:cubicBezTo>
                    <a:pt x="3679" y="74731"/>
                    <a:pt x="5666" y="76467"/>
                    <a:pt x="7157" y="76467"/>
                  </a:cubicBezTo>
                  <a:cubicBezTo>
                    <a:pt x="10634" y="76467"/>
                    <a:pt x="31744" y="56628"/>
                    <a:pt x="31744" y="27117"/>
                  </a:cubicBezTo>
                  <a:cubicBezTo>
                    <a:pt x="31744" y="11742"/>
                    <a:pt x="25784" y="86"/>
                    <a:pt x="14359" y="86"/>
                  </a:cubicBezTo>
                  <a:cubicBezTo>
                    <a:pt x="6163" y="86"/>
                    <a:pt x="202" y="6534"/>
                    <a:pt x="202" y="14222"/>
                  </a:cubicBezTo>
                  <a:cubicBezTo>
                    <a:pt x="202" y="22157"/>
                    <a:pt x="5915" y="28605"/>
                    <a:pt x="14607" y="28605"/>
                  </a:cubicBezTo>
                  <a:cubicBezTo>
                    <a:pt x="20568" y="28605"/>
                    <a:pt x="24542" y="24637"/>
                    <a:pt x="24790" y="24637"/>
                  </a:cubicBez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2D81CC5-C084-175A-3901-F06C5DEDFEF1}"/>
                </a:ext>
              </a:extLst>
            </p:cNvPr>
            <p:cNvSpPr/>
            <p:nvPr/>
          </p:nvSpPr>
          <p:spPr>
            <a:xfrm>
              <a:off x="10616169" y="7971593"/>
              <a:ext cx="115488" cy="111843"/>
            </a:xfrm>
            <a:custGeom>
              <a:avLst/>
              <a:gdLst>
                <a:gd name="connsiteX0" fmla="*/ 46897 w 115488"/>
                <a:gd name="connsiteY0" fmla="*/ 59356 h 111843"/>
                <a:gd name="connsiteX1" fmla="*/ 53354 w 115488"/>
                <a:gd name="connsiteY1" fmla="*/ 34309 h 111843"/>
                <a:gd name="connsiteX2" fmla="*/ 69001 w 115488"/>
                <a:gd name="connsiteY2" fmla="*/ 13974 h 111843"/>
                <a:gd name="connsiteX3" fmla="*/ 89118 w 115488"/>
                <a:gd name="connsiteY3" fmla="*/ 7030 h 111843"/>
                <a:gd name="connsiteX4" fmla="*/ 102778 w 115488"/>
                <a:gd name="connsiteY4" fmla="*/ 10502 h 111843"/>
                <a:gd name="connsiteX5" fmla="*/ 91850 w 115488"/>
                <a:gd name="connsiteY5" fmla="*/ 24141 h 111843"/>
                <a:gd name="connsiteX6" fmla="*/ 101785 w 115488"/>
                <a:gd name="connsiteY6" fmla="*/ 33317 h 111843"/>
                <a:gd name="connsiteX7" fmla="*/ 115693 w 115488"/>
                <a:gd name="connsiteY7" fmla="*/ 18189 h 111843"/>
                <a:gd name="connsiteX8" fmla="*/ 89366 w 115488"/>
                <a:gd name="connsiteY8" fmla="*/ 86 h 111843"/>
                <a:gd name="connsiteX9" fmla="*/ 54348 w 115488"/>
                <a:gd name="connsiteY9" fmla="*/ 17693 h 111843"/>
                <a:gd name="connsiteX10" fmla="*/ 28766 w 115488"/>
                <a:gd name="connsiteY10" fmla="*/ 86 h 111843"/>
                <a:gd name="connsiteX11" fmla="*/ 9394 w 115488"/>
                <a:gd name="connsiteY11" fmla="*/ 12734 h 111843"/>
                <a:gd name="connsiteX12" fmla="*/ 205 w 115488"/>
                <a:gd name="connsiteY12" fmla="*/ 38029 h 111843"/>
                <a:gd name="connsiteX13" fmla="*/ 4427 w 115488"/>
                <a:gd name="connsiteY13" fmla="*/ 41253 h 111843"/>
                <a:gd name="connsiteX14" fmla="*/ 9891 w 115488"/>
                <a:gd name="connsiteY14" fmla="*/ 33813 h 111843"/>
                <a:gd name="connsiteX15" fmla="*/ 28021 w 115488"/>
                <a:gd name="connsiteY15" fmla="*/ 7030 h 111843"/>
                <a:gd name="connsiteX16" fmla="*/ 36217 w 115488"/>
                <a:gd name="connsiteY16" fmla="*/ 19181 h 111843"/>
                <a:gd name="connsiteX17" fmla="*/ 32243 w 115488"/>
                <a:gd name="connsiteY17" fmla="*/ 39765 h 111843"/>
                <a:gd name="connsiteX18" fmla="*/ 26779 w 115488"/>
                <a:gd name="connsiteY18" fmla="*/ 62084 h 111843"/>
                <a:gd name="connsiteX19" fmla="*/ 18832 w 115488"/>
                <a:gd name="connsiteY19" fmla="*/ 93826 h 111843"/>
                <a:gd name="connsiteX20" fmla="*/ 16348 w 115488"/>
                <a:gd name="connsiteY20" fmla="*/ 103994 h 111843"/>
                <a:gd name="connsiteX21" fmla="*/ 24793 w 115488"/>
                <a:gd name="connsiteY21" fmla="*/ 111930 h 111843"/>
                <a:gd name="connsiteX22" fmla="*/ 35472 w 115488"/>
                <a:gd name="connsiteY22" fmla="*/ 104738 h 111843"/>
                <a:gd name="connsiteX23" fmla="*/ 40191 w 115488"/>
                <a:gd name="connsiteY23" fmla="*/ 86139 h 111843"/>
                <a:gd name="connsiteX24" fmla="*/ 46897 w 115488"/>
                <a:gd name="connsiteY24" fmla="*/ 59356 h 111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5488" h="111843">
                  <a:moveTo>
                    <a:pt x="46897" y="59356"/>
                  </a:moveTo>
                  <a:cubicBezTo>
                    <a:pt x="47145" y="57868"/>
                    <a:pt x="52857" y="35549"/>
                    <a:pt x="53354" y="34309"/>
                  </a:cubicBezTo>
                  <a:cubicBezTo>
                    <a:pt x="53851" y="32325"/>
                    <a:pt x="61053" y="19925"/>
                    <a:pt x="69001" y="13974"/>
                  </a:cubicBezTo>
                  <a:cubicBezTo>
                    <a:pt x="71733" y="11990"/>
                    <a:pt x="78439" y="7030"/>
                    <a:pt x="89118" y="7030"/>
                  </a:cubicBezTo>
                  <a:cubicBezTo>
                    <a:pt x="91602" y="7030"/>
                    <a:pt x="97811" y="7278"/>
                    <a:pt x="102778" y="10502"/>
                  </a:cubicBezTo>
                  <a:cubicBezTo>
                    <a:pt x="94830" y="12734"/>
                    <a:pt x="91850" y="19677"/>
                    <a:pt x="91850" y="24141"/>
                  </a:cubicBezTo>
                  <a:cubicBezTo>
                    <a:pt x="91850" y="29597"/>
                    <a:pt x="96072" y="33317"/>
                    <a:pt x="101785" y="33317"/>
                  </a:cubicBezTo>
                  <a:cubicBezTo>
                    <a:pt x="107497" y="33317"/>
                    <a:pt x="115693" y="28605"/>
                    <a:pt x="115693" y="18189"/>
                  </a:cubicBezTo>
                  <a:cubicBezTo>
                    <a:pt x="115693" y="5294"/>
                    <a:pt x="102033" y="86"/>
                    <a:pt x="89366" y="86"/>
                  </a:cubicBezTo>
                  <a:cubicBezTo>
                    <a:pt x="76452" y="86"/>
                    <a:pt x="65275" y="5294"/>
                    <a:pt x="54348" y="17693"/>
                  </a:cubicBezTo>
                  <a:cubicBezTo>
                    <a:pt x="49877" y="2566"/>
                    <a:pt x="34727" y="86"/>
                    <a:pt x="28766" y="86"/>
                  </a:cubicBezTo>
                  <a:cubicBezTo>
                    <a:pt x="19577" y="86"/>
                    <a:pt x="13368" y="5790"/>
                    <a:pt x="9394" y="12734"/>
                  </a:cubicBezTo>
                  <a:cubicBezTo>
                    <a:pt x="3682" y="22405"/>
                    <a:pt x="205" y="36789"/>
                    <a:pt x="205" y="38029"/>
                  </a:cubicBezTo>
                  <a:cubicBezTo>
                    <a:pt x="205" y="41253"/>
                    <a:pt x="3682" y="41253"/>
                    <a:pt x="4427" y="41253"/>
                  </a:cubicBezTo>
                  <a:cubicBezTo>
                    <a:pt x="7904" y="41253"/>
                    <a:pt x="8152" y="40509"/>
                    <a:pt x="9891" y="33813"/>
                  </a:cubicBezTo>
                  <a:cubicBezTo>
                    <a:pt x="13616" y="18685"/>
                    <a:pt x="18335" y="7030"/>
                    <a:pt x="28021" y="7030"/>
                  </a:cubicBezTo>
                  <a:cubicBezTo>
                    <a:pt x="34479" y="7030"/>
                    <a:pt x="36217" y="12486"/>
                    <a:pt x="36217" y="19181"/>
                  </a:cubicBezTo>
                  <a:cubicBezTo>
                    <a:pt x="36217" y="23893"/>
                    <a:pt x="33982" y="33069"/>
                    <a:pt x="32243" y="39765"/>
                  </a:cubicBezTo>
                  <a:cubicBezTo>
                    <a:pt x="30505" y="46460"/>
                    <a:pt x="28021" y="56628"/>
                    <a:pt x="26779" y="62084"/>
                  </a:cubicBezTo>
                  <a:lnTo>
                    <a:pt x="18832" y="93826"/>
                  </a:lnTo>
                  <a:cubicBezTo>
                    <a:pt x="17838" y="97050"/>
                    <a:pt x="16348" y="103250"/>
                    <a:pt x="16348" y="103994"/>
                  </a:cubicBezTo>
                  <a:cubicBezTo>
                    <a:pt x="16348" y="109450"/>
                    <a:pt x="20819" y="111930"/>
                    <a:pt x="24793" y="111930"/>
                  </a:cubicBezTo>
                  <a:cubicBezTo>
                    <a:pt x="28518" y="111930"/>
                    <a:pt x="33485" y="109698"/>
                    <a:pt x="35472" y="104738"/>
                  </a:cubicBezTo>
                  <a:cubicBezTo>
                    <a:pt x="35969" y="103250"/>
                    <a:pt x="38701" y="92338"/>
                    <a:pt x="40191" y="86139"/>
                  </a:cubicBezTo>
                  <a:lnTo>
                    <a:pt x="46897" y="59356"/>
                  </a:ln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1F6A03A-1D23-8DA1-F8FA-389A24CF7B57}"/>
                </a:ext>
              </a:extLst>
            </p:cNvPr>
            <p:cNvSpPr/>
            <p:nvPr/>
          </p:nvSpPr>
          <p:spPr>
            <a:xfrm>
              <a:off x="10860322" y="7821276"/>
              <a:ext cx="235943" cy="235944"/>
            </a:xfrm>
            <a:custGeom>
              <a:avLst/>
              <a:gdLst>
                <a:gd name="connsiteX0" fmla="*/ 125456 w 235943"/>
                <a:gd name="connsiteY0" fmla="*/ 125143 h 235944"/>
                <a:gd name="connsiteX1" fmla="*/ 224446 w 235943"/>
                <a:gd name="connsiteY1" fmla="*/ 125143 h 235944"/>
                <a:gd name="connsiteX2" fmla="*/ 236155 w 235943"/>
                <a:gd name="connsiteY2" fmla="*/ 118057 h 235944"/>
                <a:gd name="connsiteX3" fmla="*/ 224446 w 235943"/>
                <a:gd name="connsiteY3" fmla="*/ 110972 h 235944"/>
                <a:gd name="connsiteX4" fmla="*/ 125456 w 235943"/>
                <a:gd name="connsiteY4" fmla="*/ 110972 h 235944"/>
                <a:gd name="connsiteX5" fmla="*/ 125456 w 235943"/>
                <a:gd name="connsiteY5" fmla="*/ 11776 h 235944"/>
                <a:gd name="connsiteX6" fmla="*/ 118360 w 235943"/>
                <a:gd name="connsiteY6" fmla="*/ 85 h 235944"/>
                <a:gd name="connsiteX7" fmla="*/ 111264 w 235943"/>
                <a:gd name="connsiteY7" fmla="*/ 11776 h 235944"/>
                <a:gd name="connsiteX8" fmla="*/ 111264 w 235943"/>
                <a:gd name="connsiteY8" fmla="*/ 110972 h 235944"/>
                <a:gd name="connsiteX9" fmla="*/ 11920 w 235943"/>
                <a:gd name="connsiteY9" fmla="*/ 110972 h 235944"/>
                <a:gd name="connsiteX10" fmla="*/ 211 w 235943"/>
                <a:gd name="connsiteY10" fmla="*/ 118057 h 235944"/>
                <a:gd name="connsiteX11" fmla="*/ 11920 w 235943"/>
                <a:gd name="connsiteY11" fmla="*/ 125143 h 235944"/>
                <a:gd name="connsiteX12" fmla="*/ 111264 w 235943"/>
                <a:gd name="connsiteY12" fmla="*/ 125143 h 235944"/>
                <a:gd name="connsiteX13" fmla="*/ 111264 w 235943"/>
                <a:gd name="connsiteY13" fmla="*/ 224339 h 235944"/>
                <a:gd name="connsiteX14" fmla="*/ 118360 w 235943"/>
                <a:gd name="connsiteY14" fmla="*/ 236029 h 235944"/>
                <a:gd name="connsiteX15" fmla="*/ 125456 w 235943"/>
                <a:gd name="connsiteY15" fmla="*/ 224339 h 235944"/>
                <a:gd name="connsiteX16" fmla="*/ 125456 w 235943"/>
                <a:gd name="connsiteY16" fmla="*/ 125143 h 2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943" h="235944">
                  <a:moveTo>
                    <a:pt x="125456" y="125143"/>
                  </a:moveTo>
                  <a:lnTo>
                    <a:pt x="224446" y="125143"/>
                  </a:lnTo>
                  <a:cubicBezTo>
                    <a:pt x="229413" y="125143"/>
                    <a:pt x="236155" y="125143"/>
                    <a:pt x="236155" y="118057"/>
                  </a:cubicBezTo>
                  <a:cubicBezTo>
                    <a:pt x="236155" y="110972"/>
                    <a:pt x="229413" y="110972"/>
                    <a:pt x="224446" y="110972"/>
                  </a:cubicBezTo>
                  <a:lnTo>
                    <a:pt x="125456" y="110972"/>
                  </a:lnTo>
                  <a:lnTo>
                    <a:pt x="125456" y="11776"/>
                  </a:lnTo>
                  <a:cubicBezTo>
                    <a:pt x="125456" y="6816"/>
                    <a:pt x="125456" y="85"/>
                    <a:pt x="118360" y="85"/>
                  </a:cubicBezTo>
                  <a:cubicBezTo>
                    <a:pt x="111264" y="85"/>
                    <a:pt x="111264" y="6816"/>
                    <a:pt x="111264" y="11776"/>
                  </a:cubicBezTo>
                  <a:lnTo>
                    <a:pt x="111264" y="110972"/>
                  </a:lnTo>
                  <a:lnTo>
                    <a:pt x="11920" y="110972"/>
                  </a:lnTo>
                  <a:cubicBezTo>
                    <a:pt x="6953" y="110972"/>
                    <a:pt x="211" y="110972"/>
                    <a:pt x="211" y="118057"/>
                  </a:cubicBezTo>
                  <a:cubicBezTo>
                    <a:pt x="211" y="125143"/>
                    <a:pt x="6953" y="125143"/>
                    <a:pt x="11920" y="125143"/>
                  </a:cubicBezTo>
                  <a:lnTo>
                    <a:pt x="111264" y="125143"/>
                  </a:lnTo>
                  <a:lnTo>
                    <a:pt x="111264" y="224339"/>
                  </a:lnTo>
                  <a:cubicBezTo>
                    <a:pt x="111264" y="229298"/>
                    <a:pt x="111264" y="236029"/>
                    <a:pt x="118360" y="236029"/>
                  </a:cubicBezTo>
                  <a:cubicBezTo>
                    <a:pt x="125456" y="236029"/>
                    <a:pt x="125456" y="229298"/>
                    <a:pt x="125456" y="224339"/>
                  </a:cubicBezTo>
                  <a:lnTo>
                    <a:pt x="125456" y="125143"/>
                  </a:ln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C8D4594-3471-98F3-A646-1C07C8535955}"/>
                </a:ext>
              </a:extLst>
            </p:cNvPr>
            <p:cNvSpPr/>
            <p:nvPr/>
          </p:nvSpPr>
          <p:spPr>
            <a:xfrm>
              <a:off x="11339352" y="7871228"/>
              <a:ext cx="277100" cy="156588"/>
            </a:xfrm>
            <a:custGeom>
              <a:avLst/>
              <a:gdLst>
                <a:gd name="connsiteX0" fmla="*/ 27900 w 277100"/>
                <a:gd name="connsiteY0" fmla="*/ 34803 h 156588"/>
                <a:gd name="connsiteX1" fmla="*/ 27900 w 277100"/>
                <a:gd name="connsiteY1" fmla="*/ 129748 h 156588"/>
                <a:gd name="connsiteX2" fmla="*/ 225 w 277100"/>
                <a:gd name="connsiteY2" fmla="*/ 145690 h 156588"/>
                <a:gd name="connsiteX3" fmla="*/ 225 w 277100"/>
                <a:gd name="connsiteY3" fmla="*/ 156673 h 156588"/>
                <a:gd name="connsiteX4" fmla="*/ 40318 w 277100"/>
                <a:gd name="connsiteY4" fmla="*/ 155610 h 156588"/>
                <a:gd name="connsiteX5" fmla="*/ 80056 w 277100"/>
                <a:gd name="connsiteY5" fmla="*/ 156673 h 156588"/>
                <a:gd name="connsiteX6" fmla="*/ 80056 w 277100"/>
                <a:gd name="connsiteY6" fmla="*/ 145690 h 156588"/>
                <a:gd name="connsiteX7" fmla="*/ 52381 w 277100"/>
                <a:gd name="connsiteY7" fmla="*/ 129748 h 156588"/>
                <a:gd name="connsiteX8" fmla="*/ 52381 w 277100"/>
                <a:gd name="connsiteY8" fmla="*/ 64562 h 156588"/>
                <a:gd name="connsiteX9" fmla="*/ 100279 w 277100"/>
                <a:gd name="connsiteY9" fmla="*/ 7879 h 156588"/>
                <a:gd name="connsiteX10" fmla="*/ 126535 w 277100"/>
                <a:gd name="connsiteY10" fmla="*/ 47203 h 156588"/>
                <a:gd name="connsiteX11" fmla="*/ 126535 w 277100"/>
                <a:gd name="connsiteY11" fmla="*/ 129748 h 156588"/>
                <a:gd name="connsiteX12" fmla="*/ 98860 w 277100"/>
                <a:gd name="connsiteY12" fmla="*/ 145690 h 156588"/>
                <a:gd name="connsiteX13" fmla="*/ 98860 w 277100"/>
                <a:gd name="connsiteY13" fmla="*/ 156673 h 156588"/>
                <a:gd name="connsiteX14" fmla="*/ 138953 w 277100"/>
                <a:gd name="connsiteY14" fmla="*/ 155610 h 156588"/>
                <a:gd name="connsiteX15" fmla="*/ 178690 w 277100"/>
                <a:gd name="connsiteY15" fmla="*/ 156673 h 156588"/>
                <a:gd name="connsiteX16" fmla="*/ 178690 w 277100"/>
                <a:gd name="connsiteY16" fmla="*/ 145690 h 156588"/>
                <a:gd name="connsiteX17" fmla="*/ 151016 w 277100"/>
                <a:gd name="connsiteY17" fmla="*/ 129748 h 156588"/>
                <a:gd name="connsiteX18" fmla="*/ 151016 w 277100"/>
                <a:gd name="connsiteY18" fmla="*/ 64562 h 156588"/>
                <a:gd name="connsiteX19" fmla="*/ 198914 w 277100"/>
                <a:gd name="connsiteY19" fmla="*/ 7879 h 156588"/>
                <a:gd name="connsiteX20" fmla="*/ 225170 w 277100"/>
                <a:gd name="connsiteY20" fmla="*/ 47203 h 156588"/>
                <a:gd name="connsiteX21" fmla="*/ 225170 w 277100"/>
                <a:gd name="connsiteY21" fmla="*/ 129748 h 156588"/>
                <a:gd name="connsiteX22" fmla="*/ 197495 w 277100"/>
                <a:gd name="connsiteY22" fmla="*/ 145690 h 156588"/>
                <a:gd name="connsiteX23" fmla="*/ 197495 w 277100"/>
                <a:gd name="connsiteY23" fmla="*/ 156673 h 156588"/>
                <a:gd name="connsiteX24" fmla="*/ 237588 w 277100"/>
                <a:gd name="connsiteY24" fmla="*/ 155610 h 156588"/>
                <a:gd name="connsiteX25" fmla="*/ 277325 w 277100"/>
                <a:gd name="connsiteY25" fmla="*/ 156673 h 156588"/>
                <a:gd name="connsiteX26" fmla="*/ 277325 w 277100"/>
                <a:gd name="connsiteY26" fmla="*/ 145690 h 156588"/>
                <a:gd name="connsiteX27" fmla="*/ 249651 w 277100"/>
                <a:gd name="connsiteY27" fmla="*/ 135062 h 156588"/>
                <a:gd name="connsiteX28" fmla="*/ 249651 w 277100"/>
                <a:gd name="connsiteY28" fmla="*/ 67396 h 156588"/>
                <a:gd name="connsiteX29" fmla="*/ 238652 w 277100"/>
                <a:gd name="connsiteY29" fmla="*/ 13193 h 156588"/>
                <a:gd name="connsiteX30" fmla="*/ 201398 w 277100"/>
                <a:gd name="connsiteY30" fmla="*/ 85 h 156588"/>
                <a:gd name="connsiteX31" fmla="*/ 149952 w 277100"/>
                <a:gd name="connsiteY31" fmla="*/ 34803 h 156588"/>
                <a:gd name="connsiteX32" fmla="*/ 102763 w 277100"/>
                <a:gd name="connsiteY32" fmla="*/ 85 h 156588"/>
                <a:gd name="connsiteX33" fmla="*/ 50252 w 277100"/>
                <a:gd name="connsiteY33" fmla="*/ 37283 h 156588"/>
                <a:gd name="connsiteX34" fmla="*/ 50252 w 277100"/>
                <a:gd name="connsiteY34" fmla="*/ 85 h 156588"/>
                <a:gd name="connsiteX35" fmla="*/ 225 w 277100"/>
                <a:gd name="connsiteY35" fmla="*/ 3982 h 156588"/>
                <a:gd name="connsiteX36" fmla="*/ 225 w 277100"/>
                <a:gd name="connsiteY36" fmla="*/ 14964 h 156588"/>
                <a:gd name="connsiteX37" fmla="*/ 27900 w 277100"/>
                <a:gd name="connsiteY37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77100" h="156588">
                  <a:moveTo>
                    <a:pt x="27900" y="34803"/>
                  </a:moveTo>
                  <a:lnTo>
                    <a:pt x="27900" y="129748"/>
                  </a:lnTo>
                  <a:cubicBezTo>
                    <a:pt x="27900" y="145690"/>
                    <a:pt x="23997" y="145690"/>
                    <a:pt x="225" y="145690"/>
                  </a:cubicBezTo>
                  <a:lnTo>
                    <a:pt x="225" y="156673"/>
                  </a:lnTo>
                  <a:cubicBezTo>
                    <a:pt x="12643" y="156318"/>
                    <a:pt x="30738" y="155610"/>
                    <a:pt x="40318" y="155610"/>
                  </a:cubicBezTo>
                  <a:cubicBezTo>
                    <a:pt x="49543" y="155610"/>
                    <a:pt x="67992" y="156318"/>
                    <a:pt x="80056" y="156673"/>
                  </a:cubicBezTo>
                  <a:lnTo>
                    <a:pt x="80056" y="145690"/>
                  </a:lnTo>
                  <a:cubicBezTo>
                    <a:pt x="56284" y="145690"/>
                    <a:pt x="52381" y="145690"/>
                    <a:pt x="52381" y="129748"/>
                  </a:cubicBezTo>
                  <a:lnTo>
                    <a:pt x="52381" y="64562"/>
                  </a:lnTo>
                  <a:cubicBezTo>
                    <a:pt x="52381" y="27718"/>
                    <a:pt x="77572" y="7879"/>
                    <a:pt x="100279" y="7879"/>
                  </a:cubicBezTo>
                  <a:cubicBezTo>
                    <a:pt x="122632" y="7879"/>
                    <a:pt x="126535" y="27009"/>
                    <a:pt x="126535" y="47203"/>
                  </a:cubicBezTo>
                  <a:lnTo>
                    <a:pt x="126535" y="129748"/>
                  </a:lnTo>
                  <a:cubicBezTo>
                    <a:pt x="126535" y="145690"/>
                    <a:pt x="122632" y="145690"/>
                    <a:pt x="98860" y="145690"/>
                  </a:cubicBezTo>
                  <a:lnTo>
                    <a:pt x="98860" y="156673"/>
                  </a:lnTo>
                  <a:cubicBezTo>
                    <a:pt x="111278" y="156318"/>
                    <a:pt x="129373" y="155610"/>
                    <a:pt x="138953" y="155610"/>
                  </a:cubicBezTo>
                  <a:cubicBezTo>
                    <a:pt x="148177" y="155610"/>
                    <a:pt x="166627" y="156318"/>
                    <a:pt x="178690" y="156673"/>
                  </a:cubicBezTo>
                  <a:lnTo>
                    <a:pt x="178690" y="145690"/>
                  </a:lnTo>
                  <a:cubicBezTo>
                    <a:pt x="154919" y="145690"/>
                    <a:pt x="151016" y="145690"/>
                    <a:pt x="151016" y="129748"/>
                  </a:cubicBezTo>
                  <a:lnTo>
                    <a:pt x="151016" y="64562"/>
                  </a:lnTo>
                  <a:cubicBezTo>
                    <a:pt x="151016" y="27718"/>
                    <a:pt x="176207" y="7879"/>
                    <a:pt x="198914" y="7879"/>
                  </a:cubicBezTo>
                  <a:cubicBezTo>
                    <a:pt x="221267" y="7879"/>
                    <a:pt x="225170" y="27009"/>
                    <a:pt x="225170" y="47203"/>
                  </a:cubicBezTo>
                  <a:lnTo>
                    <a:pt x="225170" y="129748"/>
                  </a:lnTo>
                  <a:cubicBezTo>
                    <a:pt x="225170" y="145690"/>
                    <a:pt x="221267" y="145690"/>
                    <a:pt x="197495" y="145690"/>
                  </a:cubicBezTo>
                  <a:lnTo>
                    <a:pt x="197495" y="156673"/>
                  </a:lnTo>
                  <a:cubicBezTo>
                    <a:pt x="209913" y="156318"/>
                    <a:pt x="228008" y="155610"/>
                    <a:pt x="237588" y="155610"/>
                  </a:cubicBezTo>
                  <a:cubicBezTo>
                    <a:pt x="246812" y="155610"/>
                    <a:pt x="265262" y="156318"/>
                    <a:pt x="277325" y="156673"/>
                  </a:cubicBezTo>
                  <a:lnTo>
                    <a:pt x="277325" y="145690"/>
                  </a:lnTo>
                  <a:cubicBezTo>
                    <a:pt x="258876" y="145690"/>
                    <a:pt x="250006" y="145690"/>
                    <a:pt x="249651" y="135062"/>
                  </a:cubicBezTo>
                  <a:lnTo>
                    <a:pt x="249651" y="67396"/>
                  </a:lnTo>
                  <a:cubicBezTo>
                    <a:pt x="249651" y="36929"/>
                    <a:pt x="249651" y="25947"/>
                    <a:pt x="238652" y="13193"/>
                  </a:cubicBezTo>
                  <a:cubicBezTo>
                    <a:pt x="233685" y="7170"/>
                    <a:pt x="221976" y="85"/>
                    <a:pt x="201398" y="85"/>
                  </a:cubicBezTo>
                  <a:cubicBezTo>
                    <a:pt x="171594" y="85"/>
                    <a:pt x="155983" y="21341"/>
                    <a:pt x="149952" y="34803"/>
                  </a:cubicBezTo>
                  <a:cubicBezTo>
                    <a:pt x="144984" y="3982"/>
                    <a:pt x="118729" y="85"/>
                    <a:pt x="102763" y="85"/>
                  </a:cubicBezTo>
                  <a:cubicBezTo>
                    <a:pt x="76862" y="85"/>
                    <a:pt x="60187" y="15318"/>
                    <a:pt x="50252" y="37283"/>
                  </a:cubicBezTo>
                  <a:lnTo>
                    <a:pt x="50252" y="85"/>
                  </a:lnTo>
                  <a:lnTo>
                    <a:pt x="225" y="3982"/>
                  </a:lnTo>
                  <a:lnTo>
                    <a:pt x="225" y="14964"/>
                  </a:lnTo>
                  <a:cubicBezTo>
                    <a:pt x="25061" y="14964"/>
                    <a:pt x="27900" y="17444"/>
                    <a:pt x="27900" y="34803"/>
                  </a:cubicBez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2ECB7A0-6CEF-4FB5-97E6-1D09F4B9222E}"/>
                </a:ext>
              </a:extLst>
            </p:cNvPr>
            <p:cNvSpPr/>
            <p:nvPr/>
          </p:nvSpPr>
          <p:spPr>
            <a:xfrm>
              <a:off x="11638569" y="7869102"/>
              <a:ext cx="160015" cy="162610"/>
            </a:xfrm>
            <a:custGeom>
              <a:avLst/>
              <a:gdLst>
                <a:gd name="connsiteX0" fmla="*/ 103481 w 160015"/>
                <a:gd name="connsiteY0" fmla="*/ 131874 h 162610"/>
                <a:gd name="connsiteX1" fmla="*/ 131155 w 160015"/>
                <a:gd name="connsiteY1" fmla="*/ 160924 h 162610"/>
                <a:gd name="connsiteX2" fmla="*/ 160249 w 160015"/>
                <a:gd name="connsiteY2" fmla="*/ 127268 h 162610"/>
                <a:gd name="connsiteX3" fmla="*/ 160249 w 160015"/>
                <a:gd name="connsiteY3" fmla="*/ 107429 h 162610"/>
                <a:gd name="connsiteX4" fmla="*/ 151379 w 160015"/>
                <a:gd name="connsiteY4" fmla="*/ 107429 h 162610"/>
                <a:gd name="connsiteX5" fmla="*/ 151379 w 160015"/>
                <a:gd name="connsiteY5" fmla="*/ 127268 h 162610"/>
                <a:gd name="connsiteX6" fmla="*/ 138606 w 160015"/>
                <a:gd name="connsiteY6" fmla="*/ 149942 h 162610"/>
                <a:gd name="connsiteX7" fmla="*/ 125478 w 160015"/>
                <a:gd name="connsiteY7" fmla="*/ 132228 h 162610"/>
                <a:gd name="connsiteX8" fmla="*/ 125478 w 160015"/>
                <a:gd name="connsiteY8" fmla="*/ 61374 h 162610"/>
                <a:gd name="connsiteX9" fmla="*/ 112706 w 160015"/>
                <a:gd name="connsiteY9" fmla="*/ 19570 h 162610"/>
                <a:gd name="connsiteX10" fmla="*/ 64098 w 160015"/>
                <a:gd name="connsiteY10" fmla="*/ 85 h 162610"/>
                <a:gd name="connsiteX11" fmla="*/ 10523 w 160015"/>
                <a:gd name="connsiteY11" fmla="*/ 40117 h 162610"/>
                <a:gd name="connsiteX12" fmla="*/ 26844 w 160015"/>
                <a:gd name="connsiteY12" fmla="*/ 56768 h 162610"/>
                <a:gd name="connsiteX13" fmla="*/ 43164 w 160015"/>
                <a:gd name="connsiteY13" fmla="*/ 40472 h 162610"/>
                <a:gd name="connsiteX14" fmla="*/ 25070 w 160015"/>
                <a:gd name="connsiteY14" fmla="*/ 24175 h 162610"/>
                <a:gd name="connsiteX15" fmla="*/ 63388 w 160015"/>
                <a:gd name="connsiteY15" fmla="*/ 7879 h 162610"/>
                <a:gd name="connsiteX16" fmla="*/ 100997 w 160015"/>
                <a:gd name="connsiteY16" fmla="*/ 53225 h 162610"/>
                <a:gd name="connsiteX17" fmla="*/ 100997 w 160015"/>
                <a:gd name="connsiteY17" fmla="*/ 66333 h 162610"/>
                <a:gd name="connsiteX18" fmla="*/ 35714 w 160015"/>
                <a:gd name="connsiteY18" fmla="*/ 79087 h 162610"/>
                <a:gd name="connsiteX19" fmla="*/ 233 w 160015"/>
                <a:gd name="connsiteY19" fmla="*/ 125143 h 162610"/>
                <a:gd name="connsiteX20" fmla="*/ 57002 w 160015"/>
                <a:gd name="connsiteY20" fmla="*/ 162695 h 162610"/>
                <a:gd name="connsiteX21" fmla="*/ 103481 w 160015"/>
                <a:gd name="connsiteY21" fmla="*/ 131874 h 162610"/>
                <a:gd name="connsiteX22" fmla="*/ 100997 w 160015"/>
                <a:gd name="connsiteY22" fmla="*/ 73773 h 162610"/>
                <a:gd name="connsiteX23" fmla="*/ 100997 w 160015"/>
                <a:gd name="connsiteY23" fmla="*/ 109200 h 162610"/>
                <a:gd name="connsiteX24" fmla="*/ 59485 w 160015"/>
                <a:gd name="connsiteY24" fmla="*/ 154901 h 162610"/>
                <a:gd name="connsiteX25" fmla="*/ 27553 w 160015"/>
                <a:gd name="connsiteY25" fmla="*/ 124788 h 162610"/>
                <a:gd name="connsiteX26" fmla="*/ 100997 w 160015"/>
                <a:gd name="connsiteY26" fmla="*/ 73773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0015" h="162610">
                  <a:moveTo>
                    <a:pt x="103481" y="131874"/>
                  </a:moveTo>
                  <a:cubicBezTo>
                    <a:pt x="104900" y="146045"/>
                    <a:pt x="114480" y="160924"/>
                    <a:pt x="131155" y="160924"/>
                  </a:cubicBezTo>
                  <a:cubicBezTo>
                    <a:pt x="138606" y="160924"/>
                    <a:pt x="160249" y="155964"/>
                    <a:pt x="160249" y="127268"/>
                  </a:cubicBezTo>
                  <a:lnTo>
                    <a:pt x="160249" y="107429"/>
                  </a:lnTo>
                  <a:lnTo>
                    <a:pt x="151379" y="107429"/>
                  </a:lnTo>
                  <a:lnTo>
                    <a:pt x="151379" y="127268"/>
                  </a:lnTo>
                  <a:cubicBezTo>
                    <a:pt x="151379" y="147816"/>
                    <a:pt x="142509" y="149942"/>
                    <a:pt x="138606" y="149942"/>
                  </a:cubicBezTo>
                  <a:cubicBezTo>
                    <a:pt x="126898" y="149942"/>
                    <a:pt x="125478" y="133999"/>
                    <a:pt x="125478" y="132228"/>
                  </a:cubicBezTo>
                  <a:lnTo>
                    <a:pt x="125478" y="61374"/>
                  </a:lnTo>
                  <a:cubicBezTo>
                    <a:pt x="125478" y="46494"/>
                    <a:pt x="125478" y="32678"/>
                    <a:pt x="112706" y="19570"/>
                  </a:cubicBezTo>
                  <a:cubicBezTo>
                    <a:pt x="98868" y="5753"/>
                    <a:pt x="81128" y="85"/>
                    <a:pt x="64098" y="85"/>
                  </a:cubicBezTo>
                  <a:cubicBezTo>
                    <a:pt x="35004" y="85"/>
                    <a:pt x="10523" y="16735"/>
                    <a:pt x="10523" y="40117"/>
                  </a:cubicBezTo>
                  <a:cubicBezTo>
                    <a:pt x="10523" y="50746"/>
                    <a:pt x="17619" y="56768"/>
                    <a:pt x="26844" y="56768"/>
                  </a:cubicBezTo>
                  <a:cubicBezTo>
                    <a:pt x="36778" y="56768"/>
                    <a:pt x="43164" y="49683"/>
                    <a:pt x="43164" y="40472"/>
                  </a:cubicBezTo>
                  <a:cubicBezTo>
                    <a:pt x="43164" y="36220"/>
                    <a:pt x="41390" y="24529"/>
                    <a:pt x="25070" y="24175"/>
                  </a:cubicBezTo>
                  <a:cubicBezTo>
                    <a:pt x="34649" y="11776"/>
                    <a:pt x="52034" y="7879"/>
                    <a:pt x="63388" y="7879"/>
                  </a:cubicBezTo>
                  <a:cubicBezTo>
                    <a:pt x="80773" y="7879"/>
                    <a:pt x="100997" y="21695"/>
                    <a:pt x="100997" y="53225"/>
                  </a:cubicBezTo>
                  <a:lnTo>
                    <a:pt x="100997" y="66333"/>
                  </a:lnTo>
                  <a:cubicBezTo>
                    <a:pt x="82902" y="67396"/>
                    <a:pt x="58066" y="68459"/>
                    <a:pt x="35714" y="79087"/>
                  </a:cubicBezTo>
                  <a:cubicBezTo>
                    <a:pt x="9103" y="91132"/>
                    <a:pt x="233" y="109555"/>
                    <a:pt x="233" y="125143"/>
                  </a:cubicBezTo>
                  <a:cubicBezTo>
                    <a:pt x="233" y="153839"/>
                    <a:pt x="34649" y="162695"/>
                    <a:pt x="57002" y="162695"/>
                  </a:cubicBezTo>
                  <a:cubicBezTo>
                    <a:pt x="80419" y="162695"/>
                    <a:pt x="96740" y="148524"/>
                    <a:pt x="103481" y="131874"/>
                  </a:cubicBezTo>
                  <a:close/>
                  <a:moveTo>
                    <a:pt x="100997" y="73773"/>
                  </a:moveTo>
                  <a:lnTo>
                    <a:pt x="100997" y="109200"/>
                  </a:lnTo>
                  <a:cubicBezTo>
                    <a:pt x="100997" y="142856"/>
                    <a:pt x="75451" y="154901"/>
                    <a:pt x="59485" y="154901"/>
                  </a:cubicBezTo>
                  <a:cubicBezTo>
                    <a:pt x="42100" y="154901"/>
                    <a:pt x="27553" y="142502"/>
                    <a:pt x="27553" y="124788"/>
                  </a:cubicBezTo>
                  <a:cubicBezTo>
                    <a:pt x="27553" y="105303"/>
                    <a:pt x="42455" y="75899"/>
                    <a:pt x="100997" y="73773"/>
                  </a:cubicBez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31053D3-E095-096F-1500-5ED974991A8F}"/>
                </a:ext>
              </a:extLst>
            </p:cNvPr>
            <p:cNvSpPr/>
            <p:nvPr/>
          </p:nvSpPr>
          <p:spPr>
            <a:xfrm>
              <a:off x="11805327" y="7875125"/>
              <a:ext cx="178820" cy="152691"/>
            </a:xfrm>
            <a:custGeom>
              <a:avLst/>
              <a:gdLst>
                <a:gd name="connsiteX0" fmla="*/ 97809 w 178820"/>
                <a:gd name="connsiteY0" fmla="*/ 69522 h 152691"/>
                <a:gd name="connsiteX1" fmla="*/ 130451 w 178820"/>
                <a:gd name="connsiteY1" fmla="*/ 29489 h 152691"/>
                <a:gd name="connsiteX2" fmla="*/ 172672 w 178820"/>
                <a:gd name="connsiteY2" fmla="*/ 11067 h 152691"/>
                <a:gd name="connsiteX3" fmla="*/ 172672 w 178820"/>
                <a:gd name="connsiteY3" fmla="*/ 85 h 152691"/>
                <a:gd name="connsiteX4" fmla="*/ 143578 w 178820"/>
                <a:gd name="connsiteY4" fmla="*/ 1148 h 152691"/>
                <a:gd name="connsiteX5" fmla="*/ 109517 w 178820"/>
                <a:gd name="connsiteY5" fmla="*/ 85 h 152691"/>
                <a:gd name="connsiteX6" fmla="*/ 109517 w 178820"/>
                <a:gd name="connsiteY6" fmla="*/ 11067 h 152691"/>
                <a:gd name="connsiteX7" fmla="*/ 119807 w 178820"/>
                <a:gd name="connsiteY7" fmla="*/ 22050 h 152691"/>
                <a:gd name="connsiteX8" fmla="*/ 114485 w 178820"/>
                <a:gd name="connsiteY8" fmla="*/ 34449 h 152691"/>
                <a:gd name="connsiteX9" fmla="*/ 92487 w 178820"/>
                <a:gd name="connsiteY9" fmla="*/ 62082 h 152691"/>
                <a:gd name="connsiteX10" fmla="*/ 64812 w 178820"/>
                <a:gd name="connsiteY10" fmla="*/ 26301 h 152691"/>
                <a:gd name="connsiteX11" fmla="*/ 61619 w 178820"/>
                <a:gd name="connsiteY11" fmla="*/ 19924 h 152691"/>
                <a:gd name="connsiteX12" fmla="*/ 74037 w 178820"/>
                <a:gd name="connsiteY12" fmla="*/ 11067 h 152691"/>
                <a:gd name="connsiteX13" fmla="*/ 74037 w 178820"/>
                <a:gd name="connsiteY13" fmla="*/ 85 h 152691"/>
                <a:gd name="connsiteX14" fmla="*/ 35719 w 178820"/>
                <a:gd name="connsiteY14" fmla="*/ 1148 h 152691"/>
                <a:gd name="connsiteX15" fmla="*/ 2012 w 178820"/>
                <a:gd name="connsiteY15" fmla="*/ 85 h 152691"/>
                <a:gd name="connsiteX16" fmla="*/ 2012 w 178820"/>
                <a:gd name="connsiteY16" fmla="*/ 11067 h 152691"/>
                <a:gd name="connsiteX17" fmla="*/ 43879 w 178820"/>
                <a:gd name="connsiteY17" fmla="*/ 32678 h 152691"/>
                <a:gd name="connsiteX18" fmla="*/ 79004 w 178820"/>
                <a:gd name="connsiteY18" fmla="*/ 78379 h 152691"/>
                <a:gd name="connsiteX19" fmla="*/ 45653 w 178820"/>
                <a:gd name="connsiteY19" fmla="*/ 120537 h 152691"/>
                <a:gd name="connsiteX20" fmla="*/ 238 w 178820"/>
                <a:gd name="connsiteY20" fmla="*/ 141793 h 152691"/>
                <a:gd name="connsiteX21" fmla="*/ 238 w 178820"/>
                <a:gd name="connsiteY21" fmla="*/ 152776 h 152691"/>
                <a:gd name="connsiteX22" fmla="*/ 29687 w 178820"/>
                <a:gd name="connsiteY22" fmla="*/ 151713 h 152691"/>
                <a:gd name="connsiteX23" fmla="*/ 63393 w 178820"/>
                <a:gd name="connsiteY23" fmla="*/ 152776 h 152691"/>
                <a:gd name="connsiteX24" fmla="*/ 63393 w 178820"/>
                <a:gd name="connsiteY24" fmla="*/ 141793 h 152691"/>
                <a:gd name="connsiteX25" fmla="*/ 53104 w 178820"/>
                <a:gd name="connsiteY25" fmla="*/ 130811 h 152691"/>
                <a:gd name="connsiteX26" fmla="*/ 85036 w 178820"/>
                <a:gd name="connsiteY26" fmla="*/ 85818 h 152691"/>
                <a:gd name="connsiteX27" fmla="*/ 112001 w 178820"/>
                <a:gd name="connsiteY27" fmla="*/ 121246 h 152691"/>
                <a:gd name="connsiteX28" fmla="*/ 119452 w 178820"/>
                <a:gd name="connsiteY28" fmla="*/ 132936 h 152691"/>
                <a:gd name="connsiteX29" fmla="*/ 106679 w 178820"/>
                <a:gd name="connsiteY29" fmla="*/ 141793 h 152691"/>
                <a:gd name="connsiteX30" fmla="*/ 106679 w 178820"/>
                <a:gd name="connsiteY30" fmla="*/ 152776 h 152691"/>
                <a:gd name="connsiteX31" fmla="*/ 144998 w 178820"/>
                <a:gd name="connsiteY31" fmla="*/ 151713 h 152691"/>
                <a:gd name="connsiteX32" fmla="*/ 179059 w 178820"/>
                <a:gd name="connsiteY32" fmla="*/ 152776 h 152691"/>
                <a:gd name="connsiteX33" fmla="*/ 179059 w 178820"/>
                <a:gd name="connsiteY33" fmla="*/ 141793 h 152691"/>
                <a:gd name="connsiteX34" fmla="*/ 145352 w 178820"/>
                <a:gd name="connsiteY34" fmla="*/ 130811 h 152691"/>
                <a:gd name="connsiteX35" fmla="*/ 97809 w 178820"/>
                <a:gd name="connsiteY35" fmla="*/ 69522 h 15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8820" h="152691">
                  <a:moveTo>
                    <a:pt x="97809" y="69522"/>
                  </a:moveTo>
                  <a:cubicBezTo>
                    <a:pt x="108453" y="56060"/>
                    <a:pt x="121935" y="38700"/>
                    <a:pt x="130451" y="29489"/>
                  </a:cubicBezTo>
                  <a:cubicBezTo>
                    <a:pt x="141450" y="16735"/>
                    <a:pt x="155996" y="11421"/>
                    <a:pt x="172672" y="11067"/>
                  </a:cubicBezTo>
                  <a:lnTo>
                    <a:pt x="172672" y="85"/>
                  </a:lnTo>
                  <a:cubicBezTo>
                    <a:pt x="163447" y="793"/>
                    <a:pt x="152803" y="1148"/>
                    <a:pt x="143578" y="1148"/>
                  </a:cubicBezTo>
                  <a:cubicBezTo>
                    <a:pt x="132934" y="1148"/>
                    <a:pt x="114130" y="439"/>
                    <a:pt x="109517" y="85"/>
                  </a:cubicBezTo>
                  <a:lnTo>
                    <a:pt x="109517" y="11067"/>
                  </a:lnTo>
                  <a:cubicBezTo>
                    <a:pt x="116968" y="11776"/>
                    <a:pt x="119807" y="16381"/>
                    <a:pt x="119807" y="22050"/>
                  </a:cubicBezTo>
                  <a:cubicBezTo>
                    <a:pt x="119807" y="27718"/>
                    <a:pt x="116259" y="32323"/>
                    <a:pt x="114485" y="34449"/>
                  </a:cubicBezTo>
                  <a:lnTo>
                    <a:pt x="92487" y="62082"/>
                  </a:lnTo>
                  <a:lnTo>
                    <a:pt x="64812" y="26301"/>
                  </a:lnTo>
                  <a:cubicBezTo>
                    <a:pt x="61619" y="22758"/>
                    <a:pt x="61619" y="22050"/>
                    <a:pt x="61619" y="19924"/>
                  </a:cubicBezTo>
                  <a:cubicBezTo>
                    <a:pt x="61619" y="14610"/>
                    <a:pt x="66941" y="11421"/>
                    <a:pt x="74037" y="11067"/>
                  </a:cubicBezTo>
                  <a:lnTo>
                    <a:pt x="74037" y="85"/>
                  </a:lnTo>
                  <a:cubicBezTo>
                    <a:pt x="64812" y="439"/>
                    <a:pt x="41395" y="1148"/>
                    <a:pt x="35719" y="1148"/>
                  </a:cubicBezTo>
                  <a:cubicBezTo>
                    <a:pt x="28268" y="1148"/>
                    <a:pt x="11592" y="793"/>
                    <a:pt x="2012" y="85"/>
                  </a:cubicBezTo>
                  <a:lnTo>
                    <a:pt x="2012" y="11067"/>
                  </a:lnTo>
                  <a:cubicBezTo>
                    <a:pt x="26849" y="11067"/>
                    <a:pt x="27203" y="11421"/>
                    <a:pt x="43879" y="32678"/>
                  </a:cubicBezTo>
                  <a:lnTo>
                    <a:pt x="79004" y="78379"/>
                  </a:lnTo>
                  <a:lnTo>
                    <a:pt x="45653" y="120537"/>
                  </a:lnTo>
                  <a:cubicBezTo>
                    <a:pt x="28623" y="141085"/>
                    <a:pt x="7689" y="141793"/>
                    <a:pt x="238" y="141793"/>
                  </a:cubicBezTo>
                  <a:lnTo>
                    <a:pt x="238" y="152776"/>
                  </a:lnTo>
                  <a:cubicBezTo>
                    <a:pt x="9463" y="152067"/>
                    <a:pt x="20462" y="151713"/>
                    <a:pt x="29687" y="151713"/>
                  </a:cubicBezTo>
                  <a:cubicBezTo>
                    <a:pt x="39976" y="151713"/>
                    <a:pt x="54878" y="152421"/>
                    <a:pt x="63393" y="152776"/>
                  </a:cubicBezTo>
                  <a:lnTo>
                    <a:pt x="63393" y="141793"/>
                  </a:lnTo>
                  <a:cubicBezTo>
                    <a:pt x="55587" y="140730"/>
                    <a:pt x="53104" y="136125"/>
                    <a:pt x="53104" y="130811"/>
                  </a:cubicBezTo>
                  <a:cubicBezTo>
                    <a:pt x="53104" y="123017"/>
                    <a:pt x="63393" y="111326"/>
                    <a:pt x="85036" y="85818"/>
                  </a:cubicBezTo>
                  <a:lnTo>
                    <a:pt x="112001" y="121246"/>
                  </a:lnTo>
                  <a:cubicBezTo>
                    <a:pt x="114839" y="125143"/>
                    <a:pt x="119452" y="130811"/>
                    <a:pt x="119452" y="132936"/>
                  </a:cubicBezTo>
                  <a:cubicBezTo>
                    <a:pt x="119452" y="136125"/>
                    <a:pt x="116259" y="141439"/>
                    <a:pt x="106679" y="141793"/>
                  </a:cubicBezTo>
                  <a:lnTo>
                    <a:pt x="106679" y="152776"/>
                  </a:lnTo>
                  <a:cubicBezTo>
                    <a:pt x="117323" y="152421"/>
                    <a:pt x="137192" y="151713"/>
                    <a:pt x="144998" y="151713"/>
                  </a:cubicBezTo>
                  <a:cubicBezTo>
                    <a:pt x="154577" y="151713"/>
                    <a:pt x="168414" y="152067"/>
                    <a:pt x="179059" y="152776"/>
                  </a:cubicBezTo>
                  <a:lnTo>
                    <a:pt x="179059" y="141793"/>
                  </a:lnTo>
                  <a:cubicBezTo>
                    <a:pt x="159899" y="141793"/>
                    <a:pt x="153513" y="141085"/>
                    <a:pt x="145352" y="130811"/>
                  </a:cubicBezTo>
                  <a:lnTo>
                    <a:pt x="97809" y="69522"/>
                  </a:ln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3F9D505-C710-9398-7F32-BCA60BFA27BD}"/>
                </a:ext>
              </a:extLst>
            </p:cNvPr>
            <p:cNvSpPr/>
            <p:nvPr/>
          </p:nvSpPr>
          <p:spPr>
            <a:xfrm>
              <a:off x="11210653" y="8086971"/>
              <a:ext cx="55632" cy="174584"/>
            </a:xfrm>
            <a:custGeom>
              <a:avLst/>
              <a:gdLst>
                <a:gd name="connsiteX0" fmla="*/ 54861 w 55632"/>
                <a:gd name="connsiteY0" fmla="*/ 7531 h 174584"/>
                <a:gd name="connsiteX1" fmla="*/ 55854 w 55632"/>
                <a:gd name="connsiteY1" fmla="*/ 3563 h 174584"/>
                <a:gd name="connsiteX2" fmla="*/ 51881 w 55632"/>
                <a:gd name="connsiteY2" fmla="*/ 91 h 174584"/>
                <a:gd name="connsiteX3" fmla="*/ 20090 w 55632"/>
                <a:gd name="connsiteY3" fmla="*/ 2571 h 174584"/>
                <a:gd name="connsiteX4" fmla="*/ 14875 w 55632"/>
                <a:gd name="connsiteY4" fmla="*/ 8275 h 174584"/>
                <a:gd name="connsiteX5" fmla="*/ 21084 w 55632"/>
                <a:gd name="connsiteY5" fmla="*/ 11747 h 174584"/>
                <a:gd name="connsiteX6" fmla="*/ 33005 w 55632"/>
                <a:gd name="connsiteY6" fmla="*/ 15467 h 174584"/>
                <a:gd name="connsiteX7" fmla="*/ 32012 w 55632"/>
                <a:gd name="connsiteY7" fmla="*/ 20922 h 174584"/>
                <a:gd name="connsiteX8" fmla="*/ 1215 w 55632"/>
                <a:gd name="connsiteY8" fmla="*/ 143429 h 174584"/>
                <a:gd name="connsiteX9" fmla="*/ 221 w 55632"/>
                <a:gd name="connsiteY9" fmla="*/ 151117 h 174584"/>
                <a:gd name="connsiteX10" fmla="*/ 26299 w 55632"/>
                <a:gd name="connsiteY10" fmla="*/ 174676 h 174584"/>
                <a:gd name="connsiteX11" fmla="*/ 46168 w 55632"/>
                <a:gd name="connsiteY11" fmla="*/ 161533 h 174584"/>
                <a:gd name="connsiteX12" fmla="*/ 54861 w 55632"/>
                <a:gd name="connsiteY12" fmla="*/ 136734 h 174584"/>
                <a:gd name="connsiteX13" fmla="*/ 50887 w 55632"/>
                <a:gd name="connsiteY13" fmla="*/ 133510 h 174584"/>
                <a:gd name="connsiteX14" fmla="*/ 45920 w 55632"/>
                <a:gd name="connsiteY14" fmla="*/ 139462 h 174584"/>
                <a:gd name="connsiteX15" fmla="*/ 27293 w 55632"/>
                <a:gd name="connsiteY15" fmla="*/ 167732 h 174584"/>
                <a:gd name="connsiteX16" fmla="*/ 18848 w 55632"/>
                <a:gd name="connsiteY16" fmla="*/ 155581 h 174584"/>
                <a:gd name="connsiteX17" fmla="*/ 20339 w 55632"/>
                <a:gd name="connsiteY17" fmla="*/ 145413 h 174584"/>
                <a:gd name="connsiteX18" fmla="*/ 54861 w 55632"/>
                <a:gd name="connsiteY18" fmla="*/ 7531 h 174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5632" h="174584">
                  <a:moveTo>
                    <a:pt x="54861" y="7531"/>
                  </a:moveTo>
                  <a:cubicBezTo>
                    <a:pt x="55109" y="7035"/>
                    <a:pt x="55854" y="3811"/>
                    <a:pt x="55854" y="3563"/>
                  </a:cubicBezTo>
                  <a:cubicBezTo>
                    <a:pt x="55854" y="2323"/>
                    <a:pt x="54861" y="91"/>
                    <a:pt x="51881" y="91"/>
                  </a:cubicBezTo>
                  <a:cubicBezTo>
                    <a:pt x="46913" y="91"/>
                    <a:pt x="26299" y="2075"/>
                    <a:pt x="20090" y="2571"/>
                  </a:cubicBezTo>
                  <a:cubicBezTo>
                    <a:pt x="18352" y="2819"/>
                    <a:pt x="14875" y="3067"/>
                    <a:pt x="14875" y="8275"/>
                  </a:cubicBezTo>
                  <a:cubicBezTo>
                    <a:pt x="14875" y="11747"/>
                    <a:pt x="18352" y="11747"/>
                    <a:pt x="21084" y="11747"/>
                  </a:cubicBezTo>
                  <a:cubicBezTo>
                    <a:pt x="33005" y="11747"/>
                    <a:pt x="33005" y="13483"/>
                    <a:pt x="33005" y="15467"/>
                  </a:cubicBezTo>
                  <a:cubicBezTo>
                    <a:pt x="33005" y="17203"/>
                    <a:pt x="32508" y="18690"/>
                    <a:pt x="32012" y="20922"/>
                  </a:cubicBezTo>
                  <a:lnTo>
                    <a:pt x="1215" y="143429"/>
                  </a:lnTo>
                  <a:cubicBezTo>
                    <a:pt x="470" y="145909"/>
                    <a:pt x="221" y="148637"/>
                    <a:pt x="221" y="151117"/>
                  </a:cubicBezTo>
                  <a:cubicBezTo>
                    <a:pt x="221" y="166988"/>
                    <a:pt x="14378" y="174676"/>
                    <a:pt x="26299" y="174676"/>
                  </a:cubicBezTo>
                  <a:cubicBezTo>
                    <a:pt x="32260" y="174676"/>
                    <a:pt x="39711" y="172692"/>
                    <a:pt x="46168" y="161533"/>
                  </a:cubicBezTo>
                  <a:cubicBezTo>
                    <a:pt x="51384" y="152357"/>
                    <a:pt x="54861" y="137726"/>
                    <a:pt x="54861" y="136734"/>
                  </a:cubicBezTo>
                  <a:cubicBezTo>
                    <a:pt x="54861" y="133510"/>
                    <a:pt x="51632" y="133510"/>
                    <a:pt x="50887" y="133510"/>
                  </a:cubicBezTo>
                  <a:cubicBezTo>
                    <a:pt x="47410" y="133510"/>
                    <a:pt x="46913" y="134998"/>
                    <a:pt x="45920" y="139462"/>
                  </a:cubicBezTo>
                  <a:cubicBezTo>
                    <a:pt x="42691" y="151861"/>
                    <a:pt x="37972" y="167732"/>
                    <a:pt x="27293" y="167732"/>
                  </a:cubicBezTo>
                  <a:cubicBezTo>
                    <a:pt x="20587" y="167732"/>
                    <a:pt x="18848" y="161533"/>
                    <a:pt x="18848" y="155581"/>
                  </a:cubicBezTo>
                  <a:cubicBezTo>
                    <a:pt x="18848" y="152853"/>
                    <a:pt x="19594" y="148141"/>
                    <a:pt x="20339" y="145413"/>
                  </a:cubicBezTo>
                  <a:lnTo>
                    <a:pt x="54861" y="7531"/>
                  </a:ln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562AEC4-3198-9822-5F97-71006E323018}"/>
                </a:ext>
              </a:extLst>
            </p:cNvPr>
            <p:cNvSpPr/>
            <p:nvPr/>
          </p:nvSpPr>
          <p:spPr>
            <a:xfrm>
              <a:off x="11313243" y="8089203"/>
              <a:ext cx="167892" cy="216247"/>
            </a:xfrm>
            <a:custGeom>
              <a:avLst/>
              <a:gdLst>
                <a:gd name="connsiteX0" fmla="*/ 162652 w 167892"/>
                <a:gd name="connsiteY0" fmla="*/ 12739 h 216247"/>
                <a:gd name="connsiteX1" fmla="*/ 168116 w 167892"/>
                <a:gd name="connsiteY1" fmla="*/ 6291 h 216247"/>
                <a:gd name="connsiteX2" fmla="*/ 161907 w 167892"/>
                <a:gd name="connsiteY2" fmla="*/ 91 h 216247"/>
                <a:gd name="connsiteX3" fmla="*/ 157437 w 167892"/>
                <a:gd name="connsiteY3" fmla="*/ 1579 h 216247"/>
                <a:gd name="connsiteX4" fmla="*/ 5936 w 167892"/>
                <a:gd name="connsiteY4" fmla="*/ 74240 h 216247"/>
                <a:gd name="connsiteX5" fmla="*/ 224 w 167892"/>
                <a:gd name="connsiteY5" fmla="*/ 80936 h 216247"/>
                <a:gd name="connsiteX6" fmla="*/ 5936 w 167892"/>
                <a:gd name="connsiteY6" fmla="*/ 87632 h 216247"/>
                <a:gd name="connsiteX7" fmla="*/ 156940 w 167892"/>
                <a:gd name="connsiteY7" fmla="*/ 160045 h 216247"/>
                <a:gd name="connsiteX8" fmla="*/ 161907 w 167892"/>
                <a:gd name="connsiteY8" fmla="*/ 161781 h 216247"/>
                <a:gd name="connsiteX9" fmla="*/ 168116 w 167892"/>
                <a:gd name="connsiteY9" fmla="*/ 155829 h 216247"/>
                <a:gd name="connsiteX10" fmla="*/ 162901 w 167892"/>
                <a:gd name="connsiteY10" fmla="*/ 149381 h 216247"/>
                <a:gd name="connsiteX11" fmla="*/ 20341 w 167892"/>
                <a:gd name="connsiteY11" fmla="*/ 80936 h 216247"/>
                <a:gd name="connsiteX12" fmla="*/ 162652 w 167892"/>
                <a:gd name="connsiteY12" fmla="*/ 12739 h 216247"/>
                <a:gd name="connsiteX13" fmla="*/ 158182 w 167892"/>
                <a:gd name="connsiteY13" fmla="*/ 216339 h 216247"/>
                <a:gd name="connsiteX14" fmla="*/ 168116 w 167892"/>
                <a:gd name="connsiteY14" fmla="*/ 210387 h 216247"/>
                <a:gd name="connsiteX15" fmla="*/ 158182 w 167892"/>
                <a:gd name="connsiteY15" fmla="*/ 204187 h 216247"/>
                <a:gd name="connsiteX16" fmla="*/ 10158 w 167892"/>
                <a:gd name="connsiteY16" fmla="*/ 204187 h 216247"/>
                <a:gd name="connsiteX17" fmla="*/ 224 w 167892"/>
                <a:gd name="connsiteY17" fmla="*/ 210387 h 216247"/>
                <a:gd name="connsiteX18" fmla="*/ 10158 w 167892"/>
                <a:gd name="connsiteY18" fmla="*/ 216339 h 216247"/>
                <a:gd name="connsiteX19" fmla="*/ 158182 w 167892"/>
                <a:gd name="connsiteY19" fmla="*/ 216339 h 216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7892" h="216247">
                  <a:moveTo>
                    <a:pt x="162652" y="12739"/>
                  </a:moveTo>
                  <a:cubicBezTo>
                    <a:pt x="165881" y="11251"/>
                    <a:pt x="168116" y="9267"/>
                    <a:pt x="168116" y="6291"/>
                  </a:cubicBezTo>
                  <a:cubicBezTo>
                    <a:pt x="168116" y="2819"/>
                    <a:pt x="165384" y="91"/>
                    <a:pt x="161907" y="91"/>
                  </a:cubicBezTo>
                  <a:cubicBezTo>
                    <a:pt x="161659" y="91"/>
                    <a:pt x="160417" y="91"/>
                    <a:pt x="157437" y="1579"/>
                  </a:cubicBezTo>
                  <a:lnTo>
                    <a:pt x="5936" y="74240"/>
                  </a:lnTo>
                  <a:cubicBezTo>
                    <a:pt x="1714" y="76224"/>
                    <a:pt x="224" y="78208"/>
                    <a:pt x="224" y="80936"/>
                  </a:cubicBezTo>
                  <a:cubicBezTo>
                    <a:pt x="224" y="83664"/>
                    <a:pt x="1714" y="85648"/>
                    <a:pt x="5936" y="87632"/>
                  </a:cubicBezTo>
                  <a:lnTo>
                    <a:pt x="156940" y="160045"/>
                  </a:lnTo>
                  <a:cubicBezTo>
                    <a:pt x="160417" y="161781"/>
                    <a:pt x="161410" y="161781"/>
                    <a:pt x="161907" y="161781"/>
                  </a:cubicBezTo>
                  <a:cubicBezTo>
                    <a:pt x="165881" y="161781"/>
                    <a:pt x="168116" y="158557"/>
                    <a:pt x="168116" y="155829"/>
                  </a:cubicBezTo>
                  <a:cubicBezTo>
                    <a:pt x="168116" y="151861"/>
                    <a:pt x="165136" y="150373"/>
                    <a:pt x="162901" y="149381"/>
                  </a:cubicBezTo>
                  <a:lnTo>
                    <a:pt x="20341" y="80936"/>
                  </a:lnTo>
                  <a:lnTo>
                    <a:pt x="162652" y="12739"/>
                  </a:lnTo>
                  <a:close/>
                  <a:moveTo>
                    <a:pt x="158182" y="216339"/>
                  </a:moveTo>
                  <a:cubicBezTo>
                    <a:pt x="162156" y="216339"/>
                    <a:pt x="168116" y="216339"/>
                    <a:pt x="168116" y="210387"/>
                  </a:cubicBezTo>
                  <a:cubicBezTo>
                    <a:pt x="168116" y="204187"/>
                    <a:pt x="162404" y="204187"/>
                    <a:pt x="158182" y="204187"/>
                  </a:cubicBezTo>
                  <a:lnTo>
                    <a:pt x="10158" y="204187"/>
                  </a:lnTo>
                  <a:cubicBezTo>
                    <a:pt x="5936" y="204187"/>
                    <a:pt x="224" y="204187"/>
                    <a:pt x="224" y="210387"/>
                  </a:cubicBezTo>
                  <a:cubicBezTo>
                    <a:pt x="224" y="216339"/>
                    <a:pt x="6185" y="216339"/>
                    <a:pt x="10158" y="216339"/>
                  </a:cubicBezTo>
                  <a:lnTo>
                    <a:pt x="158182" y="216339"/>
                  </a:ln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1783D33-B086-AA29-A81D-D14C089B5953}"/>
                </a:ext>
              </a:extLst>
            </p:cNvPr>
            <p:cNvSpPr/>
            <p:nvPr/>
          </p:nvSpPr>
          <p:spPr>
            <a:xfrm>
              <a:off x="11519845" y="8149712"/>
              <a:ext cx="227995" cy="111843"/>
            </a:xfrm>
            <a:custGeom>
              <a:avLst/>
              <a:gdLst>
                <a:gd name="connsiteX0" fmla="*/ 96346 w 227995"/>
                <a:gd name="connsiteY0" fmla="*/ 89368 h 111843"/>
                <a:gd name="connsiteX1" fmla="*/ 92869 w 227995"/>
                <a:gd name="connsiteY1" fmla="*/ 103999 h 111843"/>
                <a:gd name="connsiteX2" fmla="*/ 101313 w 227995"/>
                <a:gd name="connsiteY2" fmla="*/ 111935 h 111843"/>
                <a:gd name="connsiteX3" fmla="*/ 110999 w 227995"/>
                <a:gd name="connsiteY3" fmla="*/ 106479 h 111843"/>
                <a:gd name="connsiteX4" fmla="*/ 115470 w 227995"/>
                <a:gd name="connsiteY4" fmla="*/ 91104 h 111843"/>
                <a:gd name="connsiteX5" fmla="*/ 120934 w 227995"/>
                <a:gd name="connsiteY5" fmla="*/ 68784 h 111843"/>
                <a:gd name="connsiteX6" fmla="*/ 125156 w 227995"/>
                <a:gd name="connsiteY6" fmla="*/ 52169 h 111843"/>
                <a:gd name="connsiteX7" fmla="*/ 132855 w 227995"/>
                <a:gd name="connsiteY7" fmla="*/ 33322 h 111843"/>
                <a:gd name="connsiteX8" fmla="*/ 172593 w 227995"/>
                <a:gd name="connsiteY8" fmla="*/ 7035 h 111843"/>
                <a:gd name="connsiteX9" fmla="*/ 187246 w 227995"/>
                <a:gd name="connsiteY9" fmla="*/ 24394 h 111843"/>
                <a:gd name="connsiteX10" fmla="*/ 172593 w 227995"/>
                <a:gd name="connsiteY10" fmla="*/ 77216 h 111843"/>
                <a:gd name="connsiteX11" fmla="*/ 168868 w 227995"/>
                <a:gd name="connsiteY11" fmla="*/ 90608 h 111843"/>
                <a:gd name="connsiteX12" fmla="*/ 192462 w 227995"/>
                <a:gd name="connsiteY12" fmla="*/ 111935 h 111843"/>
                <a:gd name="connsiteX13" fmla="*/ 228226 w 227995"/>
                <a:gd name="connsiteY13" fmla="*/ 73992 h 111843"/>
                <a:gd name="connsiteX14" fmla="*/ 224252 w 227995"/>
                <a:gd name="connsiteY14" fmla="*/ 70768 h 111843"/>
                <a:gd name="connsiteX15" fmla="*/ 219533 w 227995"/>
                <a:gd name="connsiteY15" fmla="*/ 74984 h 111843"/>
                <a:gd name="connsiteX16" fmla="*/ 193207 w 227995"/>
                <a:gd name="connsiteY16" fmla="*/ 104991 h 111843"/>
                <a:gd name="connsiteX17" fmla="*/ 186998 w 227995"/>
                <a:gd name="connsiteY17" fmla="*/ 96311 h 111843"/>
                <a:gd name="connsiteX18" fmla="*/ 192710 w 227995"/>
                <a:gd name="connsiteY18" fmla="*/ 76224 h 111843"/>
                <a:gd name="connsiteX19" fmla="*/ 205873 w 227995"/>
                <a:gd name="connsiteY19" fmla="*/ 28362 h 111843"/>
                <a:gd name="connsiteX20" fmla="*/ 196684 w 227995"/>
                <a:gd name="connsiteY20" fmla="*/ 6787 h 111843"/>
                <a:gd name="connsiteX21" fmla="*/ 173586 w 227995"/>
                <a:gd name="connsiteY21" fmla="*/ 91 h 111843"/>
                <a:gd name="connsiteX22" fmla="*/ 129626 w 227995"/>
                <a:gd name="connsiteY22" fmla="*/ 25138 h 111843"/>
                <a:gd name="connsiteX23" fmla="*/ 97339 w 227995"/>
                <a:gd name="connsiteY23" fmla="*/ 91 h 111843"/>
                <a:gd name="connsiteX24" fmla="*/ 55366 w 227995"/>
                <a:gd name="connsiteY24" fmla="*/ 22658 h 111843"/>
                <a:gd name="connsiteX25" fmla="*/ 28792 w 227995"/>
                <a:gd name="connsiteY25" fmla="*/ 91 h 111843"/>
                <a:gd name="connsiteX26" fmla="*/ 9171 w 227995"/>
                <a:gd name="connsiteY26" fmla="*/ 13483 h 111843"/>
                <a:gd name="connsiteX27" fmla="*/ 230 w 227995"/>
                <a:gd name="connsiteY27" fmla="*/ 38034 h 111843"/>
                <a:gd name="connsiteX28" fmla="*/ 4452 w 227995"/>
                <a:gd name="connsiteY28" fmla="*/ 41258 h 111843"/>
                <a:gd name="connsiteX29" fmla="*/ 9916 w 227995"/>
                <a:gd name="connsiteY29" fmla="*/ 33818 h 111843"/>
                <a:gd name="connsiteX30" fmla="*/ 28047 w 227995"/>
                <a:gd name="connsiteY30" fmla="*/ 7035 h 111843"/>
                <a:gd name="connsiteX31" fmla="*/ 36243 w 227995"/>
                <a:gd name="connsiteY31" fmla="*/ 19186 h 111843"/>
                <a:gd name="connsiteX32" fmla="*/ 32269 w 227995"/>
                <a:gd name="connsiteY32" fmla="*/ 39770 h 111843"/>
                <a:gd name="connsiteX33" fmla="*/ 26805 w 227995"/>
                <a:gd name="connsiteY33" fmla="*/ 62089 h 111843"/>
                <a:gd name="connsiteX34" fmla="*/ 18857 w 227995"/>
                <a:gd name="connsiteY34" fmla="*/ 93831 h 111843"/>
                <a:gd name="connsiteX35" fmla="*/ 16374 w 227995"/>
                <a:gd name="connsiteY35" fmla="*/ 103999 h 111843"/>
                <a:gd name="connsiteX36" fmla="*/ 24818 w 227995"/>
                <a:gd name="connsiteY36" fmla="*/ 111935 h 111843"/>
                <a:gd name="connsiteX37" fmla="*/ 34504 w 227995"/>
                <a:gd name="connsiteY37" fmla="*/ 106479 h 111843"/>
                <a:gd name="connsiteX38" fmla="*/ 38975 w 227995"/>
                <a:gd name="connsiteY38" fmla="*/ 91104 h 111843"/>
                <a:gd name="connsiteX39" fmla="*/ 44438 w 227995"/>
                <a:gd name="connsiteY39" fmla="*/ 68784 h 111843"/>
                <a:gd name="connsiteX40" fmla="*/ 48661 w 227995"/>
                <a:gd name="connsiteY40" fmla="*/ 52169 h 111843"/>
                <a:gd name="connsiteX41" fmla="*/ 59092 w 227995"/>
                <a:gd name="connsiteY41" fmla="*/ 29850 h 111843"/>
                <a:gd name="connsiteX42" fmla="*/ 96346 w 227995"/>
                <a:gd name="connsiteY42" fmla="*/ 7035 h 111843"/>
                <a:gd name="connsiteX43" fmla="*/ 110999 w 227995"/>
                <a:gd name="connsiteY43" fmla="*/ 24394 h 111843"/>
                <a:gd name="connsiteX44" fmla="*/ 106777 w 227995"/>
                <a:gd name="connsiteY44" fmla="*/ 47705 h 111843"/>
                <a:gd name="connsiteX45" fmla="*/ 96346 w 227995"/>
                <a:gd name="connsiteY45" fmla="*/ 89368 h 111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27995" h="111843">
                  <a:moveTo>
                    <a:pt x="96346" y="89368"/>
                  </a:moveTo>
                  <a:cubicBezTo>
                    <a:pt x="95104" y="94327"/>
                    <a:pt x="92869" y="102759"/>
                    <a:pt x="92869" y="103999"/>
                  </a:cubicBezTo>
                  <a:cubicBezTo>
                    <a:pt x="92869" y="109455"/>
                    <a:pt x="97339" y="111935"/>
                    <a:pt x="101313" y="111935"/>
                  </a:cubicBezTo>
                  <a:cubicBezTo>
                    <a:pt x="105784" y="111935"/>
                    <a:pt x="109757" y="108711"/>
                    <a:pt x="110999" y="106479"/>
                  </a:cubicBezTo>
                  <a:cubicBezTo>
                    <a:pt x="112241" y="104247"/>
                    <a:pt x="114228" y="96311"/>
                    <a:pt x="115470" y="91104"/>
                  </a:cubicBezTo>
                  <a:cubicBezTo>
                    <a:pt x="116712" y="86392"/>
                    <a:pt x="119444" y="74984"/>
                    <a:pt x="120934" y="68784"/>
                  </a:cubicBezTo>
                  <a:cubicBezTo>
                    <a:pt x="122424" y="63329"/>
                    <a:pt x="123914" y="57873"/>
                    <a:pt x="125156" y="52169"/>
                  </a:cubicBezTo>
                  <a:cubicBezTo>
                    <a:pt x="127888" y="41506"/>
                    <a:pt x="127888" y="41010"/>
                    <a:pt x="132855" y="33322"/>
                  </a:cubicBezTo>
                  <a:cubicBezTo>
                    <a:pt x="140803" y="21170"/>
                    <a:pt x="153221" y="7035"/>
                    <a:pt x="172593" y="7035"/>
                  </a:cubicBezTo>
                  <a:cubicBezTo>
                    <a:pt x="186501" y="7035"/>
                    <a:pt x="187246" y="18442"/>
                    <a:pt x="187246" y="24394"/>
                  </a:cubicBezTo>
                  <a:cubicBezTo>
                    <a:pt x="187246" y="39274"/>
                    <a:pt x="176567" y="66801"/>
                    <a:pt x="172593" y="77216"/>
                  </a:cubicBezTo>
                  <a:cubicBezTo>
                    <a:pt x="169861" y="84160"/>
                    <a:pt x="168868" y="86392"/>
                    <a:pt x="168868" y="90608"/>
                  </a:cubicBezTo>
                  <a:cubicBezTo>
                    <a:pt x="168868" y="103751"/>
                    <a:pt x="179795" y="111935"/>
                    <a:pt x="192462" y="111935"/>
                  </a:cubicBezTo>
                  <a:cubicBezTo>
                    <a:pt x="217298" y="111935"/>
                    <a:pt x="228226" y="77712"/>
                    <a:pt x="228226" y="73992"/>
                  </a:cubicBezTo>
                  <a:cubicBezTo>
                    <a:pt x="228226" y="70768"/>
                    <a:pt x="224997" y="70768"/>
                    <a:pt x="224252" y="70768"/>
                  </a:cubicBezTo>
                  <a:cubicBezTo>
                    <a:pt x="220775" y="70768"/>
                    <a:pt x="220527" y="72256"/>
                    <a:pt x="219533" y="74984"/>
                  </a:cubicBezTo>
                  <a:cubicBezTo>
                    <a:pt x="213821" y="94823"/>
                    <a:pt x="203141" y="104991"/>
                    <a:pt x="193207" y="104991"/>
                  </a:cubicBezTo>
                  <a:cubicBezTo>
                    <a:pt x="187991" y="104991"/>
                    <a:pt x="186998" y="101519"/>
                    <a:pt x="186998" y="96311"/>
                  </a:cubicBezTo>
                  <a:cubicBezTo>
                    <a:pt x="186998" y="90608"/>
                    <a:pt x="188240" y="87384"/>
                    <a:pt x="192710" y="76224"/>
                  </a:cubicBezTo>
                  <a:cubicBezTo>
                    <a:pt x="195690" y="68536"/>
                    <a:pt x="205873" y="42249"/>
                    <a:pt x="205873" y="28362"/>
                  </a:cubicBezTo>
                  <a:cubicBezTo>
                    <a:pt x="205873" y="24394"/>
                    <a:pt x="205873" y="13979"/>
                    <a:pt x="196684" y="6787"/>
                  </a:cubicBezTo>
                  <a:cubicBezTo>
                    <a:pt x="192462" y="3563"/>
                    <a:pt x="185259" y="91"/>
                    <a:pt x="173586" y="91"/>
                  </a:cubicBezTo>
                  <a:cubicBezTo>
                    <a:pt x="151234" y="91"/>
                    <a:pt x="137574" y="14723"/>
                    <a:pt x="129626" y="25138"/>
                  </a:cubicBezTo>
                  <a:cubicBezTo>
                    <a:pt x="127640" y="4059"/>
                    <a:pt x="110006" y="91"/>
                    <a:pt x="97339" y="91"/>
                  </a:cubicBezTo>
                  <a:cubicBezTo>
                    <a:pt x="76725" y="91"/>
                    <a:pt x="62817" y="12739"/>
                    <a:pt x="55366" y="22658"/>
                  </a:cubicBezTo>
                  <a:cubicBezTo>
                    <a:pt x="53628" y="5547"/>
                    <a:pt x="38975" y="91"/>
                    <a:pt x="28792" y="91"/>
                  </a:cubicBezTo>
                  <a:cubicBezTo>
                    <a:pt x="18112" y="91"/>
                    <a:pt x="12400" y="7779"/>
                    <a:pt x="9171" y="13483"/>
                  </a:cubicBezTo>
                  <a:cubicBezTo>
                    <a:pt x="3707" y="22658"/>
                    <a:pt x="230" y="36794"/>
                    <a:pt x="230" y="38034"/>
                  </a:cubicBezTo>
                  <a:cubicBezTo>
                    <a:pt x="230" y="41258"/>
                    <a:pt x="3707" y="41258"/>
                    <a:pt x="4452" y="41258"/>
                  </a:cubicBezTo>
                  <a:cubicBezTo>
                    <a:pt x="7929" y="41258"/>
                    <a:pt x="8178" y="40514"/>
                    <a:pt x="9916" y="33818"/>
                  </a:cubicBezTo>
                  <a:cubicBezTo>
                    <a:pt x="13642" y="19186"/>
                    <a:pt x="18361" y="7035"/>
                    <a:pt x="28047" y="7035"/>
                  </a:cubicBezTo>
                  <a:cubicBezTo>
                    <a:pt x="34504" y="7035"/>
                    <a:pt x="36243" y="12491"/>
                    <a:pt x="36243" y="19186"/>
                  </a:cubicBezTo>
                  <a:cubicBezTo>
                    <a:pt x="36243" y="23898"/>
                    <a:pt x="34007" y="33074"/>
                    <a:pt x="32269" y="39770"/>
                  </a:cubicBezTo>
                  <a:cubicBezTo>
                    <a:pt x="30530" y="46465"/>
                    <a:pt x="28047" y="56633"/>
                    <a:pt x="26805" y="62089"/>
                  </a:cubicBezTo>
                  <a:lnTo>
                    <a:pt x="18857" y="93831"/>
                  </a:lnTo>
                  <a:cubicBezTo>
                    <a:pt x="17864" y="97055"/>
                    <a:pt x="16374" y="103255"/>
                    <a:pt x="16374" y="103999"/>
                  </a:cubicBezTo>
                  <a:cubicBezTo>
                    <a:pt x="16374" y="109455"/>
                    <a:pt x="20844" y="111935"/>
                    <a:pt x="24818" y="111935"/>
                  </a:cubicBezTo>
                  <a:cubicBezTo>
                    <a:pt x="29288" y="111935"/>
                    <a:pt x="33262" y="108711"/>
                    <a:pt x="34504" y="106479"/>
                  </a:cubicBezTo>
                  <a:cubicBezTo>
                    <a:pt x="35746" y="104247"/>
                    <a:pt x="37733" y="96311"/>
                    <a:pt x="38975" y="91104"/>
                  </a:cubicBezTo>
                  <a:cubicBezTo>
                    <a:pt x="40216" y="86392"/>
                    <a:pt x="42948" y="74984"/>
                    <a:pt x="44438" y="68784"/>
                  </a:cubicBezTo>
                  <a:cubicBezTo>
                    <a:pt x="45929" y="63329"/>
                    <a:pt x="47419" y="57873"/>
                    <a:pt x="48661" y="52169"/>
                  </a:cubicBezTo>
                  <a:cubicBezTo>
                    <a:pt x="51393" y="42001"/>
                    <a:pt x="51889" y="40018"/>
                    <a:pt x="59092" y="29850"/>
                  </a:cubicBezTo>
                  <a:cubicBezTo>
                    <a:pt x="66046" y="19930"/>
                    <a:pt x="77719" y="7035"/>
                    <a:pt x="96346" y="7035"/>
                  </a:cubicBezTo>
                  <a:cubicBezTo>
                    <a:pt x="110751" y="7035"/>
                    <a:pt x="110999" y="19682"/>
                    <a:pt x="110999" y="24394"/>
                  </a:cubicBezTo>
                  <a:cubicBezTo>
                    <a:pt x="110999" y="30594"/>
                    <a:pt x="110254" y="33818"/>
                    <a:pt x="106777" y="47705"/>
                  </a:cubicBezTo>
                  <a:lnTo>
                    <a:pt x="96346" y="89368"/>
                  </a:ln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998AEE8-F9BC-E2C1-6F0F-A26942E0563A}"/>
                </a:ext>
              </a:extLst>
            </p:cNvPr>
            <p:cNvSpPr/>
            <p:nvPr/>
          </p:nvSpPr>
          <p:spPr>
            <a:xfrm>
              <a:off x="11786767" y="8115986"/>
              <a:ext cx="167892" cy="161937"/>
            </a:xfrm>
            <a:custGeom>
              <a:avLst/>
              <a:gdLst>
                <a:gd name="connsiteX0" fmla="*/ 162666 w 167892"/>
                <a:gd name="connsiteY0" fmla="*/ 12739 h 161937"/>
                <a:gd name="connsiteX1" fmla="*/ 168129 w 167892"/>
                <a:gd name="connsiteY1" fmla="*/ 6291 h 161937"/>
                <a:gd name="connsiteX2" fmla="*/ 161920 w 167892"/>
                <a:gd name="connsiteY2" fmla="*/ 91 h 161937"/>
                <a:gd name="connsiteX3" fmla="*/ 157450 w 167892"/>
                <a:gd name="connsiteY3" fmla="*/ 1579 h 161937"/>
                <a:gd name="connsiteX4" fmla="*/ 5701 w 167892"/>
                <a:gd name="connsiteY4" fmla="*/ 74488 h 161937"/>
                <a:gd name="connsiteX5" fmla="*/ 237 w 167892"/>
                <a:gd name="connsiteY5" fmla="*/ 80936 h 161937"/>
                <a:gd name="connsiteX6" fmla="*/ 5453 w 167892"/>
                <a:gd name="connsiteY6" fmla="*/ 87384 h 161937"/>
                <a:gd name="connsiteX7" fmla="*/ 156953 w 167892"/>
                <a:gd name="connsiteY7" fmla="*/ 160293 h 161937"/>
                <a:gd name="connsiteX8" fmla="*/ 161920 w 167892"/>
                <a:gd name="connsiteY8" fmla="*/ 162029 h 161937"/>
                <a:gd name="connsiteX9" fmla="*/ 168129 w 167892"/>
                <a:gd name="connsiteY9" fmla="*/ 155829 h 161937"/>
                <a:gd name="connsiteX10" fmla="*/ 162914 w 167892"/>
                <a:gd name="connsiteY10" fmla="*/ 149629 h 161937"/>
                <a:gd name="connsiteX11" fmla="*/ 20354 w 167892"/>
                <a:gd name="connsiteY11" fmla="*/ 81184 h 161937"/>
                <a:gd name="connsiteX12" fmla="*/ 162666 w 167892"/>
                <a:gd name="connsiteY12" fmla="*/ 12739 h 16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7892" h="161937">
                  <a:moveTo>
                    <a:pt x="162666" y="12739"/>
                  </a:moveTo>
                  <a:cubicBezTo>
                    <a:pt x="165646" y="11251"/>
                    <a:pt x="168129" y="9515"/>
                    <a:pt x="168129" y="6291"/>
                  </a:cubicBezTo>
                  <a:cubicBezTo>
                    <a:pt x="168129" y="2819"/>
                    <a:pt x="165398" y="91"/>
                    <a:pt x="161920" y="91"/>
                  </a:cubicBezTo>
                  <a:cubicBezTo>
                    <a:pt x="161672" y="91"/>
                    <a:pt x="160430" y="91"/>
                    <a:pt x="157450" y="1579"/>
                  </a:cubicBezTo>
                  <a:lnTo>
                    <a:pt x="5701" y="74488"/>
                  </a:lnTo>
                  <a:cubicBezTo>
                    <a:pt x="2721" y="75976"/>
                    <a:pt x="237" y="77712"/>
                    <a:pt x="237" y="80936"/>
                  </a:cubicBezTo>
                  <a:cubicBezTo>
                    <a:pt x="237" y="84904"/>
                    <a:pt x="2969" y="86144"/>
                    <a:pt x="5453" y="87384"/>
                  </a:cubicBezTo>
                  <a:lnTo>
                    <a:pt x="156953" y="160293"/>
                  </a:lnTo>
                  <a:cubicBezTo>
                    <a:pt x="160430" y="162029"/>
                    <a:pt x="161424" y="162029"/>
                    <a:pt x="161920" y="162029"/>
                  </a:cubicBezTo>
                  <a:cubicBezTo>
                    <a:pt x="165398" y="162029"/>
                    <a:pt x="168129" y="159301"/>
                    <a:pt x="168129" y="155829"/>
                  </a:cubicBezTo>
                  <a:cubicBezTo>
                    <a:pt x="168129" y="152109"/>
                    <a:pt x="165149" y="150621"/>
                    <a:pt x="162914" y="149629"/>
                  </a:cubicBezTo>
                  <a:lnTo>
                    <a:pt x="20354" y="81184"/>
                  </a:lnTo>
                  <a:lnTo>
                    <a:pt x="162666" y="12739"/>
                  </a:ln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2E0FB89-5572-8819-0DF9-FD15DC698623}"/>
                </a:ext>
              </a:extLst>
            </p:cNvPr>
            <p:cNvSpPr/>
            <p:nvPr/>
          </p:nvSpPr>
          <p:spPr>
            <a:xfrm>
              <a:off x="11993369" y="8149712"/>
              <a:ext cx="115488" cy="111843"/>
            </a:xfrm>
            <a:custGeom>
              <a:avLst/>
              <a:gdLst>
                <a:gd name="connsiteX0" fmla="*/ 46935 w 115488"/>
                <a:gd name="connsiteY0" fmla="*/ 59361 h 111843"/>
                <a:gd name="connsiteX1" fmla="*/ 53393 w 115488"/>
                <a:gd name="connsiteY1" fmla="*/ 34314 h 111843"/>
                <a:gd name="connsiteX2" fmla="*/ 69040 w 115488"/>
                <a:gd name="connsiteY2" fmla="*/ 13979 h 111843"/>
                <a:gd name="connsiteX3" fmla="*/ 89157 w 115488"/>
                <a:gd name="connsiteY3" fmla="*/ 7035 h 111843"/>
                <a:gd name="connsiteX4" fmla="*/ 102817 w 115488"/>
                <a:gd name="connsiteY4" fmla="*/ 10507 h 111843"/>
                <a:gd name="connsiteX5" fmla="*/ 91889 w 115488"/>
                <a:gd name="connsiteY5" fmla="*/ 24146 h 111843"/>
                <a:gd name="connsiteX6" fmla="*/ 101823 w 115488"/>
                <a:gd name="connsiteY6" fmla="*/ 33322 h 111843"/>
                <a:gd name="connsiteX7" fmla="*/ 115731 w 115488"/>
                <a:gd name="connsiteY7" fmla="*/ 18194 h 111843"/>
                <a:gd name="connsiteX8" fmla="*/ 89405 w 115488"/>
                <a:gd name="connsiteY8" fmla="*/ 91 h 111843"/>
                <a:gd name="connsiteX9" fmla="*/ 54386 w 115488"/>
                <a:gd name="connsiteY9" fmla="*/ 17698 h 111843"/>
                <a:gd name="connsiteX10" fmla="*/ 28805 w 115488"/>
                <a:gd name="connsiteY10" fmla="*/ 91 h 111843"/>
                <a:gd name="connsiteX11" fmla="*/ 9433 w 115488"/>
                <a:gd name="connsiteY11" fmla="*/ 12739 h 111843"/>
                <a:gd name="connsiteX12" fmla="*/ 243 w 115488"/>
                <a:gd name="connsiteY12" fmla="*/ 38034 h 111843"/>
                <a:gd name="connsiteX13" fmla="*/ 4466 w 115488"/>
                <a:gd name="connsiteY13" fmla="*/ 41258 h 111843"/>
                <a:gd name="connsiteX14" fmla="*/ 9930 w 115488"/>
                <a:gd name="connsiteY14" fmla="*/ 33818 h 111843"/>
                <a:gd name="connsiteX15" fmla="*/ 28060 w 115488"/>
                <a:gd name="connsiteY15" fmla="*/ 7035 h 111843"/>
                <a:gd name="connsiteX16" fmla="*/ 36256 w 115488"/>
                <a:gd name="connsiteY16" fmla="*/ 19186 h 111843"/>
                <a:gd name="connsiteX17" fmla="*/ 32282 w 115488"/>
                <a:gd name="connsiteY17" fmla="*/ 39770 h 111843"/>
                <a:gd name="connsiteX18" fmla="*/ 26818 w 115488"/>
                <a:gd name="connsiteY18" fmla="*/ 62089 h 111843"/>
                <a:gd name="connsiteX19" fmla="*/ 18871 w 115488"/>
                <a:gd name="connsiteY19" fmla="*/ 93831 h 111843"/>
                <a:gd name="connsiteX20" fmla="*/ 16387 w 115488"/>
                <a:gd name="connsiteY20" fmla="*/ 103999 h 111843"/>
                <a:gd name="connsiteX21" fmla="*/ 24831 w 115488"/>
                <a:gd name="connsiteY21" fmla="*/ 111935 h 111843"/>
                <a:gd name="connsiteX22" fmla="*/ 35511 w 115488"/>
                <a:gd name="connsiteY22" fmla="*/ 104743 h 111843"/>
                <a:gd name="connsiteX23" fmla="*/ 40230 w 115488"/>
                <a:gd name="connsiteY23" fmla="*/ 86144 h 111843"/>
                <a:gd name="connsiteX24" fmla="*/ 46935 w 115488"/>
                <a:gd name="connsiteY24" fmla="*/ 59361 h 111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5488" h="111843">
                  <a:moveTo>
                    <a:pt x="46935" y="59361"/>
                  </a:moveTo>
                  <a:cubicBezTo>
                    <a:pt x="47184" y="57873"/>
                    <a:pt x="52896" y="35554"/>
                    <a:pt x="53393" y="34314"/>
                  </a:cubicBezTo>
                  <a:cubicBezTo>
                    <a:pt x="53889" y="32330"/>
                    <a:pt x="61092" y="19930"/>
                    <a:pt x="69040" y="13979"/>
                  </a:cubicBezTo>
                  <a:cubicBezTo>
                    <a:pt x="71772" y="11995"/>
                    <a:pt x="78477" y="7035"/>
                    <a:pt x="89157" y="7035"/>
                  </a:cubicBezTo>
                  <a:cubicBezTo>
                    <a:pt x="91640" y="7035"/>
                    <a:pt x="97849" y="7283"/>
                    <a:pt x="102817" y="10507"/>
                  </a:cubicBezTo>
                  <a:cubicBezTo>
                    <a:pt x="94869" y="12739"/>
                    <a:pt x="91889" y="19682"/>
                    <a:pt x="91889" y="24146"/>
                  </a:cubicBezTo>
                  <a:cubicBezTo>
                    <a:pt x="91889" y="29602"/>
                    <a:pt x="96111" y="33322"/>
                    <a:pt x="101823" y="33322"/>
                  </a:cubicBezTo>
                  <a:cubicBezTo>
                    <a:pt x="107536" y="33322"/>
                    <a:pt x="115731" y="28610"/>
                    <a:pt x="115731" y="18194"/>
                  </a:cubicBezTo>
                  <a:cubicBezTo>
                    <a:pt x="115731" y="5299"/>
                    <a:pt x="102072" y="91"/>
                    <a:pt x="89405" y="91"/>
                  </a:cubicBezTo>
                  <a:cubicBezTo>
                    <a:pt x="76490" y="91"/>
                    <a:pt x="65314" y="5299"/>
                    <a:pt x="54386" y="17698"/>
                  </a:cubicBezTo>
                  <a:cubicBezTo>
                    <a:pt x="49916" y="2571"/>
                    <a:pt x="34766" y="91"/>
                    <a:pt x="28805" y="91"/>
                  </a:cubicBezTo>
                  <a:cubicBezTo>
                    <a:pt x="19616" y="91"/>
                    <a:pt x="13407" y="5795"/>
                    <a:pt x="9433" y="12739"/>
                  </a:cubicBezTo>
                  <a:cubicBezTo>
                    <a:pt x="3721" y="22410"/>
                    <a:pt x="243" y="36794"/>
                    <a:pt x="243" y="38034"/>
                  </a:cubicBezTo>
                  <a:cubicBezTo>
                    <a:pt x="243" y="41258"/>
                    <a:pt x="3721" y="41258"/>
                    <a:pt x="4466" y="41258"/>
                  </a:cubicBezTo>
                  <a:cubicBezTo>
                    <a:pt x="7943" y="41258"/>
                    <a:pt x="8191" y="40514"/>
                    <a:pt x="9930" y="33818"/>
                  </a:cubicBezTo>
                  <a:cubicBezTo>
                    <a:pt x="13655" y="18690"/>
                    <a:pt x="18374" y="7035"/>
                    <a:pt x="28060" y="7035"/>
                  </a:cubicBezTo>
                  <a:cubicBezTo>
                    <a:pt x="34517" y="7035"/>
                    <a:pt x="36256" y="12491"/>
                    <a:pt x="36256" y="19186"/>
                  </a:cubicBezTo>
                  <a:cubicBezTo>
                    <a:pt x="36256" y="23898"/>
                    <a:pt x="34021" y="33074"/>
                    <a:pt x="32282" y="39770"/>
                  </a:cubicBezTo>
                  <a:cubicBezTo>
                    <a:pt x="30544" y="46465"/>
                    <a:pt x="28060" y="56633"/>
                    <a:pt x="26818" y="62089"/>
                  </a:cubicBezTo>
                  <a:lnTo>
                    <a:pt x="18871" y="93831"/>
                  </a:lnTo>
                  <a:cubicBezTo>
                    <a:pt x="17877" y="97055"/>
                    <a:pt x="16387" y="103255"/>
                    <a:pt x="16387" y="103999"/>
                  </a:cubicBezTo>
                  <a:cubicBezTo>
                    <a:pt x="16387" y="109455"/>
                    <a:pt x="20857" y="111935"/>
                    <a:pt x="24831" y="111935"/>
                  </a:cubicBezTo>
                  <a:cubicBezTo>
                    <a:pt x="28557" y="111935"/>
                    <a:pt x="33524" y="109703"/>
                    <a:pt x="35511" y="104743"/>
                  </a:cubicBezTo>
                  <a:cubicBezTo>
                    <a:pt x="36007" y="103255"/>
                    <a:pt x="38739" y="92343"/>
                    <a:pt x="40230" y="86144"/>
                  </a:cubicBezTo>
                  <a:lnTo>
                    <a:pt x="46935" y="59361"/>
                  </a:ln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DA00532-292D-A3F8-FE31-8EFF589B177A}"/>
                </a:ext>
              </a:extLst>
            </p:cNvPr>
            <p:cNvSpPr/>
            <p:nvPr/>
          </p:nvSpPr>
          <p:spPr>
            <a:xfrm>
              <a:off x="12205747" y="7762112"/>
              <a:ext cx="125954" cy="354271"/>
            </a:xfrm>
            <a:custGeom>
              <a:avLst/>
              <a:gdLst>
                <a:gd name="connsiteX0" fmla="*/ 75112 w 125954"/>
                <a:gd name="connsiteY0" fmla="*/ 47203 h 354271"/>
                <a:gd name="connsiteX1" fmla="*/ 123010 w 125954"/>
                <a:gd name="connsiteY1" fmla="*/ 7879 h 354271"/>
                <a:gd name="connsiteX2" fmla="*/ 126204 w 125954"/>
                <a:gd name="connsiteY2" fmla="*/ 3982 h 354271"/>
                <a:gd name="connsiteX3" fmla="*/ 119462 w 125954"/>
                <a:gd name="connsiteY3" fmla="*/ 85 h 354271"/>
                <a:gd name="connsiteX4" fmla="*/ 51340 w 125954"/>
                <a:gd name="connsiteY4" fmla="*/ 44369 h 354271"/>
                <a:gd name="connsiteX5" fmla="*/ 51340 w 125954"/>
                <a:gd name="connsiteY5" fmla="*/ 125143 h 354271"/>
                <a:gd name="connsiteX6" fmla="*/ 37148 w 125954"/>
                <a:gd name="connsiteY6" fmla="*/ 161987 h 354271"/>
                <a:gd name="connsiteX7" fmla="*/ 3442 w 125954"/>
                <a:gd name="connsiteY7" fmla="*/ 173323 h 354271"/>
                <a:gd name="connsiteX8" fmla="*/ 249 w 125954"/>
                <a:gd name="connsiteY8" fmla="*/ 177220 h 354271"/>
                <a:gd name="connsiteX9" fmla="*/ 5926 w 125954"/>
                <a:gd name="connsiteY9" fmla="*/ 181117 h 354271"/>
                <a:gd name="connsiteX10" fmla="*/ 50276 w 125954"/>
                <a:gd name="connsiteY10" fmla="*/ 212648 h 354271"/>
                <a:gd name="connsiteX11" fmla="*/ 51340 w 125954"/>
                <a:gd name="connsiteY11" fmla="*/ 230007 h 354271"/>
                <a:gd name="connsiteX12" fmla="*/ 51340 w 125954"/>
                <a:gd name="connsiteY12" fmla="*/ 300153 h 354271"/>
                <a:gd name="connsiteX13" fmla="*/ 68371 w 125954"/>
                <a:gd name="connsiteY13" fmla="*/ 339831 h 354271"/>
                <a:gd name="connsiteX14" fmla="*/ 119462 w 125954"/>
                <a:gd name="connsiteY14" fmla="*/ 354356 h 354271"/>
                <a:gd name="connsiteX15" fmla="*/ 126204 w 125954"/>
                <a:gd name="connsiteY15" fmla="*/ 350459 h 354271"/>
                <a:gd name="connsiteX16" fmla="*/ 120527 w 125954"/>
                <a:gd name="connsiteY16" fmla="*/ 346562 h 354271"/>
                <a:gd name="connsiteX17" fmla="*/ 76177 w 125954"/>
                <a:gd name="connsiteY17" fmla="*/ 315741 h 354271"/>
                <a:gd name="connsiteX18" fmla="*/ 75112 w 125954"/>
                <a:gd name="connsiteY18" fmla="*/ 299090 h 354271"/>
                <a:gd name="connsiteX19" fmla="*/ 75112 w 125954"/>
                <a:gd name="connsiteY19" fmla="*/ 224693 h 354271"/>
                <a:gd name="connsiteX20" fmla="*/ 60920 w 125954"/>
                <a:gd name="connsiteY20" fmla="*/ 191037 h 354271"/>
                <a:gd name="connsiteX21" fmla="*/ 33246 w 125954"/>
                <a:gd name="connsiteY21" fmla="*/ 177220 h 354271"/>
                <a:gd name="connsiteX22" fmla="*/ 75112 w 125954"/>
                <a:gd name="connsiteY22" fmla="*/ 132228 h 354271"/>
                <a:gd name="connsiteX23" fmla="*/ 75112 w 125954"/>
                <a:gd name="connsiteY23" fmla="*/ 47203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5954" h="354271">
                  <a:moveTo>
                    <a:pt x="75112" y="47203"/>
                  </a:moveTo>
                  <a:cubicBezTo>
                    <a:pt x="75112" y="33032"/>
                    <a:pt x="84337" y="10359"/>
                    <a:pt x="123010" y="7879"/>
                  </a:cubicBezTo>
                  <a:cubicBezTo>
                    <a:pt x="124785" y="7524"/>
                    <a:pt x="126204" y="6107"/>
                    <a:pt x="126204" y="3982"/>
                  </a:cubicBezTo>
                  <a:cubicBezTo>
                    <a:pt x="126204" y="85"/>
                    <a:pt x="123365" y="85"/>
                    <a:pt x="119462" y="85"/>
                  </a:cubicBezTo>
                  <a:cubicBezTo>
                    <a:pt x="83982" y="85"/>
                    <a:pt x="51695" y="18153"/>
                    <a:pt x="51340" y="44369"/>
                  </a:cubicBezTo>
                  <a:lnTo>
                    <a:pt x="51340" y="125143"/>
                  </a:lnTo>
                  <a:cubicBezTo>
                    <a:pt x="51340" y="138959"/>
                    <a:pt x="51340" y="150296"/>
                    <a:pt x="37148" y="161987"/>
                  </a:cubicBezTo>
                  <a:cubicBezTo>
                    <a:pt x="24730" y="172261"/>
                    <a:pt x="11248" y="172969"/>
                    <a:pt x="3442" y="173323"/>
                  </a:cubicBezTo>
                  <a:cubicBezTo>
                    <a:pt x="1668" y="173678"/>
                    <a:pt x="249" y="175095"/>
                    <a:pt x="249" y="177220"/>
                  </a:cubicBezTo>
                  <a:cubicBezTo>
                    <a:pt x="249" y="180763"/>
                    <a:pt x="2378" y="180763"/>
                    <a:pt x="5926" y="181117"/>
                  </a:cubicBezTo>
                  <a:cubicBezTo>
                    <a:pt x="29343" y="182535"/>
                    <a:pt x="46373" y="195288"/>
                    <a:pt x="50276" y="212648"/>
                  </a:cubicBezTo>
                  <a:cubicBezTo>
                    <a:pt x="51340" y="216545"/>
                    <a:pt x="51340" y="217253"/>
                    <a:pt x="51340" y="230007"/>
                  </a:cubicBezTo>
                  <a:lnTo>
                    <a:pt x="51340" y="300153"/>
                  </a:lnTo>
                  <a:cubicBezTo>
                    <a:pt x="51340" y="315032"/>
                    <a:pt x="51340" y="326369"/>
                    <a:pt x="68371" y="339831"/>
                  </a:cubicBezTo>
                  <a:cubicBezTo>
                    <a:pt x="82208" y="350459"/>
                    <a:pt x="105625" y="354356"/>
                    <a:pt x="119462" y="354356"/>
                  </a:cubicBezTo>
                  <a:cubicBezTo>
                    <a:pt x="123365" y="354356"/>
                    <a:pt x="126204" y="354356"/>
                    <a:pt x="126204" y="350459"/>
                  </a:cubicBezTo>
                  <a:cubicBezTo>
                    <a:pt x="126204" y="346916"/>
                    <a:pt x="124075" y="346916"/>
                    <a:pt x="120527" y="346562"/>
                  </a:cubicBezTo>
                  <a:cubicBezTo>
                    <a:pt x="98174" y="345145"/>
                    <a:pt x="80789" y="333808"/>
                    <a:pt x="76177" y="315741"/>
                  </a:cubicBezTo>
                  <a:cubicBezTo>
                    <a:pt x="75112" y="312552"/>
                    <a:pt x="75112" y="311844"/>
                    <a:pt x="75112" y="299090"/>
                  </a:cubicBezTo>
                  <a:lnTo>
                    <a:pt x="75112" y="224693"/>
                  </a:lnTo>
                  <a:cubicBezTo>
                    <a:pt x="75112" y="208396"/>
                    <a:pt x="72274" y="202374"/>
                    <a:pt x="60920" y="191037"/>
                  </a:cubicBezTo>
                  <a:cubicBezTo>
                    <a:pt x="53469" y="183597"/>
                    <a:pt x="43180" y="180055"/>
                    <a:pt x="33246" y="177220"/>
                  </a:cubicBezTo>
                  <a:cubicBezTo>
                    <a:pt x="62339" y="169072"/>
                    <a:pt x="75112" y="152776"/>
                    <a:pt x="75112" y="132228"/>
                  </a:cubicBezTo>
                  <a:lnTo>
                    <a:pt x="75112" y="47203"/>
                  </a:ln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7C0DBF3-F95E-1ABA-EFD0-0912C9E2A17D}"/>
                </a:ext>
              </a:extLst>
            </p:cNvPr>
            <p:cNvSpPr/>
            <p:nvPr/>
          </p:nvSpPr>
          <p:spPr>
            <a:xfrm>
              <a:off x="12376408" y="7778055"/>
              <a:ext cx="177046" cy="322387"/>
            </a:xfrm>
            <a:custGeom>
              <a:avLst/>
              <a:gdLst>
                <a:gd name="connsiteX0" fmla="*/ 111662 w 177046"/>
                <a:gd name="connsiteY0" fmla="*/ 108137 h 322387"/>
                <a:gd name="connsiteX1" fmla="*/ 142175 w 177046"/>
                <a:gd name="connsiteY1" fmla="*/ 108137 h 322387"/>
                <a:gd name="connsiteX2" fmla="*/ 152819 w 177046"/>
                <a:gd name="connsiteY2" fmla="*/ 101052 h 322387"/>
                <a:gd name="connsiteX3" fmla="*/ 143239 w 177046"/>
                <a:gd name="connsiteY3" fmla="*/ 97155 h 322387"/>
                <a:gd name="connsiteX4" fmla="*/ 113791 w 177046"/>
                <a:gd name="connsiteY4" fmla="*/ 97155 h 322387"/>
                <a:gd name="connsiteX5" fmla="*/ 121241 w 177046"/>
                <a:gd name="connsiteY5" fmla="*/ 56768 h 322387"/>
                <a:gd name="connsiteX6" fmla="*/ 129757 w 177046"/>
                <a:gd name="connsiteY6" fmla="*/ 19924 h 322387"/>
                <a:gd name="connsiteX7" fmla="*/ 146432 w 177046"/>
                <a:gd name="connsiteY7" fmla="*/ 7879 h 322387"/>
                <a:gd name="connsiteX8" fmla="*/ 163818 w 177046"/>
                <a:gd name="connsiteY8" fmla="*/ 14256 h 322387"/>
                <a:gd name="connsiteX9" fmla="*/ 144658 w 177046"/>
                <a:gd name="connsiteY9" fmla="*/ 33386 h 322387"/>
                <a:gd name="connsiteX10" fmla="*/ 157786 w 177046"/>
                <a:gd name="connsiteY10" fmla="*/ 45786 h 322387"/>
                <a:gd name="connsiteX11" fmla="*/ 177300 w 177046"/>
                <a:gd name="connsiteY11" fmla="*/ 24529 h 322387"/>
                <a:gd name="connsiteX12" fmla="*/ 146432 w 177046"/>
                <a:gd name="connsiteY12" fmla="*/ 85 h 322387"/>
                <a:gd name="connsiteX13" fmla="*/ 101373 w 177046"/>
                <a:gd name="connsiteY13" fmla="*/ 41534 h 322387"/>
                <a:gd name="connsiteX14" fmla="*/ 89664 w 177046"/>
                <a:gd name="connsiteY14" fmla="*/ 97155 h 322387"/>
                <a:gd name="connsiteX15" fmla="*/ 65183 w 177046"/>
                <a:gd name="connsiteY15" fmla="*/ 97155 h 322387"/>
                <a:gd name="connsiteX16" fmla="*/ 54539 w 177046"/>
                <a:gd name="connsiteY16" fmla="*/ 103886 h 322387"/>
                <a:gd name="connsiteX17" fmla="*/ 64473 w 177046"/>
                <a:gd name="connsiteY17" fmla="*/ 108137 h 322387"/>
                <a:gd name="connsiteX18" fmla="*/ 87890 w 177046"/>
                <a:gd name="connsiteY18" fmla="*/ 108137 h 322387"/>
                <a:gd name="connsiteX19" fmla="*/ 61280 w 177046"/>
                <a:gd name="connsiteY19" fmla="*/ 248075 h 322387"/>
                <a:gd name="connsiteX20" fmla="*/ 30412 w 177046"/>
                <a:gd name="connsiteY20" fmla="*/ 314678 h 322387"/>
                <a:gd name="connsiteX21" fmla="*/ 13382 w 177046"/>
                <a:gd name="connsiteY21" fmla="*/ 308301 h 322387"/>
                <a:gd name="connsiteX22" fmla="*/ 32896 w 177046"/>
                <a:gd name="connsiteY22" fmla="*/ 289170 h 322387"/>
                <a:gd name="connsiteX23" fmla="*/ 19768 w 177046"/>
                <a:gd name="connsiteY23" fmla="*/ 276771 h 322387"/>
                <a:gd name="connsiteX24" fmla="*/ 254 w 177046"/>
                <a:gd name="connsiteY24" fmla="*/ 298027 h 322387"/>
                <a:gd name="connsiteX25" fmla="*/ 30412 w 177046"/>
                <a:gd name="connsiteY25" fmla="*/ 322472 h 322387"/>
                <a:gd name="connsiteX26" fmla="*/ 70505 w 177046"/>
                <a:gd name="connsiteY26" fmla="*/ 288107 h 322387"/>
                <a:gd name="connsiteX27" fmla="*/ 90374 w 177046"/>
                <a:gd name="connsiteY27" fmla="*/ 220442 h 322387"/>
                <a:gd name="connsiteX28" fmla="*/ 111662 w 177046"/>
                <a:gd name="connsiteY28" fmla="*/ 108137 h 32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046" h="322387">
                  <a:moveTo>
                    <a:pt x="111662" y="108137"/>
                  </a:moveTo>
                  <a:lnTo>
                    <a:pt x="142175" y="108137"/>
                  </a:lnTo>
                  <a:cubicBezTo>
                    <a:pt x="149271" y="108137"/>
                    <a:pt x="152819" y="108137"/>
                    <a:pt x="152819" y="101052"/>
                  </a:cubicBezTo>
                  <a:cubicBezTo>
                    <a:pt x="152819" y="97155"/>
                    <a:pt x="149271" y="97155"/>
                    <a:pt x="143239" y="97155"/>
                  </a:cubicBezTo>
                  <a:lnTo>
                    <a:pt x="113791" y="97155"/>
                  </a:lnTo>
                  <a:lnTo>
                    <a:pt x="121241" y="56768"/>
                  </a:lnTo>
                  <a:cubicBezTo>
                    <a:pt x="122661" y="49328"/>
                    <a:pt x="127628" y="24175"/>
                    <a:pt x="129757" y="19924"/>
                  </a:cubicBezTo>
                  <a:cubicBezTo>
                    <a:pt x="132950" y="13193"/>
                    <a:pt x="138982" y="7879"/>
                    <a:pt x="146432" y="7879"/>
                  </a:cubicBezTo>
                  <a:cubicBezTo>
                    <a:pt x="147852" y="7879"/>
                    <a:pt x="157076" y="7879"/>
                    <a:pt x="163818" y="14256"/>
                  </a:cubicBezTo>
                  <a:cubicBezTo>
                    <a:pt x="148206" y="15673"/>
                    <a:pt x="144658" y="28072"/>
                    <a:pt x="144658" y="33386"/>
                  </a:cubicBezTo>
                  <a:cubicBezTo>
                    <a:pt x="144658" y="41534"/>
                    <a:pt x="151045" y="45786"/>
                    <a:pt x="157786" y="45786"/>
                  </a:cubicBezTo>
                  <a:cubicBezTo>
                    <a:pt x="167011" y="45786"/>
                    <a:pt x="177300" y="37992"/>
                    <a:pt x="177300" y="24529"/>
                  </a:cubicBezTo>
                  <a:cubicBezTo>
                    <a:pt x="177300" y="8233"/>
                    <a:pt x="160979" y="85"/>
                    <a:pt x="146432" y="85"/>
                  </a:cubicBezTo>
                  <a:cubicBezTo>
                    <a:pt x="134369" y="85"/>
                    <a:pt x="112017" y="6462"/>
                    <a:pt x="101373" y="41534"/>
                  </a:cubicBezTo>
                  <a:cubicBezTo>
                    <a:pt x="99244" y="48974"/>
                    <a:pt x="98179" y="52517"/>
                    <a:pt x="89664" y="97155"/>
                  </a:cubicBezTo>
                  <a:lnTo>
                    <a:pt x="65183" y="97155"/>
                  </a:lnTo>
                  <a:cubicBezTo>
                    <a:pt x="58442" y="97155"/>
                    <a:pt x="54539" y="97155"/>
                    <a:pt x="54539" y="103886"/>
                  </a:cubicBezTo>
                  <a:cubicBezTo>
                    <a:pt x="54539" y="108137"/>
                    <a:pt x="57732" y="108137"/>
                    <a:pt x="64473" y="108137"/>
                  </a:cubicBezTo>
                  <a:lnTo>
                    <a:pt x="87890" y="108137"/>
                  </a:lnTo>
                  <a:lnTo>
                    <a:pt x="61280" y="248075"/>
                  </a:lnTo>
                  <a:cubicBezTo>
                    <a:pt x="54894" y="282439"/>
                    <a:pt x="48862" y="314678"/>
                    <a:pt x="30412" y="314678"/>
                  </a:cubicBezTo>
                  <a:cubicBezTo>
                    <a:pt x="28993" y="314678"/>
                    <a:pt x="20123" y="314678"/>
                    <a:pt x="13382" y="308301"/>
                  </a:cubicBezTo>
                  <a:cubicBezTo>
                    <a:pt x="29703" y="307238"/>
                    <a:pt x="32896" y="294484"/>
                    <a:pt x="32896" y="289170"/>
                  </a:cubicBezTo>
                  <a:cubicBezTo>
                    <a:pt x="32896" y="281022"/>
                    <a:pt x="26509" y="276771"/>
                    <a:pt x="19768" y="276771"/>
                  </a:cubicBezTo>
                  <a:cubicBezTo>
                    <a:pt x="10543" y="276771"/>
                    <a:pt x="254" y="284565"/>
                    <a:pt x="254" y="298027"/>
                  </a:cubicBezTo>
                  <a:cubicBezTo>
                    <a:pt x="254" y="313969"/>
                    <a:pt x="15865" y="322472"/>
                    <a:pt x="30412" y="322472"/>
                  </a:cubicBezTo>
                  <a:cubicBezTo>
                    <a:pt x="49926" y="322472"/>
                    <a:pt x="64118" y="301570"/>
                    <a:pt x="70505" y="288107"/>
                  </a:cubicBezTo>
                  <a:cubicBezTo>
                    <a:pt x="81858" y="265788"/>
                    <a:pt x="90019" y="222921"/>
                    <a:pt x="90374" y="220442"/>
                  </a:cubicBezTo>
                  <a:lnTo>
                    <a:pt x="111662" y="108137"/>
                  </a:ln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9D68715-585F-7AB2-7F93-B8626B81D85D}"/>
                </a:ext>
              </a:extLst>
            </p:cNvPr>
            <p:cNvSpPr/>
            <p:nvPr/>
          </p:nvSpPr>
          <p:spPr>
            <a:xfrm>
              <a:off x="12546707" y="7908851"/>
              <a:ext cx="55632" cy="174584"/>
            </a:xfrm>
            <a:custGeom>
              <a:avLst/>
              <a:gdLst>
                <a:gd name="connsiteX0" fmla="*/ 54898 w 55632"/>
                <a:gd name="connsiteY0" fmla="*/ 7526 h 174584"/>
                <a:gd name="connsiteX1" fmla="*/ 55892 w 55632"/>
                <a:gd name="connsiteY1" fmla="*/ 3558 h 174584"/>
                <a:gd name="connsiteX2" fmla="*/ 51918 w 55632"/>
                <a:gd name="connsiteY2" fmla="*/ 86 h 174584"/>
                <a:gd name="connsiteX3" fmla="*/ 20128 w 55632"/>
                <a:gd name="connsiteY3" fmla="*/ 2566 h 174584"/>
                <a:gd name="connsiteX4" fmla="*/ 14912 w 55632"/>
                <a:gd name="connsiteY4" fmla="*/ 8270 h 174584"/>
                <a:gd name="connsiteX5" fmla="*/ 21121 w 55632"/>
                <a:gd name="connsiteY5" fmla="*/ 11742 h 174584"/>
                <a:gd name="connsiteX6" fmla="*/ 33043 w 55632"/>
                <a:gd name="connsiteY6" fmla="*/ 15462 h 174584"/>
                <a:gd name="connsiteX7" fmla="*/ 32049 w 55632"/>
                <a:gd name="connsiteY7" fmla="*/ 20917 h 174584"/>
                <a:gd name="connsiteX8" fmla="*/ 1252 w 55632"/>
                <a:gd name="connsiteY8" fmla="*/ 143424 h 174584"/>
                <a:gd name="connsiteX9" fmla="*/ 259 w 55632"/>
                <a:gd name="connsiteY9" fmla="*/ 151112 h 174584"/>
                <a:gd name="connsiteX10" fmla="*/ 26337 w 55632"/>
                <a:gd name="connsiteY10" fmla="*/ 174671 h 174584"/>
                <a:gd name="connsiteX11" fmla="*/ 46206 w 55632"/>
                <a:gd name="connsiteY11" fmla="*/ 161528 h 174584"/>
                <a:gd name="connsiteX12" fmla="*/ 54898 w 55632"/>
                <a:gd name="connsiteY12" fmla="*/ 136729 h 174584"/>
                <a:gd name="connsiteX13" fmla="*/ 50925 w 55632"/>
                <a:gd name="connsiteY13" fmla="*/ 133505 h 174584"/>
                <a:gd name="connsiteX14" fmla="*/ 45957 w 55632"/>
                <a:gd name="connsiteY14" fmla="*/ 139457 h 174584"/>
                <a:gd name="connsiteX15" fmla="*/ 27330 w 55632"/>
                <a:gd name="connsiteY15" fmla="*/ 167727 h 174584"/>
                <a:gd name="connsiteX16" fmla="*/ 18886 w 55632"/>
                <a:gd name="connsiteY16" fmla="*/ 155576 h 174584"/>
                <a:gd name="connsiteX17" fmla="*/ 20376 w 55632"/>
                <a:gd name="connsiteY17" fmla="*/ 145408 h 174584"/>
                <a:gd name="connsiteX18" fmla="*/ 54898 w 55632"/>
                <a:gd name="connsiteY18" fmla="*/ 7526 h 174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5632" h="174584">
                  <a:moveTo>
                    <a:pt x="54898" y="7526"/>
                  </a:moveTo>
                  <a:cubicBezTo>
                    <a:pt x="55147" y="7030"/>
                    <a:pt x="55892" y="3806"/>
                    <a:pt x="55892" y="3558"/>
                  </a:cubicBezTo>
                  <a:cubicBezTo>
                    <a:pt x="55892" y="2318"/>
                    <a:pt x="54898" y="86"/>
                    <a:pt x="51918" y="86"/>
                  </a:cubicBezTo>
                  <a:cubicBezTo>
                    <a:pt x="46951" y="86"/>
                    <a:pt x="26337" y="2070"/>
                    <a:pt x="20128" y="2566"/>
                  </a:cubicBezTo>
                  <a:cubicBezTo>
                    <a:pt x="18389" y="2814"/>
                    <a:pt x="14912" y="3062"/>
                    <a:pt x="14912" y="8270"/>
                  </a:cubicBezTo>
                  <a:cubicBezTo>
                    <a:pt x="14912" y="11742"/>
                    <a:pt x="18389" y="11742"/>
                    <a:pt x="21121" y="11742"/>
                  </a:cubicBezTo>
                  <a:cubicBezTo>
                    <a:pt x="33043" y="11742"/>
                    <a:pt x="33043" y="13478"/>
                    <a:pt x="33043" y="15462"/>
                  </a:cubicBezTo>
                  <a:cubicBezTo>
                    <a:pt x="33043" y="17198"/>
                    <a:pt x="32546" y="18685"/>
                    <a:pt x="32049" y="20917"/>
                  </a:cubicBezTo>
                  <a:lnTo>
                    <a:pt x="1252" y="143424"/>
                  </a:lnTo>
                  <a:cubicBezTo>
                    <a:pt x="507" y="145904"/>
                    <a:pt x="259" y="148632"/>
                    <a:pt x="259" y="151112"/>
                  </a:cubicBezTo>
                  <a:cubicBezTo>
                    <a:pt x="259" y="166983"/>
                    <a:pt x="14415" y="174671"/>
                    <a:pt x="26337" y="174671"/>
                  </a:cubicBezTo>
                  <a:cubicBezTo>
                    <a:pt x="32297" y="174671"/>
                    <a:pt x="39748" y="172687"/>
                    <a:pt x="46206" y="161528"/>
                  </a:cubicBezTo>
                  <a:cubicBezTo>
                    <a:pt x="51421" y="152352"/>
                    <a:pt x="54898" y="137721"/>
                    <a:pt x="54898" y="136729"/>
                  </a:cubicBezTo>
                  <a:cubicBezTo>
                    <a:pt x="54898" y="133505"/>
                    <a:pt x="51670" y="133505"/>
                    <a:pt x="50925" y="133505"/>
                  </a:cubicBezTo>
                  <a:cubicBezTo>
                    <a:pt x="47448" y="133505"/>
                    <a:pt x="46951" y="134993"/>
                    <a:pt x="45957" y="139457"/>
                  </a:cubicBezTo>
                  <a:cubicBezTo>
                    <a:pt x="42729" y="151856"/>
                    <a:pt x="38010" y="167727"/>
                    <a:pt x="27330" y="167727"/>
                  </a:cubicBezTo>
                  <a:cubicBezTo>
                    <a:pt x="20624" y="167727"/>
                    <a:pt x="18886" y="161528"/>
                    <a:pt x="18886" y="155576"/>
                  </a:cubicBezTo>
                  <a:cubicBezTo>
                    <a:pt x="18886" y="152848"/>
                    <a:pt x="19631" y="148136"/>
                    <a:pt x="20376" y="145408"/>
                  </a:cubicBezTo>
                  <a:lnTo>
                    <a:pt x="54898" y="7526"/>
                  </a:ln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E9702B3-39FE-1F0C-0F7F-3AB61CD4BA43}"/>
                </a:ext>
              </a:extLst>
            </p:cNvPr>
            <p:cNvSpPr/>
            <p:nvPr/>
          </p:nvSpPr>
          <p:spPr>
            <a:xfrm>
              <a:off x="12650291" y="8052437"/>
              <a:ext cx="31541" cy="76380"/>
            </a:xfrm>
            <a:custGeom>
              <a:avLst/>
              <a:gdLst>
                <a:gd name="connsiteX0" fmla="*/ 24849 w 31541"/>
                <a:gd name="connsiteY0" fmla="*/ 24637 h 76380"/>
                <a:gd name="connsiteX1" fmla="*/ 5477 w 31541"/>
                <a:gd name="connsiteY1" fmla="*/ 70019 h 76380"/>
                <a:gd name="connsiteX2" fmla="*/ 3739 w 31541"/>
                <a:gd name="connsiteY2" fmla="*/ 72995 h 76380"/>
                <a:gd name="connsiteX3" fmla="*/ 7216 w 31541"/>
                <a:gd name="connsiteY3" fmla="*/ 76467 h 76380"/>
                <a:gd name="connsiteX4" fmla="*/ 31803 w 31541"/>
                <a:gd name="connsiteY4" fmla="*/ 27117 h 76380"/>
                <a:gd name="connsiteX5" fmla="*/ 14418 w 31541"/>
                <a:gd name="connsiteY5" fmla="*/ 86 h 76380"/>
                <a:gd name="connsiteX6" fmla="*/ 261 w 31541"/>
                <a:gd name="connsiteY6" fmla="*/ 14222 h 76380"/>
                <a:gd name="connsiteX7" fmla="*/ 14666 w 31541"/>
                <a:gd name="connsiteY7" fmla="*/ 28605 h 76380"/>
                <a:gd name="connsiteX8" fmla="*/ 24849 w 31541"/>
                <a:gd name="connsiteY8" fmla="*/ 24637 h 76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541" h="76380">
                  <a:moveTo>
                    <a:pt x="24849" y="24637"/>
                  </a:moveTo>
                  <a:cubicBezTo>
                    <a:pt x="24849" y="38277"/>
                    <a:pt x="22366" y="54148"/>
                    <a:pt x="5477" y="70019"/>
                  </a:cubicBezTo>
                  <a:cubicBezTo>
                    <a:pt x="4484" y="71011"/>
                    <a:pt x="3739" y="71755"/>
                    <a:pt x="3739" y="72995"/>
                  </a:cubicBezTo>
                  <a:cubicBezTo>
                    <a:pt x="3739" y="74731"/>
                    <a:pt x="5725" y="76467"/>
                    <a:pt x="7216" y="76467"/>
                  </a:cubicBezTo>
                  <a:cubicBezTo>
                    <a:pt x="10693" y="76467"/>
                    <a:pt x="31803" y="56628"/>
                    <a:pt x="31803" y="27117"/>
                  </a:cubicBezTo>
                  <a:cubicBezTo>
                    <a:pt x="31803" y="11742"/>
                    <a:pt x="25843" y="86"/>
                    <a:pt x="14418" y="86"/>
                  </a:cubicBezTo>
                  <a:cubicBezTo>
                    <a:pt x="6222" y="86"/>
                    <a:pt x="261" y="6534"/>
                    <a:pt x="261" y="14222"/>
                  </a:cubicBezTo>
                  <a:cubicBezTo>
                    <a:pt x="261" y="22157"/>
                    <a:pt x="5974" y="28605"/>
                    <a:pt x="14666" y="28605"/>
                  </a:cubicBezTo>
                  <a:cubicBezTo>
                    <a:pt x="20627" y="28605"/>
                    <a:pt x="24601" y="24637"/>
                    <a:pt x="24849" y="24637"/>
                  </a:cubicBez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36D5E5E-C1F6-DDD8-86CF-2981AD535284}"/>
                </a:ext>
              </a:extLst>
            </p:cNvPr>
            <p:cNvSpPr/>
            <p:nvPr/>
          </p:nvSpPr>
          <p:spPr>
            <a:xfrm>
              <a:off x="12718413" y="7971593"/>
              <a:ext cx="227995" cy="111843"/>
            </a:xfrm>
            <a:custGeom>
              <a:avLst/>
              <a:gdLst>
                <a:gd name="connsiteX0" fmla="*/ 96380 w 227995"/>
                <a:gd name="connsiteY0" fmla="*/ 89363 h 111843"/>
                <a:gd name="connsiteX1" fmla="*/ 92903 w 227995"/>
                <a:gd name="connsiteY1" fmla="*/ 103994 h 111843"/>
                <a:gd name="connsiteX2" fmla="*/ 101347 w 227995"/>
                <a:gd name="connsiteY2" fmla="*/ 111930 h 111843"/>
                <a:gd name="connsiteX3" fmla="*/ 111033 w 227995"/>
                <a:gd name="connsiteY3" fmla="*/ 106474 h 111843"/>
                <a:gd name="connsiteX4" fmla="*/ 115503 w 227995"/>
                <a:gd name="connsiteY4" fmla="*/ 91099 h 111843"/>
                <a:gd name="connsiteX5" fmla="*/ 120967 w 227995"/>
                <a:gd name="connsiteY5" fmla="*/ 68779 h 111843"/>
                <a:gd name="connsiteX6" fmla="*/ 125190 w 227995"/>
                <a:gd name="connsiteY6" fmla="*/ 52164 h 111843"/>
                <a:gd name="connsiteX7" fmla="*/ 132889 w 227995"/>
                <a:gd name="connsiteY7" fmla="*/ 33317 h 111843"/>
                <a:gd name="connsiteX8" fmla="*/ 172627 w 227995"/>
                <a:gd name="connsiteY8" fmla="*/ 7030 h 111843"/>
                <a:gd name="connsiteX9" fmla="*/ 187280 w 227995"/>
                <a:gd name="connsiteY9" fmla="*/ 24389 h 111843"/>
                <a:gd name="connsiteX10" fmla="*/ 172627 w 227995"/>
                <a:gd name="connsiteY10" fmla="*/ 77211 h 111843"/>
                <a:gd name="connsiteX11" fmla="*/ 168901 w 227995"/>
                <a:gd name="connsiteY11" fmla="*/ 90603 h 111843"/>
                <a:gd name="connsiteX12" fmla="*/ 192495 w 227995"/>
                <a:gd name="connsiteY12" fmla="*/ 111930 h 111843"/>
                <a:gd name="connsiteX13" fmla="*/ 228259 w 227995"/>
                <a:gd name="connsiteY13" fmla="*/ 73987 h 111843"/>
                <a:gd name="connsiteX14" fmla="*/ 224286 w 227995"/>
                <a:gd name="connsiteY14" fmla="*/ 70763 h 111843"/>
                <a:gd name="connsiteX15" fmla="*/ 219567 w 227995"/>
                <a:gd name="connsiteY15" fmla="*/ 74979 h 111843"/>
                <a:gd name="connsiteX16" fmla="*/ 193241 w 227995"/>
                <a:gd name="connsiteY16" fmla="*/ 104986 h 111843"/>
                <a:gd name="connsiteX17" fmla="*/ 187032 w 227995"/>
                <a:gd name="connsiteY17" fmla="*/ 96306 h 111843"/>
                <a:gd name="connsiteX18" fmla="*/ 192744 w 227995"/>
                <a:gd name="connsiteY18" fmla="*/ 76219 h 111843"/>
                <a:gd name="connsiteX19" fmla="*/ 205907 w 227995"/>
                <a:gd name="connsiteY19" fmla="*/ 28357 h 111843"/>
                <a:gd name="connsiteX20" fmla="*/ 196718 w 227995"/>
                <a:gd name="connsiteY20" fmla="*/ 6782 h 111843"/>
                <a:gd name="connsiteX21" fmla="*/ 173620 w 227995"/>
                <a:gd name="connsiteY21" fmla="*/ 86 h 111843"/>
                <a:gd name="connsiteX22" fmla="*/ 129660 w 227995"/>
                <a:gd name="connsiteY22" fmla="*/ 25133 h 111843"/>
                <a:gd name="connsiteX23" fmla="*/ 97373 w 227995"/>
                <a:gd name="connsiteY23" fmla="*/ 86 h 111843"/>
                <a:gd name="connsiteX24" fmla="*/ 55400 w 227995"/>
                <a:gd name="connsiteY24" fmla="*/ 22653 h 111843"/>
                <a:gd name="connsiteX25" fmla="*/ 28825 w 227995"/>
                <a:gd name="connsiteY25" fmla="*/ 86 h 111843"/>
                <a:gd name="connsiteX26" fmla="*/ 9205 w 227995"/>
                <a:gd name="connsiteY26" fmla="*/ 13478 h 111843"/>
                <a:gd name="connsiteX27" fmla="*/ 264 w 227995"/>
                <a:gd name="connsiteY27" fmla="*/ 38029 h 111843"/>
                <a:gd name="connsiteX28" fmla="*/ 4486 w 227995"/>
                <a:gd name="connsiteY28" fmla="*/ 41253 h 111843"/>
                <a:gd name="connsiteX29" fmla="*/ 9950 w 227995"/>
                <a:gd name="connsiteY29" fmla="*/ 33813 h 111843"/>
                <a:gd name="connsiteX30" fmla="*/ 28080 w 227995"/>
                <a:gd name="connsiteY30" fmla="*/ 7030 h 111843"/>
                <a:gd name="connsiteX31" fmla="*/ 36276 w 227995"/>
                <a:gd name="connsiteY31" fmla="*/ 19181 h 111843"/>
                <a:gd name="connsiteX32" fmla="*/ 32302 w 227995"/>
                <a:gd name="connsiteY32" fmla="*/ 39765 h 111843"/>
                <a:gd name="connsiteX33" fmla="*/ 26838 w 227995"/>
                <a:gd name="connsiteY33" fmla="*/ 62084 h 111843"/>
                <a:gd name="connsiteX34" fmla="*/ 18891 w 227995"/>
                <a:gd name="connsiteY34" fmla="*/ 93826 h 111843"/>
                <a:gd name="connsiteX35" fmla="*/ 16407 w 227995"/>
                <a:gd name="connsiteY35" fmla="*/ 103994 h 111843"/>
                <a:gd name="connsiteX36" fmla="*/ 24852 w 227995"/>
                <a:gd name="connsiteY36" fmla="*/ 111930 h 111843"/>
                <a:gd name="connsiteX37" fmla="*/ 34538 w 227995"/>
                <a:gd name="connsiteY37" fmla="*/ 106474 h 111843"/>
                <a:gd name="connsiteX38" fmla="*/ 39008 w 227995"/>
                <a:gd name="connsiteY38" fmla="*/ 91099 h 111843"/>
                <a:gd name="connsiteX39" fmla="*/ 44472 w 227995"/>
                <a:gd name="connsiteY39" fmla="*/ 68779 h 111843"/>
                <a:gd name="connsiteX40" fmla="*/ 48694 w 227995"/>
                <a:gd name="connsiteY40" fmla="*/ 52164 h 111843"/>
                <a:gd name="connsiteX41" fmla="*/ 59125 w 227995"/>
                <a:gd name="connsiteY41" fmla="*/ 29845 h 111843"/>
                <a:gd name="connsiteX42" fmla="*/ 96380 w 227995"/>
                <a:gd name="connsiteY42" fmla="*/ 7030 h 111843"/>
                <a:gd name="connsiteX43" fmla="*/ 111033 w 227995"/>
                <a:gd name="connsiteY43" fmla="*/ 24389 h 111843"/>
                <a:gd name="connsiteX44" fmla="*/ 106811 w 227995"/>
                <a:gd name="connsiteY44" fmla="*/ 47700 h 111843"/>
                <a:gd name="connsiteX45" fmla="*/ 96380 w 227995"/>
                <a:gd name="connsiteY45" fmla="*/ 89363 h 111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27995" h="111843">
                  <a:moveTo>
                    <a:pt x="96380" y="89363"/>
                  </a:moveTo>
                  <a:cubicBezTo>
                    <a:pt x="95138" y="94322"/>
                    <a:pt x="92903" y="102754"/>
                    <a:pt x="92903" y="103994"/>
                  </a:cubicBezTo>
                  <a:cubicBezTo>
                    <a:pt x="92903" y="109450"/>
                    <a:pt x="97373" y="111930"/>
                    <a:pt x="101347" y="111930"/>
                  </a:cubicBezTo>
                  <a:cubicBezTo>
                    <a:pt x="105817" y="111930"/>
                    <a:pt x="109791" y="108706"/>
                    <a:pt x="111033" y="106474"/>
                  </a:cubicBezTo>
                  <a:cubicBezTo>
                    <a:pt x="112275" y="104242"/>
                    <a:pt x="114262" y="96306"/>
                    <a:pt x="115503" y="91099"/>
                  </a:cubicBezTo>
                  <a:cubicBezTo>
                    <a:pt x="116745" y="86387"/>
                    <a:pt x="119477" y="74979"/>
                    <a:pt x="120967" y="68779"/>
                  </a:cubicBezTo>
                  <a:cubicBezTo>
                    <a:pt x="122458" y="63324"/>
                    <a:pt x="123948" y="57868"/>
                    <a:pt x="125190" y="52164"/>
                  </a:cubicBezTo>
                  <a:cubicBezTo>
                    <a:pt x="127922" y="41501"/>
                    <a:pt x="127922" y="41005"/>
                    <a:pt x="132889" y="33317"/>
                  </a:cubicBezTo>
                  <a:cubicBezTo>
                    <a:pt x="140836" y="21165"/>
                    <a:pt x="153254" y="7030"/>
                    <a:pt x="172627" y="7030"/>
                  </a:cubicBezTo>
                  <a:cubicBezTo>
                    <a:pt x="186535" y="7030"/>
                    <a:pt x="187280" y="18437"/>
                    <a:pt x="187280" y="24389"/>
                  </a:cubicBezTo>
                  <a:cubicBezTo>
                    <a:pt x="187280" y="39269"/>
                    <a:pt x="176600" y="66796"/>
                    <a:pt x="172627" y="77211"/>
                  </a:cubicBezTo>
                  <a:cubicBezTo>
                    <a:pt x="169895" y="84155"/>
                    <a:pt x="168901" y="86387"/>
                    <a:pt x="168901" y="90603"/>
                  </a:cubicBezTo>
                  <a:cubicBezTo>
                    <a:pt x="168901" y="103746"/>
                    <a:pt x="179829" y="111930"/>
                    <a:pt x="192495" y="111930"/>
                  </a:cubicBezTo>
                  <a:cubicBezTo>
                    <a:pt x="217332" y="111930"/>
                    <a:pt x="228259" y="77707"/>
                    <a:pt x="228259" y="73987"/>
                  </a:cubicBezTo>
                  <a:cubicBezTo>
                    <a:pt x="228259" y="70763"/>
                    <a:pt x="225031" y="70763"/>
                    <a:pt x="224286" y="70763"/>
                  </a:cubicBezTo>
                  <a:cubicBezTo>
                    <a:pt x="220809" y="70763"/>
                    <a:pt x="220560" y="72251"/>
                    <a:pt x="219567" y="74979"/>
                  </a:cubicBezTo>
                  <a:cubicBezTo>
                    <a:pt x="213855" y="94818"/>
                    <a:pt x="203175" y="104986"/>
                    <a:pt x="193241" y="104986"/>
                  </a:cubicBezTo>
                  <a:cubicBezTo>
                    <a:pt x="188025" y="104986"/>
                    <a:pt x="187032" y="101514"/>
                    <a:pt x="187032" y="96306"/>
                  </a:cubicBezTo>
                  <a:cubicBezTo>
                    <a:pt x="187032" y="90603"/>
                    <a:pt x="188273" y="87379"/>
                    <a:pt x="192744" y="76219"/>
                  </a:cubicBezTo>
                  <a:cubicBezTo>
                    <a:pt x="195724" y="68531"/>
                    <a:pt x="205907" y="42244"/>
                    <a:pt x="205907" y="28357"/>
                  </a:cubicBezTo>
                  <a:cubicBezTo>
                    <a:pt x="205907" y="24389"/>
                    <a:pt x="205907" y="13974"/>
                    <a:pt x="196718" y="6782"/>
                  </a:cubicBezTo>
                  <a:cubicBezTo>
                    <a:pt x="192495" y="3558"/>
                    <a:pt x="185293" y="86"/>
                    <a:pt x="173620" y="86"/>
                  </a:cubicBezTo>
                  <a:cubicBezTo>
                    <a:pt x="151267" y="86"/>
                    <a:pt x="137608" y="14718"/>
                    <a:pt x="129660" y="25133"/>
                  </a:cubicBezTo>
                  <a:cubicBezTo>
                    <a:pt x="127673" y="4054"/>
                    <a:pt x="110040" y="86"/>
                    <a:pt x="97373" y="86"/>
                  </a:cubicBezTo>
                  <a:cubicBezTo>
                    <a:pt x="76759" y="86"/>
                    <a:pt x="62851" y="12734"/>
                    <a:pt x="55400" y="22653"/>
                  </a:cubicBezTo>
                  <a:cubicBezTo>
                    <a:pt x="53661" y="5542"/>
                    <a:pt x="39008" y="86"/>
                    <a:pt x="28825" y="86"/>
                  </a:cubicBezTo>
                  <a:cubicBezTo>
                    <a:pt x="18146" y="86"/>
                    <a:pt x="12433" y="7774"/>
                    <a:pt x="9205" y="13478"/>
                  </a:cubicBezTo>
                  <a:cubicBezTo>
                    <a:pt x="3741" y="22653"/>
                    <a:pt x="264" y="36789"/>
                    <a:pt x="264" y="38029"/>
                  </a:cubicBezTo>
                  <a:cubicBezTo>
                    <a:pt x="264" y="41253"/>
                    <a:pt x="3741" y="41253"/>
                    <a:pt x="4486" y="41253"/>
                  </a:cubicBezTo>
                  <a:cubicBezTo>
                    <a:pt x="7963" y="41253"/>
                    <a:pt x="8211" y="40509"/>
                    <a:pt x="9950" y="33813"/>
                  </a:cubicBezTo>
                  <a:cubicBezTo>
                    <a:pt x="13675" y="19181"/>
                    <a:pt x="18394" y="7030"/>
                    <a:pt x="28080" y="7030"/>
                  </a:cubicBezTo>
                  <a:cubicBezTo>
                    <a:pt x="34538" y="7030"/>
                    <a:pt x="36276" y="12486"/>
                    <a:pt x="36276" y="19181"/>
                  </a:cubicBezTo>
                  <a:cubicBezTo>
                    <a:pt x="36276" y="23893"/>
                    <a:pt x="34041" y="33069"/>
                    <a:pt x="32302" y="39765"/>
                  </a:cubicBezTo>
                  <a:cubicBezTo>
                    <a:pt x="30564" y="46460"/>
                    <a:pt x="28080" y="56628"/>
                    <a:pt x="26838" y="62084"/>
                  </a:cubicBezTo>
                  <a:lnTo>
                    <a:pt x="18891" y="93826"/>
                  </a:lnTo>
                  <a:cubicBezTo>
                    <a:pt x="17897" y="97050"/>
                    <a:pt x="16407" y="103250"/>
                    <a:pt x="16407" y="103994"/>
                  </a:cubicBezTo>
                  <a:cubicBezTo>
                    <a:pt x="16407" y="109450"/>
                    <a:pt x="20878" y="111930"/>
                    <a:pt x="24852" y="111930"/>
                  </a:cubicBezTo>
                  <a:cubicBezTo>
                    <a:pt x="29322" y="111930"/>
                    <a:pt x="33296" y="108706"/>
                    <a:pt x="34538" y="106474"/>
                  </a:cubicBezTo>
                  <a:cubicBezTo>
                    <a:pt x="35779" y="104242"/>
                    <a:pt x="37766" y="96306"/>
                    <a:pt x="39008" y="91099"/>
                  </a:cubicBezTo>
                  <a:cubicBezTo>
                    <a:pt x="40250" y="86387"/>
                    <a:pt x="42982" y="74979"/>
                    <a:pt x="44472" y="68779"/>
                  </a:cubicBezTo>
                  <a:cubicBezTo>
                    <a:pt x="45962" y="63324"/>
                    <a:pt x="47452" y="57868"/>
                    <a:pt x="48694" y="52164"/>
                  </a:cubicBezTo>
                  <a:cubicBezTo>
                    <a:pt x="51426" y="41996"/>
                    <a:pt x="51923" y="40013"/>
                    <a:pt x="59125" y="29845"/>
                  </a:cubicBezTo>
                  <a:cubicBezTo>
                    <a:pt x="66080" y="19925"/>
                    <a:pt x="77753" y="7030"/>
                    <a:pt x="96380" y="7030"/>
                  </a:cubicBezTo>
                  <a:cubicBezTo>
                    <a:pt x="110785" y="7030"/>
                    <a:pt x="111033" y="19677"/>
                    <a:pt x="111033" y="24389"/>
                  </a:cubicBezTo>
                  <a:cubicBezTo>
                    <a:pt x="111033" y="30589"/>
                    <a:pt x="110288" y="33813"/>
                    <a:pt x="106811" y="47700"/>
                  </a:cubicBezTo>
                  <a:lnTo>
                    <a:pt x="96380" y="89363"/>
                  </a:ln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BE5F97F-EB4E-0371-D64B-CA4D4372D37E}"/>
                </a:ext>
              </a:extLst>
            </p:cNvPr>
            <p:cNvSpPr/>
            <p:nvPr/>
          </p:nvSpPr>
          <p:spPr>
            <a:xfrm>
              <a:off x="13074963" y="7821276"/>
              <a:ext cx="235943" cy="235944"/>
            </a:xfrm>
            <a:custGeom>
              <a:avLst/>
              <a:gdLst>
                <a:gd name="connsiteX0" fmla="*/ 125519 w 235943"/>
                <a:gd name="connsiteY0" fmla="*/ 125143 h 235944"/>
                <a:gd name="connsiteX1" fmla="*/ 224508 w 235943"/>
                <a:gd name="connsiteY1" fmla="*/ 125143 h 235944"/>
                <a:gd name="connsiteX2" fmla="*/ 236217 w 235943"/>
                <a:gd name="connsiteY2" fmla="*/ 118057 h 235944"/>
                <a:gd name="connsiteX3" fmla="*/ 224508 w 235943"/>
                <a:gd name="connsiteY3" fmla="*/ 110972 h 235944"/>
                <a:gd name="connsiteX4" fmla="*/ 125519 w 235943"/>
                <a:gd name="connsiteY4" fmla="*/ 110972 h 235944"/>
                <a:gd name="connsiteX5" fmla="*/ 125519 w 235943"/>
                <a:gd name="connsiteY5" fmla="*/ 11776 h 235944"/>
                <a:gd name="connsiteX6" fmla="*/ 118423 w 235943"/>
                <a:gd name="connsiteY6" fmla="*/ 85 h 235944"/>
                <a:gd name="connsiteX7" fmla="*/ 111327 w 235943"/>
                <a:gd name="connsiteY7" fmla="*/ 11776 h 235944"/>
                <a:gd name="connsiteX8" fmla="*/ 111327 w 235943"/>
                <a:gd name="connsiteY8" fmla="*/ 110972 h 235944"/>
                <a:gd name="connsiteX9" fmla="*/ 11982 w 235943"/>
                <a:gd name="connsiteY9" fmla="*/ 110972 h 235944"/>
                <a:gd name="connsiteX10" fmla="*/ 274 w 235943"/>
                <a:gd name="connsiteY10" fmla="*/ 118057 h 235944"/>
                <a:gd name="connsiteX11" fmla="*/ 11982 w 235943"/>
                <a:gd name="connsiteY11" fmla="*/ 125143 h 235944"/>
                <a:gd name="connsiteX12" fmla="*/ 111327 w 235943"/>
                <a:gd name="connsiteY12" fmla="*/ 125143 h 235944"/>
                <a:gd name="connsiteX13" fmla="*/ 111327 w 235943"/>
                <a:gd name="connsiteY13" fmla="*/ 224339 h 235944"/>
                <a:gd name="connsiteX14" fmla="*/ 118423 w 235943"/>
                <a:gd name="connsiteY14" fmla="*/ 236029 h 235944"/>
                <a:gd name="connsiteX15" fmla="*/ 125519 w 235943"/>
                <a:gd name="connsiteY15" fmla="*/ 224339 h 235944"/>
                <a:gd name="connsiteX16" fmla="*/ 125519 w 235943"/>
                <a:gd name="connsiteY16" fmla="*/ 125143 h 2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943" h="235944">
                  <a:moveTo>
                    <a:pt x="125519" y="125143"/>
                  </a:moveTo>
                  <a:lnTo>
                    <a:pt x="224508" y="125143"/>
                  </a:lnTo>
                  <a:cubicBezTo>
                    <a:pt x="229476" y="125143"/>
                    <a:pt x="236217" y="125143"/>
                    <a:pt x="236217" y="118057"/>
                  </a:cubicBezTo>
                  <a:cubicBezTo>
                    <a:pt x="236217" y="110972"/>
                    <a:pt x="229476" y="110972"/>
                    <a:pt x="224508" y="110972"/>
                  </a:cubicBezTo>
                  <a:lnTo>
                    <a:pt x="125519" y="110972"/>
                  </a:lnTo>
                  <a:lnTo>
                    <a:pt x="125519" y="11776"/>
                  </a:lnTo>
                  <a:cubicBezTo>
                    <a:pt x="125519" y="6816"/>
                    <a:pt x="125519" y="85"/>
                    <a:pt x="118423" y="85"/>
                  </a:cubicBezTo>
                  <a:cubicBezTo>
                    <a:pt x="111327" y="85"/>
                    <a:pt x="111327" y="6816"/>
                    <a:pt x="111327" y="11776"/>
                  </a:cubicBezTo>
                  <a:lnTo>
                    <a:pt x="111327" y="110972"/>
                  </a:lnTo>
                  <a:lnTo>
                    <a:pt x="11982" y="110972"/>
                  </a:lnTo>
                  <a:cubicBezTo>
                    <a:pt x="7015" y="110972"/>
                    <a:pt x="274" y="110972"/>
                    <a:pt x="274" y="118057"/>
                  </a:cubicBezTo>
                  <a:cubicBezTo>
                    <a:pt x="274" y="125143"/>
                    <a:pt x="7015" y="125143"/>
                    <a:pt x="11982" y="125143"/>
                  </a:cubicBezTo>
                  <a:lnTo>
                    <a:pt x="111327" y="125143"/>
                  </a:lnTo>
                  <a:lnTo>
                    <a:pt x="111327" y="224339"/>
                  </a:lnTo>
                  <a:cubicBezTo>
                    <a:pt x="111327" y="229298"/>
                    <a:pt x="111327" y="236029"/>
                    <a:pt x="118423" y="236029"/>
                  </a:cubicBezTo>
                  <a:cubicBezTo>
                    <a:pt x="125519" y="236029"/>
                    <a:pt x="125519" y="229298"/>
                    <a:pt x="125519" y="224339"/>
                  </a:cubicBezTo>
                  <a:lnTo>
                    <a:pt x="125519" y="125143"/>
                  </a:ln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76C0696-BD14-256D-551E-1F2846F7F8EB}"/>
                </a:ext>
              </a:extLst>
            </p:cNvPr>
            <p:cNvSpPr/>
            <p:nvPr/>
          </p:nvSpPr>
          <p:spPr>
            <a:xfrm>
              <a:off x="13428699" y="7778055"/>
              <a:ext cx="177046" cy="322387"/>
            </a:xfrm>
            <a:custGeom>
              <a:avLst/>
              <a:gdLst>
                <a:gd name="connsiteX0" fmla="*/ 111691 w 177046"/>
                <a:gd name="connsiteY0" fmla="*/ 108137 h 322387"/>
                <a:gd name="connsiteX1" fmla="*/ 142204 w 177046"/>
                <a:gd name="connsiteY1" fmla="*/ 108137 h 322387"/>
                <a:gd name="connsiteX2" fmla="*/ 152848 w 177046"/>
                <a:gd name="connsiteY2" fmla="*/ 101052 h 322387"/>
                <a:gd name="connsiteX3" fmla="*/ 143269 w 177046"/>
                <a:gd name="connsiteY3" fmla="*/ 97155 h 322387"/>
                <a:gd name="connsiteX4" fmla="*/ 113820 w 177046"/>
                <a:gd name="connsiteY4" fmla="*/ 97155 h 322387"/>
                <a:gd name="connsiteX5" fmla="*/ 121271 w 177046"/>
                <a:gd name="connsiteY5" fmla="*/ 56768 h 322387"/>
                <a:gd name="connsiteX6" fmla="*/ 129786 w 177046"/>
                <a:gd name="connsiteY6" fmla="*/ 19924 h 322387"/>
                <a:gd name="connsiteX7" fmla="*/ 146462 w 177046"/>
                <a:gd name="connsiteY7" fmla="*/ 7879 h 322387"/>
                <a:gd name="connsiteX8" fmla="*/ 163847 w 177046"/>
                <a:gd name="connsiteY8" fmla="*/ 14256 h 322387"/>
                <a:gd name="connsiteX9" fmla="*/ 144688 w 177046"/>
                <a:gd name="connsiteY9" fmla="*/ 33386 h 322387"/>
                <a:gd name="connsiteX10" fmla="*/ 157816 w 177046"/>
                <a:gd name="connsiteY10" fmla="*/ 45786 h 322387"/>
                <a:gd name="connsiteX11" fmla="*/ 177330 w 177046"/>
                <a:gd name="connsiteY11" fmla="*/ 24529 h 322387"/>
                <a:gd name="connsiteX12" fmla="*/ 146462 w 177046"/>
                <a:gd name="connsiteY12" fmla="*/ 85 h 322387"/>
                <a:gd name="connsiteX13" fmla="*/ 101402 w 177046"/>
                <a:gd name="connsiteY13" fmla="*/ 41534 h 322387"/>
                <a:gd name="connsiteX14" fmla="*/ 89694 w 177046"/>
                <a:gd name="connsiteY14" fmla="*/ 97155 h 322387"/>
                <a:gd name="connsiteX15" fmla="*/ 65212 w 177046"/>
                <a:gd name="connsiteY15" fmla="*/ 97155 h 322387"/>
                <a:gd name="connsiteX16" fmla="*/ 54568 w 177046"/>
                <a:gd name="connsiteY16" fmla="*/ 103886 h 322387"/>
                <a:gd name="connsiteX17" fmla="*/ 64503 w 177046"/>
                <a:gd name="connsiteY17" fmla="*/ 108137 h 322387"/>
                <a:gd name="connsiteX18" fmla="*/ 87920 w 177046"/>
                <a:gd name="connsiteY18" fmla="*/ 108137 h 322387"/>
                <a:gd name="connsiteX19" fmla="*/ 61309 w 177046"/>
                <a:gd name="connsiteY19" fmla="*/ 248075 h 322387"/>
                <a:gd name="connsiteX20" fmla="*/ 30442 w 177046"/>
                <a:gd name="connsiteY20" fmla="*/ 314678 h 322387"/>
                <a:gd name="connsiteX21" fmla="*/ 13411 w 177046"/>
                <a:gd name="connsiteY21" fmla="*/ 308301 h 322387"/>
                <a:gd name="connsiteX22" fmla="*/ 32925 w 177046"/>
                <a:gd name="connsiteY22" fmla="*/ 289170 h 322387"/>
                <a:gd name="connsiteX23" fmla="*/ 19798 w 177046"/>
                <a:gd name="connsiteY23" fmla="*/ 276771 h 322387"/>
                <a:gd name="connsiteX24" fmla="*/ 284 w 177046"/>
                <a:gd name="connsiteY24" fmla="*/ 298027 h 322387"/>
                <a:gd name="connsiteX25" fmla="*/ 30442 w 177046"/>
                <a:gd name="connsiteY25" fmla="*/ 322472 h 322387"/>
                <a:gd name="connsiteX26" fmla="*/ 70534 w 177046"/>
                <a:gd name="connsiteY26" fmla="*/ 288107 h 322387"/>
                <a:gd name="connsiteX27" fmla="*/ 90403 w 177046"/>
                <a:gd name="connsiteY27" fmla="*/ 220442 h 322387"/>
                <a:gd name="connsiteX28" fmla="*/ 111691 w 177046"/>
                <a:gd name="connsiteY28" fmla="*/ 108137 h 32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046" h="322387">
                  <a:moveTo>
                    <a:pt x="111691" y="108137"/>
                  </a:moveTo>
                  <a:lnTo>
                    <a:pt x="142204" y="108137"/>
                  </a:lnTo>
                  <a:cubicBezTo>
                    <a:pt x="149300" y="108137"/>
                    <a:pt x="152848" y="108137"/>
                    <a:pt x="152848" y="101052"/>
                  </a:cubicBezTo>
                  <a:cubicBezTo>
                    <a:pt x="152848" y="97155"/>
                    <a:pt x="149300" y="97155"/>
                    <a:pt x="143269" y="97155"/>
                  </a:cubicBezTo>
                  <a:lnTo>
                    <a:pt x="113820" y="97155"/>
                  </a:lnTo>
                  <a:lnTo>
                    <a:pt x="121271" y="56768"/>
                  </a:lnTo>
                  <a:cubicBezTo>
                    <a:pt x="122690" y="49328"/>
                    <a:pt x="127657" y="24175"/>
                    <a:pt x="129786" y="19924"/>
                  </a:cubicBezTo>
                  <a:cubicBezTo>
                    <a:pt x="132979" y="13193"/>
                    <a:pt x="139011" y="7879"/>
                    <a:pt x="146462" y="7879"/>
                  </a:cubicBezTo>
                  <a:cubicBezTo>
                    <a:pt x="147881" y="7879"/>
                    <a:pt x="157106" y="7879"/>
                    <a:pt x="163847" y="14256"/>
                  </a:cubicBezTo>
                  <a:cubicBezTo>
                    <a:pt x="148236" y="15673"/>
                    <a:pt x="144688" y="28072"/>
                    <a:pt x="144688" y="33386"/>
                  </a:cubicBezTo>
                  <a:cubicBezTo>
                    <a:pt x="144688" y="41534"/>
                    <a:pt x="151074" y="45786"/>
                    <a:pt x="157816" y="45786"/>
                  </a:cubicBezTo>
                  <a:cubicBezTo>
                    <a:pt x="167040" y="45786"/>
                    <a:pt x="177330" y="37992"/>
                    <a:pt x="177330" y="24529"/>
                  </a:cubicBezTo>
                  <a:cubicBezTo>
                    <a:pt x="177330" y="8233"/>
                    <a:pt x="161009" y="85"/>
                    <a:pt x="146462" y="85"/>
                  </a:cubicBezTo>
                  <a:cubicBezTo>
                    <a:pt x="134399" y="85"/>
                    <a:pt x="112046" y="6462"/>
                    <a:pt x="101402" y="41534"/>
                  </a:cubicBezTo>
                  <a:cubicBezTo>
                    <a:pt x="99273" y="48974"/>
                    <a:pt x="98209" y="52517"/>
                    <a:pt x="89694" y="97155"/>
                  </a:cubicBezTo>
                  <a:lnTo>
                    <a:pt x="65212" y="97155"/>
                  </a:lnTo>
                  <a:cubicBezTo>
                    <a:pt x="58471" y="97155"/>
                    <a:pt x="54568" y="97155"/>
                    <a:pt x="54568" y="103886"/>
                  </a:cubicBezTo>
                  <a:cubicBezTo>
                    <a:pt x="54568" y="108137"/>
                    <a:pt x="57761" y="108137"/>
                    <a:pt x="64503" y="108137"/>
                  </a:cubicBezTo>
                  <a:lnTo>
                    <a:pt x="87920" y="108137"/>
                  </a:lnTo>
                  <a:lnTo>
                    <a:pt x="61309" y="248075"/>
                  </a:lnTo>
                  <a:cubicBezTo>
                    <a:pt x="54923" y="282439"/>
                    <a:pt x="48891" y="314678"/>
                    <a:pt x="30442" y="314678"/>
                  </a:cubicBezTo>
                  <a:cubicBezTo>
                    <a:pt x="29023" y="314678"/>
                    <a:pt x="20152" y="314678"/>
                    <a:pt x="13411" y="308301"/>
                  </a:cubicBezTo>
                  <a:cubicBezTo>
                    <a:pt x="29732" y="307238"/>
                    <a:pt x="32925" y="294484"/>
                    <a:pt x="32925" y="289170"/>
                  </a:cubicBezTo>
                  <a:cubicBezTo>
                    <a:pt x="32925" y="281022"/>
                    <a:pt x="26539" y="276771"/>
                    <a:pt x="19798" y="276771"/>
                  </a:cubicBezTo>
                  <a:cubicBezTo>
                    <a:pt x="10573" y="276771"/>
                    <a:pt x="284" y="284565"/>
                    <a:pt x="284" y="298027"/>
                  </a:cubicBezTo>
                  <a:cubicBezTo>
                    <a:pt x="284" y="313969"/>
                    <a:pt x="15895" y="322472"/>
                    <a:pt x="30442" y="322472"/>
                  </a:cubicBezTo>
                  <a:cubicBezTo>
                    <a:pt x="49956" y="322472"/>
                    <a:pt x="64148" y="301570"/>
                    <a:pt x="70534" y="288107"/>
                  </a:cubicBezTo>
                  <a:cubicBezTo>
                    <a:pt x="81888" y="265788"/>
                    <a:pt x="90048" y="222921"/>
                    <a:pt x="90403" y="220442"/>
                  </a:cubicBezTo>
                  <a:lnTo>
                    <a:pt x="111691" y="108137"/>
                  </a:ln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AACBD03-31BA-7C34-C8BA-ECB17393BD14}"/>
                </a:ext>
              </a:extLst>
            </p:cNvPr>
            <p:cNvSpPr/>
            <p:nvPr/>
          </p:nvSpPr>
          <p:spPr>
            <a:xfrm>
              <a:off x="13595274" y="7971593"/>
              <a:ext cx="227995" cy="111843"/>
            </a:xfrm>
            <a:custGeom>
              <a:avLst/>
              <a:gdLst>
                <a:gd name="connsiteX0" fmla="*/ 96404 w 227995"/>
                <a:gd name="connsiteY0" fmla="*/ 89363 h 111843"/>
                <a:gd name="connsiteX1" fmla="*/ 92927 w 227995"/>
                <a:gd name="connsiteY1" fmla="*/ 103994 h 111843"/>
                <a:gd name="connsiteX2" fmla="*/ 101371 w 227995"/>
                <a:gd name="connsiteY2" fmla="*/ 111930 h 111843"/>
                <a:gd name="connsiteX3" fmla="*/ 111058 w 227995"/>
                <a:gd name="connsiteY3" fmla="*/ 106474 h 111843"/>
                <a:gd name="connsiteX4" fmla="*/ 115528 w 227995"/>
                <a:gd name="connsiteY4" fmla="*/ 91099 h 111843"/>
                <a:gd name="connsiteX5" fmla="*/ 120992 w 227995"/>
                <a:gd name="connsiteY5" fmla="*/ 68779 h 111843"/>
                <a:gd name="connsiteX6" fmla="*/ 125214 w 227995"/>
                <a:gd name="connsiteY6" fmla="*/ 52164 h 111843"/>
                <a:gd name="connsiteX7" fmla="*/ 132913 w 227995"/>
                <a:gd name="connsiteY7" fmla="*/ 33317 h 111843"/>
                <a:gd name="connsiteX8" fmla="*/ 172651 w 227995"/>
                <a:gd name="connsiteY8" fmla="*/ 7030 h 111843"/>
                <a:gd name="connsiteX9" fmla="*/ 187304 w 227995"/>
                <a:gd name="connsiteY9" fmla="*/ 24389 h 111843"/>
                <a:gd name="connsiteX10" fmla="*/ 172651 w 227995"/>
                <a:gd name="connsiteY10" fmla="*/ 77211 h 111843"/>
                <a:gd name="connsiteX11" fmla="*/ 168926 w 227995"/>
                <a:gd name="connsiteY11" fmla="*/ 90603 h 111843"/>
                <a:gd name="connsiteX12" fmla="*/ 192520 w 227995"/>
                <a:gd name="connsiteY12" fmla="*/ 111930 h 111843"/>
                <a:gd name="connsiteX13" fmla="*/ 228284 w 227995"/>
                <a:gd name="connsiteY13" fmla="*/ 73987 h 111843"/>
                <a:gd name="connsiteX14" fmla="*/ 224310 w 227995"/>
                <a:gd name="connsiteY14" fmla="*/ 70763 h 111843"/>
                <a:gd name="connsiteX15" fmla="*/ 219591 w 227995"/>
                <a:gd name="connsiteY15" fmla="*/ 74979 h 111843"/>
                <a:gd name="connsiteX16" fmla="*/ 193265 w 227995"/>
                <a:gd name="connsiteY16" fmla="*/ 104986 h 111843"/>
                <a:gd name="connsiteX17" fmla="*/ 187056 w 227995"/>
                <a:gd name="connsiteY17" fmla="*/ 96306 h 111843"/>
                <a:gd name="connsiteX18" fmla="*/ 192768 w 227995"/>
                <a:gd name="connsiteY18" fmla="*/ 76219 h 111843"/>
                <a:gd name="connsiteX19" fmla="*/ 205932 w 227995"/>
                <a:gd name="connsiteY19" fmla="*/ 28357 h 111843"/>
                <a:gd name="connsiteX20" fmla="*/ 196742 w 227995"/>
                <a:gd name="connsiteY20" fmla="*/ 6782 h 111843"/>
                <a:gd name="connsiteX21" fmla="*/ 173645 w 227995"/>
                <a:gd name="connsiteY21" fmla="*/ 86 h 111843"/>
                <a:gd name="connsiteX22" fmla="*/ 129685 w 227995"/>
                <a:gd name="connsiteY22" fmla="*/ 25133 h 111843"/>
                <a:gd name="connsiteX23" fmla="*/ 97398 w 227995"/>
                <a:gd name="connsiteY23" fmla="*/ 86 h 111843"/>
                <a:gd name="connsiteX24" fmla="*/ 55425 w 227995"/>
                <a:gd name="connsiteY24" fmla="*/ 22653 h 111843"/>
                <a:gd name="connsiteX25" fmla="*/ 28850 w 227995"/>
                <a:gd name="connsiteY25" fmla="*/ 86 h 111843"/>
                <a:gd name="connsiteX26" fmla="*/ 9229 w 227995"/>
                <a:gd name="connsiteY26" fmla="*/ 13478 h 111843"/>
                <a:gd name="connsiteX27" fmla="*/ 288 w 227995"/>
                <a:gd name="connsiteY27" fmla="*/ 38029 h 111843"/>
                <a:gd name="connsiteX28" fmla="*/ 4511 w 227995"/>
                <a:gd name="connsiteY28" fmla="*/ 41253 h 111843"/>
                <a:gd name="connsiteX29" fmla="*/ 9975 w 227995"/>
                <a:gd name="connsiteY29" fmla="*/ 33813 h 111843"/>
                <a:gd name="connsiteX30" fmla="*/ 28105 w 227995"/>
                <a:gd name="connsiteY30" fmla="*/ 7030 h 111843"/>
                <a:gd name="connsiteX31" fmla="*/ 36301 w 227995"/>
                <a:gd name="connsiteY31" fmla="*/ 19181 h 111843"/>
                <a:gd name="connsiteX32" fmla="*/ 32327 w 227995"/>
                <a:gd name="connsiteY32" fmla="*/ 39765 h 111843"/>
                <a:gd name="connsiteX33" fmla="*/ 26863 w 227995"/>
                <a:gd name="connsiteY33" fmla="*/ 62084 h 111843"/>
                <a:gd name="connsiteX34" fmla="*/ 18916 w 227995"/>
                <a:gd name="connsiteY34" fmla="*/ 93826 h 111843"/>
                <a:gd name="connsiteX35" fmla="*/ 16432 w 227995"/>
                <a:gd name="connsiteY35" fmla="*/ 103994 h 111843"/>
                <a:gd name="connsiteX36" fmla="*/ 24876 w 227995"/>
                <a:gd name="connsiteY36" fmla="*/ 111930 h 111843"/>
                <a:gd name="connsiteX37" fmla="*/ 34562 w 227995"/>
                <a:gd name="connsiteY37" fmla="*/ 106474 h 111843"/>
                <a:gd name="connsiteX38" fmla="*/ 39033 w 227995"/>
                <a:gd name="connsiteY38" fmla="*/ 91099 h 111843"/>
                <a:gd name="connsiteX39" fmla="*/ 44497 w 227995"/>
                <a:gd name="connsiteY39" fmla="*/ 68779 h 111843"/>
                <a:gd name="connsiteX40" fmla="*/ 48719 w 227995"/>
                <a:gd name="connsiteY40" fmla="*/ 52164 h 111843"/>
                <a:gd name="connsiteX41" fmla="*/ 59150 w 227995"/>
                <a:gd name="connsiteY41" fmla="*/ 29845 h 111843"/>
                <a:gd name="connsiteX42" fmla="*/ 96404 w 227995"/>
                <a:gd name="connsiteY42" fmla="*/ 7030 h 111843"/>
                <a:gd name="connsiteX43" fmla="*/ 111058 w 227995"/>
                <a:gd name="connsiteY43" fmla="*/ 24389 h 111843"/>
                <a:gd name="connsiteX44" fmla="*/ 106835 w 227995"/>
                <a:gd name="connsiteY44" fmla="*/ 47700 h 111843"/>
                <a:gd name="connsiteX45" fmla="*/ 96404 w 227995"/>
                <a:gd name="connsiteY45" fmla="*/ 89363 h 111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27995" h="111843">
                  <a:moveTo>
                    <a:pt x="96404" y="89363"/>
                  </a:moveTo>
                  <a:cubicBezTo>
                    <a:pt x="95162" y="94322"/>
                    <a:pt x="92927" y="102754"/>
                    <a:pt x="92927" y="103994"/>
                  </a:cubicBezTo>
                  <a:cubicBezTo>
                    <a:pt x="92927" y="109450"/>
                    <a:pt x="97398" y="111930"/>
                    <a:pt x="101371" y="111930"/>
                  </a:cubicBezTo>
                  <a:cubicBezTo>
                    <a:pt x="105842" y="111930"/>
                    <a:pt x="109816" y="108706"/>
                    <a:pt x="111058" y="106474"/>
                  </a:cubicBezTo>
                  <a:cubicBezTo>
                    <a:pt x="112299" y="104242"/>
                    <a:pt x="114286" y="96306"/>
                    <a:pt x="115528" y="91099"/>
                  </a:cubicBezTo>
                  <a:cubicBezTo>
                    <a:pt x="116770" y="86387"/>
                    <a:pt x="119502" y="74979"/>
                    <a:pt x="120992" y="68779"/>
                  </a:cubicBezTo>
                  <a:cubicBezTo>
                    <a:pt x="122482" y="63324"/>
                    <a:pt x="123972" y="57868"/>
                    <a:pt x="125214" y="52164"/>
                  </a:cubicBezTo>
                  <a:cubicBezTo>
                    <a:pt x="127946" y="41501"/>
                    <a:pt x="127946" y="41005"/>
                    <a:pt x="132913" y="33317"/>
                  </a:cubicBezTo>
                  <a:cubicBezTo>
                    <a:pt x="140861" y="21165"/>
                    <a:pt x="153279" y="7030"/>
                    <a:pt x="172651" y="7030"/>
                  </a:cubicBezTo>
                  <a:cubicBezTo>
                    <a:pt x="186559" y="7030"/>
                    <a:pt x="187304" y="18437"/>
                    <a:pt x="187304" y="24389"/>
                  </a:cubicBezTo>
                  <a:cubicBezTo>
                    <a:pt x="187304" y="39269"/>
                    <a:pt x="176625" y="66796"/>
                    <a:pt x="172651" y="77211"/>
                  </a:cubicBezTo>
                  <a:cubicBezTo>
                    <a:pt x="169919" y="84155"/>
                    <a:pt x="168926" y="86387"/>
                    <a:pt x="168926" y="90603"/>
                  </a:cubicBezTo>
                  <a:cubicBezTo>
                    <a:pt x="168926" y="103746"/>
                    <a:pt x="179854" y="111930"/>
                    <a:pt x="192520" y="111930"/>
                  </a:cubicBezTo>
                  <a:cubicBezTo>
                    <a:pt x="217356" y="111930"/>
                    <a:pt x="228284" y="77707"/>
                    <a:pt x="228284" y="73987"/>
                  </a:cubicBezTo>
                  <a:cubicBezTo>
                    <a:pt x="228284" y="70763"/>
                    <a:pt x="225055" y="70763"/>
                    <a:pt x="224310" y="70763"/>
                  </a:cubicBezTo>
                  <a:cubicBezTo>
                    <a:pt x="220833" y="70763"/>
                    <a:pt x="220585" y="72251"/>
                    <a:pt x="219591" y="74979"/>
                  </a:cubicBezTo>
                  <a:cubicBezTo>
                    <a:pt x="213879" y="94818"/>
                    <a:pt x="203200" y="104986"/>
                    <a:pt x="193265" y="104986"/>
                  </a:cubicBezTo>
                  <a:cubicBezTo>
                    <a:pt x="188050" y="104986"/>
                    <a:pt x="187056" y="101514"/>
                    <a:pt x="187056" y="96306"/>
                  </a:cubicBezTo>
                  <a:cubicBezTo>
                    <a:pt x="187056" y="90603"/>
                    <a:pt x="188298" y="87379"/>
                    <a:pt x="192768" y="76219"/>
                  </a:cubicBezTo>
                  <a:cubicBezTo>
                    <a:pt x="195749" y="68531"/>
                    <a:pt x="205932" y="42244"/>
                    <a:pt x="205932" y="28357"/>
                  </a:cubicBezTo>
                  <a:cubicBezTo>
                    <a:pt x="205932" y="24389"/>
                    <a:pt x="205932" y="13974"/>
                    <a:pt x="196742" y="6782"/>
                  </a:cubicBezTo>
                  <a:cubicBezTo>
                    <a:pt x="192520" y="3558"/>
                    <a:pt x="185318" y="86"/>
                    <a:pt x="173645" y="86"/>
                  </a:cubicBezTo>
                  <a:cubicBezTo>
                    <a:pt x="151292" y="86"/>
                    <a:pt x="137632" y="14718"/>
                    <a:pt x="129685" y="25133"/>
                  </a:cubicBezTo>
                  <a:cubicBezTo>
                    <a:pt x="127698" y="4054"/>
                    <a:pt x="110064" y="86"/>
                    <a:pt x="97398" y="86"/>
                  </a:cubicBezTo>
                  <a:cubicBezTo>
                    <a:pt x="76784" y="86"/>
                    <a:pt x="62875" y="12734"/>
                    <a:pt x="55425" y="22653"/>
                  </a:cubicBezTo>
                  <a:cubicBezTo>
                    <a:pt x="53686" y="5542"/>
                    <a:pt x="39033" y="86"/>
                    <a:pt x="28850" y="86"/>
                  </a:cubicBezTo>
                  <a:cubicBezTo>
                    <a:pt x="18170" y="86"/>
                    <a:pt x="12458" y="7774"/>
                    <a:pt x="9229" y="13478"/>
                  </a:cubicBezTo>
                  <a:cubicBezTo>
                    <a:pt x="3765" y="22653"/>
                    <a:pt x="288" y="36789"/>
                    <a:pt x="288" y="38029"/>
                  </a:cubicBezTo>
                  <a:cubicBezTo>
                    <a:pt x="288" y="41253"/>
                    <a:pt x="3765" y="41253"/>
                    <a:pt x="4511" y="41253"/>
                  </a:cubicBezTo>
                  <a:cubicBezTo>
                    <a:pt x="7988" y="41253"/>
                    <a:pt x="8236" y="40509"/>
                    <a:pt x="9975" y="33813"/>
                  </a:cubicBezTo>
                  <a:cubicBezTo>
                    <a:pt x="13700" y="19181"/>
                    <a:pt x="18419" y="7030"/>
                    <a:pt x="28105" y="7030"/>
                  </a:cubicBezTo>
                  <a:cubicBezTo>
                    <a:pt x="34562" y="7030"/>
                    <a:pt x="36301" y="12486"/>
                    <a:pt x="36301" y="19181"/>
                  </a:cubicBezTo>
                  <a:cubicBezTo>
                    <a:pt x="36301" y="23893"/>
                    <a:pt x="34066" y="33069"/>
                    <a:pt x="32327" y="39765"/>
                  </a:cubicBezTo>
                  <a:cubicBezTo>
                    <a:pt x="30588" y="46460"/>
                    <a:pt x="28105" y="56628"/>
                    <a:pt x="26863" y="62084"/>
                  </a:cubicBezTo>
                  <a:lnTo>
                    <a:pt x="18916" y="93826"/>
                  </a:lnTo>
                  <a:cubicBezTo>
                    <a:pt x="17922" y="97050"/>
                    <a:pt x="16432" y="103250"/>
                    <a:pt x="16432" y="103994"/>
                  </a:cubicBezTo>
                  <a:cubicBezTo>
                    <a:pt x="16432" y="109450"/>
                    <a:pt x="20902" y="111930"/>
                    <a:pt x="24876" y="111930"/>
                  </a:cubicBezTo>
                  <a:cubicBezTo>
                    <a:pt x="29347" y="111930"/>
                    <a:pt x="33320" y="108706"/>
                    <a:pt x="34562" y="106474"/>
                  </a:cubicBezTo>
                  <a:cubicBezTo>
                    <a:pt x="35804" y="104242"/>
                    <a:pt x="37791" y="96306"/>
                    <a:pt x="39033" y="91099"/>
                  </a:cubicBezTo>
                  <a:cubicBezTo>
                    <a:pt x="40275" y="86387"/>
                    <a:pt x="43007" y="74979"/>
                    <a:pt x="44497" y="68779"/>
                  </a:cubicBezTo>
                  <a:cubicBezTo>
                    <a:pt x="45987" y="63324"/>
                    <a:pt x="47477" y="57868"/>
                    <a:pt x="48719" y="52164"/>
                  </a:cubicBezTo>
                  <a:cubicBezTo>
                    <a:pt x="51451" y="41996"/>
                    <a:pt x="51948" y="40013"/>
                    <a:pt x="59150" y="29845"/>
                  </a:cubicBezTo>
                  <a:cubicBezTo>
                    <a:pt x="66104" y="19925"/>
                    <a:pt x="77777" y="7030"/>
                    <a:pt x="96404" y="7030"/>
                  </a:cubicBezTo>
                  <a:cubicBezTo>
                    <a:pt x="110809" y="7030"/>
                    <a:pt x="111058" y="19677"/>
                    <a:pt x="111058" y="24389"/>
                  </a:cubicBezTo>
                  <a:cubicBezTo>
                    <a:pt x="111058" y="30589"/>
                    <a:pt x="110313" y="33813"/>
                    <a:pt x="106835" y="47700"/>
                  </a:cubicBezTo>
                  <a:lnTo>
                    <a:pt x="96404" y="89363"/>
                  </a:ln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F4424DB-3994-A36A-889D-3594E59DC88C}"/>
                </a:ext>
              </a:extLst>
            </p:cNvPr>
            <p:cNvSpPr/>
            <p:nvPr/>
          </p:nvSpPr>
          <p:spPr>
            <a:xfrm>
              <a:off x="13852758" y="7927450"/>
              <a:ext cx="182793" cy="182768"/>
            </a:xfrm>
            <a:custGeom>
              <a:avLst/>
              <a:gdLst>
                <a:gd name="connsiteX0" fmla="*/ 97902 w 182793"/>
                <a:gd name="connsiteY0" fmla="*/ 97546 h 182768"/>
                <a:gd name="connsiteX1" fmla="*/ 173900 w 182793"/>
                <a:gd name="connsiteY1" fmla="*/ 97546 h 182768"/>
                <a:gd name="connsiteX2" fmla="*/ 183089 w 182793"/>
                <a:gd name="connsiteY2" fmla="*/ 91595 h 182768"/>
                <a:gd name="connsiteX3" fmla="*/ 173900 w 182793"/>
                <a:gd name="connsiteY3" fmla="*/ 85395 h 182768"/>
                <a:gd name="connsiteX4" fmla="*/ 97902 w 182793"/>
                <a:gd name="connsiteY4" fmla="*/ 85395 h 182768"/>
                <a:gd name="connsiteX5" fmla="*/ 97902 w 182793"/>
                <a:gd name="connsiteY5" fmla="*/ 9262 h 182768"/>
                <a:gd name="connsiteX6" fmla="*/ 91941 w 182793"/>
                <a:gd name="connsiteY6" fmla="*/ 86 h 182768"/>
                <a:gd name="connsiteX7" fmla="*/ 85732 w 182793"/>
                <a:gd name="connsiteY7" fmla="*/ 9262 h 182768"/>
                <a:gd name="connsiteX8" fmla="*/ 85732 w 182793"/>
                <a:gd name="connsiteY8" fmla="*/ 85395 h 182768"/>
                <a:gd name="connsiteX9" fmla="*/ 9485 w 182793"/>
                <a:gd name="connsiteY9" fmla="*/ 85395 h 182768"/>
                <a:gd name="connsiteX10" fmla="*/ 295 w 182793"/>
                <a:gd name="connsiteY10" fmla="*/ 91347 h 182768"/>
                <a:gd name="connsiteX11" fmla="*/ 9485 w 182793"/>
                <a:gd name="connsiteY11" fmla="*/ 97546 h 182768"/>
                <a:gd name="connsiteX12" fmla="*/ 85732 w 182793"/>
                <a:gd name="connsiteY12" fmla="*/ 97546 h 182768"/>
                <a:gd name="connsiteX13" fmla="*/ 85732 w 182793"/>
                <a:gd name="connsiteY13" fmla="*/ 173679 h 182768"/>
                <a:gd name="connsiteX14" fmla="*/ 91692 w 182793"/>
                <a:gd name="connsiteY14" fmla="*/ 182855 h 182768"/>
                <a:gd name="connsiteX15" fmla="*/ 97902 w 182793"/>
                <a:gd name="connsiteY15" fmla="*/ 173679 h 182768"/>
                <a:gd name="connsiteX16" fmla="*/ 97902 w 182793"/>
                <a:gd name="connsiteY16" fmla="*/ 97546 h 18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2793" h="182768">
                  <a:moveTo>
                    <a:pt x="97902" y="97546"/>
                  </a:moveTo>
                  <a:lnTo>
                    <a:pt x="173900" y="97546"/>
                  </a:lnTo>
                  <a:cubicBezTo>
                    <a:pt x="177129" y="97546"/>
                    <a:pt x="183089" y="97546"/>
                    <a:pt x="183089" y="91595"/>
                  </a:cubicBezTo>
                  <a:cubicBezTo>
                    <a:pt x="183089" y="85395"/>
                    <a:pt x="177377" y="85395"/>
                    <a:pt x="173900" y="85395"/>
                  </a:cubicBezTo>
                  <a:lnTo>
                    <a:pt x="97902" y="85395"/>
                  </a:lnTo>
                  <a:lnTo>
                    <a:pt x="97902" y="9262"/>
                  </a:lnTo>
                  <a:cubicBezTo>
                    <a:pt x="97902" y="6038"/>
                    <a:pt x="97902" y="86"/>
                    <a:pt x="91941" y="86"/>
                  </a:cubicBezTo>
                  <a:cubicBezTo>
                    <a:pt x="85732" y="86"/>
                    <a:pt x="85732" y="5790"/>
                    <a:pt x="85732" y="9262"/>
                  </a:cubicBezTo>
                  <a:lnTo>
                    <a:pt x="85732" y="85395"/>
                  </a:lnTo>
                  <a:lnTo>
                    <a:pt x="9485" y="85395"/>
                  </a:lnTo>
                  <a:cubicBezTo>
                    <a:pt x="6256" y="85395"/>
                    <a:pt x="295" y="85395"/>
                    <a:pt x="295" y="91347"/>
                  </a:cubicBezTo>
                  <a:cubicBezTo>
                    <a:pt x="295" y="97546"/>
                    <a:pt x="6008" y="97546"/>
                    <a:pt x="9485" y="97546"/>
                  </a:cubicBezTo>
                  <a:lnTo>
                    <a:pt x="85732" y="97546"/>
                  </a:lnTo>
                  <a:lnTo>
                    <a:pt x="85732" y="173679"/>
                  </a:lnTo>
                  <a:cubicBezTo>
                    <a:pt x="85732" y="176903"/>
                    <a:pt x="85732" y="182855"/>
                    <a:pt x="91692" y="182855"/>
                  </a:cubicBezTo>
                  <a:cubicBezTo>
                    <a:pt x="97902" y="182855"/>
                    <a:pt x="97902" y="177151"/>
                    <a:pt x="97902" y="173679"/>
                  </a:cubicBezTo>
                  <a:lnTo>
                    <a:pt x="97902" y="97546"/>
                  </a:ln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C7A4800-5810-19FC-2B07-4177295BF0B4}"/>
                </a:ext>
              </a:extLst>
            </p:cNvPr>
            <p:cNvSpPr/>
            <p:nvPr/>
          </p:nvSpPr>
          <p:spPr>
            <a:xfrm>
              <a:off x="14080254" y="7916291"/>
              <a:ext cx="90403" cy="164665"/>
            </a:xfrm>
            <a:custGeom>
              <a:avLst/>
              <a:gdLst>
                <a:gd name="connsiteX0" fmla="*/ 56431 w 90403"/>
                <a:gd name="connsiteY0" fmla="*/ 7030 h 164665"/>
                <a:gd name="connsiteX1" fmla="*/ 48980 w 90403"/>
                <a:gd name="connsiteY1" fmla="*/ 86 h 164665"/>
                <a:gd name="connsiteX2" fmla="*/ 302 w 90403"/>
                <a:gd name="connsiteY2" fmla="*/ 15958 h 164665"/>
                <a:gd name="connsiteX3" fmla="*/ 302 w 90403"/>
                <a:gd name="connsiteY3" fmla="*/ 24885 h 164665"/>
                <a:gd name="connsiteX4" fmla="*/ 36314 w 90403"/>
                <a:gd name="connsiteY4" fmla="*/ 17941 h 164665"/>
                <a:gd name="connsiteX5" fmla="*/ 36314 w 90403"/>
                <a:gd name="connsiteY5" fmla="*/ 144416 h 164665"/>
                <a:gd name="connsiteX6" fmla="*/ 11478 w 90403"/>
                <a:gd name="connsiteY6" fmla="*/ 155824 h 164665"/>
                <a:gd name="connsiteX7" fmla="*/ 2040 w 90403"/>
                <a:gd name="connsiteY7" fmla="*/ 155824 h 164665"/>
                <a:gd name="connsiteX8" fmla="*/ 2040 w 90403"/>
                <a:gd name="connsiteY8" fmla="*/ 164752 h 164665"/>
                <a:gd name="connsiteX9" fmla="*/ 46248 w 90403"/>
                <a:gd name="connsiteY9" fmla="*/ 163760 h 164665"/>
                <a:gd name="connsiteX10" fmla="*/ 90705 w 90403"/>
                <a:gd name="connsiteY10" fmla="*/ 164752 h 164665"/>
                <a:gd name="connsiteX11" fmla="*/ 90705 w 90403"/>
                <a:gd name="connsiteY11" fmla="*/ 155824 h 164665"/>
                <a:gd name="connsiteX12" fmla="*/ 81267 w 90403"/>
                <a:gd name="connsiteY12" fmla="*/ 155824 h 164665"/>
                <a:gd name="connsiteX13" fmla="*/ 56431 w 90403"/>
                <a:gd name="connsiteY13" fmla="*/ 144416 h 164665"/>
                <a:gd name="connsiteX14" fmla="*/ 56431 w 90403"/>
                <a:gd name="connsiteY14" fmla="*/ 7030 h 164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403" h="164665">
                  <a:moveTo>
                    <a:pt x="56431" y="7030"/>
                  </a:moveTo>
                  <a:cubicBezTo>
                    <a:pt x="56431" y="334"/>
                    <a:pt x="55935" y="86"/>
                    <a:pt x="48980" y="86"/>
                  </a:cubicBezTo>
                  <a:cubicBezTo>
                    <a:pt x="33085" y="15710"/>
                    <a:pt x="10484" y="15958"/>
                    <a:pt x="302" y="15958"/>
                  </a:cubicBezTo>
                  <a:lnTo>
                    <a:pt x="302" y="24885"/>
                  </a:lnTo>
                  <a:cubicBezTo>
                    <a:pt x="6262" y="24885"/>
                    <a:pt x="22654" y="24885"/>
                    <a:pt x="36314" y="17941"/>
                  </a:cubicBezTo>
                  <a:lnTo>
                    <a:pt x="36314" y="144416"/>
                  </a:lnTo>
                  <a:cubicBezTo>
                    <a:pt x="36314" y="152600"/>
                    <a:pt x="36314" y="155824"/>
                    <a:pt x="11478" y="155824"/>
                  </a:cubicBezTo>
                  <a:lnTo>
                    <a:pt x="2040" y="155824"/>
                  </a:lnTo>
                  <a:lnTo>
                    <a:pt x="2040" y="164752"/>
                  </a:lnTo>
                  <a:cubicBezTo>
                    <a:pt x="6511" y="164504"/>
                    <a:pt x="37059" y="163760"/>
                    <a:pt x="46248" y="163760"/>
                  </a:cubicBezTo>
                  <a:cubicBezTo>
                    <a:pt x="53948" y="163760"/>
                    <a:pt x="85241" y="164504"/>
                    <a:pt x="90705" y="164752"/>
                  </a:cubicBezTo>
                  <a:lnTo>
                    <a:pt x="90705" y="155824"/>
                  </a:lnTo>
                  <a:lnTo>
                    <a:pt x="81267" y="155824"/>
                  </a:lnTo>
                  <a:cubicBezTo>
                    <a:pt x="56431" y="155824"/>
                    <a:pt x="56431" y="152600"/>
                    <a:pt x="56431" y="144416"/>
                  </a:cubicBezTo>
                  <a:lnTo>
                    <a:pt x="56431" y="7030"/>
                  </a:ln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6DF229B-7983-AC44-B39D-B9547E358CE2}"/>
                </a:ext>
              </a:extLst>
            </p:cNvPr>
            <p:cNvSpPr/>
            <p:nvPr/>
          </p:nvSpPr>
          <p:spPr>
            <a:xfrm>
              <a:off x="14222428" y="8052437"/>
              <a:ext cx="31541" cy="76380"/>
            </a:xfrm>
            <a:custGeom>
              <a:avLst/>
              <a:gdLst>
                <a:gd name="connsiteX0" fmla="*/ 24893 w 31541"/>
                <a:gd name="connsiteY0" fmla="*/ 24637 h 76380"/>
                <a:gd name="connsiteX1" fmla="*/ 5521 w 31541"/>
                <a:gd name="connsiteY1" fmla="*/ 70019 h 76380"/>
                <a:gd name="connsiteX2" fmla="*/ 3783 w 31541"/>
                <a:gd name="connsiteY2" fmla="*/ 72995 h 76380"/>
                <a:gd name="connsiteX3" fmla="*/ 7260 w 31541"/>
                <a:gd name="connsiteY3" fmla="*/ 76467 h 76380"/>
                <a:gd name="connsiteX4" fmla="*/ 31847 w 31541"/>
                <a:gd name="connsiteY4" fmla="*/ 27117 h 76380"/>
                <a:gd name="connsiteX5" fmla="*/ 14462 w 31541"/>
                <a:gd name="connsiteY5" fmla="*/ 86 h 76380"/>
                <a:gd name="connsiteX6" fmla="*/ 306 w 31541"/>
                <a:gd name="connsiteY6" fmla="*/ 14222 h 76380"/>
                <a:gd name="connsiteX7" fmla="*/ 14711 w 31541"/>
                <a:gd name="connsiteY7" fmla="*/ 28605 h 76380"/>
                <a:gd name="connsiteX8" fmla="*/ 24893 w 31541"/>
                <a:gd name="connsiteY8" fmla="*/ 24637 h 76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541" h="76380">
                  <a:moveTo>
                    <a:pt x="24893" y="24637"/>
                  </a:moveTo>
                  <a:cubicBezTo>
                    <a:pt x="24893" y="38277"/>
                    <a:pt x="22410" y="54148"/>
                    <a:pt x="5521" y="70019"/>
                  </a:cubicBezTo>
                  <a:cubicBezTo>
                    <a:pt x="4528" y="71011"/>
                    <a:pt x="3783" y="71755"/>
                    <a:pt x="3783" y="72995"/>
                  </a:cubicBezTo>
                  <a:cubicBezTo>
                    <a:pt x="3783" y="74731"/>
                    <a:pt x="5770" y="76467"/>
                    <a:pt x="7260" y="76467"/>
                  </a:cubicBezTo>
                  <a:cubicBezTo>
                    <a:pt x="10737" y="76467"/>
                    <a:pt x="31847" y="56628"/>
                    <a:pt x="31847" y="27117"/>
                  </a:cubicBezTo>
                  <a:cubicBezTo>
                    <a:pt x="31847" y="11742"/>
                    <a:pt x="25887" y="86"/>
                    <a:pt x="14462" y="86"/>
                  </a:cubicBezTo>
                  <a:cubicBezTo>
                    <a:pt x="6266" y="86"/>
                    <a:pt x="306" y="6534"/>
                    <a:pt x="306" y="14222"/>
                  </a:cubicBezTo>
                  <a:cubicBezTo>
                    <a:pt x="306" y="22157"/>
                    <a:pt x="6018" y="28605"/>
                    <a:pt x="14711" y="28605"/>
                  </a:cubicBezTo>
                  <a:cubicBezTo>
                    <a:pt x="20671" y="28605"/>
                    <a:pt x="24645" y="24637"/>
                    <a:pt x="24893" y="24637"/>
                  </a:cubicBez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53F890D-B23F-E129-3EA7-72EC180DDE77}"/>
                </a:ext>
              </a:extLst>
            </p:cNvPr>
            <p:cNvSpPr/>
            <p:nvPr/>
          </p:nvSpPr>
          <p:spPr>
            <a:xfrm>
              <a:off x="14290550" y="7971593"/>
              <a:ext cx="115488" cy="111843"/>
            </a:xfrm>
            <a:custGeom>
              <a:avLst/>
              <a:gdLst>
                <a:gd name="connsiteX0" fmla="*/ 47000 w 115488"/>
                <a:gd name="connsiteY0" fmla="*/ 59356 h 111843"/>
                <a:gd name="connsiteX1" fmla="*/ 53457 w 115488"/>
                <a:gd name="connsiteY1" fmla="*/ 34309 h 111843"/>
                <a:gd name="connsiteX2" fmla="*/ 69104 w 115488"/>
                <a:gd name="connsiteY2" fmla="*/ 13974 h 111843"/>
                <a:gd name="connsiteX3" fmla="*/ 89221 w 115488"/>
                <a:gd name="connsiteY3" fmla="*/ 7030 h 111843"/>
                <a:gd name="connsiteX4" fmla="*/ 102881 w 115488"/>
                <a:gd name="connsiteY4" fmla="*/ 10502 h 111843"/>
                <a:gd name="connsiteX5" fmla="*/ 91953 w 115488"/>
                <a:gd name="connsiteY5" fmla="*/ 24141 h 111843"/>
                <a:gd name="connsiteX6" fmla="*/ 101888 w 115488"/>
                <a:gd name="connsiteY6" fmla="*/ 33317 h 111843"/>
                <a:gd name="connsiteX7" fmla="*/ 115796 w 115488"/>
                <a:gd name="connsiteY7" fmla="*/ 18189 h 111843"/>
                <a:gd name="connsiteX8" fmla="*/ 89470 w 115488"/>
                <a:gd name="connsiteY8" fmla="*/ 86 h 111843"/>
                <a:gd name="connsiteX9" fmla="*/ 54451 w 115488"/>
                <a:gd name="connsiteY9" fmla="*/ 17693 h 111843"/>
                <a:gd name="connsiteX10" fmla="*/ 28869 w 115488"/>
                <a:gd name="connsiteY10" fmla="*/ 86 h 111843"/>
                <a:gd name="connsiteX11" fmla="*/ 9497 w 115488"/>
                <a:gd name="connsiteY11" fmla="*/ 12734 h 111843"/>
                <a:gd name="connsiteX12" fmla="*/ 308 w 115488"/>
                <a:gd name="connsiteY12" fmla="*/ 38029 h 111843"/>
                <a:gd name="connsiteX13" fmla="*/ 4530 w 115488"/>
                <a:gd name="connsiteY13" fmla="*/ 41253 h 111843"/>
                <a:gd name="connsiteX14" fmla="*/ 9994 w 115488"/>
                <a:gd name="connsiteY14" fmla="*/ 33813 h 111843"/>
                <a:gd name="connsiteX15" fmla="*/ 28124 w 115488"/>
                <a:gd name="connsiteY15" fmla="*/ 7030 h 111843"/>
                <a:gd name="connsiteX16" fmla="*/ 36320 w 115488"/>
                <a:gd name="connsiteY16" fmla="*/ 19181 h 111843"/>
                <a:gd name="connsiteX17" fmla="*/ 32347 w 115488"/>
                <a:gd name="connsiteY17" fmla="*/ 39765 h 111843"/>
                <a:gd name="connsiteX18" fmla="*/ 26883 w 115488"/>
                <a:gd name="connsiteY18" fmla="*/ 62084 h 111843"/>
                <a:gd name="connsiteX19" fmla="*/ 18935 w 115488"/>
                <a:gd name="connsiteY19" fmla="*/ 93826 h 111843"/>
                <a:gd name="connsiteX20" fmla="*/ 16451 w 115488"/>
                <a:gd name="connsiteY20" fmla="*/ 103994 h 111843"/>
                <a:gd name="connsiteX21" fmla="*/ 24896 w 115488"/>
                <a:gd name="connsiteY21" fmla="*/ 111930 h 111843"/>
                <a:gd name="connsiteX22" fmla="*/ 35575 w 115488"/>
                <a:gd name="connsiteY22" fmla="*/ 104738 h 111843"/>
                <a:gd name="connsiteX23" fmla="*/ 40294 w 115488"/>
                <a:gd name="connsiteY23" fmla="*/ 86139 h 111843"/>
                <a:gd name="connsiteX24" fmla="*/ 47000 w 115488"/>
                <a:gd name="connsiteY24" fmla="*/ 59356 h 111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5488" h="111843">
                  <a:moveTo>
                    <a:pt x="47000" y="59356"/>
                  </a:moveTo>
                  <a:cubicBezTo>
                    <a:pt x="47248" y="57868"/>
                    <a:pt x="52961" y="35549"/>
                    <a:pt x="53457" y="34309"/>
                  </a:cubicBezTo>
                  <a:cubicBezTo>
                    <a:pt x="53954" y="32325"/>
                    <a:pt x="61156" y="19925"/>
                    <a:pt x="69104" y="13974"/>
                  </a:cubicBezTo>
                  <a:cubicBezTo>
                    <a:pt x="71836" y="11990"/>
                    <a:pt x="78542" y="7030"/>
                    <a:pt x="89221" y="7030"/>
                  </a:cubicBezTo>
                  <a:cubicBezTo>
                    <a:pt x="91705" y="7030"/>
                    <a:pt x="97914" y="7278"/>
                    <a:pt x="102881" y="10502"/>
                  </a:cubicBezTo>
                  <a:cubicBezTo>
                    <a:pt x="94934" y="12734"/>
                    <a:pt x="91953" y="19677"/>
                    <a:pt x="91953" y="24141"/>
                  </a:cubicBezTo>
                  <a:cubicBezTo>
                    <a:pt x="91953" y="29597"/>
                    <a:pt x="96175" y="33317"/>
                    <a:pt x="101888" y="33317"/>
                  </a:cubicBezTo>
                  <a:cubicBezTo>
                    <a:pt x="107600" y="33317"/>
                    <a:pt x="115796" y="28605"/>
                    <a:pt x="115796" y="18189"/>
                  </a:cubicBezTo>
                  <a:cubicBezTo>
                    <a:pt x="115796" y="5294"/>
                    <a:pt x="102136" y="86"/>
                    <a:pt x="89470" y="86"/>
                  </a:cubicBezTo>
                  <a:cubicBezTo>
                    <a:pt x="76555" y="86"/>
                    <a:pt x="65379" y="5294"/>
                    <a:pt x="54451" y="17693"/>
                  </a:cubicBezTo>
                  <a:cubicBezTo>
                    <a:pt x="49980" y="2566"/>
                    <a:pt x="34830" y="86"/>
                    <a:pt x="28869" y="86"/>
                  </a:cubicBezTo>
                  <a:cubicBezTo>
                    <a:pt x="19680" y="86"/>
                    <a:pt x="13471" y="5790"/>
                    <a:pt x="9497" y="12734"/>
                  </a:cubicBezTo>
                  <a:cubicBezTo>
                    <a:pt x="3785" y="22405"/>
                    <a:pt x="308" y="36789"/>
                    <a:pt x="308" y="38029"/>
                  </a:cubicBezTo>
                  <a:cubicBezTo>
                    <a:pt x="308" y="41253"/>
                    <a:pt x="3785" y="41253"/>
                    <a:pt x="4530" y="41253"/>
                  </a:cubicBezTo>
                  <a:cubicBezTo>
                    <a:pt x="8007" y="41253"/>
                    <a:pt x="8256" y="40509"/>
                    <a:pt x="9994" y="33813"/>
                  </a:cubicBezTo>
                  <a:cubicBezTo>
                    <a:pt x="13719" y="18685"/>
                    <a:pt x="18438" y="7030"/>
                    <a:pt x="28124" y="7030"/>
                  </a:cubicBezTo>
                  <a:cubicBezTo>
                    <a:pt x="34582" y="7030"/>
                    <a:pt x="36320" y="12486"/>
                    <a:pt x="36320" y="19181"/>
                  </a:cubicBezTo>
                  <a:cubicBezTo>
                    <a:pt x="36320" y="23893"/>
                    <a:pt x="34085" y="33069"/>
                    <a:pt x="32347" y="39765"/>
                  </a:cubicBezTo>
                  <a:cubicBezTo>
                    <a:pt x="30608" y="46460"/>
                    <a:pt x="28124" y="56628"/>
                    <a:pt x="26883" y="62084"/>
                  </a:cubicBezTo>
                  <a:lnTo>
                    <a:pt x="18935" y="93826"/>
                  </a:lnTo>
                  <a:cubicBezTo>
                    <a:pt x="17942" y="97050"/>
                    <a:pt x="16451" y="103250"/>
                    <a:pt x="16451" y="103994"/>
                  </a:cubicBezTo>
                  <a:cubicBezTo>
                    <a:pt x="16451" y="109450"/>
                    <a:pt x="20922" y="111930"/>
                    <a:pt x="24896" y="111930"/>
                  </a:cubicBezTo>
                  <a:cubicBezTo>
                    <a:pt x="28621" y="111930"/>
                    <a:pt x="33588" y="109698"/>
                    <a:pt x="35575" y="104738"/>
                  </a:cubicBezTo>
                  <a:cubicBezTo>
                    <a:pt x="36072" y="103250"/>
                    <a:pt x="38804" y="92338"/>
                    <a:pt x="40294" y="86139"/>
                  </a:cubicBezTo>
                  <a:lnTo>
                    <a:pt x="47000" y="59356"/>
                  </a:ln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369D14-074E-F68D-1C8F-D5BF2876E77E}"/>
                </a:ext>
              </a:extLst>
            </p:cNvPr>
            <p:cNvSpPr/>
            <p:nvPr/>
          </p:nvSpPr>
          <p:spPr>
            <a:xfrm>
              <a:off x="14461537" y="7762112"/>
              <a:ext cx="125954" cy="354271"/>
            </a:xfrm>
            <a:custGeom>
              <a:avLst/>
              <a:gdLst>
                <a:gd name="connsiteX0" fmla="*/ 51404 w 125954"/>
                <a:gd name="connsiteY0" fmla="*/ 307238 h 354271"/>
                <a:gd name="connsiteX1" fmla="*/ 3506 w 125954"/>
                <a:gd name="connsiteY1" fmla="*/ 346562 h 354271"/>
                <a:gd name="connsiteX2" fmla="*/ 312 w 125954"/>
                <a:gd name="connsiteY2" fmla="*/ 350459 h 354271"/>
                <a:gd name="connsiteX3" fmla="*/ 7408 w 125954"/>
                <a:gd name="connsiteY3" fmla="*/ 354356 h 354271"/>
                <a:gd name="connsiteX4" fmla="*/ 75176 w 125954"/>
                <a:gd name="connsiteY4" fmla="*/ 310072 h 354271"/>
                <a:gd name="connsiteX5" fmla="*/ 75176 w 125954"/>
                <a:gd name="connsiteY5" fmla="*/ 229298 h 354271"/>
                <a:gd name="connsiteX6" fmla="*/ 89368 w 125954"/>
                <a:gd name="connsiteY6" fmla="*/ 192454 h 354271"/>
                <a:gd name="connsiteX7" fmla="*/ 123074 w 125954"/>
                <a:gd name="connsiteY7" fmla="*/ 181117 h 354271"/>
                <a:gd name="connsiteX8" fmla="*/ 126267 w 125954"/>
                <a:gd name="connsiteY8" fmla="*/ 177220 h 354271"/>
                <a:gd name="connsiteX9" fmla="*/ 120590 w 125954"/>
                <a:gd name="connsiteY9" fmla="*/ 173323 h 354271"/>
                <a:gd name="connsiteX10" fmla="*/ 76240 w 125954"/>
                <a:gd name="connsiteY10" fmla="*/ 141793 h 354271"/>
                <a:gd name="connsiteX11" fmla="*/ 75176 w 125954"/>
                <a:gd name="connsiteY11" fmla="*/ 124434 h 354271"/>
                <a:gd name="connsiteX12" fmla="*/ 75176 w 125954"/>
                <a:gd name="connsiteY12" fmla="*/ 54288 h 354271"/>
                <a:gd name="connsiteX13" fmla="*/ 58145 w 125954"/>
                <a:gd name="connsiteY13" fmla="*/ 14610 h 354271"/>
                <a:gd name="connsiteX14" fmla="*/ 7408 w 125954"/>
                <a:gd name="connsiteY14" fmla="*/ 85 h 354271"/>
                <a:gd name="connsiteX15" fmla="*/ 312 w 125954"/>
                <a:gd name="connsiteY15" fmla="*/ 3982 h 354271"/>
                <a:gd name="connsiteX16" fmla="*/ 5989 w 125954"/>
                <a:gd name="connsiteY16" fmla="*/ 7879 h 354271"/>
                <a:gd name="connsiteX17" fmla="*/ 50339 w 125954"/>
                <a:gd name="connsiteY17" fmla="*/ 38700 h 354271"/>
                <a:gd name="connsiteX18" fmla="*/ 51404 w 125954"/>
                <a:gd name="connsiteY18" fmla="*/ 55351 h 354271"/>
                <a:gd name="connsiteX19" fmla="*/ 51404 w 125954"/>
                <a:gd name="connsiteY19" fmla="*/ 129748 h 354271"/>
                <a:gd name="connsiteX20" fmla="*/ 65596 w 125954"/>
                <a:gd name="connsiteY20" fmla="*/ 163404 h 354271"/>
                <a:gd name="connsiteX21" fmla="*/ 93270 w 125954"/>
                <a:gd name="connsiteY21" fmla="*/ 177220 h 354271"/>
                <a:gd name="connsiteX22" fmla="*/ 51404 w 125954"/>
                <a:gd name="connsiteY22" fmla="*/ 222213 h 354271"/>
                <a:gd name="connsiteX23" fmla="*/ 51404 w 125954"/>
                <a:gd name="connsiteY23" fmla="*/ 307238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5954" h="354271">
                  <a:moveTo>
                    <a:pt x="51404" y="307238"/>
                  </a:moveTo>
                  <a:cubicBezTo>
                    <a:pt x="51404" y="321409"/>
                    <a:pt x="42179" y="344082"/>
                    <a:pt x="3506" y="346562"/>
                  </a:cubicBezTo>
                  <a:cubicBezTo>
                    <a:pt x="1732" y="346916"/>
                    <a:pt x="312" y="348334"/>
                    <a:pt x="312" y="350459"/>
                  </a:cubicBezTo>
                  <a:cubicBezTo>
                    <a:pt x="312" y="354356"/>
                    <a:pt x="4215" y="354356"/>
                    <a:pt x="7408" y="354356"/>
                  </a:cubicBezTo>
                  <a:cubicBezTo>
                    <a:pt x="41824" y="354356"/>
                    <a:pt x="74821" y="336997"/>
                    <a:pt x="75176" y="310072"/>
                  </a:cubicBezTo>
                  <a:lnTo>
                    <a:pt x="75176" y="229298"/>
                  </a:lnTo>
                  <a:cubicBezTo>
                    <a:pt x="75176" y="215482"/>
                    <a:pt x="75176" y="204145"/>
                    <a:pt x="89368" y="192454"/>
                  </a:cubicBezTo>
                  <a:cubicBezTo>
                    <a:pt x="101786" y="182180"/>
                    <a:pt x="115268" y="181472"/>
                    <a:pt x="123074" y="181117"/>
                  </a:cubicBezTo>
                  <a:cubicBezTo>
                    <a:pt x="124848" y="180763"/>
                    <a:pt x="126267" y="179346"/>
                    <a:pt x="126267" y="177220"/>
                  </a:cubicBezTo>
                  <a:cubicBezTo>
                    <a:pt x="126267" y="173678"/>
                    <a:pt x="124138" y="173678"/>
                    <a:pt x="120590" y="173323"/>
                  </a:cubicBezTo>
                  <a:cubicBezTo>
                    <a:pt x="97173" y="171906"/>
                    <a:pt x="80143" y="159153"/>
                    <a:pt x="76240" y="141793"/>
                  </a:cubicBezTo>
                  <a:cubicBezTo>
                    <a:pt x="75176" y="137896"/>
                    <a:pt x="75176" y="137188"/>
                    <a:pt x="75176" y="124434"/>
                  </a:cubicBezTo>
                  <a:lnTo>
                    <a:pt x="75176" y="54288"/>
                  </a:lnTo>
                  <a:cubicBezTo>
                    <a:pt x="75176" y="39409"/>
                    <a:pt x="75176" y="28072"/>
                    <a:pt x="58145" y="14610"/>
                  </a:cubicBezTo>
                  <a:cubicBezTo>
                    <a:pt x="43953" y="3627"/>
                    <a:pt x="19472" y="85"/>
                    <a:pt x="7408" y="85"/>
                  </a:cubicBezTo>
                  <a:cubicBezTo>
                    <a:pt x="4215" y="85"/>
                    <a:pt x="312" y="85"/>
                    <a:pt x="312" y="3982"/>
                  </a:cubicBezTo>
                  <a:cubicBezTo>
                    <a:pt x="312" y="7524"/>
                    <a:pt x="2441" y="7524"/>
                    <a:pt x="5989" y="7879"/>
                  </a:cubicBezTo>
                  <a:cubicBezTo>
                    <a:pt x="28342" y="9296"/>
                    <a:pt x="45727" y="20632"/>
                    <a:pt x="50339" y="38700"/>
                  </a:cubicBezTo>
                  <a:cubicBezTo>
                    <a:pt x="51404" y="41889"/>
                    <a:pt x="51404" y="42597"/>
                    <a:pt x="51404" y="55351"/>
                  </a:cubicBezTo>
                  <a:lnTo>
                    <a:pt x="51404" y="129748"/>
                  </a:lnTo>
                  <a:cubicBezTo>
                    <a:pt x="51404" y="146045"/>
                    <a:pt x="54242" y="152067"/>
                    <a:pt x="65596" y="163404"/>
                  </a:cubicBezTo>
                  <a:cubicBezTo>
                    <a:pt x="73047" y="170844"/>
                    <a:pt x="83336" y="174386"/>
                    <a:pt x="93270" y="177220"/>
                  </a:cubicBezTo>
                  <a:cubicBezTo>
                    <a:pt x="64177" y="185369"/>
                    <a:pt x="51404" y="201665"/>
                    <a:pt x="51404" y="222213"/>
                  </a:cubicBezTo>
                  <a:lnTo>
                    <a:pt x="51404" y="307238"/>
                  </a:lnTo>
                  <a:close/>
                </a:path>
              </a:pathLst>
            </a:custGeom>
            <a:solidFill>
              <a:srgbClr val="000000"/>
            </a:solidFill>
            <a:ln w="356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2400">
                <a:latin typeface="Nunito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4238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4E78D-662C-4473-6379-33DF63EEF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Context-Free Grammar (CFG)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94ECF-2A7D-2AF6-4C19-91D4B9D8C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generative way to describe constituency parsing.</a:t>
            </a:r>
          </a:p>
          <a:p>
            <a:r>
              <a:rPr lang="en-US" dirty="0"/>
              <a:t>A CFG defines some “rewrite rules” to rewrite </a:t>
            </a:r>
            <a:r>
              <a:rPr lang="en-US" dirty="0" err="1"/>
              <a:t>nonterminals</a:t>
            </a:r>
            <a:r>
              <a:rPr lang="en-US" dirty="0"/>
              <a:t> as other </a:t>
            </a:r>
            <a:r>
              <a:rPr lang="en-US" dirty="0" err="1"/>
              <a:t>nonterminals</a:t>
            </a:r>
            <a:r>
              <a:rPr lang="en-US" dirty="0"/>
              <a:t> or terminals</a:t>
            </a:r>
          </a:p>
          <a:p>
            <a:pPr marL="457200" lvl="1" indent="0" algn="ctr">
              <a:buNone/>
            </a:pPr>
            <a:r>
              <a:rPr lang="en-US" sz="2400" dirty="0"/>
              <a:t>S </a:t>
            </a:r>
            <a:r>
              <a:rPr lang="en-US" sz="2400" dirty="0">
                <a:sym typeface="Wingdings"/>
              </a:rPr>
              <a:t> NP  VP</a:t>
            </a:r>
          </a:p>
          <a:p>
            <a:pPr marL="457200" lvl="1" indent="0" algn="ctr">
              <a:buNone/>
            </a:pPr>
            <a:r>
              <a:rPr lang="en-US" sz="2400" i="1" dirty="0">
                <a:sym typeface="Wingdings"/>
              </a:rPr>
              <a:t>“S goes to NP  VP”</a:t>
            </a:r>
            <a:endParaRPr lang="en-US" sz="2400" i="1" dirty="0"/>
          </a:p>
          <a:p>
            <a:pPr marL="457200" lvl="1" indent="0" algn="ctr">
              <a:buNone/>
            </a:pPr>
            <a:r>
              <a:rPr lang="en-US" sz="2400" dirty="0"/>
              <a:t>NP </a:t>
            </a:r>
            <a:r>
              <a:rPr lang="en-US" sz="2400" dirty="0">
                <a:sym typeface="Wingdings"/>
              </a:rPr>
              <a:t> DT  NN</a:t>
            </a:r>
          </a:p>
          <a:p>
            <a:pPr marL="457200" lvl="1" indent="0" algn="ctr">
              <a:buNone/>
            </a:pPr>
            <a:r>
              <a:rPr lang="en-US" sz="2400" dirty="0">
                <a:sym typeface="Wingdings"/>
              </a:rPr>
              <a:t>VP  VBD  PP</a:t>
            </a:r>
          </a:p>
          <a:p>
            <a:pPr marL="457200" lvl="1" indent="0" algn="ctr">
              <a:buNone/>
            </a:pPr>
            <a:r>
              <a:rPr lang="en-US" sz="2400" dirty="0">
                <a:sym typeface="Wingdings"/>
              </a:rPr>
              <a:t>PP  IN  NP</a:t>
            </a:r>
          </a:p>
          <a:p>
            <a:pPr marL="457200" lvl="1" indent="0" algn="ctr">
              <a:buNone/>
            </a:pPr>
            <a:r>
              <a:rPr lang="en-US" sz="2400" dirty="0">
                <a:sym typeface="Wingdings"/>
              </a:rPr>
              <a:t>NN  man</a:t>
            </a:r>
          </a:p>
          <a:p>
            <a:pPr marL="457200" lvl="1" indent="0" algn="ctr">
              <a:buNone/>
            </a:pPr>
            <a:r>
              <a:rPr lang="en-US" sz="2400" dirty="0">
                <a:sym typeface="Wingdings"/>
              </a:rPr>
              <a:t>DT  the</a:t>
            </a:r>
            <a:endParaRPr lang="en-CA" sz="2400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9CCB8-CD57-C6F6-EA61-FAA145DE7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4284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F7EB4-0D9B-250B-8E44-0F878C97A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Context-Free Grammar (CFG)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9B6CB-C052-9837-F8BD-434E3E957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sequence of rewrites corresponds to a bracketing (induces a hierarchical tree structure).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14DE6-B061-BB05-7EAB-C60FAF9A0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24</a:t>
            </a:fld>
            <a:endParaRPr lang="en-CA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9E195B7-C919-7BF3-9B12-9F4C93F4AB91}"/>
              </a:ext>
            </a:extLst>
          </p:cNvPr>
          <p:cNvCxnSpPr>
            <a:cxnSpLocks/>
            <a:stCxn id="52" idx="2"/>
            <a:endCxn id="53" idx="0"/>
          </p:cNvCxnSpPr>
          <p:nvPr/>
        </p:nvCxnSpPr>
        <p:spPr>
          <a:xfrm flipH="1">
            <a:off x="4875007" y="2882853"/>
            <a:ext cx="1262169" cy="92009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A9E26A1-4DB8-1BF5-880A-0841E5F854A8}"/>
              </a:ext>
            </a:extLst>
          </p:cNvPr>
          <p:cNvCxnSpPr>
            <a:cxnSpLocks/>
            <a:stCxn id="55" idx="0"/>
            <a:endCxn id="52" idx="2"/>
          </p:cNvCxnSpPr>
          <p:nvPr/>
        </p:nvCxnSpPr>
        <p:spPr>
          <a:xfrm flipH="1" flipV="1">
            <a:off x="6137176" y="2882853"/>
            <a:ext cx="1398975" cy="411519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9B7D813-CE4A-B4EE-FF43-E0A26586BE69}"/>
              </a:ext>
            </a:extLst>
          </p:cNvPr>
          <p:cNvCxnSpPr>
            <a:cxnSpLocks/>
            <a:stCxn id="53" idx="2"/>
          </p:cNvCxnSpPr>
          <p:nvPr/>
        </p:nvCxnSpPr>
        <p:spPr>
          <a:xfrm flipH="1">
            <a:off x="4348716" y="4264613"/>
            <a:ext cx="526291" cy="124891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8B6D590-AA78-B55D-5FAE-95EDFE021D66}"/>
              </a:ext>
            </a:extLst>
          </p:cNvPr>
          <p:cNvCxnSpPr>
            <a:cxnSpLocks/>
            <a:endCxn id="53" idx="2"/>
          </p:cNvCxnSpPr>
          <p:nvPr/>
        </p:nvCxnSpPr>
        <p:spPr>
          <a:xfrm flipH="1" flipV="1">
            <a:off x="4875007" y="4264613"/>
            <a:ext cx="377949" cy="124891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10">
            <a:extLst>
              <a:ext uri="{FF2B5EF4-FFF2-40B4-BE49-F238E27FC236}">
                <a16:creationId xmlns:a16="http://schemas.microsoft.com/office/drawing/2014/main" id="{D83545AB-19B6-3E07-A23A-886EA267926A}"/>
              </a:ext>
            </a:extLst>
          </p:cNvPr>
          <p:cNvSpPr txBox="1"/>
          <p:nvPr/>
        </p:nvSpPr>
        <p:spPr>
          <a:xfrm>
            <a:off x="4054076" y="5836694"/>
            <a:ext cx="5336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Nunito" pitchFamily="2" charset="0"/>
              </a:rPr>
              <a:t>the      man    walked    to    the   park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7386A31-90B1-CED9-7E39-8AF680F9B6A5}"/>
              </a:ext>
            </a:extLst>
          </p:cNvPr>
          <p:cNvCxnSpPr>
            <a:cxnSpLocks/>
            <a:stCxn id="55" idx="2"/>
          </p:cNvCxnSpPr>
          <p:nvPr/>
        </p:nvCxnSpPr>
        <p:spPr>
          <a:xfrm flipH="1">
            <a:off x="6411196" y="3756037"/>
            <a:ext cx="1124955" cy="1757492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7413AE6-9318-C9E3-ADE7-2AA9F2553B6E}"/>
              </a:ext>
            </a:extLst>
          </p:cNvPr>
          <p:cNvCxnSpPr>
            <a:cxnSpLocks/>
            <a:stCxn id="55" idx="2"/>
          </p:cNvCxnSpPr>
          <p:nvPr/>
        </p:nvCxnSpPr>
        <p:spPr>
          <a:xfrm>
            <a:off x="7536151" y="3756037"/>
            <a:ext cx="561605" cy="234294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DF52A65-4301-0860-3522-6A0D0C95FA8E}"/>
              </a:ext>
            </a:extLst>
          </p:cNvPr>
          <p:cNvCxnSpPr>
            <a:cxnSpLocks/>
            <a:stCxn id="56" idx="2"/>
          </p:cNvCxnSpPr>
          <p:nvPr/>
        </p:nvCxnSpPr>
        <p:spPr>
          <a:xfrm flipH="1">
            <a:off x="7488156" y="4451997"/>
            <a:ext cx="619669" cy="1061532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43BD9B5-330E-A9E1-52B0-6A4FABCBD52D}"/>
              </a:ext>
            </a:extLst>
          </p:cNvPr>
          <p:cNvCxnSpPr>
            <a:cxnSpLocks/>
            <a:stCxn id="54" idx="0"/>
            <a:endCxn id="56" idx="2"/>
          </p:cNvCxnSpPr>
          <p:nvPr/>
        </p:nvCxnSpPr>
        <p:spPr>
          <a:xfrm flipH="1" flipV="1">
            <a:off x="8107825" y="4451997"/>
            <a:ext cx="409131" cy="22783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7D090A0-5619-410E-4058-693D2768B393}"/>
              </a:ext>
            </a:extLst>
          </p:cNvPr>
          <p:cNvCxnSpPr>
            <a:cxnSpLocks/>
            <a:stCxn id="54" idx="2"/>
          </p:cNvCxnSpPr>
          <p:nvPr/>
        </p:nvCxnSpPr>
        <p:spPr>
          <a:xfrm flipH="1">
            <a:off x="8097756" y="5141499"/>
            <a:ext cx="419200" cy="37203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16">
            <a:extLst>
              <a:ext uri="{FF2B5EF4-FFF2-40B4-BE49-F238E27FC236}">
                <a16:creationId xmlns:a16="http://schemas.microsoft.com/office/drawing/2014/main" id="{647EEF5F-61E3-2CF7-2F97-1F0940F27439}"/>
              </a:ext>
            </a:extLst>
          </p:cNvPr>
          <p:cNvSpPr txBox="1"/>
          <p:nvPr/>
        </p:nvSpPr>
        <p:spPr>
          <a:xfrm>
            <a:off x="5950266" y="2421188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Nunito" pitchFamily="2" charset="0"/>
              </a:rPr>
              <a:t>S</a:t>
            </a:r>
          </a:p>
        </p:txBody>
      </p:sp>
      <p:sp>
        <p:nvSpPr>
          <p:cNvPr id="53" name="TextBox 17">
            <a:extLst>
              <a:ext uri="{FF2B5EF4-FFF2-40B4-BE49-F238E27FC236}">
                <a16:creationId xmlns:a16="http://schemas.microsoft.com/office/drawing/2014/main" id="{20FDA6FC-73CD-CFB0-119A-B014305663DB}"/>
              </a:ext>
            </a:extLst>
          </p:cNvPr>
          <p:cNvSpPr txBox="1"/>
          <p:nvPr/>
        </p:nvSpPr>
        <p:spPr>
          <a:xfrm>
            <a:off x="4571077" y="3802948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Nunito" pitchFamily="2" charset="0"/>
              </a:rPr>
              <a:t>NP</a:t>
            </a:r>
          </a:p>
        </p:txBody>
      </p:sp>
      <p:sp>
        <p:nvSpPr>
          <p:cNvPr id="54" name="TextBox 18">
            <a:extLst>
              <a:ext uri="{FF2B5EF4-FFF2-40B4-BE49-F238E27FC236}">
                <a16:creationId xmlns:a16="http://schemas.microsoft.com/office/drawing/2014/main" id="{448EDC1A-F869-D1BE-A022-4F315452D758}"/>
              </a:ext>
            </a:extLst>
          </p:cNvPr>
          <p:cNvSpPr txBox="1"/>
          <p:nvPr/>
        </p:nvSpPr>
        <p:spPr>
          <a:xfrm>
            <a:off x="8213026" y="4679834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Nunito" pitchFamily="2" charset="0"/>
              </a:rPr>
              <a:t>NP</a:t>
            </a:r>
          </a:p>
        </p:txBody>
      </p:sp>
      <p:sp>
        <p:nvSpPr>
          <p:cNvPr id="55" name="TextBox 19">
            <a:extLst>
              <a:ext uri="{FF2B5EF4-FFF2-40B4-BE49-F238E27FC236}">
                <a16:creationId xmlns:a16="http://schemas.microsoft.com/office/drawing/2014/main" id="{F72B13E6-CDFB-8EE3-0ECD-AC8EB96E1759}"/>
              </a:ext>
            </a:extLst>
          </p:cNvPr>
          <p:cNvSpPr txBox="1"/>
          <p:nvPr/>
        </p:nvSpPr>
        <p:spPr>
          <a:xfrm>
            <a:off x="7240236" y="3294372"/>
            <a:ext cx="591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Nunito" pitchFamily="2" charset="0"/>
              </a:rPr>
              <a:t>VP</a:t>
            </a:r>
          </a:p>
        </p:txBody>
      </p:sp>
      <p:sp>
        <p:nvSpPr>
          <p:cNvPr id="56" name="TextBox 20">
            <a:extLst>
              <a:ext uri="{FF2B5EF4-FFF2-40B4-BE49-F238E27FC236}">
                <a16:creationId xmlns:a16="http://schemas.microsoft.com/office/drawing/2014/main" id="{16E9DCAC-092E-1543-1793-1E5A149CF0DB}"/>
              </a:ext>
            </a:extLst>
          </p:cNvPr>
          <p:cNvSpPr txBox="1"/>
          <p:nvPr/>
        </p:nvSpPr>
        <p:spPr>
          <a:xfrm>
            <a:off x="7819925" y="3990332"/>
            <a:ext cx="5757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Nunito" pitchFamily="2" charset="0"/>
              </a:rPr>
              <a:t>PP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7DC5087-8CF5-DA69-B47B-75C88DB10321}"/>
              </a:ext>
            </a:extLst>
          </p:cNvPr>
          <p:cNvCxnSpPr>
            <a:cxnSpLocks/>
            <a:endCxn id="54" idx="2"/>
          </p:cNvCxnSpPr>
          <p:nvPr/>
        </p:nvCxnSpPr>
        <p:spPr>
          <a:xfrm flipH="1" flipV="1">
            <a:off x="8516956" y="5141499"/>
            <a:ext cx="298018" cy="37203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22">
            <a:extLst>
              <a:ext uri="{FF2B5EF4-FFF2-40B4-BE49-F238E27FC236}">
                <a16:creationId xmlns:a16="http://schemas.microsoft.com/office/drawing/2014/main" id="{FA07D351-1282-1546-CEAD-320FFD510209}"/>
              </a:ext>
            </a:extLst>
          </p:cNvPr>
          <p:cNvSpPr txBox="1"/>
          <p:nvPr/>
        </p:nvSpPr>
        <p:spPr>
          <a:xfrm>
            <a:off x="4098542" y="5472293"/>
            <a:ext cx="598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Nunito" pitchFamily="2" charset="0"/>
              </a:rPr>
              <a:t>DT</a:t>
            </a:r>
          </a:p>
        </p:txBody>
      </p:sp>
      <p:sp>
        <p:nvSpPr>
          <p:cNvPr id="59" name="TextBox 23">
            <a:extLst>
              <a:ext uri="{FF2B5EF4-FFF2-40B4-BE49-F238E27FC236}">
                <a16:creationId xmlns:a16="http://schemas.microsoft.com/office/drawing/2014/main" id="{C7ED1B2F-9E58-8AF5-5664-72FCEA68265D}"/>
              </a:ext>
            </a:extLst>
          </p:cNvPr>
          <p:cNvSpPr txBox="1"/>
          <p:nvPr/>
        </p:nvSpPr>
        <p:spPr>
          <a:xfrm>
            <a:off x="4962677" y="5472293"/>
            <a:ext cx="6399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Nunito" pitchFamily="2" charset="0"/>
              </a:rPr>
              <a:t>NN</a:t>
            </a:r>
          </a:p>
        </p:txBody>
      </p:sp>
      <p:sp>
        <p:nvSpPr>
          <p:cNvPr id="60" name="TextBox 24">
            <a:extLst>
              <a:ext uri="{FF2B5EF4-FFF2-40B4-BE49-F238E27FC236}">
                <a16:creationId xmlns:a16="http://schemas.microsoft.com/office/drawing/2014/main" id="{B582C596-55DA-7077-E04B-882846F08C1A}"/>
              </a:ext>
            </a:extLst>
          </p:cNvPr>
          <p:cNvSpPr txBox="1"/>
          <p:nvPr/>
        </p:nvSpPr>
        <p:spPr>
          <a:xfrm>
            <a:off x="6043811" y="5490062"/>
            <a:ext cx="31293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Nunito" pitchFamily="2" charset="0"/>
              </a:rPr>
              <a:t>VBD      IN    DT    NN</a:t>
            </a:r>
          </a:p>
        </p:txBody>
      </p:sp>
      <p:sp>
        <p:nvSpPr>
          <p:cNvPr id="61" name="TextBox 25">
            <a:extLst>
              <a:ext uri="{FF2B5EF4-FFF2-40B4-BE49-F238E27FC236}">
                <a16:creationId xmlns:a16="http://schemas.microsoft.com/office/drawing/2014/main" id="{A987C167-C304-08DD-4D8B-A63E6199897F}"/>
              </a:ext>
            </a:extLst>
          </p:cNvPr>
          <p:cNvSpPr txBox="1"/>
          <p:nvPr/>
        </p:nvSpPr>
        <p:spPr>
          <a:xfrm>
            <a:off x="2142247" y="2944408"/>
            <a:ext cx="18646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BC0000"/>
                </a:solidFill>
                <a:latin typeface="Nunito" pitchFamily="2" charset="0"/>
              </a:rPr>
              <a:t>S </a:t>
            </a:r>
            <a:r>
              <a:rPr lang="en-US" sz="2400" b="1" dirty="0">
                <a:solidFill>
                  <a:srgbClr val="BC0000"/>
                </a:solidFill>
                <a:latin typeface="Nunito" pitchFamily="2" charset="0"/>
                <a:sym typeface="Wingdings"/>
              </a:rPr>
              <a:t> NP  VP</a:t>
            </a:r>
            <a:endParaRPr lang="en-US" sz="2400" b="1" dirty="0">
              <a:solidFill>
                <a:srgbClr val="BC0000"/>
              </a:solidFill>
              <a:latin typeface="Nunito" pitchFamily="2" charset="0"/>
            </a:endParaRPr>
          </a:p>
        </p:txBody>
      </p:sp>
      <p:sp>
        <p:nvSpPr>
          <p:cNvPr id="62" name="TextBox 26">
            <a:extLst>
              <a:ext uri="{FF2B5EF4-FFF2-40B4-BE49-F238E27FC236}">
                <a16:creationId xmlns:a16="http://schemas.microsoft.com/office/drawing/2014/main" id="{C17093FD-EB23-48CA-61F4-1E11661EB481}"/>
              </a:ext>
            </a:extLst>
          </p:cNvPr>
          <p:cNvSpPr txBox="1"/>
          <p:nvPr/>
        </p:nvSpPr>
        <p:spPr>
          <a:xfrm>
            <a:off x="2294647" y="4347084"/>
            <a:ext cx="21371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BC0000"/>
                </a:solidFill>
                <a:latin typeface="Nunito" pitchFamily="2" charset="0"/>
              </a:rPr>
              <a:t>NP </a:t>
            </a:r>
            <a:r>
              <a:rPr lang="en-US" sz="2400" b="1" dirty="0">
                <a:solidFill>
                  <a:srgbClr val="BC0000"/>
                </a:solidFill>
                <a:latin typeface="Nunito" pitchFamily="2" charset="0"/>
                <a:sym typeface="Wingdings"/>
              </a:rPr>
              <a:t> DT  NN</a:t>
            </a:r>
            <a:endParaRPr lang="en-US" sz="2400" b="1" dirty="0">
              <a:solidFill>
                <a:srgbClr val="BC0000"/>
              </a:solidFill>
              <a:latin typeface="Nunito" pitchFamily="2" charset="0"/>
            </a:endParaRPr>
          </a:p>
        </p:txBody>
      </p:sp>
      <p:sp>
        <p:nvSpPr>
          <p:cNvPr id="63" name="TextBox 27">
            <a:extLst>
              <a:ext uri="{FF2B5EF4-FFF2-40B4-BE49-F238E27FC236}">
                <a16:creationId xmlns:a16="http://schemas.microsoft.com/office/drawing/2014/main" id="{F6A93CB6-D329-BB65-3929-390F6F74485D}"/>
              </a:ext>
            </a:extLst>
          </p:cNvPr>
          <p:cNvSpPr txBox="1"/>
          <p:nvPr/>
        </p:nvSpPr>
        <p:spPr>
          <a:xfrm>
            <a:off x="7824083" y="3528666"/>
            <a:ext cx="2222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BC0000"/>
                </a:solidFill>
                <a:latin typeface="Nunito" pitchFamily="2" charset="0"/>
              </a:rPr>
              <a:t>VP </a:t>
            </a:r>
            <a:r>
              <a:rPr lang="en-US" sz="2400" b="1" dirty="0">
                <a:solidFill>
                  <a:srgbClr val="BC0000"/>
                </a:solidFill>
                <a:latin typeface="Nunito" pitchFamily="2" charset="0"/>
                <a:sym typeface="Wingdings"/>
              </a:rPr>
              <a:t> VBD PP</a:t>
            </a:r>
            <a:endParaRPr lang="en-US" sz="2400" b="1" dirty="0">
              <a:solidFill>
                <a:srgbClr val="BC0000"/>
              </a:solidFill>
              <a:latin typeface="Nunito" pitchFamily="2" charset="0"/>
            </a:endParaRPr>
          </a:p>
        </p:txBody>
      </p:sp>
      <p:sp>
        <p:nvSpPr>
          <p:cNvPr id="64" name="TextBox 28">
            <a:extLst>
              <a:ext uri="{FF2B5EF4-FFF2-40B4-BE49-F238E27FC236}">
                <a16:creationId xmlns:a16="http://schemas.microsoft.com/office/drawing/2014/main" id="{AF14EC2F-F6E0-173C-412D-C0E6106720F7}"/>
              </a:ext>
            </a:extLst>
          </p:cNvPr>
          <p:cNvSpPr txBox="1"/>
          <p:nvPr/>
        </p:nvSpPr>
        <p:spPr>
          <a:xfrm>
            <a:off x="2294647" y="5733903"/>
            <a:ext cx="154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BC0000"/>
                </a:solidFill>
                <a:latin typeface="Nunito" pitchFamily="2" charset="0"/>
              </a:rPr>
              <a:t>DT </a:t>
            </a:r>
            <a:r>
              <a:rPr lang="en-US" sz="2400" b="1" dirty="0">
                <a:solidFill>
                  <a:srgbClr val="BC0000"/>
                </a:solidFill>
                <a:latin typeface="Nunito" pitchFamily="2" charset="0"/>
                <a:sym typeface="Wingdings"/>
              </a:rPr>
              <a:t> the</a:t>
            </a:r>
            <a:endParaRPr lang="en-US" sz="2400" b="1" dirty="0">
              <a:solidFill>
                <a:srgbClr val="BC0000"/>
              </a:solidFill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1680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60F9D-7E9C-6BB7-E378-922933018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Context-Free?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D90CF-7523-E8CC-D431-A33F2E20C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rule to rewrite NP does not depend on the context of that NP.</a:t>
            </a:r>
          </a:p>
          <a:p>
            <a:pPr marL="0" indent="0">
              <a:buNone/>
            </a:pPr>
            <a:r>
              <a:rPr lang="en-US" dirty="0"/>
              <a:t>The left-hand side (LHS) of a rule is only a single non-terminal (without any other context).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5ED01-64CD-005F-652F-D62D9853A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25</a:t>
            </a:fld>
            <a:endParaRPr lang="en-CA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FC24A8-C550-2F77-7059-81D7BD1E4324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flipH="1">
            <a:off x="4875007" y="2882853"/>
            <a:ext cx="1262169" cy="92009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209FA6F-EA4D-E008-6B60-06A31F12F339}"/>
              </a:ext>
            </a:extLst>
          </p:cNvPr>
          <p:cNvCxnSpPr>
            <a:cxnSpLocks/>
            <a:stCxn id="18" idx="0"/>
            <a:endCxn id="15" idx="2"/>
          </p:cNvCxnSpPr>
          <p:nvPr/>
        </p:nvCxnSpPr>
        <p:spPr>
          <a:xfrm flipH="1" flipV="1">
            <a:off x="6137176" y="2882853"/>
            <a:ext cx="1398975" cy="411519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04C38E-1CE6-1804-5A1A-3FF4412435DB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4348716" y="4264613"/>
            <a:ext cx="526291" cy="124891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CD07DAB-BF13-0CD4-8AA3-CF3FDE7BB5FC}"/>
              </a:ext>
            </a:extLst>
          </p:cNvPr>
          <p:cNvCxnSpPr>
            <a:cxnSpLocks/>
            <a:endCxn id="16" idx="2"/>
          </p:cNvCxnSpPr>
          <p:nvPr/>
        </p:nvCxnSpPr>
        <p:spPr>
          <a:xfrm flipH="1" flipV="1">
            <a:off x="4875007" y="4264613"/>
            <a:ext cx="377949" cy="124891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10">
            <a:extLst>
              <a:ext uri="{FF2B5EF4-FFF2-40B4-BE49-F238E27FC236}">
                <a16:creationId xmlns:a16="http://schemas.microsoft.com/office/drawing/2014/main" id="{B94EF369-53B1-4B08-82E9-8FC679874017}"/>
              </a:ext>
            </a:extLst>
          </p:cNvPr>
          <p:cNvSpPr txBox="1"/>
          <p:nvPr/>
        </p:nvSpPr>
        <p:spPr>
          <a:xfrm>
            <a:off x="4054076" y="5836694"/>
            <a:ext cx="5336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Nunito" pitchFamily="2" charset="0"/>
              </a:rPr>
              <a:t>the      man    walked    to    the   park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E188D7-2E27-A174-68D0-077A13C40207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6411196" y="3756037"/>
            <a:ext cx="1124955" cy="1757492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9506EF1-61E8-88B4-3E4A-9100F2E235E0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7536151" y="3756037"/>
            <a:ext cx="561605" cy="234294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7812EC5-256A-01A3-FC58-4F36E1E7F942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7488156" y="4451997"/>
            <a:ext cx="619669" cy="1061532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0F5E57A-DC1B-D41B-D364-B4909FFA46A1}"/>
              </a:ext>
            </a:extLst>
          </p:cNvPr>
          <p:cNvCxnSpPr>
            <a:cxnSpLocks/>
            <a:stCxn id="17" idx="0"/>
            <a:endCxn id="19" idx="2"/>
          </p:cNvCxnSpPr>
          <p:nvPr/>
        </p:nvCxnSpPr>
        <p:spPr>
          <a:xfrm flipH="1" flipV="1">
            <a:off x="8107825" y="4451997"/>
            <a:ext cx="409131" cy="22783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358199E-AD38-CC06-7B1F-AC0AA094A624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8097756" y="5141499"/>
            <a:ext cx="419200" cy="37203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6">
            <a:extLst>
              <a:ext uri="{FF2B5EF4-FFF2-40B4-BE49-F238E27FC236}">
                <a16:creationId xmlns:a16="http://schemas.microsoft.com/office/drawing/2014/main" id="{B28FEC24-E743-E912-3717-30AC7DF45B82}"/>
              </a:ext>
            </a:extLst>
          </p:cNvPr>
          <p:cNvSpPr txBox="1"/>
          <p:nvPr/>
        </p:nvSpPr>
        <p:spPr>
          <a:xfrm>
            <a:off x="5950266" y="2421188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Nunito" pitchFamily="2" charset="0"/>
              </a:rPr>
              <a:t>S</a:t>
            </a:r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598DA496-5531-8E0E-C34D-45E5C1A22407}"/>
              </a:ext>
            </a:extLst>
          </p:cNvPr>
          <p:cNvSpPr txBox="1"/>
          <p:nvPr/>
        </p:nvSpPr>
        <p:spPr>
          <a:xfrm>
            <a:off x="4571077" y="3802948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Nunito" pitchFamily="2" charset="0"/>
              </a:rPr>
              <a:t>NP</a:t>
            </a:r>
          </a:p>
        </p:txBody>
      </p:sp>
      <p:sp>
        <p:nvSpPr>
          <p:cNvPr id="17" name="TextBox 18">
            <a:extLst>
              <a:ext uri="{FF2B5EF4-FFF2-40B4-BE49-F238E27FC236}">
                <a16:creationId xmlns:a16="http://schemas.microsoft.com/office/drawing/2014/main" id="{019333E4-1AD9-5A1D-7FDD-D50CF37DB90E}"/>
              </a:ext>
            </a:extLst>
          </p:cNvPr>
          <p:cNvSpPr txBox="1"/>
          <p:nvPr/>
        </p:nvSpPr>
        <p:spPr>
          <a:xfrm>
            <a:off x="8213026" y="4679834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Nunito" pitchFamily="2" charset="0"/>
              </a:rPr>
              <a:t>NP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D530EE0F-CAA3-4434-E5F9-E2B2EF398F88}"/>
              </a:ext>
            </a:extLst>
          </p:cNvPr>
          <p:cNvSpPr txBox="1"/>
          <p:nvPr/>
        </p:nvSpPr>
        <p:spPr>
          <a:xfrm>
            <a:off x="7240236" y="3294372"/>
            <a:ext cx="591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Nunito" pitchFamily="2" charset="0"/>
              </a:rPr>
              <a:t>VP</a:t>
            </a:r>
          </a:p>
        </p:txBody>
      </p:sp>
      <p:sp>
        <p:nvSpPr>
          <p:cNvPr id="19" name="TextBox 20">
            <a:extLst>
              <a:ext uri="{FF2B5EF4-FFF2-40B4-BE49-F238E27FC236}">
                <a16:creationId xmlns:a16="http://schemas.microsoft.com/office/drawing/2014/main" id="{9E6C3477-D242-424D-89B1-F4538FCB15CA}"/>
              </a:ext>
            </a:extLst>
          </p:cNvPr>
          <p:cNvSpPr txBox="1"/>
          <p:nvPr/>
        </p:nvSpPr>
        <p:spPr>
          <a:xfrm>
            <a:off x="7819925" y="3990332"/>
            <a:ext cx="5757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Nunito" pitchFamily="2" charset="0"/>
              </a:rPr>
              <a:t>PP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9B243A2-A2A6-6EEE-4409-08DCA9D069D8}"/>
              </a:ext>
            </a:extLst>
          </p:cNvPr>
          <p:cNvCxnSpPr>
            <a:cxnSpLocks/>
            <a:endCxn id="17" idx="2"/>
          </p:cNvCxnSpPr>
          <p:nvPr/>
        </p:nvCxnSpPr>
        <p:spPr>
          <a:xfrm flipH="1" flipV="1">
            <a:off x="8516956" y="5141499"/>
            <a:ext cx="298018" cy="37203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2">
            <a:extLst>
              <a:ext uri="{FF2B5EF4-FFF2-40B4-BE49-F238E27FC236}">
                <a16:creationId xmlns:a16="http://schemas.microsoft.com/office/drawing/2014/main" id="{1630C1CC-B313-6B88-2F59-441153B9B94A}"/>
              </a:ext>
            </a:extLst>
          </p:cNvPr>
          <p:cNvSpPr txBox="1"/>
          <p:nvPr/>
        </p:nvSpPr>
        <p:spPr>
          <a:xfrm>
            <a:off x="4098542" y="5472293"/>
            <a:ext cx="598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Nunito" pitchFamily="2" charset="0"/>
              </a:rPr>
              <a:t>DT</a:t>
            </a:r>
          </a:p>
        </p:txBody>
      </p:sp>
      <p:sp>
        <p:nvSpPr>
          <p:cNvPr id="22" name="TextBox 23">
            <a:extLst>
              <a:ext uri="{FF2B5EF4-FFF2-40B4-BE49-F238E27FC236}">
                <a16:creationId xmlns:a16="http://schemas.microsoft.com/office/drawing/2014/main" id="{7CCCEDA2-7016-447A-5B10-075EC737CB37}"/>
              </a:ext>
            </a:extLst>
          </p:cNvPr>
          <p:cNvSpPr txBox="1"/>
          <p:nvPr/>
        </p:nvSpPr>
        <p:spPr>
          <a:xfrm>
            <a:off x="4962677" y="5472293"/>
            <a:ext cx="6399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Nunito" pitchFamily="2" charset="0"/>
              </a:rPr>
              <a:t>NN</a:t>
            </a:r>
          </a:p>
        </p:txBody>
      </p:sp>
      <p:sp>
        <p:nvSpPr>
          <p:cNvPr id="23" name="TextBox 24">
            <a:extLst>
              <a:ext uri="{FF2B5EF4-FFF2-40B4-BE49-F238E27FC236}">
                <a16:creationId xmlns:a16="http://schemas.microsoft.com/office/drawing/2014/main" id="{AADAFAE2-A6F1-1A99-5171-0F730827B4CB}"/>
              </a:ext>
            </a:extLst>
          </p:cNvPr>
          <p:cNvSpPr txBox="1"/>
          <p:nvPr/>
        </p:nvSpPr>
        <p:spPr>
          <a:xfrm>
            <a:off x="6043811" y="5490062"/>
            <a:ext cx="31293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Nunito" pitchFamily="2" charset="0"/>
              </a:rPr>
              <a:t>VBD      IN    DT    NN</a:t>
            </a: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B888D0BA-5B1B-F69E-7CFF-065E6D669C94}"/>
              </a:ext>
            </a:extLst>
          </p:cNvPr>
          <p:cNvSpPr txBox="1"/>
          <p:nvPr/>
        </p:nvSpPr>
        <p:spPr>
          <a:xfrm>
            <a:off x="2142247" y="2944408"/>
            <a:ext cx="18646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BC0000"/>
                </a:solidFill>
                <a:latin typeface="Nunito" pitchFamily="2" charset="0"/>
              </a:rPr>
              <a:t>S </a:t>
            </a:r>
            <a:r>
              <a:rPr lang="en-US" sz="2400" b="1" dirty="0">
                <a:solidFill>
                  <a:srgbClr val="BC0000"/>
                </a:solidFill>
                <a:latin typeface="Nunito" pitchFamily="2" charset="0"/>
                <a:sym typeface="Wingdings"/>
              </a:rPr>
              <a:t> NP  VP</a:t>
            </a:r>
            <a:endParaRPr lang="en-US" sz="2400" b="1" dirty="0">
              <a:solidFill>
                <a:srgbClr val="BC0000"/>
              </a:solidFill>
              <a:latin typeface="Nunito" pitchFamily="2" charset="0"/>
            </a:endParaRPr>
          </a:p>
        </p:txBody>
      </p:sp>
      <p:sp>
        <p:nvSpPr>
          <p:cNvPr id="25" name="TextBox 26">
            <a:extLst>
              <a:ext uri="{FF2B5EF4-FFF2-40B4-BE49-F238E27FC236}">
                <a16:creationId xmlns:a16="http://schemas.microsoft.com/office/drawing/2014/main" id="{99381857-17AC-15D0-A821-52B3B368D244}"/>
              </a:ext>
            </a:extLst>
          </p:cNvPr>
          <p:cNvSpPr txBox="1"/>
          <p:nvPr/>
        </p:nvSpPr>
        <p:spPr>
          <a:xfrm>
            <a:off x="2294647" y="4347084"/>
            <a:ext cx="21371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BC0000"/>
                </a:solidFill>
                <a:latin typeface="Nunito" pitchFamily="2" charset="0"/>
              </a:rPr>
              <a:t>NP </a:t>
            </a:r>
            <a:r>
              <a:rPr lang="en-US" sz="2400" b="1" dirty="0">
                <a:solidFill>
                  <a:srgbClr val="BC0000"/>
                </a:solidFill>
                <a:latin typeface="Nunito" pitchFamily="2" charset="0"/>
                <a:sym typeface="Wingdings"/>
              </a:rPr>
              <a:t> DT  NN</a:t>
            </a:r>
            <a:endParaRPr lang="en-US" sz="2400" b="1" dirty="0">
              <a:solidFill>
                <a:srgbClr val="BC0000"/>
              </a:solidFill>
              <a:latin typeface="Nunito" pitchFamily="2" charset="0"/>
            </a:endParaRPr>
          </a:p>
        </p:txBody>
      </p:sp>
      <p:sp>
        <p:nvSpPr>
          <p:cNvPr id="26" name="TextBox 27">
            <a:extLst>
              <a:ext uri="{FF2B5EF4-FFF2-40B4-BE49-F238E27FC236}">
                <a16:creationId xmlns:a16="http://schemas.microsoft.com/office/drawing/2014/main" id="{AB466951-3242-CB8E-A567-668BE0E3F1F4}"/>
              </a:ext>
            </a:extLst>
          </p:cNvPr>
          <p:cNvSpPr txBox="1"/>
          <p:nvPr/>
        </p:nvSpPr>
        <p:spPr>
          <a:xfrm>
            <a:off x="7824083" y="3528666"/>
            <a:ext cx="2222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BC0000"/>
                </a:solidFill>
                <a:latin typeface="Nunito" pitchFamily="2" charset="0"/>
              </a:rPr>
              <a:t>VP </a:t>
            </a:r>
            <a:r>
              <a:rPr lang="en-US" sz="2400" b="1" dirty="0">
                <a:solidFill>
                  <a:srgbClr val="BC0000"/>
                </a:solidFill>
                <a:latin typeface="Nunito" pitchFamily="2" charset="0"/>
                <a:sym typeface="Wingdings"/>
              </a:rPr>
              <a:t> VBD PP</a:t>
            </a:r>
            <a:endParaRPr lang="en-US" sz="2400" b="1" dirty="0">
              <a:solidFill>
                <a:srgbClr val="BC0000"/>
              </a:solidFill>
              <a:latin typeface="Nunito" pitchFamily="2" charset="0"/>
            </a:endParaRPr>
          </a:p>
        </p:txBody>
      </p:sp>
      <p:sp>
        <p:nvSpPr>
          <p:cNvPr id="27" name="TextBox 28">
            <a:extLst>
              <a:ext uri="{FF2B5EF4-FFF2-40B4-BE49-F238E27FC236}">
                <a16:creationId xmlns:a16="http://schemas.microsoft.com/office/drawing/2014/main" id="{69935B42-9B8B-92E3-2A25-4FB187E3ADD3}"/>
              </a:ext>
            </a:extLst>
          </p:cNvPr>
          <p:cNvSpPr txBox="1"/>
          <p:nvPr/>
        </p:nvSpPr>
        <p:spPr>
          <a:xfrm>
            <a:off x="2294647" y="5733903"/>
            <a:ext cx="154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BC0000"/>
                </a:solidFill>
                <a:latin typeface="Nunito" pitchFamily="2" charset="0"/>
              </a:rPr>
              <a:t>DT </a:t>
            </a:r>
            <a:r>
              <a:rPr lang="en-US" sz="2400" b="1" dirty="0">
                <a:solidFill>
                  <a:srgbClr val="BC0000"/>
                </a:solidFill>
                <a:latin typeface="Nunito" pitchFamily="2" charset="0"/>
                <a:sym typeface="Wingdings"/>
              </a:rPr>
              <a:t> the</a:t>
            </a:r>
            <a:endParaRPr lang="en-US" sz="2400" b="1" dirty="0">
              <a:solidFill>
                <a:srgbClr val="BC0000"/>
              </a:solidFill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651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06E76-36E2-ADB1-4FCD-B2B496376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Probabilistic Context-Free Grammar (PCFG)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C39E50-9B0E-4FAA-9C16-6B4CB72851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Assign probabilities to rewrite rules:</a:t>
                </a:r>
              </a:p>
              <a:p>
                <a:pPr marL="457200" lvl="1" indent="0">
                  <a:buNone/>
                </a:pPr>
                <a:r>
                  <a:rPr lang="en-US" dirty="0"/>
                  <a:t>NP </a:t>
                </a:r>
                <a:r>
                  <a:rPr lang="en-US" dirty="0">
                    <a:sym typeface="Wingdings"/>
                  </a:rPr>
                  <a:t> DT  NN	0.5</a:t>
                </a:r>
              </a:p>
              <a:p>
                <a:pPr marL="457200" lvl="1" indent="0">
                  <a:buNone/>
                </a:pPr>
                <a:r>
                  <a:rPr lang="en-US" dirty="0">
                    <a:sym typeface="Wingdings"/>
                  </a:rPr>
                  <a:t>NP  NNS		0.3</a:t>
                </a:r>
              </a:p>
              <a:p>
                <a:pPr marL="457200" lvl="1" indent="0">
                  <a:buNone/>
                </a:pPr>
                <a:r>
                  <a:rPr lang="en-US" dirty="0">
                    <a:sym typeface="Wingdings"/>
                  </a:rPr>
                  <a:t>NP  NP  PP	0.2</a:t>
                </a:r>
              </a:p>
              <a:p>
                <a:pPr marL="457200" lvl="1" indent="0">
                  <a:buNone/>
                </a:pPr>
                <a:endParaRPr lang="en-US" dirty="0">
                  <a:sym typeface="Wingdings"/>
                </a:endParaRPr>
              </a:p>
              <a:p>
                <a:pPr marL="457200" lvl="1" indent="0">
                  <a:buNone/>
                </a:pPr>
                <a:endParaRPr lang="en-US" dirty="0">
                  <a:sym typeface="Wingdings"/>
                </a:endParaRPr>
              </a:p>
              <a:p>
                <a:pPr marL="457200" lvl="1" indent="0">
                  <a:buNone/>
                </a:pPr>
                <a:endParaRPr lang="en-US" dirty="0">
                  <a:sym typeface="Wingdings"/>
                </a:endParaRPr>
              </a:p>
              <a:p>
                <a:pPr marL="457200" lvl="1" indent="0">
                  <a:buNone/>
                </a:pPr>
                <a:endParaRPr lang="en-US" dirty="0">
                  <a:sym typeface="Wingdings"/>
                </a:endParaRPr>
              </a:p>
              <a:p>
                <a:pPr marL="266700" lvl="1" indent="-179388"/>
                <a:r>
                  <a:rPr lang="en-US" sz="2400" dirty="0">
                    <a:sym typeface="Wingdings"/>
                  </a:rPr>
                  <a:t>Probabilities must sum to 1 for each left-hand side nonterminal.</a:t>
                </a:r>
              </a:p>
              <a:p>
                <a:pPr marL="266700" lvl="1" indent="-179388"/>
                <a:r>
                  <a:rPr lang="en-US" sz="2400" dirty="0">
                    <a:sym typeface="Wingdings"/>
                  </a:rPr>
                  <a:t>Given a sentence </a:t>
                </a:r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  <a:sym typeface="Wingdings"/>
                      </a:rPr>
                      <m:t>𝑠</m:t>
                    </m:r>
                    <m:r>
                      <a:rPr lang="en-CA" sz="2400" b="0" i="1" smtClean="0">
                        <a:latin typeface="Cambria Math" panose="02040503050406030204" pitchFamily="18" charset="0"/>
                        <a:sym typeface="Wingdings"/>
                      </a:rPr>
                      <m:t> </m:t>
                    </m:r>
                  </m:oMath>
                </a14:m>
                <a:r>
                  <a:rPr lang="en-US" sz="2400" dirty="0">
                    <a:sym typeface="Wingdings"/>
                  </a:rPr>
                  <a:t>and its tree </a:t>
                </a:r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  <a:sym typeface="Wingdings"/>
                      </a:rPr>
                      <m:t>𝑇</m:t>
                    </m:r>
                  </m:oMath>
                </a14:m>
                <a:r>
                  <a:rPr lang="en-US" sz="2400" dirty="0">
                    <a:sym typeface="Wingdings"/>
                  </a:rPr>
                  <a:t>, the probability of generating </a:t>
                </a:r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  <a:sym typeface="Wingdings"/>
                      </a:rPr>
                      <m:t>𝑠</m:t>
                    </m:r>
                  </m:oMath>
                </a14:m>
                <a:r>
                  <a:rPr lang="en-US" sz="2400" dirty="0">
                    <a:sym typeface="Wingdings"/>
                  </a:rPr>
                  <a:t> with rules </a:t>
                </a:r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  <a:sym typeface="Wingdings"/>
                      </a:rPr>
                      <m:t>𝑇</m:t>
                    </m:r>
                  </m:oMath>
                </a14:m>
                <a:r>
                  <a:rPr lang="en-US" sz="2400" dirty="0">
                    <a:sym typeface="Wingdings"/>
                  </a:rPr>
                  <a:t> in grammar </a:t>
                </a:r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  <a:sym typeface="Wingdings"/>
                      </a:rPr>
                      <m:t>𝒢</m:t>
                    </m:r>
                  </m:oMath>
                </a14:m>
                <a:r>
                  <a:rPr lang="en-US" sz="2400" dirty="0">
                    <a:sym typeface="Wingdings"/>
                  </a:rPr>
                  <a:t> is </a:t>
                </a:r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  <a:sym typeface="Wingdings"/>
                      </a:rPr>
                      <m:t>𝑃</m:t>
                    </m:r>
                    <m:d>
                      <m:dPr>
                        <m:ctrlPr>
                          <a:rPr lang="en-CA" sz="2400" b="0" i="1" smtClean="0">
                            <a:latin typeface="Cambria Math" panose="02040503050406030204" pitchFamily="18" charset="0"/>
                            <a:sym typeface="Wingdings"/>
                          </a:rPr>
                        </m:ctrlPr>
                      </m:d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  <a:sym typeface="Wingdings"/>
                          </a:rPr>
                          <m:t>𝑠</m:t>
                        </m:r>
                        <m:r>
                          <a:rPr lang="en-CA" sz="2400" b="0" i="1" smtClean="0">
                            <a:latin typeface="Cambria Math" panose="02040503050406030204" pitchFamily="18" charset="0"/>
                            <a:sym typeface="Wingdings"/>
                          </a:rPr>
                          <m:t>, </m:t>
                        </m:r>
                        <m:r>
                          <a:rPr lang="en-CA" sz="2400" b="0" i="1" smtClean="0">
                            <a:latin typeface="Cambria Math" panose="02040503050406030204" pitchFamily="18" charset="0"/>
                            <a:sym typeface="Wingdings"/>
                          </a:rPr>
                          <m:t>𝑇</m:t>
                        </m:r>
                        <m:r>
                          <a:rPr lang="en-CA" sz="2400" b="0" i="1" smtClean="0">
                            <a:latin typeface="Cambria Math" panose="02040503050406030204" pitchFamily="18" charset="0"/>
                            <a:sym typeface="Wingdings"/>
                          </a:rPr>
                          <m:t>;</m:t>
                        </m:r>
                        <m:r>
                          <a:rPr lang="en-CA" sz="2400" b="0" i="1" smtClean="0">
                            <a:latin typeface="Cambria Math" panose="02040503050406030204" pitchFamily="18" charset="0"/>
                            <a:sym typeface="Wingdings"/>
                          </a:rPr>
                          <m:t>𝒢</m:t>
                        </m:r>
                      </m:e>
                    </m:d>
                    <m:r>
                      <a:rPr lang="en-CA" sz="2400" b="0" i="1" smtClean="0">
                        <a:latin typeface="Cambria Math" panose="02040503050406030204" pitchFamily="18" charset="0"/>
                        <a:sym typeface="Wingdings"/>
                      </a:rPr>
                      <m:t>=</m:t>
                    </m:r>
                    <m:nary>
                      <m:naryPr>
                        <m:chr m:val="∏"/>
                        <m:supHide m:val="on"/>
                        <m:ctrlPr>
                          <a:rPr lang="en-CA" sz="2400" b="0" i="1" smtClean="0">
                            <a:latin typeface="Cambria Math" panose="02040503050406030204" pitchFamily="18" charset="0"/>
                            <a:sym typeface="Wingdings"/>
                          </a:rPr>
                        </m:ctrlPr>
                      </m:naryPr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  <a:sym typeface="Wingdings"/>
                          </a:rPr>
                          <m:t>𝑟</m:t>
                        </m:r>
                        <m:r>
                          <a:rPr lang="en-CA" sz="2400" b="0" i="1" smtClean="0">
                            <a:latin typeface="Cambria Math" panose="02040503050406030204" pitchFamily="18" charset="0"/>
                            <a:sym typeface="Wingdings"/>
                          </a:rPr>
                          <m:t>∈</m:t>
                        </m:r>
                        <m:r>
                          <a:rPr lang="en-CA" sz="2400" b="0" i="1" smtClean="0">
                            <a:latin typeface="Cambria Math" panose="02040503050406030204" pitchFamily="18" charset="0"/>
                            <a:sym typeface="Wingdings"/>
                          </a:rPr>
                          <m:t>𝑇</m:t>
                        </m:r>
                      </m:sub>
                      <m:sup/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  <a:sym typeface="Wingdings"/>
                          </a:rPr>
                          <m:t>𝑝</m:t>
                        </m:r>
                        <m:r>
                          <a:rPr lang="en-CA" sz="2400" b="0" i="1" smtClean="0">
                            <a:latin typeface="Cambria Math" panose="02040503050406030204" pitchFamily="18" charset="0"/>
                            <a:sym typeface="Wingdings"/>
                          </a:rPr>
                          <m:t>(</m:t>
                        </m:r>
                        <m:r>
                          <a:rPr lang="en-CA" sz="2400" b="0" i="1" smtClean="0">
                            <a:latin typeface="Cambria Math" panose="02040503050406030204" pitchFamily="18" charset="0"/>
                            <a:sym typeface="Wingdings"/>
                          </a:rPr>
                          <m:t>𝑟</m:t>
                        </m:r>
                        <m:r>
                          <a:rPr lang="en-CA" sz="2400" b="0" i="1" smtClean="0">
                            <a:latin typeface="Cambria Math" panose="02040503050406030204" pitchFamily="18" charset="0"/>
                            <a:sym typeface="Wingdings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>
                    <a:sym typeface="Wingdings"/>
                  </a:rPr>
                  <a:t>, where </a:t>
                </a:r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  <a:sym typeface="Wingdings"/>
                      </a:rPr>
                      <m:t>𝑟</m:t>
                    </m:r>
                  </m:oMath>
                </a14:m>
                <a:r>
                  <a:rPr lang="en-US" sz="2400" dirty="0">
                    <a:sym typeface="Wingdings"/>
                  </a:rPr>
                  <a:t> denotes a rule.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C39E50-9B0E-4FAA-9C16-6B4CB72851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969" b="-920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0E468-72CE-581E-9C65-EFD651D4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26</a:t>
            </a:fld>
            <a:endParaRPr lang="en-CA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8292A4F-AB2C-120E-5F7B-7E7088C84151}"/>
              </a:ext>
            </a:extLst>
          </p:cNvPr>
          <p:cNvCxnSpPr/>
          <p:nvPr/>
        </p:nvCxnSpPr>
        <p:spPr>
          <a:xfrm flipV="1">
            <a:off x="1545525" y="3066847"/>
            <a:ext cx="335280" cy="812800"/>
          </a:xfrm>
          <a:prstGeom prst="straightConnector1">
            <a:avLst/>
          </a:prstGeom>
          <a:ln>
            <a:solidFill>
              <a:srgbClr val="2683C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2F520AE-58AE-7753-2DE1-0E11A511A424}"/>
              </a:ext>
            </a:extLst>
          </p:cNvPr>
          <p:cNvCxnSpPr/>
          <p:nvPr/>
        </p:nvCxnSpPr>
        <p:spPr>
          <a:xfrm flipH="1" flipV="1">
            <a:off x="1078165" y="3066847"/>
            <a:ext cx="467360" cy="812800"/>
          </a:xfrm>
          <a:prstGeom prst="straightConnector1">
            <a:avLst/>
          </a:prstGeom>
          <a:ln>
            <a:solidFill>
              <a:srgbClr val="2683C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8">
            <a:extLst>
              <a:ext uri="{FF2B5EF4-FFF2-40B4-BE49-F238E27FC236}">
                <a16:creationId xmlns:a16="http://schemas.microsoft.com/office/drawing/2014/main" id="{8D00502A-C95C-F573-B3B6-7E19552C6724}"/>
              </a:ext>
            </a:extLst>
          </p:cNvPr>
          <p:cNvSpPr txBox="1"/>
          <p:nvPr/>
        </p:nvSpPr>
        <p:spPr>
          <a:xfrm>
            <a:off x="1078165" y="3889807"/>
            <a:ext cx="6227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288CD2"/>
                </a:solidFill>
                <a:latin typeface="Nunito" pitchFamily="2" charset="0"/>
              </a:rPr>
              <a:t>same nonterminal can be on both left and right sides</a:t>
            </a:r>
          </a:p>
        </p:txBody>
      </p:sp>
    </p:spTree>
    <p:extLst>
      <p:ext uri="{BB962C8B-B14F-4D97-AF65-F5344CB8AC3E}">
        <p14:creationId xmlns:p14="http://schemas.microsoft.com/office/powerpoint/2010/main" val="25388360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07C36-0237-52DF-F8AF-52447FEA8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PCFG: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BB4AE-D09A-E36E-6795-8C87A3C88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Given a treebank, what is the MAP estimation of the PCFG?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PCFG assigns probabilities to </a:t>
            </a:r>
          </a:p>
          <a:p>
            <a:pPr lvl="1"/>
            <a:r>
              <a:rPr lang="en-US" dirty="0"/>
              <a:t>Sequences of rewrite operations that terminate in terminals---this sequence implies the natural-language “yield”.</a:t>
            </a:r>
          </a:p>
          <a:p>
            <a:pPr lvl="1"/>
            <a:r>
              <a:rPr lang="en-US" dirty="0" err="1"/>
              <a:t>Bracketings</a:t>
            </a:r>
            <a:r>
              <a:rPr lang="en-US" dirty="0"/>
              <a:t> of sentences.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FD131-AACA-8D3B-B3D7-DEF9ACD77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27</a:t>
            </a:fld>
            <a:endParaRPr lang="en-CA"/>
          </a:p>
        </p:txBody>
      </p:sp>
      <p:grpSp>
        <p:nvGrpSpPr>
          <p:cNvPr id="5" name="Group 4" descr="\documentclass{article}&#10;\usepackage{amsmath,bm,amssymb}&#10;\pagestyle{empty}&#10;\begin{document}&#10;&#10;\newcommand{\score}{\textrm{score}}&#10;\newcommand{\classify}{\textrm{classify}}&#10;\newcommand{\bx}{\mathbf{x}}&#10;&#10;\begin{align*}&#10;p(A\rightarrow B) &amp;= \frac{\text{count}(A\rightarrow B )}{\text{count}(A)} \\&#10;p(A\rightarrow B~C) &amp;= \frac{\text{count}(A\rightarrow B~C)}{\text{count}(A)} \\&#10;\end{align*}&#10;&#10;&#10;\end{document}" title="IguanaTex Vector Display">
            <a:extLst>
              <a:ext uri="{FF2B5EF4-FFF2-40B4-BE49-F238E27FC236}">
                <a16:creationId xmlns:a16="http://schemas.microsoft.com/office/drawing/2014/main" id="{CC2E6BFA-4243-F44C-AEBE-D395F6E58A3C}"/>
              </a:ext>
            </a:extLst>
          </p:cNvPr>
          <p:cNvGrpSpPr>
            <a:grpSpLocks noChangeAspect="1"/>
          </p:cNvGrpSpPr>
          <p:nvPr/>
        </p:nvGrpSpPr>
        <p:grpSpPr>
          <a:xfrm>
            <a:off x="3535766" y="2016038"/>
            <a:ext cx="5120468" cy="1815612"/>
            <a:chOff x="8274982" y="5161608"/>
            <a:chExt cx="5120468" cy="1815612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B88DCF9-0E56-5728-3A03-1ADF6E5C48A3}"/>
                </a:ext>
              </a:extLst>
            </p:cNvPr>
            <p:cNvSpPr/>
            <p:nvPr/>
          </p:nvSpPr>
          <p:spPr>
            <a:xfrm>
              <a:off x="8672311" y="5510391"/>
              <a:ext cx="185252" cy="225316"/>
            </a:xfrm>
            <a:custGeom>
              <a:avLst/>
              <a:gdLst>
                <a:gd name="connsiteX0" fmla="*/ 27499 w 185252"/>
                <a:gd name="connsiteY0" fmla="*/ 199897 h 225316"/>
                <a:gd name="connsiteX1" fmla="*/ 8335 w 185252"/>
                <a:gd name="connsiteY1" fmla="*/ 214422 h 225316"/>
                <a:gd name="connsiteX2" fmla="*/ 172 w 185252"/>
                <a:gd name="connsiteY2" fmla="*/ 221153 h 225316"/>
                <a:gd name="connsiteX3" fmla="*/ 4786 w 185252"/>
                <a:gd name="connsiteY3" fmla="*/ 225405 h 225316"/>
                <a:gd name="connsiteX4" fmla="*/ 34597 w 185252"/>
                <a:gd name="connsiteY4" fmla="*/ 224342 h 225316"/>
                <a:gd name="connsiteX5" fmla="*/ 69731 w 185252"/>
                <a:gd name="connsiteY5" fmla="*/ 225405 h 225316"/>
                <a:gd name="connsiteX6" fmla="*/ 76119 w 185252"/>
                <a:gd name="connsiteY6" fmla="*/ 218319 h 225316"/>
                <a:gd name="connsiteX7" fmla="*/ 67602 w 185252"/>
                <a:gd name="connsiteY7" fmla="*/ 214422 h 225316"/>
                <a:gd name="connsiteX8" fmla="*/ 49857 w 185252"/>
                <a:gd name="connsiteY8" fmla="*/ 208754 h 225316"/>
                <a:gd name="connsiteX9" fmla="*/ 67247 w 185252"/>
                <a:gd name="connsiteY9" fmla="*/ 137900 h 225316"/>
                <a:gd name="connsiteX10" fmla="*/ 99897 w 185252"/>
                <a:gd name="connsiteY10" fmla="*/ 160573 h 225316"/>
                <a:gd name="connsiteX11" fmla="*/ 185425 w 185252"/>
                <a:gd name="connsiteY11" fmla="*/ 56771 h 225316"/>
                <a:gd name="connsiteX12" fmla="*/ 138225 w 185252"/>
                <a:gd name="connsiteY12" fmla="*/ 88 h 225316"/>
                <a:gd name="connsiteX13" fmla="*/ 91734 w 185252"/>
                <a:gd name="connsiteY13" fmla="*/ 26658 h 225316"/>
                <a:gd name="connsiteX14" fmla="*/ 59794 w 185252"/>
                <a:gd name="connsiteY14" fmla="*/ 88 h 225316"/>
                <a:gd name="connsiteX15" fmla="*/ 33532 w 185252"/>
                <a:gd name="connsiteY15" fmla="*/ 20281 h 225316"/>
                <a:gd name="connsiteX16" fmla="*/ 22531 w 185252"/>
                <a:gd name="connsiteY16" fmla="*/ 54646 h 225316"/>
                <a:gd name="connsiteX17" fmla="*/ 26789 w 185252"/>
                <a:gd name="connsiteY17" fmla="*/ 58188 h 225316"/>
                <a:gd name="connsiteX18" fmla="*/ 32822 w 185252"/>
                <a:gd name="connsiteY18" fmla="*/ 50040 h 225316"/>
                <a:gd name="connsiteX19" fmla="*/ 58729 w 185252"/>
                <a:gd name="connsiteY19" fmla="*/ 7882 h 225316"/>
                <a:gd name="connsiteX20" fmla="*/ 69731 w 185252"/>
                <a:gd name="connsiteY20" fmla="*/ 24178 h 225316"/>
                <a:gd name="connsiteX21" fmla="*/ 67247 w 185252"/>
                <a:gd name="connsiteY21" fmla="*/ 42246 h 225316"/>
                <a:gd name="connsiteX22" fmla="*/ 27499 w 185252"/>
                <a:gd name="connsiteY22" fmla="*/ 199897 h 225316"/>
                <a:gd name="connsiteX23" fmla="*/ 89960 w 185252"/>
                <a:gd name="connsiteY23" fmla="*/ 46143 h 225316"/>
                <a:gd name="connsiteX24" fmla="*/ 108414 w 185252"/>
                <a:gd name="connsiteY24" fmla="*/ 21344 h 225316"/>
                <a:gd name="connsiteX25" fmla="*/ 137160 w 185252"/>
                <a:gd name="connsiteY25" fmla="*/ 7882 h 225316"/>
                <a:gd name="connsiteX26" fmla="*/ 159873 w 185252"/>
                <a:gd name="connsiteY26" fmla="*/ 41183 h 225316"/>
                <a:gd name="connsiteX27" fmla="*/ 141774 w 185252"/>
                <a:gd name="connsiteY27" fmla="*/ 116289 h 225316"/>
                <a:gd name="connsiteX28" fmla="*/ 99542 w 185252"/>
                <a:gd name="connsiteY28" fmla="*/ 152779 h 225316"/>
                <a:gd name="connsiteX29" fmla="*/ 71505 w 185252"/>
                <a:gd name="connsiteY29" fmla="*/ 121249 h 225316"/>
                <a:gd name="connsiteX30" fmla="*/ 72570 w 185252"/>
                <a:gd name="connsiteY30" fmla="*/ 115580 h 225316"/>
                <a:gd name="connsiteX31" fmla="*/ 89960 w 185252"/>
                <a:gd name="connsiteY31" fmla="*/ 46143 h 2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252" h="225316">
                  <a:moveTo>
                    <a:pt x="27499" y="199897"/>
                  </a:moveTo>
                  <a:cubicBezTo>
                    <a:pt x="24660" y="211942"/>
                    <a:pt x="23950" y="214422"/>
                    <a:pt x="8335" y="214422"/>
                  </a:cubicBezTo>
                  <a:cubicBezTo>
                    <a:pt x="4076" y="214422"/>
                    <a:pt x="172" y="214422"/>
                    <a:pt x="172" y="221153"/>
                  </a:cubicBezTo>
                  <a:cubicBezTo>
                    <a:pt x="172" y="223988"/>
                    <a:pt x="1947" y="225405"/>
                    <a:pt x="4786" y="225405"/>
                  </a:cubicBezTo>
                  <a:cubicBezTo>
                    <a:pt x="14368" y="225405"/>
                    <a:pt x="24660" y="224342"/>
                    <a:pt x="34597" y="224342"/>
                  </a:cubicBezTo>
                  <a:cubicBezTo>
                    <a:pt x="46308" y="224342"/>
                    <a:pt x="58375" y="225405"/>
                    <a:pt x="69731" y="225405"/>
                  </a:cubicBezTo>
                  <a:cubicBezTo>
                    <a:pt x="71505" y="225405"/>
                    <a:pt x="76119" y="225405"/>
                    <a:pt x="76119" y="218319"/>
                  </a:cubicBezTo>
                  <a:cubicBezTo>
                    <a:pt x="76119" y="214422"/>
                    <a:pt x="72570" y="214422"/>
                    <a:pt x="67602" y="214422"/>
                  </a:cubicBezTo>
                  <a:cubicBezTo>
                    <a:pt x="49857" y="214422"/>
                    <a:pt x="49857" y="211942"/>
                    <a:pt x="49857" y="208754"/>
                  </a:cubicBezTo>
                  <a:cubicBezTo>
                    <a:pt x="49857" y="204503"/>
                    <a:pt x="64763" y="146756"/>
                    <a:pt x="67247" y="137900"/>
                  </a:cubicBezTo>
                  <a:cubicBezTo>
                    <a:pt x="71860" y="148173"/>
                    <a:pt x="81797" y="160573"/>
                    <a:pt x="99897" y="160573"/>
                  </a:cubicBezTo>
                  <a:cubicBezTo>
                    <a:pt x="141064" y="160573"/>
                    <a:pt x="185425" y="108849"/>
                    <a:pt x="185425" y="56771"/>
                  </a:cubicBezTo>
                  <a:cubicBezTo>
                    <a:pt x="185425" y="23470"/>
                    <a:pt x="165197" y="88"/>
                    <a:pt x="138225" y="88"/>
                  </a:cubicBezTo>
                  <a:cubicBezTo>
                    <a:pt x="120480" y="88"/>
                    <a:pt x="103446" y="12842"/>
                    <a:pt x="91734" y="26658"/>
                  </a:cubicBezTo>
                  <a:cubicBezTo>
                    <a:pt x="88185" y="7528"/>
                    <a:pt x="72925" y="88"/>
                    <a:pt x="59794" y="88"/>
                  </a:cubicBezTo>
                  <a:cubicBezTo>
                    <a:pt x="43469" y="88"/>
                    <a:pt x="36726" y="13905"/>
                    <a:pt x="33532" y="20281"/>
                  </a:cubicBezTo>
                  <a:cubicBezTo>
                    <a:pt x="27144" y="32327"/>
                    <a:pt x="22531" y="53583"/>
                    <a:pt x="22531" y="54646"/>
                  </a:cubicBezTo>
                  <a:cubicBezTo>
                    <a:pt x="22531" y="58188"/>
                    <a:pt x="26079" y="58188"/>
                    <a:pt x="26789" y="58188"/>
                  </a:cubicBezTo>
                  <a:cubicBezTo>
                    <a:pt x="30338" y="58188"/>
                    <a:pt x="30693" y="57834"/>
                    <a:pt x="32822" y="50040"/>
                  </a:cubicBezTo>
                  <a:cubicBezTo>
                    <a:pt x="38856" y="24887"/>
                    <a:pt x="45953" y="7882"/>
                    <a:pt x="58729" y="7882"/>
                  </a:cubicBezTo>
                  <a:cubicBezTo>
                    <a:pt x="64763" y="7882"/>
                    <a:pt x="69731" y="10716"/>
                    <a:pt x="69731" y="24178"/>
                  </a:cubicBezTo>
                  <a:cubicBezTo>
                    <a:pt x="69731" y="32327"/>
                    <a:pt x="68666" y="36224"/>
                    <a:pt x="67247" y="42246"/>
                  </a:cubicBezTo>
                  <a:lnTo>
                    <a:pt x="27499" y="199897"/>
                  </a:lnTo>
                  <a:close/>
                  <a:moveTo>
                    <a:pt x="89960" y="46143"/>
                  </a:moveTo>
                  <a:cubicBezTo>
                    <a:pt x="92444" y="36578"/>
                    <a:pt x="102026" y="26658"/>
                    <a:pt x="108414" y="21344"/>
                  </a:cubicBezTo>
                  <a:cubicBezTo>
                    <a:pt x="120835" y="10362"/>
                    <a:pt x="131127" y="7882"/>
                    <a:pt x="137160" y="7882"/>
                  </a:cubicBezTo>
                  <a:cubicBezTo>
                    <a:pt x="151356" y="7882"/>
                    <a:pt x="159873" y="20281"/>
                    <a:pt x="159873" y="41183"/>
                  </a:cubicBezTo>
                  <a:cubicBezTo>
                    <a:pt x="159873" y="62085"/>
                    <a:pt x="148162" y="102827"/>
                    <a:pt x="141774" y="116289"/>
                  </a:cubicBezTo>
                  <a:cubicBezTo>
                    <a:pt x="129708" y="141088"/>
                    <a:pt x="112673" y="152779"/>
                    <a:pt x="99542" y="152779"/>
                  </a:cubicBezTo>
                  <a:cubicBezTo>
                    <a:pt x="76119" y="152779"/>
                    <a:pt x="71505" y="123374"/>
                    <a:pt x="71505" y="121249"/>
                  </a:cubicBezTo>
                  <a:cubicBezTo>
                    <a:pt x="71505" y="120540"/>
                    <a:pt x="71505" y="119832"/>
                    <a:pt x="72570" y="115580"/>
                  </a:cubicBezTo>
                  <a:lnTo>
                    <a:pt x="89960" y="46143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43112E5-3ACE-6600-E96F-BE3E7FED55C2}"/>
                </a:ext>
              </a:extLst>
            </p:cNvPr>
            <p:cNvSpPr/>
            <p:nvPr/>
          </p:nvSpPr>
          <p:spPr>
            <a:xfrm>
              <a:off x="8897357" y="5401276"/>
              <a:ext cx="82334" cy="354271"/>
            </a:xfrm>
            <a:custGeom>
              <a:avLst/>
              <a:gdLst>
                <a:gd name="connsiteX0" fmla="*/ 82512 w 82334"/>
                <a:gd name="connsiteY0" fmla="*/ 350817 h 354271"/>
                <a:gd name="connsiteX1" fmla="*/ 76479 w 82334"/>
                <a:gd name="connsiteY1" fmla="*/ 343023 h 354271"/>
                <a:gd name="connsiteX2" fmla="*/ 20761 w 82334"/>
                <a:gd name="connsiteY2" fmla="*/ 177224 h 354271"/>
                <a:gd name="connsiteX3" fmla="*/ 77899 w 82334"/>
                <a:gd name="connsiteY3" fmla="*/ 9653 h 354271"/>
                <a:gd name="connsiteX4" fmla="*/ 82512 w 82334"/>
                <a:gd name="connsiteY4" fmla="*/ 3631 h 354271"/>
                <a:gd name="connsiteX5" fmla="*/ 78963 w 82334"/>
                <a:gd name="connsiteY5" fmla="*/ 88 h 354271"/>
                <a:gd name="connsiteX6" fmla="*/ 22536 w 82334"/>
                <a:gd name="connsiteY6" fmla="*/ 69171 h 354271"/>
                <a:gd name="connsiteX7" fmla="*/ 177 w 82334"/>
                <a:gd name="connsiteY7" fmla="*/ 177224 h 354271"/>
                <a:gd name="connsiteX8" fmla="*/ 23600 w 82334"/>
                <a:gd name="connsiteY8" fmla="*/ 287756 h 354271"/>
                <a:gd name="connsiteX9" fmla="*/ 78963 w 82334"/>
                <a:gd name="connsiteY9" fmla="*/ 354359 h 354271"/>
                <a:gd name="connsiteX10" fmla="*/ 82512 w 82334"/>
                <a:gd name="connsiteY10" fmla="*/ 350817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334" h="354271">
                  <a:moveTo>
                    <a:pt x="82512" y="350817"/>
                  </a:moveTo>
                  <a:cubicBezTo>
                    <a:pt x="82512" y="349754"/>
                    <a:pt x="82512" y="349045"/>
                    <a:pt x="76479" y="343023"/>
                  </a:cubicBezTo>
                  <a:cubicBezTo>
                    <a:pt x="32118" y="298385"/>
                    <a:pt x="20761" y="231427"/>
                    <a:pt x="20761" y="177224"/>
                  </a:cubicBezTo>
                  <a:cubicBezTo>
                    <a:pt x="20761" y="115580"/>
                    <a:pt x="34247" y="53937"/>
                    <a:pt x="77899" y="9653"/>
                  </a:cubicBezTo>
                  <a:cubicBezTo>
                    <a:pt x="82512" y="5402"/>
                    <a:pt x="82512" y="4693"/>
                    <a:pt x="82512" y="3631"/>
                  </a:cubicBezTo>
                  <a:cubicBezTo>
                    <a:pt x="82512" y="1151"/>
                    <a:pt x="81093" y="88"/>
                    <a:pt x="78963" y="88"/>
                  </a:cubicBezTo>
                  <a:cubicBezTo>
                    <a:pt x="75414" y="88"/>
                    <a:pt x="43474" y="24178"/>
                    <a:pt x="22536" y="69171"/>
                  </a:cubicBezTo>
                  <a:cubicBezTo>
                    <a:pt x="4436" y="108141"/>
                    <a:pt x="177" y="147465"/>
                    <a:pt x="177" y="177224"/>
                  </a:cubicBezTo>
                  <a:cubicBezTo>
                    <a:pt x="177" y="204857"/>
                    <a:pt x="4081" y="247724"/>
                    <a:pt x="23600" y="287756"/>
                  </a:cubicBezTo>
                  <a:cubicBezTo>
                    <a:pt x="44894" y="331332"/>
                    <a:pt x="75414" y="354359"/>
                    <a:pt x="78963" y="354359"/>
                  </a:cubicBezTo>
                  <a:cubicBezTo>
                    <a:pt x="81093" y="354359"/>
                    <a:pt x="82512" y="353297"/>
                    <a:pt x="82512" y="350817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8AB8C14-2066-749F-3085-70F6D9D595BB}"/>
                </a:ext>
              </a:extLst>
            </p:cNvPr>
            <p:cNvSpPr/>
            <p:nvPr/>
          </p:nvSpPr>
          <p:spPr>
            <a:xfrm>
              <a:off x="9012657" y="5413321"/>
              <a:ext cx="243455" cy="253658"/>
            </a:xfrm>
            <a:custGeom>
              <a:avLst/>
              <a:gdLst>
                <a:gd name="connsiteX0" fmla="*/ 51286 w 243455"/>
                <a:gd name="connsiteY0" fmla="*/ 213005 h 253658"/>
                <a:gd name="connsiteX1" fmla="*/ 7634 w 243455"/>
                <a:gd name="connsiteY1" fmla="*/ 242764 h 253658"/>
                <a:gd name="connsiteX2" fmla="*/ 181 w 243455"/>
                <a:gd name="connsiteY2" fmla="*/ 249849 h 253658"/>
                <a:gd name="connsiteX3" fmla="*/ 4795 w 243455"/>
                <a:gd name="connsiteY3" fmla="*/ 253746 h 253658"/>
                <a:gd name="connsiteX4" fmla="*/ 35316 w 243455"/>
                <a:gd name="connsiteY4" fmla="*/ 252684 h 253658"/>
                <a:gd name="connsiteX5" fmla="*/ 70805 w 243455"/>
                <a:gd name="connsiteY5" fmla="*/ 253746 h 253658"/>
                <a:gd name="connsiteX6" fmla="*/ 77548 w 243455"/>
                <a:gd name="connsiteY6" fmla="*/ 247015 h 253658"/>
                <a:gd name="connsiteX7" fmla="*/ 71869 w 243455"/>
                <a:gd name="connsiteY7" fmla="*/ 242764 h 253658"/>
                <a:gd name="connsiteX8" fmla="*/ 55189 w 243455"/>
                <a:gd name="connsiteY8" fmla="*/ 230364 h 253658"/>
                <a:gd name="connsiteX9" fmla="*/ 60158 w 243455"/>
                <a:gd name="connsiteY9" fmla="*/ 217256 h 253658"/>
                <a:gd name="connsiteX10" fmla="*/ 87130 w 243455"/>
                <a:gd name="connsiteY10" fmla="*/ 171910 h 253658"/>
                <a:gd name="connsiteX11" fmla="*/ 176207 w 243455"/>
                <a:gd name="connsiteY11" fmla="*/ 171910 h 253658"/>
                <a:gd name="connsiteX12" fmla="*/ 181885 w 243455"/>
                <a:gd name="connsiteY12" fmla="*/ 231073 h 253658"/>
                <a:gd name="connsiteX13" fmla="*/ 156333 w 243455"/>
                <a:gd name="connsiteY13" fmla="*/ 242764 h 253658"/>
                <a:gd name="connsiteX14" fmla="*/ 147816 w 243455"/>
                <a:gd name="connsiteY14" fmla="*/ 249849 h 253658"/>
                <a:gd name="connsiteX15" fmla="*/ 152784 w 243455"/>
                <a:gd name="connsiteY15" fmla="*/ 253746 h 253658"/>
                <a:gd name="connsiteX16" fmla="*/ 197146 w 243455"/>
                <a:gd name="connsiteY16" fmla="*/ 252684 h 253658"/>
                <a:gd name="connsiteX17" fmla="*/ 237248 w 243455"/>
                <a:gd name="connsiteY17" fmla="*/ 253746 h 253658"/>
                <a:gd name="connsiteX18" fmla="*/ 243636 w 243455"/>
                <a:gd name="connsiteY18" fmla="*/ 246661 h 253658"/>
                <a:gd name="connsiteX19" fmla="*/ 235474 w 243455"/>
                <a:gd name="connsiteY19" fmla="*/ 242764 h 253658"/>
                <a:gd name="connsiteX20" fmla="*/ 212406 w 243455"/>
                <a:gd name="connsiteY20" fmla="*/ 230010 h 253658"/>
                <a:gd name="connsiteX21" fmla="*/ 190758 w 243455"/>
                <a:gd name="connsiteY21" fmla="*/ 8590 h 253658"/>
                <a:gd name="connsiteX22" fmla="*/ 184015 w 243455"/>
                <a:gd name="connsiteY22" fmla="*/ 88 h 253658"/>
                <a:gd name="connsiteX23" fmla="*/ 174788 w 243455"/>
                <a:gd name="connsiteY23" fmla="*/ 6111 h 253658"/>
                <a:gd name="connsiteX24" fmla="*/ 51286 w 243455"/>
                <a:gd name="connsiteY24" fmla="*/ 213005 h 253658"/>
                <a:gd name="connsiteX25" fmla="*/ 93873 w 243455"/>
                <a:gd name="connsiteY25" fmla="*/ 160927 h 253658"/>
                <a:gd name="connsiteX26" fmla="*/ 163786 w 243455"/>
                <a:gd name="connsiteY26" fmla="*/ 44018 h 253658"/>
                <a:gd name="connsiteX27" fmla="*/ 175143 w 243455"/>
                <a:gd name="connsiteY27" fmla="*/ 160927 h 253658"/>
                <a:gd name="connsiteX28" fmla="*/ 93873 w 243455"/>
                <a:gd name="connsiteY28" fmla="*/ 160927 h 25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3455" h="253658">
                  <a:moveTo>
                    <a:pt x="51286" y="213005"/>
                  </a:moveTo>
                  <a:cubicBezTo>
                    <a:pt x="37090" y="236741"/>
                    <a:pt x="23249" y="241701"/>
                    <a:pt x="7634" y="242764"/>
                  </a:cubicBezTo>
                  <a:cubicBezTo>
                    <a:pt x="3375" y="243118"/>
                    <a:pt x="181" y="243118"/>
                    <a:pt x="181" y="249849"/>
                  </a:cubicBezTo>
                  <a:cubicBezTo>
                    <a:pt x="181" y="251975"/>
                    <a:pt x="1956" y="253746"/>
                    <a:pt x="4795" y="253746"/>
                  </a:cubicBezTo>
                  <a:cubicBezTo>
                    <a:pt x="14377" y="253746"/>
                    <a:pt x="25379" y="252684"/>
                    <a:pt x="35316" y="252684"/>
                  </a:cubicBezTo>
                  <a:cubicBezTo>
                    <a:pt x="47027" y="252684"/>
                    <a:pt x="59448" y="253746"/>
                    <a:pt x="70805" y="253746"/>
                  </a:cubicBezTo>
                  <a:cubicBezTo>
                    <a:pt x="72934" y="253746"/>
                    <a:pt x="77548" y="253746"/>
                    <a:pt x="77548" y="247015"/>
                  </a:cubicBezTo>
                  <a:cubicBezTo>
                    <a:pt x="77548" y="243118"/>
                    <a:pt x="74354" y="242764"/>
                    <a:pt x="71869" y="242764"/>
                  </a:cubicBezTo>
                  <a:cubicBezTo>
                    <a:pt x="63707" y="242055"/>
                    <a:pt x="55189" y="239221"/>
                    <a:pt x="55189" y="230364"/>
                  </a:cubicBezTo>
                  <a:cubicBezTo>
                    <a:pt x="55189" y="226113"/>
                    <a:pt x="57319" y="222216"/>
                    <a:pt x="60158" y="217256"/>
                  </a:cubicBezTo>
                  <a:lnTo>
                    <a:pt x="87130" y="171910"/>
                  </a:lnTo>
                  <a:lnTo>
                    <a:pt x="176207" y="171910"/>
                  </a:lnTo>
                  <a:cubicBezTo>
                    <a:pt x="176917" y="179349"/>
                    <a:pt x="181885" y="227530"/>
                    <a:pt x="181885" y="231073"/>
                  </a:cubicBezTo>
                  <a:cubicBezTo>
                    <a:pt x="181885" y="241701"/>
                    <a:pt x="163431" y="242764"/>
                    <a:pt x="156333" y="242764"/>
                  </a:cubicBezTo>
                  <a:cubicBezTo>
                    <a:pt x="151365" y="242764"/>
                    <a:pt x="147816" y="242764"/>
                    <a:pt x="147816" y="249849"/>
                  </a:cubicBezTo>
                  <a:cubicBezTo>
                    <a:pt x="147816" y="253746"/>
                    <a:pt x="152075" y="253746"/>
                    <a:pt x="152784" y="253746"/>
                  </a:cubicBezTo>
                  <a:cubicBezTo>
                    <a:pt x="167335" y="253746"/>
                    <a:pt x="182595" y="252684"/>
                    <a:pt x="197146" y="252684"/>
                  </a:cubicBezTo>
                  <a:cubicBezTo>
                    <a:pt x="206018" y="252684"/>
                    <a:pt x="228376" y="253746"/>
                    <a:pt x="237248" y="253746"/>
                  </a:cubicBezTo>
                  <a:cubicBezTo>
                    <a:pt x="239378" y="253746"/>
                    <a:pt x="243636" y="253746"/>
                    <a:pt x="243636" y="246661"/>
                  </a:cubicBezTo>
                  <a:cubicBezTo>
                    <a:pt x="243636" y="242764"/>
                    <a:pt x="240088" y="242764"/>
                    <a:pt x="235474" y="242764"/>
                  </a:cubicBezTo>
                  <a:cubicBezTo>
                    <a:pt x="213471" y="242764"/>
                    <a:pt x="213471" y="240284"/>
                    <a:pt x="212406" y="230010"/>
                  </a:cubicBezTo>
                  <a:lnTo>
                    <a:pt x="190758" y="8590"/>
                  </a:lnTo>
                  <a:cubicBezTo>
                    <a:pt x="190048" y="1505"/>
                    <a:pt x="190048" y="88"/>
                    <a:pt x="184015" y="88"/>
                  </a:cubicBezTo>
                  <a:cubicBezTo>
                    <a:pt x="178337" y="88"/>
                    <a:pt x="176917" y="2568"/>
                    <a:pt x="174788" y="6111"/>
                  </a:cubicBezTo>
                  <a:lnTo>
                    <a:pt x="51286" y="213005"/>
                  </a:lnTo>
                  <a:close/>
                  <a:moveTo>
                    <a:pt x="93873" y="160927"/>
                  </a:moveTo>
                  <a:lnTo>
                    <a:pt x="163786" y="44018"/>
                  </a:lnTo>
                  <a:lnTo>
                    <a:pt x="175143" y="160927"/>
                  </a:lnTo>
                  <a:lnTo>
                    <a:pt x="93873" y="160927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1AC5F8C-9481-C9D9-6E6D-293987EEA67D}"/>
                </a:ext>
              </a:extLst>
            </p:cNvPr>
            <p:cNvSpPr/>
            <p:nvPr/>
          </p:nvSpPr>
          <p:spPr>
            <a:xfrm>
              <a:off x="9384502" y="5485947"/>
              <a:ext cx="315143" cy="184929"/>
            </a:xfrm>
            <a:custGeom>
              <a:avLst/>
              <a:gdLst>
                <a:gd name="connsiteX0" fmla="*/ 276652 w 315143"/>
                <a:gd name="connsiteY0" fmla="*/ 99638 h 184929"/>
                <a:gd name="connsiteX1" fmla="*/ 244711 w 315143"/>
                <a:gd name="connsiteY1" fmla="*/ 133648 h 184929"/>
                <a:gd name="connsiteX2" fmla="*/ 225902 w 315143"/>
                <a:gd name="connsiteY2" fmla="*/ 180766 h 184929"/>
                <a:gd name="connsiteX3" fmla="*/ 233000 w 315143"/>
                <a:gd name="connsiteY3" fmla="*/ 185018 h 184929"/>
                <a:gd name="connsiteX4" fmla="*/ 240808 w 315143"/>
                <a:gd name="connsiteY4" fmla="*/ 177932 h 184929"/>
                <a:gd name="connsiteX5" fmla="*/ 310011 w 315143"/>
                <a:gd name="connsiteY5" fmla="*/ 97158 h 184929"/>
                <a:gd name="connsiteX6" fmla="*/ 315335 w 315143"/>
                <a:gd name="connsiteY6" fmla="*/ 92553 h 184929"/>
                <a:gd name="connsiteX7" fmla="*/ 312495 w 315143"/>
                <a:gd name="connsiteY7" fmla="*/ 88656 h 184929"/>
                <a:gd name="connsiteX8" fmla="*/ 240453 w 315143"/>
                <a:gd name="connsiteY8" fmla="*/ 5402 h 184929"/>
                <a:gd name="connsiteX9" fmla="*/ 233000 w 315143"/>
                <a:gd name="connsiteY9" fmla="*/ 88 h 184929"/>
                <a:gd name="connsiteX10" fmla="*/ 225902 w 315143"/>
                <a:gd name="connsiteY10" fmla="*/ 4339 h 184929"/>
                <a:gd name="connsiteX11" fmla="*/ 244002 w 315143"/>
                <a:gd name="connsiteY11" fmla="*/ 51103 h 184929"/>
                <a:gd name="connsiteX12" fmla="*/ 276652 w 315143"/>
                <a:gd name="connsiteY12" fmla="*/ 85467 h 184929"/>
                <a:gd name="connsiteX13" fmla="*/ 12968 w 315143"/>
                <a:gd name="connsiteY13" fmla="*/ 85467 h 184929"/>
                <a:gd name="connsiteX14" fmla="*/ 192 w 315143"/>
                <a:gd name="connsiteY14" fmla="*/ 92553 h 184929"/>
                <a:gd name="connsiteX15" fmla="*/ 12968 w 315143"/>
                <a:gd name="connsiteY15" fmla="*/ 99638 h 184929"/>
                <a:gd name="connsiteX16" fmla="*/ 276652 w 315143"/>
                <a:gd name="connsiteY16" fmla="*/ 99638 h 184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5143" h="184929">
                  <a:moveTo>
                    <a:pt x="276652" y="99638"/>
                  </a:moveTo>
                  <a:cubicBezTo>
                    <a:pt x="257133" y="114518"/>
                    <a:pt x="247550" y="129043"/>
                    <a:pt x="244711" y="133648"/>
                  </a:cubicBezTo>
                  <a:cubicBezTo>
                    <a:pt x="228741" y="158093"/>
                    <a:pt x="225902" y="180412"/>
                    <a:pt x="225902" y="180766"/>
                  </a:cubicBezTo>
                  <a:cubicBezTo>
                    <a:pt x="225902" y="185018"/>
                    <a:pt x="230161" y="185018"/>
                    <a:pt x="233000" y="185018"/>
                  </a:cubicBezTo>
                  <a:cubicBezTo>
                    <a:pt x="239033" y="185018"/>
                    <a:pt x="239388" y="184309"/>
                    <a:pt x="240808" y="177932"/>
                  </a:cubicBezTo>
                  <a:cubicBezTo>
                    <a:pt x="248970" y="143214"/>
                    <a:pt x="269909" y="113455"/>
                    <a:pt x="310011" y="97158"/>
                  </a:cubicBezTo>
                  <a:cubicBezTo>
                    <a:pt x="314270" y="95741"/>
                    <a:pt x="315335" y="95033"/>
                    <a:pt x="315335" y="92553"/>
                  </a:cubicBezTo>
                  <a:cubicBezTo>
                    <a:pt x="315335" y="90073"/>
                    <a:pt x="313205" y="89010"/>
                    <a:pt x="312495" y="88656"/>
                  </a:cubicBezTo>
                  <a:cubicBezTo>
                    <a:pt x="296880" y="82633"/>
                    <a:pt x="253939" y="64920"/>
                    <a:pt x="240453" y="5402"/>
                  </a:cubicBezTo>
                  <a:cubicBezTo>
                    <a:pt x="239388" y="1151"/>
                    <a:pt x="239033" y="88"/>
                    <a:pt x="233000" y="88"/>
                  </a:cubicBezTo>
                  <a:cubicBezTo>
                    <a:pt x="230161" y="88"/>
                    <a:pt x="225902" y="88"/>
                    <a:pt x="225902" y="4339"/>
                  </a:cubicBezTo>
                  <a:cubicBezTo>
                    <a:pt x="225902" y="5048"/>
                    <a:pt x="229096" y="27367"/>
                    <a:pt x="244002" y="51103"/>
                  </a:cubicBezTo>
                  <a:cubicBezTo>
                    <a:pt x="251099" y="61731"/>
                    <a:pt x="261391" y="74131"/>
                    <a:pt x="276652" y="85467"/>
                  </a:cubicBezTo>
                  <a:lnTo>
                    <a:pt x="12968" y="85467"/>
                  </a:lnTo>
                  <a:cubicBezTo>
                    <a:pt x="6580" y="85467"/>
                    <a:pt x="192" y="85467"/>
                    <a:pt x="192" y="92553"/>
                  </a:cubicBezTo>
                  <a:cubicBezTo>
                    <a:pt x="192" y="99638"/>
                    <a:pt x="6580" y="99638"/>
                    <a:pt x="12968" y="99638"/>
                  </a:cubicBezTo>
                  <a:lnTo>
                    <a:pt x="276652" y="99638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2DD89D3-F5B5-D9A7-91AE-F875264F1B40}"/>
                </a:ext>
              </a:extLst>
            </p:cNvPr>
            <p:cNvSpPr/>
            <p:nvPr/>
          </p:nvSpPr>
          <p:spPr>
            <a:xfrm>
              <a:off x="9833359" y="5425012"/>
              <a:ext cx="253392" cy="241967"/>
            </a:xfrm>
            <a:custGeom>
              <a:avLst/>
              <a:gdLst>
                <a:gd name="connsiteX0" fmla="*/ 42081 w 253392"/>
                <a:gd name="connsiteY0" fmla="*/ 214422 h 241967"/>
                <a:gd name="connsiteX1" fmla="*/ 9786 w 253392"/>
                <a:gd name="connsiteY1" fmla="*/ 231073 h 241967"/>
                <a:gd name="connsiteX2" fmla="*/ 204 w 253392"/>
                <a:gd name="connsiteY2" fmla="*/ 238158 h 241967"/>
                <a:gd name="connsiteX3" fmla="*/ 9786 w 253392"/>
                <a:gd name="connsiteY3" fmla="*/ 242055 h 241967"/>
                <a:gd name="connsiteX4" fmla="*/ 136482 w 253392"/>
                <a:gd name="connsiteY4" fmla="*/ 242055 h 241967"/>
                <a:gd name="connsiteX5" fmla="*/ 234432 w 253392"/>
                <a:gd name="connsiteY5" fmla="*/ 165533 h 241967"/>
                <a:gd name="connsiteX6" fmla="*/ 179424 w 253392"/>
                <a:gd name="connsiteY6" fmla="*/ 115580 h 241967"/>
                <a:gd name="connsiteX7" fmla="*/ 253596 w 253392"/>
                <a:gd name="connsiteY7" fmla="*/ 48977 h 241967"/>
                <a:gd name="connsiteX8" fmla="*/ 187587 w 253392"/>
                <a:gd name="connsiteY8" fmla="*/ 88 h 241967"/>
                <a:gd name="connsiteX9" fmla="*/ 68343 w 253392"/>
                <a:gd name="connsiteY9" fmla="*/ 88 h 241967"/>
                <a:gd name="connsiteX10" fmla="*/ 58052 w 253392"/>
                <a:gd name="connsiteY10" fmla="*/ 7173 h 241967"/>
                <a:gd name="connsiteX11" fmla="*/ 67988 w 253392"/>
                <a:gd name="connsiteY11" fmla="*/ 11070 h 241967"/>
                <a:gd name="connsiteX12" fmla="*/ 81474 w 253392"/>
                <a:gd name="connsiteY12" fmla="*/ 11779 h 241967"/>
                <a:gd name="connsiteX13" fmla="*/ 91056 w 253392"/>
                <a:gd name="connsiteY13" fmla="*/ 17447 h 241967"/>
                <a:gd name="connsiteX14" fmla="*/ 89637 w 253392"/>
                <a:gd name="connsiteY14" fmla="*/ 24178 h 241967"/>
                <a:gd name="connsiteX15" fmla="*/ 42081 w 253392"/>
                <a:gd name="connsiteY15" fmla="*/ 214422 h 241967"/>
                <a:gd name="connsiteX16" fmla="*/ 95670 w 253392"/>
                <a:gd name="connsiteY16" fmla="*/ 112392 h 241967"/>
                <a:gd name="connsiteX17" fmla="*/ 117673 w 253392"/>
                <a:gd name="connsiteY17" fmla="*/ 24533 h 241967"/>
                <a:gd name="connsiteX18" fmla="*/ 136837 w 253392"/>
                <a:gd name="connsiteY18" fmla="*/ 11070 h 241967"/>
                <a:gd name="connsiteX19" fmla="*/ 182618 w 253392"/>
                <a:gd name="connsiteY19" fmla="*/ 11070 h 241967"/>
                <a:gd name="connsiteX20" fmla="*/ 221301 w 253392"/>
                <a:gd name="connsiteY20" fmla="*/ 47560 h 241967"/>
                <a:gd name="connsiteX21" fmla="*/ 147484 w 253392"/>
                <a:gd name="connsiteY21" fmla="*/ 112392 h 241967"/>
                <a:gd name="connsiteX22" fmla="*/ 95670 w 253392"/>
                <a:gd name="connsiteY22" fmla="*/ 112392 h 241967"/>
                <a:gd name="connsiteX23" fmla="*/ 79700 w 253392"/>
                <a:gd name="connsiteY23" fmla="*/ 231073 h 241967"/>
                <a:gd name="connsiteX24" fmla="*/ 71892 w 253392"/>
                <a:gd name="connsiteY24" fmla="*/ 230719 h 241967"/>
                <a:gd name="connsiteX25" fmla="*/ 67279 w 253392"/>
                <a:gd name="connsiteY25" fmla="*/ 227176 h 241967"/>
                <a:gd name="connsiteX26" fmla="*/ 69053 w 253392"/>
                <a:gd name="connsiteY26" fmla="*/ 219028 h 241967"/>
                <a:gd name="connsiteX27" fmla="*/ 93541 w 253392"/>
                <a:gd name="connsiteY27" fmla="*/ 120186 h 241967"/>
                <a:gd name="connsiteX28" fmla="*/ 160615 w 253392"/>
                <a:gd name="connsiteY28" fmla="*/ 120186 h 241967"/>
                <a:gd name="connsiteX29" fmla="*/ 201427 w 253392"/>
                <a:gd name="connsiteY29" fmla="*/ 161636 h 241967"/>
                <a:gd name="connsiteX30" fmla="*/ 127965 w 253392"/>
                <a:gd name="connsiteY30" fmla="*/ 231073 h 241967"/>
                <a:gd name="connsiteX31" fmla="*/ 79700 w 253392"/>
                <a:gd name="connsiteY31" fmla="*/ 231073 h 2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3392" h="241967">
                  <a:moveTo>
                    <a:pt x="42081" y="214422"/>
                  </a:moveTo>
                  <a:cubicBezTo>
                    <a:pt x="38533" y="228239"/>
                    <a:pt x="37823" y="231073"/>
                    <a:pt x="9786" y="231073"/>
                  </a:cubicBezTo>
                  <a:cubicBezTo>
                    <a:pt x="3753" y="231073"/>
                    <a:pt x="204" y="231073"/>
                    <a:pt x="204" y="238158"/>
                  </a:cubicBezTo>
                  <a:cubicBezTo>
                    <a:pt x="204" y="242055"/>
                    <a:pt x="3398" y="242055"/>
                    <a:pt x="9786" y="242055"/>
                  </a:cubicBezTo>
                  <a:lnTo>
                    <a:pt x="136482" y="242055"/>
                  </a:lnTo>
                  <a:cubicBezTo>
                    <a:pt x="192555" y="242055"/>
                    <a:pt x="234432" y="200251"/>
                    <a:pt x="234432" y="165533"/>
                  </a:cubicBezTo>
                  <a:cubicBezTo>
                    <a:pt x="234432" y="140025"/>
                    <a:pt x="213849" y="119477"/>
                    <a:pt x="179424" y="115580"/>
                  </a:cubicBezTo>
                  <a:cubicBezTo>
                    <a:pt x="216333" y="108849"/>
                    <a:pt x="253596" y="82633"/>
                    <a:pt x="253596" y="48977"/>
                  </a:cubicBezTo>
                  <a:cubicBezTo>
                    <a:pt x="253596" y="22761"/>
                    <a:pt x="230174" y="88"/>
                    <a:pt x="187587" y="88"/>
                  </a:cubicBezTo>
                  <a:lnTo>
                    <a:pt x="68343" y="88"/>
                  </a:lnTo>
                  <a:cubicBezTo>
                    <a:pt x="61600" y="88"/>
                    <a:pt x="58052" y="88"/>
                    <a:pt x="58052" y="7173"/>
                  </a:cubicBezTo>
                  <a:cubicBezTo>
                    <a:pt x="58052" y="11070"/>
                    <a:pt x="61246" y="11070"/>
                    <a:pt x="67988" y="11070"/>
                  </a:cubicBezTo>
                  <a:cubicBezTo>
                    <a:pt x="68698" y="11070"/>
                    <a:pt x="75441" y="11070"/>
                    <a:pt x="81474" y="11779"/>
                  </a:cubicBezTo>
                  <a:cubicBezTo>
                    <a:pt x="87862" y="12487"/>
                    <a:pt x="91056" y="12842"/>
                    <a:pt x="91056" y="17447"/>
                  </a:cubicBezTo>
                  <a:cubicBezTo>
                    <a:pt x="91056" y="18864"/>
                    <a:pt x="90701" y="19927"/>
                    <a:pt x="89637" y="24178"/>
                  </a:cubicBezTo>
                  <a:lnTo>
                    <a:pt x="42081" y="214422"/>
                  </a:lnTo>
                  <a:close/>
                  <a:moveTo>
                    <a:pt x="95670" y="112392"/>
                  </a:moveTo>
                  <a:lnTo>
                    <a:pt x="117673" y="24533"/>
                  </a:lnTo>
                  <a:cubicBezTo>
                    <a:pt x="120867" y="12133"/>
                    <a:pt x="121577" y="11070"/>
                    <a:pt x="136837" y="11070"/>
                  </a:cubicBezTo>
                  <a:lnTo>
                    <a:pt x="182618" y="11070"/>
                  </a:lnTo>
                  <a:cubicBezTo>
                    <a:pt x="213849" y="11070"/>
                    <a:pt x="221301" y="31972"/>
                    <a:pt x="221301" y="47560"/>
                  </a:cubicBezTo>
                  <a:cubicBezTo>
                    <a:pt x="221301" y="78736"/>
                    <a:pt x="190781" y="112392"/>
                    <a:pt x="147484" y="112392"/>
                  </a:cubicBezTo>
                  <a:lnTo>
                    <a:pt x="95670" y="112392"/>
                  </a:lnTo>
                  <a:close/>
                  <a:moveTo>
                    <a:pt x="79700" y="231073"/>
                  </a:moveTo>
                  <a:cubicBezTo>
                    <a:pt x="74731" y="231073"/>
                    <a:pt x="74022" y="231073"/>
                    <a:pt x="71892" y="230719"/>
                  </a:cubicBezTo>
                  <a:cubicBezTo>
                    <a:pt x="68343" y="230364"/>
                    <a:pt x="67279" y="230010"/>
                    <a:pt x="67279" y="227176"/>
                  </a:cubicBezTo>
                  <a:cubicBezTo>
                    <a:pt x="67279" y="226113"/>
                    <a:pt x="67279" y="225405"/>
                    <a:pt x="69053" y="219028"/>
                  </a:cubicBezTo>
                  <a:lnTo>
                    <a:pt x="93541" y="120186"/>
                  </a:lnTo>
                  <a:lnTo>
                    <a:pt x="160615" y="120186"/>
                  </a:lnTo>
                  <a:cubicBezTo>
                    <a:pt x="194684" y="120186"/>
                    <a:pt x="201427" y="146402"/>
                    <a:pt x="201427" y="161636"/>
                  </a:cubicBezTo>
                  <a:cubicBezTo>
                    <a:pt x="201427" y="196709"/>
                    <a:pt x="169842" y="231073"/>
                    <a:pt x="127965" y="231073"/>
                  </a:cubicBezTo>
                  <a:lnTo>
                    <a:pt x="79700" y="231073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364A588-0C53-BA5C-FDBB-E9E2C936CA50}"/>
                </a:ext>
              </a:extLst>
            </p:cNvPr>
            <p:cNvSpPr/>
            <p:nvPr/>
          </p:nvSpPr>
          <p:spPr>
            <a:xfrm>
              <a:off x="10125676" y="5401276"/>
              <a:ext cx="82334" cy="354271"/>
            </a:xfrm>
            <a:custGeom>
              <a:avLst/>
              <a:gdLst>
                <a:gd name="connsiteX0" fmla="*/ 82547 w 82334"/>
                <a:gd name="connsiteY0" fmla="*/ 177224 h 354271"/>
                <a:gd name="connsiteX1" fmla="*/ 59124 w 82334"/>
                <a:gd name="connsiteY1" fmla="*/ 66691 h 354271"/>
                <a:gd name="connsiteX2" fmla="*/ 3761 w 82334"/>
                <a:gd name="connsiteY2" fmla="*/ 88 h 354271"/>
                <a:gd name="connsiteX3" fmla="*/ 212 w 82334"/>
                <a:gd name="connsiteY3" fmla="*/ 3631 h 354271"/>
                <a:gd name="connsiteX4" fmla="*/ 6955 w 82334"/>
                <a:gd name="connsiteY4" fmla="*/ 11779 h 354271"/>
                <a:gd name="connsiteX5" fmla="*/ 61963 w 82334"/>
                <a:gd name="connsiteY5" fmla="*/ 177224 h 354271"/>
                <a:gd name="connsiteX6" fmla="*/ 4826 w 82334"/>
                <a:gd name="connsiteY6" fmla="*/ 344794 h 354271"/>
                <a:gd name="connsiteX7" fmla="*/ 212 w 82334"/>
                <a:gd name="connsiteY7" fmla="*/ 350817 h 354271"/>
                <a:gd name="connsiteX8" fmla="*/ 3761 w 82334"/>
                <a:gd name="connsiteY8" fmla="*/ 354359 h 354271"/>
                <a:gd name="connsiteX9" fmla="*/ 60189 w 82334"/>
                <a:gd name="connsiteY9" fmla="*/ 285276 h 354271"/>
                <a:gd name="connsiteX10" fmla="*/ 82547 w 82334"/>
                <a:gd name="connsiteY10" fmla="*/ 177224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334" h="354271">
                  <a:moveTo>
                    <a:pt x="82547" y="177224"/>
                  </a:moveTo>
                  <a:cubicBezTo>
                    <a:pt x="82547" y="149591"/>
                    <a:pt x="78643" y="106724"/>
                    <a:pt x="59124" y="66691"/>
                  </a:cubicBezTo>
                  <a:cubicBezTo>
                    <a:pt x="37831" y="23116"/>
                    <a:pt x="7310" y="88"/>
                    <a:pt x="3761" y="88"/>
                  </a:cubicBezTo>
                  <a:cubicBezTo>
                    <a:pt x="1632" y="88"/>
                    <a:pt x="212" y="1505"/>
                    <a:pt x="212" y="3631"/>
                  </a:cubicBezTo>
                  <a:cubicBezTo>
                    <a:pt x="212" y="4693"/>
                    <a:pt x="212" y="5402"/>
                    <a:pt x="6955" y="11779"/>
                  </a:cubicBezTo>
                  <a:cubicBezTo>
                    <a:pt x="41735" y="46852"/>
                    <a:pt x="61963" y="103181"/>
                    <a:pt x="61963" y="177224"/>
                  </a:cubicBezTo>
                  <a:cubicBezTo>
                    <a:pt x="61963" y="237804"/>
                    <a:pt x="48832" y="300156"/>
                    <a:pt x="4826" y="344794"/>
                  </a:cubicBezTo>
                  <a:cubicBezTo>
                    <a:pt x="212" y="349045"/>
                    <a:pt x="212" y="349754"/>
                    <a:pt x="212" y="350817"/>
                  </a:cubicBezTo>
                  <a:cubicBezTo>
                    <a:pt x="212" y="352942"/>
                    <a:pt x="1632" y="354359"/>
                    <a:pt x="3761" y="354359"/>
                  </a:cubicBezTo>
                  <a:cubicBezTo>
                    <a:pt x="7310" y="354359"/>
                    <a:pt x="39250" y="330269"/>
                    <a:pt x="60189" y="285276"/>
                  </a:cubicBezTo>
                  <a:cubicBezTo>
                    <a:pt x="78288" y="246307"/>
                    <a:pt x="82547" y="206982"/>
                    <a:pt x="82547" y="177224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7498D56-F545-E0E8-112D-566C6BC1D7E2}"/>
                </a:ext>
              </a:extLst>
            </p:cNvPr>
            <p:cNvSpPr/>
            <p:nvPr/>
          </p:nvSpPr>
          <p:spPr>
            <a:xfrm>
              <a:off x="10361912" y="5536962"/>
              <a:ext cx="236002" cy="82899"/>
            </a:xfrm>
            <a:custGeom>
              <a:avLst/>
              <a:gdLst>
                <a:gd name="connsiteX0" fmla="*/ 224155 w 236002"/>
                <a:gd name="connsiteY0" fmla="*/ 14259 h 82899"/>
                <a:gd name="connsiteX1" fmla="*/ 236221 w 236002"/>
                <a:gd name="connsiteY1" fmla="*/ 7173 h 82899"/>
                <a:gd name="connsiteX2" fmla="*/ 224510 w 236002"/>
                <a:gd name="connsiteY2" fmla="*/ 88 h 82899"/>
                <a:gd name="connsiteX3" fmla="*/ 11930 w 236002"/>
                <a:gd name="connsiteY3" fmla="*/ 88 h 82899"/>
                <a:gd name="connsiteX4" fmla="*/ 219 w 236002"/>
                <a:gd name="connsiteY4" fmla="*/ 7173 h 82899"/>
                <a:gd name="connsiteX5" fmla="*/ 12285 w 236002"/>
                <a:gd name="connsiteY5" fmla="*/ 14259 h 82899"/>
                <a:gd name="connsiteX6" fmla="*/ 224155 w 236002"/>
                <a:gd name="connsiteY6" fmla="*/ 14259 h 82899"/>
                <a:gd name="connsiteX7" fmla="*/ 224510 w 236002"/>
                <a:gd name="connsiteY7" fmla="*/ 82987 h 82899"/>
                <a:gd name="connsiteX8" fmla="*/ 236221 w 236002"/>
                <a:gd name="connsiteY8" fmla="*/ 75902 h 82899"/>
                <a:gd name="connsiteX9" fmla="*/ 224155 w 236002"/>
                <a:gd name="connsiteY9" fmla="*/ 68817 h 82899"/>
                <a:gd name="connsiteX10" fmla="*/ 12285 w 236002"/>
                <a:gd name="connsiteY10" fmla="*/ 68817 h 82899"/>
                <a:gd name="connsiteX11" fmla="*/ 219 w 236002"/>
                <a:gd name="connsiteY11" fmla="*/ 75902 h 82899"/>
                <a:gd name="connsiteX12" fmla="*/ 11930 w 236002"/>
                <a:gd name="connsiteY12" fmla="*/ 82987 h 82899"/>
                <a:gd name="connsiteX13" fmla="*/ 224510 w 236002"/>
                <a:gd name="connsiteY13" fmla="*/ 82987 h 82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6002" h="82899">
                  <a:moveTo>
                    <a:pt x="224155" y="14259"/>
                  </a:moveTo>
                  <a:cubicBezTo>
                    <a:pt x="229478" y="14259"/>
                    <a:pt x="236221" y="14259"/>
                    <a:pt x="236221" y="7173"/>
                  </a:cubicBezTo>
                  <a:cubicBezTo>
                    <a:pt x="236221" y="88"/>
                    <a:pt x="229478" y="88"/>
                    <a:pt x="224510" y="88"/>
                  </a:cubicBezTo>
                  <a:lnTo>
                    <a:pt x="11930" y="88"/>
                  </a:lnTo>
                  <a:cubicBezTo>
                    <a:pt x="6962" y="88"/>
                    <a:pt x="219" y="88"/>
                    <a:pt x="219" y="7173"/>
                  </a:cubicBezTo>
                  <a:cubicBezTo>
                    <a:pt x="219" y="14259"/>
                    <a:pt x="6962" y="14259"/>
                    <a:pt x="12285" y="14259"/>
                  </a:cubicBezTo>
                  <a:lnTo>
                    <a:pt x="224155" y="14259"/>
                  </a:lnTo>
                  <a:close/>
                  <a:moveTo>
                    <a:pt x="224510" y="82987"/>
                  </a:moveTo>
                  <a:cubicBezTo>
                    <a:pt x="229478" y="82987"/>
                    <a:pt x="236221" y="82987"/>
                    <a:pt x="236221" y="75902"/>
                  </a:cubicBezTo>
                  <a:cubicBezTo>
                    <a:pt x="236221" y="68817"/>
                    <a:pt x="229478" y="68817"/>
                    <a:pt x="224155" y="68817"/>
                  </a:cubicBezTo>
                  <a:lnTo>
                    <a:pt x="12285" y="68817"/>
                  </a:lnTo>
                  <a:cubicBezTo>
                    <a:pt x="6962" y="68817"/>
                    <a:pt x="219" y="68817"/>
                    <a:pt x="219" y="75902"/>
                  </a:cubicBezTo>
                  <a:cubicBezTo>
                    <a:pt x="219" y="82987"/>
                    <a:pt x="6962" y="82987"/>
                    <a:pt x="11930" y="82987"/>
                  </a:cubicBezTo>
                  <a:lnTo>
                    <a:pt x="224510" y="82987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A47DF5F-1021-EC87-FD33-FD21009A8C8E}"/>
                </a:ext>
              </a:extLst>
            </p:cNvPr>
            <p:cNvSpPr/>
            <p:nvPr/>
          </p:nvSpPr>
          <p:spPr>
            <a:xfrm>
              <a:off x="10771296" y="5268598"/>
              <a:ext cx="135213" cy="162610"/>
            </a:xfrm>
            <a:custGeom>
              <a:avLst/>
              <a:gdLst>
                <a:gd name="connsiteX0" fmla="*/ 29687 w 135213"/>
                <a:gd name="connsiteY0" fmla="*/ 81564 h 162610"/>
                <a:gd name="connsiteX1" fmla="*/ 77597 w 135213"/>
                <a:gd name="connsiteY1" fmla="*/ 8938 h 162610"/>
                <a:gd name="connsiteX2" fmla="*/ 115570 w 135213"/>
                <a:gd name="connsiteY2" fmla="*/ 22046 h 162610"/>
                <a:gd name="connsiteX3" fmla="*/ 98890 w 135213"/>
                <a:gd name="connsiteY3" fmla="*/ 38343 h 162610"/>
                <a:gd name="connsiteX4" fmla="*/ 115215 w 135213"/>
                <a:gd name="connsiteY4" fmla="*/ 54639 h 162610"/>
                <a:gd name="connsiteX5" fmla="*/ 131540 w 135213"/>
                <a:gd name="connsiteY5" fmla="*/ 37988 h 162610"/>
                <a:gd name="connsiteX6" fmla="*/ 77242 w 135213"/>
                <a:gd name="connsiteY6" fmla="*/ 81 h 162610"/>
                <a:gd name="connsiteX7" fmla="*/ 231 w 135213"/>
                <a:gd name="connsiteY7" fmla="*/ 82272 h 162610"/>
                <a:gd name="connsiteX8" fmla="*/ 76532 w 135213"/>
                <a:gd name="connsiteY8" fmla="*/ 162692 h 162610"/>
                <a:gd name="connsiteX9" fmla="*/ 135444 w 135213"/>
                <a:gd name="connsiteY9" fmla="*/ 116637 h 162610"/>
                <a:gd name="connsiteX10" fmla="*/ 130831 w 135213"/>
                <a:gd name="connsiteY10" fmla="*/ 113094 h 162610"/>
                <a:gd name="connsiteX11" fmla="*/ 126217 w 135213"/>
                <a:gd name="connsiteY11" fmla="*/ 116637 h 162610"/>
                <a:gd name="connsiteX12" fmla="*/ 79726 w 135213"/>
                <a:gd name="connsiteY12" fmla="*/ 153835 h 162610"/>
                <a:gd name="connsiteX13" fmla="*/ 29687 w 135213"/>
                <a:gd name="connsiteY13" fmla="*/ 81564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5213" h="162610">
                  <a:moveTo>
                    <a:pt x="29687" y="81564"/>
                  </a:moveTo>
                  <a:cubicBezTo>
                    <a:pt x="29687" y="23817"/>
                    <a:pt x="58788" y="8938"/>
                    <a:pt x="77597" y="8938"/>
                  </a:cubicBezTo>
                  <a:cubicBezTo>
                    <a:pt x="80791" y="8938"/>
                    <a:pt x="103149" y="9292"/>
                    <a:pt x="115570" y="22046"/>
                  </a:cubicBezTo>
                  <a:cubicBezTo>
                    <a:pt x="101020" y="23109"/>
                    <a:pt x="98890" y="33737"/>
                    <a:pt x="98890" y="38343"/>
                  </a:cubicBezTo>
                  <a:cubicBezTo>
                    <a:pt x="98890" y="47554"/>
                    <a:pt x="105278" y="54639"/>
                    <a:pt x="115215" y="54639"/>
                  </a:cubicBezTo>
                  <a:cubicBezTo>
                    <a:pt x="124443" y="54639"/>
                    <a:pt x="131540" y="48616"/>
                    <a:pt x="131540" y="37988"/>
                  </a:cubicBezTo>
                  <a:cubicBezTo>
                    <a:pt x="131540" y="13898"/>
                    <a:pt x="104569" y="81"/>
                    <a:pt x="77242" y="81"/>
                  </a:cubicBezTo>
                  <a:cubicBezTo>
                    <a:pt x="32881" y="81"/>
                    <a:pt x="231" y="38343"/>
                    <a:pt x="231" y="82272"/>
                  </a:cubicBezTo>
                  <a:cubicBezTo>
                    <a:pt x="231" y="127619"/>
                    <a:pt x="35365" y="162692"/>
                    <a:pt x="76532" y="162692"/>
                  </a:cubicBezTo>
                  <a:cubicBezTo>
                    <a:pt x="124088" y="162692"/>
                    <a:pt x="135444" y="120179"/>
                    <a:pt x="135444" y="116637"/>
                  </a:cubicBezTo>
                  <a:cubicBezTo>
                    <a:pt x="135444" y="113094"/>
                    <a:pt x="131895" y="113094"/>
                    <a:pt x="130831" y="113094"/>
                  </a:cubicBezTo>
                  <a:cubicBezTo>
                    <a:pt x="127637" y="113094"/>
                    <a:pt x="126927" y="114511"/>
                    <a:pt x="126217" y="116637"/>
                  </a:cubicBezTo>
                  <a:cubicBezTo>
                    <a:pt x="115925" y="149584"/>
                    <a:pt x="92857" y="153835"/>
                    <a:pt x="79726" y="153835"/>
                  </a:cubicBezTo>
                  <a:cubicBezTo>
                    <a:pt x="60917" y="153835"/>
                    <a:pt x="29687" y="138601"/>
                    <a:pt x="29687" y="81564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01B32D0-849D-0116-E201-5C19315C5853}"/>
                </a:ext>
              </a:extLst>
            </p:cNvPr>
            <p:cNvSpPr/>
            <p:nvPr/>
          </p:nvSpPr>
          <p:spPr>
            <a:xfrm>
              <a:off x="10926897" y="5268598"/>
              <a:ext cx="157216" cy="162610"/>
            </a:xfrm>
            <a:custGeom>
              <a:avLst/>
              <a:gdLst>
                <a:gd name="connsiteX0" fmla="*/ 157452 w 157216"/>
                <a:gd name="connsiteY0" fmla="*/ 82981 h 162610"/>
                <a:gd name="connsiteX1" fmla="*/ 79021 w 157216"/>
                <a:gd name="connsiteY1" fmla="*/ 81 h 162610"/>
                <a:gd name="connsiteX2" fmla="*/ 235 w 157216"/>
                <a:gd name="connsiteY2" fmla="*/ 82981 h 162610"/>
                <a:gd name="connsiteX3" fmla="*/ 78666 w 157216"/>
                <a:gd name="connsiteY3" fmla="*/ 162692 h 162610"/>
                <a:gd name="connsiteX4" fmla="*/ 157452 w 157216"/>
                <a:gd name="connsiteY4" fmla="*/ 82981 h 162610"/>
                <a:gd name="connsiteX5" fmla="*/ 79021 w 157216"/>
                <a:gd name="connsiteY5" fmla="*/ 153835 h 162610"/>
                <a:gd name="connsiteX6" fmla="*/ 38563 w 157216"/>
                <a:gd name="connsiteY6" fmla="*/ 130099 h 162610"/>
                <a:gd name="connsiteX7" fmla="*/ 29691 w 157216"/>
                <a:gd name="connsiteY7" fmla="*/ 80147 h 162610"/>
                <a:gd name="connsiteX8" fmla="*/ 38208 w 157216"/>
                <a:gd name="connsiteY8" fmla="*/ 31611 h 162610"/>
                <a:gd name="connsiteX9" fmla="*/ 78666 w 157216"/>
                <a:gd name="connsiteY9" fmla="*/ 7875 h 162610"/>
                <a:gd name="connsiteX10" fmla="*/ 118769 w 157216"/>
                <a:gd name="connsiteY10" fmla="*/ 30903 h 162610"/>
                <a:gd name="connsiteX11" fmla="*/ 127996 w 157216"/>
                <a:gd name="connsiteY11" fmla="*/ 80147 h 162610"/>
                <a:gd name="connsiteX12" fmla="*/ 120188 w 157216"/>
                <a:gd name="connsiteY12" fmla="*/ 127619 h 162610"/>
                <a:gd name="connsiteX13" fmla="*/ 79021 w 157216"/>
                <a:gd name="connsiteY13" fmla="*/ 153835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7216" h="162610">
                  <a:moveTo>
                    <a:pt x="157452" y="82981"/>
                  </a:moveTo>
                  <a:cubicBezTo>
                    <a:pt x="157452" y="37634"/>
                    <a:pt x="121963" y="81"/>
                    <a:pt x="79021" y="81"/>
                  </a:cubicBezTo>
                  <a:cubicBezTo>
                    <a:pt x="34660" y="81"/>
                    <a:pt x="235" y="38697"/>
                    <a:pt x="235" y="82981"/>
                  </a:cubicBezTo>
                  <a:cubicBezTo>
                    <a:pt x="235" y="128682"/>
                    <a:pt x="37144" y="162692"/>
                    <a:pt x="78666" y="162692"/>
                  </a:cubicBezTo>
                  <a:cubicBezTo>
                    <a:pt x="121608" y="162692"/>
                    <a:pt x="157452" y="127973"/>
                    <a:pt x="157452" y="82981"/>
                  </a:cubicBezTo>
                  <a:close/>
                  <a:moveTo>
                    <a:pt x="79021" y="153835"/>
                  </a:moveTo>
                  <a:cubicBezTo>
                    <a:pt x="63761" y="153835"/>
                    <a:pt x="48145" y="146395"/>
                    <a:pt x="38563" y="130099"/>
                  </a:cubicBezTo>
                  <a:cubicBezTo>
                    <a:pt x="29691" y="114511"/>
                    <a:pt x="29691" y="92900"/>
                    <a:pt x="29691" y="80147"/>
                  </a:cubicBezTo>
                  <a:cubicBezTo>
                    <a:pt x="29691" y="66330"/>
                    <a:pt x="29691" y="47199"/>
                    <a:pt x="38208" y="31611"/>
                  </a:cubicBezTo>
                  <a:cubicBezTo>
                    <a:pt x="47791" y="15315"/>
                    <a:pt x="64470" y="7875"/>
                    <a:pt x="78666" y="7875"/>
                  </a:cubicBezTo>
                  <a:cubicBezTo>
                    <a:pt x="94281" y="7875"/>
                    <a:pt x="109542" y="15669"/>
                    <a:pt x="118769" y="30903"/>
                  </a:cubicBezTo>
                  <a:cubicBezTo>
                    <a:pt x="127996" y="46137"/>
                    <a:pt x="127996" y="66684"/>
                    <a:pt x="127996" y="80147"/>
                  </a:cubicBezTo>
                  <a:cubicBezTo>
                    <a:pt x="127996" y="92900"/>
                    <a:pt x="127996" y="112031"/>
                    <a:pt x="120188" y="127619"/>
                  </a:cubicBezTo>
                  <a:cubicBezTo>
                    <a:pt x="112381" y="143561"/>
                    <a:pt x="96765" y="153835"/>
                    <a:pt x="79021" y="153835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48E43B1-8710-7DBA-B561-3D9B2DD8436F}"/>
                </a:ext>
              </a:extLst>
            </p:cNvPr>
            <p:cNvSpPr/>
            <p:nvPr/>
          </p:nvSpPr>
          <p:spPr>
            <a:xfrm>
              <a:off x="11105762" y="5270724"/>
              <a:ext cx="178510" cy="160484"/>
            </a:xfrm>
            <a:custGeom>
              <a:avLst/>
              <a:gdLst>
                <a:gd name="connsiteX0" fmla="*/ 127646 w 178510"/>
                <a:gd name="connsiteY0" fmla="*/ 128682 h 160484"/>
                <a:gd name="connsiteX1" fmla="*/ 127646 w 178510"/>
                <a:gd name="connsiteY1" fmla="*/ 160566 h 160484"/>
                <a:gd name="connsiteX2" fmla="*/ 178750 w 178510"/>
                <a:gd name="connsiteY2" fmla="*/ 156669 h 160484"/>
                <a:gd name="connsiteX3" fmla="*/ 178750 w 178510"/>
                <a:gd name="connsiteY3" fmla="*/ 145687 h 160484"/>
                <a:gd name="connsiteX4" fmla="*/ 151069 w 178510"/>
                <a:gd name="connsiteY4" fmla="*/ 125848 h 160484"/>
                <a:gd name="connsiteX5" fmla="*/ 151069 w 178510"/>
                <a:gd name="connsiteY5" fmla="*/ 81 h 160484"/>
                <a:gd name="connsiteX6" fmla="*/ 98900 w 178510"/>
                <a:gd name="connsiteY6" fmla="*/ 3978 h 160484"/>
                <a:gd name="connsiteX7" fmla="*/ 98900 w 178510"/>
                <a:gd name="connsiteY7" fmla="*/ 14961 h 160484"/>
                <a:gd name="connsiteX8" fmla="*/ 126581 w 178510"/>
                <a:gd name="connsiteY8" fmla="*/ 34800 h 160484"/>
                <a:gd name="connsiteX9" fmla="*/ 126581 w 178510"/>
                <a:gd name="connsiteY9" fmla="*/ 97860 h 160484"/>
                <a:gd name="connsiteX10" fmla="*/ 83639 w 178510"/>
                <a:gd name="connsiteY10" fmla="*/ 152772 h 160484"/>
                <a:gd name="connsiteX11" fmla="*/ 52409 w 178510"/>
                <a:gd name="connsiteY11" fmla="*/ 117699 h 160484"/>
                <a:gd name="connsiteX12" fmla="*/ 52409 w 178510"/>
                <a:gd name="connsiteY12" fmla="*/ 81 h 160484"/>
                <a:gd name="connsiteX13" fmla="*/ 240 w 178510"/>
                <a:gd name="connsiteY13" fmla="*/ 3978 h 160484"/>
                <a:gd name="connsiteX14" fmla="*/ 240 w 178510"/>
                <a:gd name="connsiteY14" fmla="*/ 14961 h 160484"/>
                <a:gd name="connsiteX15" fmla="*/ 27922 w 178510"/>
                <a:gd name="connsiteY15" fmla="*/ 47554 h 160484"/>
                <a:gd name="connsiteX16" fmla="*/ 27922 w 178510"/>
                <a:gd name="connsiteY16" fmla="*/ 100694 h 160484"/>
                <a:gd name="connsiteX17" fmla="*/ 81865 w 178510"/>
                <a:gd name="connsiteY17" fmla="*/ 160566 h 160484"/>
                <a:gd name="connsiteX18" fmla="*/ 127646 w 178510"/>
                <a:gd name="connsiteY18" fmla="*/ 128682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8510" h="160484">
                  <a:moveTo>
                    <a:pt x="127646" y="128682"/>
                  </a:moveTo>
                  <a:lnTo>
                    <a:pt x="127646" y="160566"/>
                  </a:lnTo>
                  <a:lnTo>
                    <a:pt x="178750" y="156669"/>
                  </a:lnTo>
                  <a:lnTo>
                    <a:pt x="178750" y="145687"/>
                  </a:lnTo>
                  <a:cubicBezTo>
                    <a:pt x="153908" y="145687"/>
                    <a:pt x="151069" y="143207"/>
                    <a:pt x="151069" y="125848"/>
                  </a:cubicBezTo>
                  <a:lnTo>
                    <a:pt x="151069" y="81"/>
                  </a:lnTo>
                  <a:lnTo>
                    <a:pt x="98900" y="3978"/>
                  </a:lnTo>
                  <a:lnTo>
                    <a:pt x="98900" y="14961"/>
                  </a:lnTo>
                  <a:cubicBezTo>
                    <a:pt x="123742" y="14961"/>
                    <a:pt x="126581" y="17440"/>
                    <a:pt x="126581" y="34800"/>
                  </a:cubicBezTo>
                  <a:lnTo>
                    <a:pt x="126581" y="97860"/>
                  </a:lnTo>
                  <a:cubicBezTo>
                    <a:pt x="126581" y="128682"/>
                    <a:pt x="109547" y="152772"/>
                    <a:pt x="83639" y="152772"/>
                  </a:cubicBezTo>
                  <a:cubicBezTo>
                    <a:pt x="53829" y="152772"/>
                    <a:pt x="52409" y="136121"/>
                    <a:pt x="52409" y="117699"/>
                  </a:cubicBezTo>
                  <a:lnTo>
                    <a:pt x="52409" y="81"/>
                  </a:lnTo>
                  <a:lnTo>
                    <a:pt x="240" y="3978"/>
                  </a:lnTo>
                  <a:lnTo>
                    <a:pt x="240" y="14961"/>
                  </a:lnTo>
                  <a:cubicBezTo>
                    <a:pt x="27922" y="14961"/>
                    <a:pt x="27922" y="16023"/>
                    <a:pt x="27922" y="47554"/>
                  </a:cubicBezTo>
                  <a:lnTo>
                    <a:pt x="27922" y="100694"/>
                  </a:lnTo>
                  <a:cubicBezTo>
                    <a:pt x="27922" y="128327"/>
                    <a:pt x="27922" y="160566"/>
                    <a:pt x="81865" y="160566"/>
                  </a:cubicBezTo>
                  <a:cubicBezTo>
                    <a:pt x="101739" y="160566"/>
                    <a:pt x="117354" y="150647"/>
                    <a:pt x="127646" y="128682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228B2CC-02E9-4B6B-D162-F3F0495E9CDF}"/>
                </a:ext>
              </a:extLst>
            </p:cNvPr>
            <p:cNvSpPr/>
            <p:nvPr/>
          </p:nvSpPr>
          <p:spPr>
            <a:xfrm>
              <a:off x="11302924" y="5270724"/>
              <a:ext cx="178510" cy="156588"/>
            </a:xfrm>
            <a:custGeom>
              <a:avLst/>
              <a:gdLst>
                <a:gd name="connsiteX0" fmla="*/ 27927 w 178510"/>
                <a:gd name="connsiteY0" fmla="*/ 34800 h 156588"/>
                <a:gd name="connsiteX1" fmla="*/ 27927 w 178510"/>
                <a:gd name="connsiteY1" fmla="*/ 129745 h 156588"/>
                <a:gd name="connsiteX2" fmla="*/ 246 w 178510"/>
                <a:gd name="connsiteY2" fmla="*/ 145687 h 156588"/>
                <a:gd name="connsiteX3" fmla="*/ 246 w 178510"/>
                <a:gd name="connsiteY3" fmla="*/ 156669 h 156588"/>
                <a:gd name="connsiteX4" fmla="*/ 40348 w 178510"/>
                <a:gd name="connsiteY4" fmla="*/ 155606 h 156588"/>
                <a:gd name="connsiteX5" fmla="*/ 80096 w 178510"/>
                <a:gd name="connsiteY5" fmla="*/ 156669 h 156588"/>
                <a:gd name="connsiteX6" fmla="*/ 80096 w 178510"/>
                <a:gd name="connsiteY6" fmla="*/ 145687 h 156588"/>
                <a:gd name="connsiteX7" fmla="*/ 52415 w 178510"/>
                <a:gd name="connsiteY7" fmla="*/ 129745 h 156588"/>
                <a:gd name="connsiteX8" fmla="*/ 52415 w 178510"/>
                <a:gd name="connsiteY8" fmla="*/ 64559 h 156588"/>
                <a:gd name="connsiteX9" fmla="*/ 100325 w 178510"/>
                <a:gd name="connsiteY9" fmla="*/ 7875 h 156588"/>
                <a:gd name="connsiteX10" fmla="*/ 126587 w 178510"/>
                <a:gd name="connsiteY10" fmla="*/ 47199 h 156588"/>
                <a:gd name="connsiteX11" fmla="*/ 126587 w 178510"/>
                <a:gd name="connsiteY11" fmla="*/ 129745 h 156588"/>
                <a:gd name="connsiteX12" fmla="*/ 98905 w 178510"/>
                <a:gd name="connsiteY12" fmla="*/ 145687 h 156588"/>
                <a:gd name="connsiteX13" fmla="*/ 98905 w 178510"/>
                <a:gd name="connsiteY13" fmla="*/ 156669 h 156588"/>
                <a:gd name="connsiteX14" fmla="*/ 139008 w 178510"/>
                <a:gd name="connsiteY14" fmla="*/ 155606 h 156588"/>
                <a:gd name="connsiteX15" fmla="*/ 178756 w 178510"/>
                <a:gd name="connsiteY15" fmla="*/ 156669 h 156588"/>
                <a:gd name="connsiteX16" fmla="*/ 178756 w 178510"/>
                <a:gd name="connsiteY16" fmla="*/ 145687 h 156588"/>
                <a:gd name="connsiteX17" fmla="*/ 151074 w 178510"/>
                <a:gd name="connsiteY17" fmla="*/ 135059 h 156588"/>
                <a:gd name="connsiteX18" fmla="*/ 151074 w 178510"/>
                <a:gd name="connsiteY18" fmla="*/ 67393 h 156588"/>
                <a:gd name="connsiteX19" fmla="*/ 140073 w 178510"/>
                <a:gd name="connsiteY19" fmla="*/ 13189 h 156588"/>
                <a:gd name="connsiteX20" fmla="*/ 102809 w 178510"/>
                <a:gd name="connsiteY20" fmla="*/ 81 h 156588"/>
                <a:gd name="connsiteX21" fmla="*/ 50285 w 178510"/>
                <a:gd name="connsiteY21" fmla="*/ 37280 h 156588"/>
                <a:gd name="connsiteX22" fmla="*/ 50285 w 178510"/>
                <a:gd name="connsiteY22" fmla="*/ 81 h 156588"/>
                <a:gd name="connsiteX23" fmla="*/ 246 w 178510"/>
                <a:gd name="connsiteY23" fmla="*/ 3978 h 156588"/>
                <a:gd name="connsiteX24" fmla="*/ 246 w 178510"/>
                <a:gd name="connsiteY24" fmla="*/ 14961 h 156588"/>
                <a:gd name="connsiteX25" fmla="*/ 27927 w 178510"/>
                <a:gd name="connsiteY25" fmla="*/ 34800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8510" h="156588">
                  <a:moveTo>
                    <a:pt x="27927" y="34800"/>
                  </a:moveTo>
                  <a:lnTo>
                    <a:pt x="27927" y="129745"/>
                  </a:lnTo>
                  <a:cubicBezTo>
                    <a:pt x="27927" y="145687"/>
                    <a:pt x="24023" y="145687"/>
                    <a:pt x="246" y="145687"/>
                  </a:cubicBezTo>
                  <a:lnTo>
                    <a:pt x="246" y="156669"/>
                  </a:lnTo>
                  <a:cubicBezTo>
                    <a:pt x="12667" y="156315"/>
                    <a:pt x="30766" y="155606"/>
                    <a:pt x="40348" y="155606"/>
                  </a:cubicBezTo>
                  <a:cubicBezTo>
                    <a:pt x="49575" y="155606"/>
                    <a:pt x="68030" y="156315"/>
                    <a:pt x="80096" y="156669"/>
                  </a:cubicBezTo>
                  <a:lnTo>
                    <a:pt x="80096" y="145687"/>
                  </a:lnTo>
                  <a:cubicBezTo>
                    <a:pt x="56318" y="145687"/>
                    <a:pt x="52415" y="145687"/>
                    <a:pt x="52415" y="129745"/>
                  </a:cubicBezTo>
                  <a:lnTo>
                    <a:pt x="52415" y="64559"/>
                  </a:lnTo>
                  <a:cubicBezTo>
                    <a:pt x="52415" y="27714"/>
                    <a:pt x="77612" y="7875"/>
                    <a:pt x="100325" y="7875"/>
                  </a:cubicBezTo>
                  <a:cubicBezTo>
                    <a:pt x="122683" y="7875"/>
                    <a:pt x="126587" y="27006"/>
                    <a:pt x="126587" y="47199"/>
                  </a:cubicBezTo>
                  <a:lnTo>
                    <a:pt x="126587" y="129745"/>
                  </a:lnTo>
                  <a:cubicBezTo>
                    <a:pt x="126587" y="145687"/>
                    <a:pt x="122683" y="145687"/>
                    <a:pt x="98905" y="145687"/>
                  </a:cubicBezTo>
                  <a:lnTo>
                    <a:pt x="98905" y="156669"/>
                  </a:lnTo>
                  <a:cubicBezTo>
                    <a:pt x="111327" y="156315"/>
                    <a:pt x="129426" y="155606"/>
                    <a:pt x="139008" y="155606"/>
                  </a:cubicBezTo>
                  <a:cubicBezTo>
                    <a:pt x="148235" y="155606"/>
                    <a:pt x="166689" y="156315"/>
                    <a:pt x="178756" y="156669"/>
                  </a:cubicBezTo>
                  <a:lnTo>
                    <a:pt x="178756" y="145687"/>
                  </a:lnTo>
                  <a:cubicBezTo>
                    <a:pt x="160301" y="145687"/>
                    <a:pt x="151429" y="145687"/>
                    <a:pt x="151074" y="135059"/>
                  </a:cubicBezTo>
                  <a:lnTo>
                    <a:pt x="151074" y="67393"/>
                  </a:lnTo>
                  <a:cubicBezTo>
                    <a:pt x="151074" y="36925"/>
                    <a:pt x="151074" y="25943"/>
                    <a:pt x="140073" y="13189"/>
                  </a:cubicBezTo>
                  <a:cubicBezTo>
                    <a:pt x="135104" y="7167"/>
                    <a:pt x="123393" y="81"/>
                    <a:pt x="102809" y="81"/>
                  </a:cubicBezTo>
                  <a:cubicBezTo>
                    <a:pt x="76902" y="81"/>
                    <a:pt x="60222" y="15315"/>
                    <a:pt x="50285" y="37280"/>
                  </a:cubicBezTo>
                  <a:lnTo>
                    <a:pt x="50285" y="81"/>
                  </a:lnTo>
                  <a:lnTo>
                    <a:pt x="246" y="3978"/>
                  </a:lnTo>
                  <a:lnTo>
                    <a:pt x="246" y="14961"/>
                  </a:lnTo>
                  <a:cubicBezTo>
                    <a:pt x="25088" y="14961"/>
                    <a:pt x="27927" y="17440"/>
                    <a:pt x="27927" y="34800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E473ACE-2DFB-E515-EDE1-E7F33CE7251C}"/>
                </a:ext>
              </a:extLst>
            </p:cNvPr>
            <p:cNvSpPr/>
            <p:nvPr/>
          </p:nvSpPr>
          <p:spPr>
            <a:xfrm>
              <a:off x="11485614" y="5209435"/>
              <a:ext cx="111080" cy="221773"/>
            </a:xfrm>
            <a:custGeom>
              <a:avLst/>
              <a:gdLst>
                <a:gd name="connsiteX0" fmla="*/ 54904 w 111080"/>
                <a:gd name="connsiteY0" fmla="*/ 76250 h 221773"/>
                <a:gd name="connsiteX1" fmla="*/ 105653 w 111080"/>
                <a:gd name="connsiteY1" fmla="*/ 76250 h 221773"/>
                <a:gd name="connsiteX2" fmla="*/ 105653 w 111080"/>
                <a:gd name="connsiteY2" fmla="*/ 65267 h 221773"/>
                <a:gd name="connsiteX3" fmla="*/ 54904 w 111080"/>
                <a:gd name="connsiteY3" fmla="*/ 65267 h 221773"/>
                <a:gd name="connsiteX4" fmla="*/ 54904 w 111080"/>
                <a:gd name="connsiteY4" fmla="*/ 81 h 221773"/>
                <a:gd name="connsiteX5" fmla="*/ 46032 w 111080"/>
                <a:gd name="connsiteY5" fmla="*/ 81 h 221773"/>
                <a:gd name="connsiteX6" fmla="*/ 251 w 111080"/>
                <a:gd name="connsiteY6" fmla="*/ 68456 h 221773"/>
                <a:gd name="connsiteX7" fmla="*/ 251 w 111080"/>
                <a:gd name="connsiteY7" fmla="*/ 76250 h 221773"/>
                <a:gd name="connsiteX8" fmla="*/ 30417 w 111080"/>
                <a:gd name="connsiteY8" fmla="*/ 76250 h 221773"/>
                <a:gd name="connsiteX9" fmla="*/ 30417 w 111080"/>
                <a:gd name="connsiteY9" fmla="*/ 174029 h 221773"/>
                <a:gd name="connsiteX10" fmla="*/ 76198 w 111080"/>
                <a:gd name="connsiteY10" fmla="*/ 221855 h 221773"/>
                <a:gd name="connsiteX11" fmla="*/ 111332 w 111080"/>
                <a:gd name="connsiteY11" fmla="*/ 174029 h 221773"/>
                <a:gd name="connsiteX12" fmla="*/ 111332 w 111080"/>
                <a:gd name="connsiteY12" fmla="*/ 153835 h 221773"/>
                <a:gd name="connsiteX13" fmla="*/ 102460 w 111080"/>
                <a:gd name="connsiteY13" fmla="*/ 153835 h 221773"/>
                <a:gd name="connsiteX14" fmla="*/ 102460 w 111080"/>
                <a:gd name="connsiteY14" fmla="*/ 173320 h 221773"/>
                <a:gd name="connsiteX15" fmla="*/ 78682 w 111080"/>
                <a:gd name="connsiteY15" fmla="*/ 212998 h 221773"/>
                <a:gd name="connsiteX16" fmla="*/ 54904 w 111080"/>
                <a:gd name="connsiteY16" fmla="*/ 174737 h 221773"/>
                <a:gd name="connsiteX17" fmla="*/ 54904 w 111080"/>
                <a:gd name="connsiteY17" fmla="*/ 76250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1080" h="221773">
                  <a:moveTo>
                    <a:pt x="54904" y="76250"/>
                  </a:moveTo>
                  <a:lnTo>
                    <a:pt x="105653" y="76250"/>
                  </a:lnTo>
                  <a:lnTo>
                    <a:pt x="105653" y="65267"/>
                  </a:lnTo>
                  <a:lnTo>
                    <a:pt x="54904" y="65267"/>
                  </a:lnTo>
                  <a:lnTo>
                    <a:pt x="54904" y="81"/>
                  </a:lnTo>
                  <a:lnTo>
                    <a:pt x="46032" y="81"/>
                  </a:lnTo>
                  <a:cubicBezTo>
                    <a:pt x="45677" y="29131"/>
                    <a:pt x="35030" y="67039"/>
                    <a:pt x="251" y="68456"/>
                  </a:cubicBezTo>
                  <a:lnTo>
                    <a:pt x="251" y="76250"/>
                  </a:lnTo>
                  <a:lnTo>
                    <a:pt x="30417" y="76250"/>
                  </a:lnTo>
                  <a:lnTo>
                    <a:pt x="30417" y="174029"/>
                  </a:lnTo>
                  <a:cubicBezTo>
                    <a:pt x="30417" y="217604"/>
                    <a:pt x="63421" y="221855"/>
                    <a:pt x="76198" y="221855"/>
                  </a:cubicBezTo>
                  <a:cubicBezTo>
                    <a:pt x="101395" y="221855"/>
                    <a:pt x="111332" y="196702"/>
                    <a:pt x="111332" y="174029"/>
                  </a:cubicBezTo>
                  <a:lnTo>
                    <a:pt x="111332" y="153835"/>
                  </a:lnTo>
                  <a:lnTo>
                    <a:pt x="102460" y="153835"/>
                  </a:lnTo>
                  <a:lnTo>
                    <a:pt x="102460" y="173320"/>
                  </a:lnTo>
                  <a:cubicBezTo>
                    <a:pt x="102460" y="199536"/>
                    <a:pt x="91813" y="212998"/>
                    <a:pt x="78682" y="212998"/>
                  </a:cubicBezTo>
                  <a:cubicBezTo>
                    <a:pt x="54904" y="212998"/>
                    <a:pt x="54904" y="180760"/>
                    <a:pt x="54904" y="174737"/>
                  </a:cubicBezTo>
                  <a:lnTo>
                    <a:pt x="54904" y="76250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2FCB00C-94EF-FCE6-8AEE-1A31C7AAE2F3}"/>
                </a:ext>
              </a:extLst>
            </p:cNvPr>
            <p:cNvSpPr/>
            <p:nvPr/>
          </p:nvSpPr>
          <p:spPr>
            <a:xfrm>
              <a:off x="11652019" y="5161608"/>
              <a:ext cx="82334" cy="354271"/>
            </a:xfrm>
            <a:custGeom>
              <a:avLst/>
              <a:gdLst>
                <a:gd name="connsiteX0" fmla="*/ 82589 w 82334"/>
                <a:gd name="connsiteY0" fmla="*/ 350810 h 354271"/>
                <a:gd name="connsiteX1" fmla="*/ 76556 w 82334"/>
                <a:gd name="connsiteY1" fmla="*/ 343016 h 354271"/>
                <a:gd name="connsiteX2" fmla="*/ 20838 w 82334"/>
                <a:gd name="connsiteY2" fmla="*/ 177217 h 354271"/>
                <a:gd name="connsiteX3" fmla="*/ 77976 w 82334"/>
                <a:gd name="connsiteY3" fmla="*/ 9647 h 354271"/>
                <a:gd name="connsiteX4" fmla="*/ 82589 w 82334"/>
                <a:gd name="connsiteY4" fmla="*/ 3624 h 354271"/>
                <a:gd name="connsiteX5" fmla="*/ 79041 w 82334"/>
                <a:gd name="connsiteY5" fmla="*/ 81 h 354271"/>
                <a:gd name="connsiteX6" fmla="*/ 22613 w 82334"/>
                <a:gd name="connsiteY6" fmla="*/ 69164 h 354271"/>
                <a:gd name="connsiteX7" fmla="*/ 255 w 82334"/>
                <a:gd name="connsiteY7" fmla="*/ 177217 h 354271"/>
                <a:gd name="connsiteX8" fmla="*/ 23678 w 82334"/>
                <a:gd name="connsiteY8" fmla="*/ 287750 h 354271"/>
                <a:gd name="connsiteX9" fmla="*/ 79041 w 82334"/>
                <a:gd name="connsiteY9" fmla="*/ 354353 h 354271"/>
                <a:gd name="connsiteX10" fmla="*/ 82589 w 82334"/>
                <a:gd name="connsiteY10" fmla="*/ 350810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334" h="354271">
                  <a:moveTo>
                    <a:pt x="82589" y="350810"/>
                  </a:moveTo>
                  <a:cubicBezTo>
                    <a:pt x="82589" y="349747"/>
                    <a:pt x="82589" y="349039"/>
                    <a:pt x="76556" y="343016"/>
                  </a:cubicBezTo>
                  <a:cubicBezTo>
                    <a:pt x="32195" y="298378"/>
                    <a:pt x="20838" y="231420"/>
                    <a:pt x="20838" y="177217"/>
                  </a:cubicBezTo>
                  <a:cubicBezTo>
                    <a:pt x="20838" y="115574"/>
                    <a:pt x="34324" y="53930"/>
                    <a:pt x="77976" y="9647"/>
                  </a:cubicBezTo>
                  <a:cubicBezTo>
                    <a:pt x="82589" y="5395"/>
                    <a:pt x="82589" y="4687"/>
                    <a:pt x="82589" y="3624"/>
                  </a:cubicBezTo>
                  <a:cubicBezTo>
                    <a:pt x="82589" y="1144"/>
                    <a:pt x="81170" y="81"/>
                    <a:pt x="79041" y="81"/>
                  </a:cubicBezTo>
                  <a:cubicBezTo>
                    <a:pt x="75492" y="81"/>
                    <a:pt x="43551" y="24172"/>
                    <a:pt x="22613" y="69164"/>
                  </a:cubicBezTo>
                  <a:cubicBezTo>
                    <a:pt x="4514" y="108134"/>
                    <a:pt x="255" y="147458"/>
                    <a:pt x="255" y="177217"/>
                  </a:cubicBezTo>
                  <a:cubicBezTo>
                    <a:pt x="255" y="204850"/>
                    <a:pt x="4159" y="247717"/>
                    <a:pt x="23678" y="287750"/>
                  </a:cubicBezTo>
                  <a:cubicBezTo>
                    <a:pt x="44971" y="331325"/>
                    <a:pt x="75492" y="354353"/>
                    <a:pt x="79041" y="354353"/>
                  </a:cubicBezTo>
                  <a:cubicBezTo>
                    <a:pt x="81170" y="354353"/>
                    <a:pt x="82589" y="353290"/>
                    <a:pt x="82589" y="350810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6E6CA04-B2AF-BE91-A230-FE0437DFC273}"/>
                </a:ext>
              </a:extLst>
            </p:cNvPr>
            <p:cNvSpPr/>
            <p:nvPr/>
          </p:nvSpPr>
          <p:spPr>
            <a:xfrm>
              <a:off x="11767319" y="5173654"/>
              <a:ext cx="243455" cy="253658"/>
            </a:xfrm>
            <a:custGeom>
              <a:avLst/>
              <a:gdLst>
                <a:gd name="connsiteX0" fmla="*/ 51363 w 243455"/>
                <a:gd name="connsiteY0" fmla="*/ 212998 h 253658"/>
                <a:gd name="connsiteX1" fmla="*/ 7711 w 243455"/>
                <a:gd name="connsiteY1" fmla="*/ 242757 h 253658"/>
                <a:gd name="connsiteX2" fmla="*/ 259 w 243455"/>
                <a:gd name="connsiteY2" fmla="*/ 249843 h 253658"/>
                <a:gd name="connsiteX3" fmla="*/ 4872 w 243455"/>
                <a:gd name="connsiteY3" fmla="*/ 253740 h 253658"/>
                <a:gd name="connsiteX4" fmla="*/ 35393 w 243455"/>
                <a:gd name="connsiteY4" fmla="*/ 252677 h 253658"/>
                <a:gd name="connsiteX5" fmla="*/ 70882 w 243455"/>
                <a:gd name="connsiteY5" fmla="*/ 253740 h 253658"/>
                <a:gd name="connsiteX6" fmla="*/ 77625 w 243455"/>
                <a:gd name="connsiteY6" fmla="*/ 247008 h 253658"/>
                <a:gd name="connsiteX7" fmla="*/ 71947 w 243455"/>
                <a:gd name="connsiteY7" fmla="*/ 242757 h 253658"/>
                <a:gd name="connsiteX8" fmla="*/ 55267 w 243455"/>
                <a:gd name="connsiteY8" fmla="*/ 230358 h 253658"/>
                <a:gd name="connsiteX9" fmla="*/ 60235 w 243455"/>
                <a:gd name="connsiteY9" fmla="*/ 217250 h 253658"/>
                <a:gd name="connsiteX10" fmla="*/ 87207 w 243455"/>
                <a:gd name="connsiteY10" fmla="*/ 171903 h 253658"/>
                <a:gd name="connsiteX11" fmla="*/ 176285 w 243455"/>
                <a:gd name="connsiteY11" fmla="*/ 171903 h 253658"/>
                <a:gd name="connsiteX12" fmla="*/ 181963 w 243455"/>
                <a:gd name="connsiteY12" fmla="*/ 231066 h 253658"/>
                <a:gd name="connsiteX13" fmla="*/ 156411 w 243455"/>
                <a:gd name="connsiteY13" fmla="*/ 242757 h 253658"/>
                <a:gd name="connsiteX14" fmla="*/ 147893 w 243455"/>
                <a:gd name="connsiteY14" fmla="*/ 249843 h 253658"/>
                <a:gd name="connsiteX15" fmla="*/ 152862 w 243455"/>
                <a:gd name="connsiteY15" fmla="*/ 253740 h 253658"/>
                <a:gd name="connsiteX16" fmla="*/ 197223 w 243455"/>
                <a:gd name="connsiteY16" fmla="*/ 252677 h 253658"/>
                <a:gd name="connsiteX17" fmla="*/ 237326 w 243455"/>
                <a:gd name="connsiteY17" fmla="*/ 253740 h 253658"/>
                <a:gd name="connsiteX18" fmla="*/ 243714 w 243455"/>
                <a:gd name="connsiteY18" fmla="*/ 246654 h 253658"/>
                <a:gd name="connsiteX19" fmla="*/ 235551 w 243455"/>
                <a:gd name="connsiteY19" fmla="*/ 242757 h 253658"/>
                <a:gd name="connsiteX20" fmla="*/ 212483 w 243455"/>
                <a:gd name="connsiteY20" fmla="*/ 230003 h 253658"/>
                <a:gd name="connsiteX21" fmla="*/ 190835 w 243455"/>
                <a:gd name="connsiteY21" fmla="*/ 8584 h 253658"/>
                <a:gd name="connsiteX22" fmla="*/ 184092 w 243455"/>
                <a:gd name="connsiteY22" fmla="*/ 81 h 253658"/>
                <a:gd name="connsiteX23" fmla="*/ 174865 w 243455"/>
                <a:gd name="connsiteY23" fmla="*/ 6104 h 253658"/>
                <a:gd name="connsiteX24" fmla="*/ 51363 w 243455"/>
                <a:gd name="connsiteY24" fmla="*/ 212998 h 253658"/>
                <a:gd name="connsiteX25" fmla="*/ 93950 w 243455"/>
                <a:gd name="connsiteY25" fmla="*/ 160920 h 253658"/>
                <a:gd name="connsiteX26" fmla="*/ 163863 w 243455"/>
                <a:gd name="connsiteY26" fmla="*/ 44011 h 253658"/>
                <a:gd name="connsiteX27" fmla="*/ 175220 w 243455"/>
                <a:gd name="connsiteY27" fmla="*/ 160920 h 253658"/>
                <a:gd name="connsiteX28" fmla="*/ 93950 w 243455"/>
                <a:gd name="connsiteY28" fmla="*/ 160920 h 25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3455" h="253658">
                  <a:moveTo>
                    <a:pt x="51363" y="212998"/>
                  </a:moveTo>
                  <a:cubicBezTo>
                    <a:pt x="37167" y="236735"/>
                    <a:pt x="23327" y="241694"/>
                    <a:pt x="7711" y="242757"/>
                  </a:cubicBezTo>
                  <a:cubicBezTo>
                    <a:pt x="3453" y="243111"/>
                    <a:pt x="259" y="243111"/>
                    <a:pt x="259" y="249843"/>
                  </a:cubicBezTo>
                  <a:cubicBezTo>
                    <a:pt x="259" y="251968"/>
                    <a:pt x="2033" y="253740"/>
                    <a:pt x="4872" y="253740"/>
                  </a:cubicBezTo>
                  <a:cubicBezTo>
                    <a:pt x="14454" y="253740"/>
                    <a:pt x="25456" y="252677"/>
                    <a:pt x="35393" y="252677"/>
                  </a:cubicBezTo>
                  <a:cubicBezTo>
                    <a:pt x="47104" y="252677"/>
                    <a:pt x="59525" y="253740"/>
                    <a:pt x="70882" y="253740"/>
                  </a:cubicBezTo>
                  <a:cubicBezTo>
                    <a:pt x="73011" y="253740"/>
                    <a:pt x="77625" y="253740"/>
                    <a:pt x="77625" y="247008"/>
                  </a:cubicBezTo>
                  <a:cubicBezTo>
                    <a:pt x="77625" y="243111"/>
                    <a:pt x="74431" y="242757"/>
                    <a:pt x="71947" y="242757"/>
                  </a:cubicBezTo>
                  <a:cubicBezTo>
                    <a:pt x="63784" y="242049"/>
                    <a:pt x="55267" y="239214"/>
                    <a:pt x="55267" y="230358"/>
                  </a:cubicBezTo>
                  <a:cubicBezTo>
                    <a:pt x="55267" y="226106"/>
                    <a:pt x="57396" y="222209"/>
                    <a:pt x="60235" y="217250"/>
                  </a:cubicBezTo>
                  <a:lnTo>
                    <a:pt x="87207" y="171903"/>
                  </a:lnTo>
                  <a:lnTo>
                    <a:pt x="176285" y="171903"/>
                  </a:lnTo>
                  <a:cubicBezTo>
                    <a:pt x="176994" y="179343"/>
                    <a:pt x="181963" y="227524"/>
                    <a:pt x="181963" y="231066"/>
                  </a:cubicBezTo>
                  <a:cubicBezTo>
                    <a:pt x="181963" y="241694"/>
                    <a:pt x="163508" y="242757"/>
                    <a:pt x="156411" y="242757"/>
                  </a:cubicBezTo>
                  <a:cubicBezTo>
                    <a:pt x="151442" y="242757"/>
                    <a:pt x="147893" y="242757"/>
                    <a:pt x="147893" y="249843"/>
                  </a:cubicBezTo>
                  <a:cubicBezTo>
                    <a:pt x="147893" y="253740"/>
                    <a:pt x="152152" y="253740"/>
                    <a:pt x="152862" y="253740"/>
                  </a:cubicBezTo>
                  <a:cubicBezTo>
                    <a:pt x="167412" y="253740"/>
                    <a:pt x="182673" y="252677"/>
                    <a:pt x="197223" y="252677"/>
                  </a:cubicBezTo>
                  <a:cubicBezTo>
                    <a:pt x="206095" y="252677"/>
                    <a:pt x="228453" y="253740"/>
                    <a:pt x="237326" y="253740"/>
                  </a:cubicBezTo>
                  <a:cubicBezTo>
                    <a:pt x="239455" y="253740"/>
                    <a:pt x="243714" y="253740"/>
                    <a:pt x="243714" y="246654"/>
                  </a:cubicBezTo>
                  <a:cubicBezTo>
                    <a:pt x="243714" y="242757"/>
                    <a:pt x="240165" y="242757"/>
                    <a:pt x="235551" y="242757"/>
                  </a:cubicBezTo>
                  <a:cubicBezTo>
                    <a:pt x="213548" y="242757"/>
                    <a:pt x="213548" y="240277"/>
                    <a:pt x="212483" y="230003"/>
                  </a:cubicBezTo>
                  <a:lnTo>
                    <a:pt x="190835" y="8584"/>
                  </a:lnTo>
                  <a:cubicBezTo>
                    <a:pt x="190125" y="1498"/>
                    <a:pt x="190125" y="81"/>
                    <a:pt x="184092" y="81"/>
                  </a:cubicBezTo>
                  <a:cubicBezTo>
                    <a:pt x="178414" y="81"/>
                    <a:pt x="176994" y="2561"/>
                    <a:pt x="174865" y="6104"/>
                  </a:cubicBezTo>
                  <a:lnTo>
                    <a:pt x="51363" y="212998"/>
                  </a:lnTo>
                  <a:close/>
                  <a:moveTo>
                    <a:pt x="93950" y="160920"/>
                  </a:moveTo>
                  <a:lnTo>
                    <a:pt x="163863" y="44011"/>
                  </a:lnTo>
                  <a:lnTo>
                    <a:pt x="175220" y="160920"/>
                  </a:lnTo>
                  <a:lnTo>
                    <a:pt x="93950" y="160920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2D2DDC9-43F8-E99A-436F-9424982514FF}"/>
                </a:ext>
              </a:extLst>
            </p:cNvPr>
            <p:cNvSpPr/>
            <p:nvPr/>
          </p:nvSpPr>
          <p:spPr>
            <a:xfrm>
              <a:off x="12139164" y="5246279"/>
              <a:ext cx="315143" cy="184929"/>
            </a:xfrm>
            <a:custGeom>
              <a:avLst/>
              <a:gdLst>
                <a:gd name="connsiteX0" fmla="*/ 276729 w 315143"/>
                <a:gd name="connsiteY0" fmla="*/ 99631 h 184929"/>
                <a:gd name="connsiteX1" fmla="*/ 244789 w 315143"/>
                <a:gd name="connsiteY1" fmla="*/ 133642 h 184929"/>
                <a:gd name="connsiteX2" fmla="*/ 225979 w 315143"/>
                <a:gd name="connsiteY2" fmla="*/ 180760 h 184929"/>
                <a:gd name="connsiteX3" fmla="*/ 233077 w 315143"/>
                <a:gd name="connsiteY3" fmla="*/ 185011 h 184929"/>
                <a:gd name="connsiteX4" fmla="*/ 240885 w 315143"/>
                <a:gd name="connsiteY4" fmla="*/ 177925 h 184929"/>
                <a:gd name="connsiteX5" fmla="*/ 310089 w 315143"/>
                <a:gd name="connsiteY5" fmla="*/ 97152 h 184929"/>
                <a:gd name="connsiteX6" fmla="*/ 315412 w 315143"/>
                <a:gd name="connsiteY6" fmla="*/ 92546 h 184929"/>
                <a:gd name="connsiteX7" fmla="*/ 312573 w 315143"/>
                <a:gd name="connsiteY7" fmla="*/ 88649 h 184929"/>
                <a:gd name="connsiteX8" fmla="*/ 240530 w 315143"/>
                <a:gd name="connsiteY8" fmla="*/ 5395 h 184929"/>
                <a:gd name="connsiteX9" fmla="*/ 233077 w 315143"/>
                <a:gd name="connsiteY9" fmla="*/ 81 h 184929"/>
                <a:gd name="connsiteX10" fmla="*/ 225979 w 315143"/>
                <a:gd name="connsiteY10" fmla="*/ 4332 h 184929"/>
                <a:gd name="connsiteX11" fmla="*/ 244079 w 315143"/>
                <a:gd name="connsiteY11" fmla="*/ 51096 h 184929"/>
                <a:gd name="connsiteX12" fmla="*/ 276729 w 315143"/>
                <a:gd name="connsiteY12" fmla="*/ 85461 h 184929"/>
                <a:gd name="connsiteX13" fmla="*/ 13045 w 315143"/>
                <a:gd name="connsiteY13" fmla="*/ 85461 h 184929"/>
                <a:gd name="connsiteX14" fmla="*/ 269 w 315143"/>
                <a:gd name="connsiteY14" fmla="*/ 92546 h 184929"/>
                <a:gd name="connsiteX15" fmla="*/ 13045 w 315143"/>
                <a:gd name="connsiteY15" fmla="*/ 99631 h 184929"/>
                <a:gd name="connsiteX16" fmla="*/ 276729 w 315143"/>
                <a:gd name="connsiteY16" fmla="*/ 99631 h 184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5143" h="184929">
                  <a:moveTo>
                    <a:pt x="276729" y="99631"/>
                  </a:moveTo>
                  <a:cubicBezTo>
                    <a:pt x="257210" y="114511"/>
                    <a:pt x="247628" y="129036"/>
                    <a:pt x="244789" y="133642"/>
                  </a:cubicBezTo>
                  <a:cubicBezTo>
                    <a:pt x="228819" y="158086"/>
                    <a:pt x="225979" y="180405"/>
                    <a:pt x="225979" y="180760"/>
                  </a:cubicBezTo>
                  <a:cubicBezTo>
                    <a:pt x="225979" y="185011"/>
                    <a:pt x="230238" y="185011"/>
                    <a:pt x="233077" y="185011"/>
                  </a:cubicBezTo>
                  <a:cubicBezTo>
                    <a:pt x="239110" y="185011"/>
                    <a:pt x="239465" y="184302"/>
                    <a:pt x="240885" y="177925"/>
                  </a:cubicBezTo>
                  <a:cubicBezTo>
                    <a:pt x="249047" y="143207"/>
                    <a:pt x="269986" y="113448"/>
                    <a:pt x="310089" y="97152"/>
                  </a:cubicBezTo>
                  <a:cubicBezTo>
                    <a:pt x="314347" y="95735"/>
                    <a:pt x="315412" y="95026"/>
                    <a:pt x="315412" y="92546"/>
                  </a:cubicBezTo>
                  <a:cubicBezTo>
                    <a:pt x="315412" y="90066"/>
                    <a:pt x="313283" y="89003"/>
                    <a:pt x="312573" y="88649"/>
                  </a:cubicBezTo>
                  <a:cubicBezTo>
                    <a:pt x="296958" y="82626"/>
                    <a:pt x="254016" y="64913"/>
                    <a:pt x="240530" y="5395"/>
                  </a:cubicBezTo>
                  <a:cubicBezTo>
                    <a:pt x="239465" y="1144"/>
                    <a:pt x="239110" y="81"/>
                    <a:pt x="233077" y="81"/>
                  </a:cubicBezTo>
                  <a:cubicBezTo>
                    <a:pt x="230238" y="81"/>
                    <a:pt x="225979" y="81"/>
                    <a:pt x="225979" y="4332"/>
                  </a:cubicBezTo>
                  <a:cubicBezTo>
                    <a:pt x="225979" y="5041"/>
                    <a:pt x="229173" y="27360"/>
                    <a:pt x="244079" y="51096"/>
                  </a:cubicBezTo>
                  <a:cubicBezTo>
                    <a:pt x="251177" y="61724"/>
                    <a:pt x="261469" y="74124"/>
                    <a:pt x="276729" y="85461"/>
                  </a:cubicBezTo>
                  <a:lnTo>
                    <a:pt x="13045" y="85461"/>
                  </a:lnTo>
                  <a:cubicBezTo>
                    <a:pt x="6657" y="85461"/>
                    <a:pt x="269" y="85461"/>
                    <a:pt x="269" y="92546"/>
                  </a:cubicBezTo>
                  <a:cubicBezTo>
                    <a:pt x="269" y="99631"/>
                    <a:pt x="6657" y="99631"/>
                    <a:pt x="13045" y="99631"/>
                  </a:cubicBezTo>
                  <a:lnTo>
                    <a:pt x="276729" y="99631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5A2C7BF-FF3F-3719-F1D7-40C6BF1620A3}"/>
                </a:ext>
              </a:extLst>
            </p:cNvPr>
            <p:cNvSpPr/>
            <p:nvPr/>
          </p:nvSpPr>
          <p:spPr>
            <a:xfrm>
              <a:off x="12588021" y="5185345"/>
              <a:ext cx="253392" cy="241967"/>
            </a:xfrm>
            <a:custGeom>
              <a:avLst/>
              <a:gdLst>
                <a:gd name="connsiteX0" fmla="*/ 42159 w 253392"/>
                <a:gd name="connsiteY0" fmla="*/ 214415 h 241967"/>
                <a:gd name="connsiteX1" fmla="*/ 9864 w 253392"/>
                <a:gd name="connsiteY1" fmla="*/ 231066 h 241967"/>
                <a:gd name="connsiteX2" fmla="*/ 282 w 253392"/>
                <a:gd name="connsiteY2" fmla="*/ 238152 h 241967"/>
                <a:gd name="connsiteX3" fmla="*/ 9864 w 253392"/>
                <a:gd name="connsiteY3" fmla="*/ 242049 h 241967"/>
                <a:gd name="connsiteX4" fmla="*/ 136560 w 253392"/>
                <a:gd name="connsiteY4" fmla="*/ 242049 h 241967"/>
                <a:gd name="connsiteX5" fmla="*/ 234510 w 253392"/>
                <a:gd name="connsiteY5" fmla="*/ 165526 h 241967"/>
                <a:gd name="connsiteX6" fmla="*/ 179501 w 253392"/>
                <a:gd name="connsiteY6" fmla="*/ 115574 h 241967"/>
                <a:gd name="connsiteX7" fmla="*/ 253674 w 253392"/>
                <a:gd name="connsiteY7" fmla="*/ 48971 h 241967"/>
                <a:gd name="connsiteX8" fmla="*/ 187664 w 253392"/>
                <a:gd name="connsiteY8" fmla="*/ 81 h 241967"/>
                <a:gd name="connsiteX9" fmla="*/ 68421 w 253392"/>
                <a:gd name="connsiteY9" fmla="*/ 81 h 241967"/>
                <a:gd name="connsiteX10" fmla="*/ 58129 w 253392"/>
                <a:gd name="connsiteY10" fmla="*/ 7167 h 241967"/>
                <a:gd name="connsiteX11" fmla="*/ 68066 w 253392"/>
                <a:gd name="connsiteY11" fmla="*/ 11064 h 241967"/>
                <a:gd name="connsiteX12" fmla="*/ 81552 w 253392"/>
                <a:gd name="connsiteY12" fmla="*/ 11772 h 241967"/>
                <a:gd name="connsiteX13" fmla="*/ 91134 w 253392"/>
                <a:gd name="connsiteY13" fmla="*/ 17440 h 241967"/>
                <a:gd name="connsiteX14" fmla="*/ 89714 w 253392"/>
                <a:gd name="connsiteY14" fmla="*/ 24172 h 241967"/>
                <a:gd name="connsiteX15" fmla="*/ 42159 w 253392"/>
                <a:gd name="connsiteY15" fmla="*/ 214415 h 241967"/>
                <a:gd name="connsiteX16" fmla="*/ 95747 w 253392"/>
                <a:gd name="connsiteY16" fmla="*/ 112385 h 241967"/>
                <a:gd name="connsiteX17" fmla="*/ 117751 w 253392"/>
                <a:gd name="connsiteY17" fmla="*/ 24526 h 241967"/>
                <a:gd name="connsiteX18" fmla="*/ 136915 w 253392"/>
                <a:gd name="connsiteY18" fmla="*/ 11064 h 241967"/>
                <a:gd name="connsiteX19" fmla="*/ 182696 w 253392"/>
                <a:gd name="connsiteY19" fmla="*/ 11064 h 241967"/>
                <a:gd name="connsiteX20" fmla="*/ 221379 w 253392"/>
                <a:gd name="connsiteY20" fmla="*/ 47554 h 241967"/>
                <a:gd name="connsiteX21" fmla="*/ 147561 w 253392"/>
                <a:gd name="connsiteY21" fmla="*/ 112385 h 241967"/>
                <a:gd name="connsiteX22" fmla="*/ 95747 w 253392"/>
                <a:gd name="connsiteY22" fmla="*/ 112385 h 241967"/>
                <a:gd name="connsiteX23" fmla="*/ 79777 w 253392"/>
                <a:gd name="connsiteY23" fmla="*/ 231066 h 241967"/>
                <a:gd name="connsiteX24" fmla="*/ 71970 w 253392"/>
                <a:gd name="connsiteY24" fmla="*/ 230712 h 241967"/>
                <a:gd name="connsiteX25" fmla="*/ 67356 w 253392"/>
                <a:gd name="connsiteY25" fmla="*/ 227169 h 241967"/>
                <a:gd name="connsiteX26" fmla="*/ 69130 w 253392"/>
                <a:gd name="connsiteY26" fmla="*/ 219021 h 241967"/>
                <a:gd name="connsiteX27" fmla="*/ 93618 w 253392"/>
                <a:gd name="connsiteY27" fmla="*/ 120179 h 241967"/>
                <a:gd name="connsiteX28" fmla="*/ 160692 w 253392"/>
                <a:gd name="connsiteY28" fmla="*/ 120179 h 241967"/>
                <a:gd name="connsiteX29" fmla="*/ 201505 w 253392"/>
                <a:gd name="connsiteY29" fmla="*/ 161629 h 241967"/>
                <a:gd name="connsiteX30" fmla="*/ 128042 w 253392"/>
                <a:gd name="connsiteY30" fmla="*/ 231066 h 241967"/>
                <a:gd name="connsiteX31" fmla="*/ 79777 w 253392"/>
                <a:gd name="connsiteY31" fmla="*/ 231066 h 2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3392" h="241967">
                  <a:moveTo>
                    <a:pt x="42159" y="214415"/>
                  </a:moveTo>
                  <a:cubicBezTo>
                    <a:pt x="38610" y="228232"/>
                    <a:pt x="37900" y="231066"/>
                    <a:pt x="9864" y="231066"/>
                  </a:cubicBezTo>
                  <a:cubicBezTo>
                    <a:pt x="3831" y="231066"/>
                    <a:pt x="282" y="231066"/>
                    <a:pt x="282" y="238152"/>
                  </a:cubicBezTo>
                  <a:cubicBezTo>
                    <a:pt x="282" y="242049"/>
                    <a:pt x="3476" y="242049"/>
                    <a:pt x="9864" y="242049"/>
                  </a:cubicBezTo>
                  <a:lnTo>
                    <a:pt x="136560" y="242049"/>
                  </a:lnTo>
                  <a:cubicBezTo>
                    <a:pt x="192632" y="242049"/>
                    <a:pt x="234510" y="200245"/>
                    <a:pt x="234510" y="165526"/>
                  </a:cubicBezTo>
                  <a:cubicBezTo>
                    <a:pt x="234510" y="140018"/>
                    <a:pt x="213926" y="119471"/>
                    <a:pt x="179501" y="115574"/>
                  </a:cubicBezTo>
                  <a:cubicBezTo>
                    <a:pt x="216410" y="108843"/>
                    <a:pt x="253674" y="82626"/>
                    <a:pt x="253674" y="48971"/>
                  </a:cubicBezTo>
                  <a:cubicBezTo>
                    <a:pt x="253674" y="22755"/>
                    <a:pt x="230251" y="81"/>
                    <a:pt x="187664" y="81"/>
                  </a:cubicBezTo>
                  <a:lnTo>
                    <a:pt x="68421" y="81"/>
                  </a:lnTo>
                  <a:cubicBezTo>
                    <a:pt x="61678" y="81"/>
                    <a:pt x="58129" y="81"/>
                    <a:pt x="58129" y="7167"/>
                  </a:cubicBezTo>
                  <a:cubicBezTo>
                    <a:pt x="58129" y="11064"/>
                    <a:pt x="61323" y="11064"/>
                    <a:pt x="68066" y="11064"/>
                  </a:cubicBezTo>
                  <a:cubicBezTo>
                    <a:pt x="68776" y="11064"/>
                    <a:pt x="75519" y="11064"/>
                    <a:pt x="81552" y="11772"/>
                  </a:cubicBezTo>
                  <a:cubicBezTo>
                    <a:pt x="87940" y="12481"/>
                    <a:pt x="91134" y="12835"/>
                    <a:pt x="91134" y="17440"/>
                  </a:cubicBezTo>
                  <a:cubicBezTo>
                    <a:pt x="91134" y="18858"/>
                    <a:pt x="90779" y="19920"/>
                    <a:pt x="89714" y="24172"/>
                  </a:cubicBezTo>
                  <a:lnTo>
                    <a:pt x="42159" y="214415"/>
                  </a:lnTo>
                  <a:close/>
                  <a:moveTo>
                    <a:pt x="95747" y="112385"/>
                  </a:moveTo>
                  <a:lnTo>
                    <a:pt x="117751" y="24526"/>
                  </a:lnTo>
                  <a:cubicBezTo>
                    <a:pt x="120945" y="12126"/>
                    <a:pt x="121654" y="11064"/>
                    <a:pt x="136915" y="11064"/>
                  </a:cubicBezTo>
                  <a:lnTo>
                    <a:pt x="182696" y="11064"/>
                  </a:lnTo>
                  <a:cubicBezTo>
                    <a:pt x="213926" y="11064"/>
                    <a:pt x="221379" y="31966"/>
                    <a:pt x="221379" y="47554"/>
                  </a:cubicBezTo>
                  <a:cubicBezTo>
                    <a:pt x="221379" y="78729"/>
                    <a:pt x="190858" y="112385"/>
                    <a:pt x="147561" y="112385"/>
                  </a:cubicBezTo>
                  <a:lnTo>
                    <a:pt x="95747" y="112385"/>
                  </a:lnTo>
                  <a:close/>
                  <a:moveTo>
                    <a:pt x="79777" y="231066"/>
                  </a:moveTo>
                  <a:cubicBezTo>
                    <a:pt x="74809" y="231066"/>
                    <a:pt x="74099" y="231066"/>
                    <a:pt x="71970" y="230712"/>
                  </a:cubicBezTo>
                  <a:cubicBezTo>
                    <a:pt x="68421" y="230358"/>
                    <a:pt x="67356" y="230003"/>
                    <a:pt x="67356" y="227169"/>
                  </a:cubicBezTo>
                  <a:cubicBezTo>
                    <a:pt x="67356" y="226106"/>
                    <a:pt x="67356" y="225398"/>
                    <a:pt x="69130" y="219021"/>
                  </a:cubicBezTo>
                  <a:lnTo>
                    <a:pt x="93618" y="120179"/>
                  </a:lnTo>
                  <a:lnTo>
                    <a:pt x="160692" y="120179"/>
                  </a:lnTo>
                  <a:cubicBezTo>
                    <a:pt x="194762" y="120179"/>
                    <a:pt x="201505" y="146395"/>
                    <a:pt x="201505" y="161629"/>
                  </a:cubicBezTo>
                  <a:cubicBezTo>
                    <a:pt x="201505" y="196702"/>
                    <a:pt x="169919" y="231066"/>
                    <a:pt x="128042" y="231066"/>
                  </a:cubicBezTo>
                  <a:lnTo>
                    <a:pt x="79777" y="231066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E0DEE9-633E-1B06-D2CD-E11588BA78E7}"/>
                </a:ext>
              </a:extLst>
            </p:cNvPr>
            <p:cNvSpPr/>
            <p:nvPr/>
          </p:nvSpPr>
          <p:spPr>
            <a:xfrm>
              <a:off x="12880338" y="5161608"/>
              <a:ext cx="82334" cy="354271"/>
            </a:xfrm>
            <a:custGeom>
              <a:avLst/>
              <a:gdLst>
                <a:gd name="connsiteX0" fmla="*/ 82624 w 82334"/>
                <a:gd name="connsiteY0" fmla="*/ 177217 h 354271"/>
                <a:gd name="connsiteX1" fmla="*/ 59202 w 82334"/>
                <a:gd name="connsiteY1" fmla="*/ 66684 h 354271"/>
                <a:gd name="connsiteX2" fmla="*/ 3839 w 82334"/>
                <a:gd name="connsiteY2" fmla="*/ 81 h 354271"/>
                <a:gd name="connsiteX3" fmla="*/ 290 w 82334"/>
                <a:gd name="connsiteY3" fmla="*/ 3624 h 354271"/>
                <a:gd name="connsiteX4" fmla="*/ 7033 w 82334"/>
                <a:gd name="connsiteY4" fmla="*/ 11772 h 354271"/>
                <a:gd name="connsiteX5" fmla="*/ 62041 w 82334"/>
                <a:gd name="connsiteY5" fmla="*/ 177217 h 354271"/>
                <a:gd name="connsiteX6" fmla="*/ 4903 w 82334"/>
                <a:gd name="connsiteY6" fmla="*/ 344787 h 354271"/>
                <a:gd name="connsiteX7" fmla="*/ 290 w 82334"/>
                <a:gd name="connsiteY7" fmla="*/ 350810 h 354271"/>
                <a:gd name="connsiteX8" fmla="*/ 3839 w 82334"/>
                <a:gd name="connsiteY8" fmla="*/ 354353 h 354271"/>
                <a:gd name="connsiteX9" fmla="*/ 60266 w 82334"/>
                <a:gd name="connsiteY9" fmla="*/ 285270 h 354271"/>
                <a:gd name="connsiteX10" fmla="*/ 82624 w 82334"/>
                <a:gd name="connsiteY10" fmla="*/ 177217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334" h="354271">
                  <a:moveTo>
                    <a:pt x="82624" y="177217"/>
                  </a:moveTo>
                  <a:cubicBezTo>
                    <a:pt x="82624" y="149584"/>
                    <a:pt x="78721" y="106717"/>
                    <a:pt x="59202" y="66684"/>
                  </a:cubicBezTo>
                  <a:cubicBezTo>
                    <a:pt x="37908" y="23109"/>
                    <a:pt x="7388" y="81"/>
                    <a:pt x="3839" y="81"/>
                  </a:cubicBezTo>
                  <a:cubicBezTo>
                    <a:pt x="1709" y="81"/>
                    <a:pt x="290" y="1498"/>
                    <a:pt x="290" y="3624"/>
                  </a:cubicBezTo>
                  <a:cubicBezTo>
                    <a:pt x="290" y="4687"/>
                    <a:pt x="290" y="5395"/>
                    <a:pt x="7033" y="11772"/>
                  </a:cubicBezTo>
                  <a:cubicBezTo>
                    <a:pt x="41812" y="46845"/>
                    <a:pt x="62041" y="103174"/>
                    <a:pt x="62041" y="177217"/>
                  </a:cubicBezTo>
                  <a:cubicBezTo>
                    <a:pt x="62041" y="237797"/>
                    <a:pt x="48910" y="300149"/>
                    <a:pt x="4903" y="344787"/>
                  </a:cubicBezTo>
                  <a:cubicBezTo>
                    <a:pt x="290" y="349039"/>
                    <a:pt x="290" y="349747"/>
                    <a:pt x="290" y="350810"/>
                  </a:cubicBezTo>
                  <a:cubicBezTo>
                    <a:pt x="290" y="352936"/>
                    <a:pt x="1709" y="354353"/>
                    <a:pt x="3839" y="354353"/>
                  </a:cubicBezTo>
                  <a:cubicBezTo>
                    <a:pt x="7388" y="354353"/>
                    <a:pt x="39328" y="330262"/>
                    <a:pt x="60266" y="285270"/>
                  </a:cubicBezTo>
                  <a:cubicBezTo>
                    <a:pt x="78366" y="246300"/>
                    <a:pt x="82624" y="206976"/>
                    <a:pt x="82624" y="177217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EFFED52-ABDC-8365-6E2D-2D89494A30B9}"/>
                </a:ext>
              </a:extLst>
            </p:cNvPr>
            <p:cNvSpPr/>
            <p:nvPr/>
          </p:nvSpPr>
          <p:spPr>
            <a:xfrm>
              <a:off x="10759230" y="5571326"/>
              <a:ext cx="2238891" cy="14170"/>
            </a:xfrm>
            <a:custGeom>
              <a:avLst/>
              <a:gdLst>
                <a:gd name="connsiteX0" fmla="*/ 0 w 2238891"/>
                <a:gd name="connsiteY0" fmla="*/ 0 h 14170"/>
                <a:gd name="connsiteX1" fmla="*/ 2238892 w 2238891"/>
                <a:gd name="connsiteY1" fmla="*/ 0 h 14170"/>
                <a:gd name="connsiteX2" fmla="*/ 2238892 w 2238891"/>
                <a:gd name="connsiteY2" fmla="*/ 14170 h 14170"/>
                <a:gd name="connsiteX3" fmla="*/ 0 w 2238891"/>
                <a:gd name="connsiteY3" fmla="*/ 14170 h 14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8891" h="14170">
                  <a:moveTo>
                    <a:pt x="0" y="0"/>
                  </a:moveTo>
                  <a:lnTo>
                    <a:pt x="2238892" y="0"/>
                  </a:lnTo>
                  <a:lnTo>
                    <a:pt x="2238892" y="14170"/>
                  </a:lnTo>
                  <a:lnTo>
                    <a:pt x="0" y="14170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5656464-AA89-D56E-A915-E60457A89639}"/>
                </a:ext>
              </a:extLst>
            </p:cNvPr>
            <p:cNvSpPr/>
            <p:nvPr/>
          </p:nvSpPr>
          <p:spPr>
            <a:xfrm>
              <a:off x="11190817" y="5751278"/>
              <a:ext cx="135213" cy="162610"/>
            </a:xfrm>
            <a:custGeom>
              <a:avLst/>
              <a:gdLst>
                <a:gd name="connsiteX0" fmla="*/ 29698 w 135213"/>
                <a:gd name="connsiteY0" fmla="*/ 81577 h 162610"/>
                <a:gd name="connsiteX1" fmla="*/ 77609 w 135213"/>
                <a:gd name="connsiteY1" fmla="*/ 8952 h 162610"/>
                <a:gd name="connsiteX2" fmla="*/ 115582 w 135213"/>
                <a:gd name="connsiteY2" fmla="*/ 22060 h 162610"/>
                <a:gd name="connsiteX3" fmla="*/ 98902 w 135213"/>
                <a:gd name="connsiteY3" fmla="*/ 38356 h 162610"/>
                <a:gd name="connsiteX4" fmla="*/ 115227 w 135213"/>
                <a:gd name="connsiteY4" fmla="*/ 54653 h 162610"/>
                <a:gd name="connsiteX5" fmla="*/ 131552 w 135213"/>
                <a:gd name="connsiteY5" fmla="*/ 38002 h 162610"/>
                <a:gd name="connsiteX6" fmla="*/ 77254 w 135213"/>
                <a:gd name="connsiteY6" fmla="*/ 95 h 162610"/>
                <a:gd name="connsiteX7" fmla="*/ 243 w 135213"/>
                <a:gd name="connsiteY7" fmla="*/ 82286 h 162610"/>
                <a:gd name="connsiteX8" fmla="*/ 76544 w 135213"/>
                <a:gd name="connsiteY8" fmla="*/ 162705 h 162610"/>
                <a:gd name="connsiteX9" fmla="*/ 135456 w 135213"/>
                <a:gd name="connsiteY9" fmla="*/ 116650 h 162610"/>
                <a:gd name="connsiteX10" fmla="*/ 130842 w 135213"/>
                <a:gd name="connsiteY10" fmla="*/ 113107 h 162610"/>
                <a:gd name="connsiteX11" fmla="*/ 126229 w 135213"/>
                <a:gd name="connsiteY11" fmla="*/ 116650 h 162610"/>
                <a:gd name="connsiteX12" fmla="*/ 79738 w 135213"/>
                <a:gd name="connsiteY12" fmla="*/ 153849 h 162610"/>
                <a:gd name="connsiteX13" fmla="*/ 29698 w 135213"/>
                <a:gd name="connsiteY13" fmla="*/ 81577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5213" h="162610">
                  <a:moveTo>
                    <a:pt x="29698" y="81577"/>
                  </a:moveTo>
                  <a:cubicBezTo>
                    <a:pt x="29698" y="23831"/>
                    <a:pt x="58799" y="8952"/>
                    <a:pt x="77609" y="8952"/>
                  </a:cubicBezTo>
                  <a:cubicBezTo>
                    <a:pt x="80803" y="8952"/>
                    <a:pt x="103161" y="9306"/>
                    <a:pt x="115582" y="22060"/>
                  </a:cubicBezTo>
                  <a:cubicBezTo>
                    <a:pt x="101031" y="23122"/>
                    <a:pt x="98902" y="33751"/>
                    <a:pt x="98902" y="38356"/>
                  </a:cubicBezTo>
                  <a:cubicBezTo>
                    <a:pt x="98902" y="47567"/>
                    <a:pt x="105290" y="54653"/>
                    <a:pt x="115227" y="54653"/>
                  </a:cubicBezTo>
                  <a:cubicBezTo>
                    <a:pt x="124454" y="54653"/>
                    <a:pt x="131552" y="48630"/>
                    <a:pt x="131552" y="38002"/>
                  </a:cubicBezTo>
                  <a:cubicBezTo>
                    <a:pt x="131552" y="13911"/>
                    <a:pt x="104580" y="95"/>
                    <a:pt x="77254" y="95"/>
                  </a:cubicBezTo>
                  <a:cubicBezTo>
                    <a:pt x="32892" y="95"/>
                    <a:pt x="243" y="38356"/>
                    <a:pt x="243" y="82286"/>
                  </a:cubicBezTo>
                  <a:cubicBezTo>
                    <a:pt x="243" y="127633"/>
                    <a:pt x="35377" y="162705"/>
                    <a:pt x="76544" y="162705"/>
                  </a:cubicBezTo>
                  <a:cubicBezTo>
                    <a:pt x="124099" y="162705"/>
                    <a:pt x="135456" y="120193"/>
                    <a:pt x="135456" y="116650"/>
                  </a:cubicBezTo>
                  <a:cubicBezTo>
                    <a:pt x="135456" y="113107"/>
                    <a:pt x="131907" y="113107"/>
                    <a:pt x="130842" y="113107"/>
                  </a:cubicBezTo>
                  <a:cubicBezTo>
                    <a:pt x="127648" y="113107"/>
                    <a:pt x="126938" y="114524"/>
                    <a:pt x="126229" y="116650"/>
                  </a:cubicBezTo>
                  <a:cubicBezTo>
                    <a:pt x="115937" y="149597"/>
                    <a:pt x="92869" y="153849"/>
                    <a:pt x="79738" y="153849"/>
                  </a:cubicBezTo>
                  <a:cubicBezTo>
                    <a:pt x="60929" y="153849"/>
                    <a:pt x="29698" y="138615"/>
                    <a:pt x="29698" y="81577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870C1FA-06B1-395F-764A-F1DC75274AC2}"/>
                </a:ext>
              </a:extLst>
            </p:cNvPr>
            <p:cNvSpPr/>
            <p:nvPr/>
          </p:nvSpPr>
          <p:spPr>
            <a:xfrm>
              <a:off x="11346417" y="5751278"/>
              <a:ext cx="157216" cy="162610"/>
            </a:xfrm>
            <a:custGeom>
              <a:avLst/>
              <a:gdLst>
                <a:gd name="connsiteX0" fmla="*/ 157464 w 157216"/>
                <a:gd name="connsiteY0" fmla="*/ 82994 h 162610"/>
                <a:gd name="connsiteX1" fmla="*/ 79033 w 157216"/>
                <a:gd name="connsiteY1" fmla="*/ 95 h 162610"/>
                <a:gd name="connsiteX2" fmla="*/ 247 w 157216"/>
                <a:gd name="connsiteY2" fmla="*/ 82994 h 162610"/>
                <a:gd name="connsiteX3" fmla="*/ 78678 w 157216"/>
                <a:gd name="connsiteY3" fmla="*/ 162705 h 162610"/>
                <a:gd name="connsiteX4" fmla="*/ 157464 w 157216"/>
                <a:gd name="connsiteY4" fmla="*/ 82994 h 162610"/>
                <a:gd name="connsiteX5" fmla="*/ 79033 w 157216"/>
                <a:gd name="connsiteY5" fmla="*/ 153849 h 162610"/>
                <a:gd name="connsiteX6" fmla="*/ 38575 w 157216"/>
                <a:gd name="connsiteY6" fmla="*/ 130112 h 162610"/>
                <a:gd name="connsiteX7" fmla="*/ 29703 w 157216"/>
                <a:gd name="connsiteY7" fmla="*/ 80160 h 162610"/>
                <a:gd name="connsiteX8" fmla="*/ 38220 w 157216"/>
                <a:gd name="connsiteY8" fmla="*/ 31625 h 162610"/>
                <a:gd name="connsiteX9" fmla="*/ 78678 w 157216"/>
                <a:gd name="connsiteY9" fmla="*/ 7889 h 162610"/>
                <a:gd name="connsiteX10" fmla="*/ 118780 w 157216"/>
                <a:gd name="connsiteY10" fmla="*/ 30916 h 162610"/>
                <a:gd name="connsiteX11" fmla="*/ 128008 w 157216"/>
                <a:gd name="connsiteY11" fmla="*/ 80160 h 162610"/>
                <a:gd name="connsiteX12" fmla="*/ 120200 w 157216"/>
                <a:gd name="connsiteY12" fmla="*/ 127633 h 162610"/>
                <a:gd name="connsiteX13" fmla="*/ 79033 w 157216"/>
                <a:gd name="connsiteY13" fmla="*/ 153849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7216" h="162610">
                  <a:moveTo>
                    <a:pt x="157464" y="82994"/>
                  </a:moveTo>
                  <a:cubicBezTo>
                    <a:pt x="157464" y="37648"/>
                    <a:pt x="121974" y="95"/>
                    <a:pt x="79033" y="95"/>
                  </a:cubicBezTo>
                  <a:cubicBezTo>
                    <a:pt x="34671" y="95"/>
                    <a:pt x="247" y="38710"/>
                    <a:pt x="247" y="82994"/>
                  </a:cubicBezTo>
                  <a:cubicBezTo>
                    <a:pt x="247" y="128695"/>
                    <a:pt x="37156" y="162705"/>
                    <a:pt x="78678" y="162705"/>
                  </a:cubicBezTo>
                  <a:cubicBezTo>
                    <a:pt x="121620" y="162705"/>
                    <a:pt x="157464" y="127987"/>
                    <a:pt x="157464" y="82994"/>
                  </a:cubicBezTo>
                  <a:close/>
                  <a:moveTo>
                    <a:pt x="79033" y="153849"/>
                  </a:moveTo>
                  <a:cubicBezTo>
                    <a:pt x="63772" y="153849"/>
                    <a:pt x="48157" y="146409"/>
                    <a:pt x="38575" y="130112"/>
                  </a:cubicBezTo>
                  <a:cubicBezTo>
                    <a:pt x="29703" y="114524"/>
                    <a:pt x="29703" y="92914"/>
                    <a:pt x="29703" y="80160"/>
                  </a:cubicBezTo>
                  <a:cubicBezTo>
                    <a:pt x="29703" y="66344"/>
                    <a:pt x="29703" y="47213"/>
                    <a:pt x="38220" y="31625"/>
                  </a:cubicBezTo>
                  <a:cubicBezTo>
                    <a:pt x="47802" y="15328"/>
                    <a:pt x="64482" y="7889"/>
                    <a:pt x="78678" y="7889"/>
                  </a:cubicBezTo>
                  <a:cubicBezTo>
                    <a:pt x="94293" y="7889"/>
                    <a:pt x="109553" y="15683"/>
                    <a:pt x="118780" y="30916"/>
                  </a:cubicBezTo>
                  <a:cubicBezTo>
                    <a:pt x="128008" y="46150"/>
                    <a:pt x="128008" y="66698"/>
                    <a:pt x="128008" y="80160"/>
                  </a:cubicBezTo>
                  <a:cubicBezTo>
                    <a:pt x="128008" y="92914"/>
                    <a:pt x="128008" y="112045"/>
                    <a:pt x="120200" y="127633"/>
                  </a:cubicBezTo>
                  <a:cubicBezTo>
                    <a:pt x="112392" y="143575"/>
                    <a:pt x="96777" y="153849"/>
                    <a:pt x="79033" y="153849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FDBC65D-9A47-C7B8-F49B-D4CA27A20345}"/>
                </a:ext>
              </a:extLst>
            </p:cNvPr>
            <p:cNvSpPr/>
            <p:nvPr/>
          </p:nvSpPr>
          <p:spPr>
            <a:xfrm>
              <a:off x="11525283" y="5753404"/>
              <a:ext cx="178510" cy="160484"/>
            </a:xfrm>
            <a:custGeom>
              <a:avLst/>
              <a:gdLst>
                <a:gd name="connsiteX0" fmla="*/ 127658 w 178510"/>
                <a:gd name="connsiteY0" fmla="*/ 128695 h 160484"/>
                <a:gd name="connsiteX1" fmla="*/ 127658 w 178510"/>
                <a:gd name="connsiteY1" fmla="*/ 160580 h 160484"/>
                <a:gd name="connsiteX2" fmla="*/ 178762 w 178510"/>
                <a:gd name="connsiteY2" fmla="*/ 156683 h 160484"/>
                <a:gd name="connsiteX3" fmla="*/ 178762 w 178510"/>
                <a:gd name="connsiteY3" fmla="*/ 145700 h 160484"/>
                <a:gd name="connsiteX4" fmla="*/ 151081 w 178510"/>
                <a:gd name="connsiteY4" fmla="*/ 125861 h 160484"/>
                <a:gd name="connsiteX5" fmla="*/ 151081 w 178510"/>
                <a:gd name="connsiteY5" fmla="*/ 95 h 160484"/>
                <a:gd name="connsiteX6" fmla="*/ 98912 w 178510"/>
                <a:gd name="connsiteY6" fmla="*/ 3992 h 160484"/>
                <a:gd name="connsiteX7" fmla="*/ 98912 w 178510"/>
                <a:gd name="connsiteY7" fmla="*/ 14974 h 160484"/>
                <a:gd name="connsiteX8" fmla="*/ 126593 w 178510"/>
                <a:gd name="connsiteY8" fmla="*/ 34813 h 160484"/>
                <a:gd name="connsiteX9" fmla="*/ 126593 w 178510"/>
                <a:gd name="connsiteY9" fmla="*/ 97874 h 160484"/>
                <a:gd name="connsiteX10" fmla="*/ 83651 w 178510"/>
                <a:gd name="connsiteY10" fmla="*/ 152786 h 160484"/>
                <a:gd name="connsiteX11" fmla="*/ 52421 w 178510"/>
                <a:gd name="connsiteY11" fmla="*/ 117713 h 160484"/>
                <a:gd name="connsiteX12" fmla="*/ 52421 w 178510"/>
                <a:gd name="connsiteY12" fmla="*/ 95 h 160484"/>
                <a:gd name="connsiteX13" fmla="*/ 252 w 178510"/>
                <a:gd name="connsiteY13" fmla="*/ 3992 h 160484"/>
                <a:gd name="connsiteX14" fmla="*/ 252 w 178510"/>
                <a:gd name="connsiteY14" fmla="*/ 14974 h 160484"/>
                <a:gd name="connsiteX15" fmla="*/ 27933 w 178510"/>
                <a:gd name="connsiteY15" fmla="*/ 47567 h 160484"/>
                <a:gd name="connsiteX16" fmla="*/ 27933 w 178510"/>
                <a:gd name="connsiteY16" fmla="*/ 100708 h 160484"/>
                <a:gd name="connsiteX17" fmla="*/ 81877 w 178510"/>
                <a:gd name="connsiteY17" fmla="*/ 160580 h 160484"/>
                <a:gd name="connsiteX18" fmla="*/ 127658 w 178510"/>
                <a:gd name="connsiteY18" fmla="*/ 128695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8510" h="160484">
                  <a:moveTo>
                    <a:pt x="127658" y="128695"/>
                  </a:moveTo>
                  <a:lnTo>
                    <a:pt x="127658" y="160580"/>
                  </a:lnTo>
                  <a:lnTo>
                    <a:pt x="178762" y="156683"/>
                  </a:lnTo>
                  <a:lnTo>
                    <a:pt x="178762" y="145700"/>
                  </a:lnTo>
                  <a:cubicBezTo>
                    <a:pt x="153920" y="145700"/>
                    <a:pt x="151081" y="143220"/>
                    <a:pt x="151081" y="125861"/>
                  </a:cubicBezTo>
                  <a:lnTo>
                    <a:pt x="151081" y="95"/>
                  </a:lnTo>
                  <a:lnTo>
                    <a:pt x="98912" y="3992"/>
                  </a:lnTo>
                  <a:lnTo>
                    <a:pt x="98912" y="14974"/>
                  </a:lnTo>
                  <a:cubicBezTo>
                    <a:pt x="123754" y="14974"/>
                    <a:pt x="126593" y="17454"/>
                    <a:pt x="126593" y="34813"/>
                  </a:cubicBezTo>
                  <a:lnTo>
                    <a:pt x="126593" y="97874"/>
                  </a:lnTo>
                  <a:cubicBezTo>
                    <a:pt x="126593" y="128695"/>
                    <a:pt x="109558" y="152786"/>
                    <a:pt x="83651" y="152786"/>
                  </a:cubicBezTo>
                  <a:cubicBezTo>
                    <a:pt x="53840" y="152786"/>
                    <a:pt x="52421" y="136135"/>
                    <a:pt x="52421" y="117713"/>
                  </a:cubicBezTo>
                  <a:lnTo>
                    <a:pt x="52421" y="95"/>
                  </a:lnTo>
                  <a:lnTo>
                    <a:pt x="252" y="3992"/>
                  </a:lnTo>
                  <a:lnTo>
                    <a:pt x="252" y="14974"/>
                  </a:lnTo>
                  <a:cubicBezTo>
                    <a:pt x="27933" y="14974"/>
                    <a:pt x="27933" y="16037"/>
                    <a:pt x="27933" y="47567"/>
                  </a:cubicBezTo>
                  <a:lnTo>
                    <a:pt x="27933" y="100708"/>
                  </a:lnTo>
                  <a:cubicBezTo>
                    <a:pt x="27933" y="128341"/>
                    <a:pt x="27933" y="160580"/>
                    <a:pt x="81877" y="160580"/>
                  </a:cubicBezTo>
                  <a:cubicBezTo>
                    <a:pt x="101751" y="160580"/>
                    <a:pt x="117366" y="150660"/>
                    <a:pt x="127658" y="128695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9A80186-BA1E-FAD2-BA9A-8F3E84576B95}"/>
                </a:ext>
              </a:extLst>
            </p:cNvPr>
            <p:cNvSpPr/>
            <p:nvPr/>
          </p:nvSpPr>
          <p:spPr>
            <a:xfrm>
              <a:off x="11722445" y="5753404"/>
              <a:ext cx="178510" cy="156588"/>
            </a:xfrm>
            <a:custGeom>
              <a:avLst/>
              <a:gdLst>
                <a:gd name="connsiteX0" fmla="*/ 27939 w 178510"/>
                <a:gd name="connsiteY0" fmla="*/ 34813 h 156588"/>
                <a:gd name="connsiteX1" fmla="*/ 27939 w 178510"/>
                <a:gd name="connsiteY1" fmla="*/ 129758 h 156588"/>
                <a:gd name="connsiteX2" fmla="*/ 257 w 178510"/>
                <a:gd name="connsiteY2" fmla="*/ 145700 h 156588"/>
                <a:gd name="connsiteX3" fmla="*/ 257 w 178510"/>
                <a:gd name="connsiteY3" fmla="*/ 156683 h 156588"/>
                <a:gd name="connsiteX4" fmla="*/ 40360 w 178510"/>
                <a:gd name="connsiteY4" fmla="*/ 155620 h 156588"/>
                <a:gd name="connsiteX5" fmla="*/ 80108 w 178510"/>
                <a:gd name="connsiteY5" fmla="*/ 156683 h 156588"/>
                <a:gd name="connsiteX6" fmla="*/ 80108 w 178510"/>
                <a:gd name="connsiteY6" fmla="*/ 145700 h 156588"/>
                <a:gd name="connsiteX7" fmla="*/ 52426 w 178510"/>
                <a:gd name="connsiteY7" fmla="*/ 129758 h 156588"/>
                <a:gd name="connsiteX8" fmla="*/ 52426 w 178510"/>
                <a:gd name="connsiteY8" fmla="*/ 64572 h 156588"/>
                <a:gd name="connsiteX9" fmla="*/ 100337 w 178510"/>
                <a:gd name="connsiteY9" fmla="*/ 7889 h 156588"/>
                <a:gd name="connsiteX10" fmla="*/ 126599 w 178510"/>
                <a:gd name="connsiteY10" fmla="*/ 47213 h 156588"/>
                <a:gd name="connsiteX11" fmla="*/ 126599 w 178510"/>
                <a:gd name="connsiteY11" fmla="*/ 129758 h 156588"/>
                <a:gd name="connsiteX12" fmla="*/ 98917 w 178510"/>
                <a:gd name="connsiteY12" fmla="*/ 145700 h 156588"/>
                <a:gd name="connsiteX13" fmla="*/ 98917 w 178510"/>
                <a:gd name="connsiteY13" fmla="*/ 156683 h 156588"/>
                <a:gd name="connsiteX14" fmla="*/ 139020 w 178510"/>
                <a:gd name="connsiteY14" fmla="*/ 155620 h 156588"/>
                <a:gd name="connsiteX15" fmla="*/ 178768 w 178510"/>
                <a:gd name="connsiteY15" fmla="*/ 156683 h 156588"/>
                <a:gd name="connsiteX16" fmla="*/ 178768 w 178510"/>
                <a:gd name="connsiteY16" fmla="*/ 145700 h 156588"/>
                <a:gd name="connsiteX17" fmla="*/ 151086 w 178510"/>
                <a:gd name="connsiteY17" fmla="*/ 135072 h 156588"/>
                <a:gd name="connsiteX18" fmla="*/ 151086 w 178510"/>
                <a:gd name="connsiteY18" fmla="*/ 67406 h 156588"/>
                <a:gd name="connsiteX19" fmla="*/ 140084 w 178510"/>
                <a:gd name="connsiteY19" fmla="*/ 13203 h 156588"/>
                <a:gd name="connsiteX20" fmla="*/ 102821 w 178510"/>
                <a:gd name="connsiteY20" fmla="*/ 95 h 156588"/>
                <a:gd name="connsiteX21" fmla="*/ 50297 w 178510"/>
                <a:gd name="connsiteY21" fmla="*/ 37293 h 156588"/>
                <a:gd name="connsiteX22" fmla="*/ 50297 w 178510"/>
                <a:gd name="connsiteY22" fmla="*/ 95 h 156588"/>
                <a:gd name="connsiteX23" fmla="*/ 257 w 178510"/>
                <a:gd name="connsiteY23" fmla="*/ 3992 h 156588"/>
                <a:gd name="connsiteX24" fmla="*/ 257 w 178510"/>
                <a:gd name="connsiteY24" fmla="*/ 14974 h 156588"/>
                <a:gd name="connsiteX25" fmla="*/ 27939 w 178510"/>
                <a:gd name="connsiteY25" fmla="*/ 3481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8510" h="156588">
                  <a:moveTo>
                    <a:pt x="27939" y="34813"/>
                  </a:moveTo>
                  <a:lnTo>
                    <a:pt x="27939" y="129758"/>
                  </a:lnTo>
                  <a:cubicBezTo>
                    <a:pt x="27939" y="145700"/>
                    <a:pt x="24035" y="145700"/>
                    <a:pt x="257" y="145700"/>
                  </a:cubicBezTo>
                  <a:lnTo>
                    <a:pt x="257" y="156683"/>
                  </a:lnTo>
                  <a:cubicBezTo>
                    <a:pt x="12679" y="156328"/>
                    <a:pt x="30778" y="155620"/>
                    <a:pt x="40360" y="155620"/>
                  </a:cubicBezTo>
                  <a:cubicBezTo>
                    <a:pt x="49587" y="155620"/>
                    <a:pt x="68042" y="156328"/>
                    <a:pt x="80108" y="156683"/>
                  </a:cubicBezTo>
                  <a:lnTo>
                    <a:pt x="80108" y="145700"/>
                  </a:lnTo>
                  <a:cubicBezTo>
                    <a:pt x="56330" y="145700"/>
                    <a:pt x="52426" y="145700"/>
                    <a:pt x="52426" y="129758"/>
                  </a:cubicBezTo>
                  <a:lnTo>
                    <a:pt x="52426" y="64572"/>
                  </a:lnTo>
                  <a:cubicBezTo>
                    <a:pt x="52426" y="27728"/>
                    <a:pt x="77624" y="7889"/>
                    <a:pt x="100337" y="7889"/>
                  </a:cubicBezTo>
                  <a:cubicBezTo>
                    <a:pt x="122695" y="7889"/>
                    <a:pt x="126599" y="27019"/>
                    <a:pt x="126599" y="47213"/>
                  </a:cubicBezTo>
                  <a:lnTo>
                    <a:pt x="126599" y="129758"/>
                  </a:lnTo>
                  <a:cubicBezTo>
                    <a:pt x="126599" y="145700"/>
                    <a:pt x="122695" y="145700"/>
                    <a:pt x="98917" y="145700"/>
                  </a:cubicBezTo>
                  <a:lnTo>
                    <a:pt x="98917" y="156683"/>
                  </a:lnTo>
                  <a:cubicBezTo>
                    <a:pt x="111338" y="156328"/>
                    <a:pt x="129438" y="155620"/>
                    <a:pt x="139020" y="155620"/>
                  </a:cubicBezTo>
                  <a:cubicBezTo>
                    <a:pt x="148247" y="155620"/>
                    <a:pt x="166701" y="156328"/>
                    <a:pt x="178768" y="156683"/>
                  </a:cubicBezTo>
                  <a:lnTo>
                    <a:pt x="178768" y="145700"/>
                  </a:lnTo>
                  <a:cubicBezTo>
                    <a:pt x="160313" y="145700"/>
                    <a:pt x="151441" y="145700"/>
                    <a:pt x="151086" y="135072"/>
                  </a:cubicBezTo>
                  <a:lnTo>
                    <a:pt x="151086" y="67406"/>
                  </a:lnTo>
                  <a:cubicBezTo>
                    <a:pt x="151086" y="36939"/>
                    <a:pt x="151086" y="25957"/>
                    <a:pt x="140084" y="13203"/>
                  </a:cubicBezTo>
                  <a:cubicBezTo>
                    <a:pt x="135116" y="7180"/>
                    <a:pt x="123405" y="95"/>
                    <a:pt x="102821" y="95"/>
                  </a:cubicBezTo>
                  <a:cubicBezTo>
                    <a:pt x="76914" y="95"/>
                    <a:pt x="60234" y="15328"/>
                    <a:pt x="50297" y="37293"/>
                  </a:cubicBezTo>
                  <a:lnTo>
                    <a:pt x="50297" y="95"/>
                  </a:lnTo>
                  <a:lnTo>
                    <a:pt x="257" y="3992"/>
                  </a:lnTo>
                  <a:lnTo>
                    <a:pt x="257" y="14974"/>
                  </a:lnTo>
                  <a:cubicBezTo>
                    <a:pt x="25100" y="14974"/>
                    <a:pt x="27939" y="17454"/>
                    <a:pt x="27939" y="34813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760FFDB-4E7D-6021-2CB2-49FA4A1D89C9}"/>
                </a:ext>
              </a:extLst>
            </p:cNvPr>
            <p:cNvSpPr/>
            <p:nvPr/>
          </p:nvSpPr>
          <p:spPr>
            <a:xfrm>
              <a:off x="11905135" y="5692115"/>
              <a:ext cx="111080" cy="221773"/>
            </a:xfrm>
            <a:custGeom>
              <a:avLst/>
              <a:gdLst>
                <a:gd name="connsiteX0" fmla="*/ 54916 w 111080"/>
                <a:gd name="connsiteY0" fmla="*/ 76263 h 221773"/>
                <a:gd name="connsiteX1" fmla="*/ 105665 w 111080"/>
                <a:gd name="connsiteY1" fmla="*/ 76263 h 221773"/>
                <a:gd name="connsiteX2" fmla="*/ 105665 w 111080"/>
                <a:gd name="connsiteY2" fmla="*/ 65281 h 221773"/>
                <a:gd name="connsiteX3" fmla="*/ 54916 w 111080"/>
                <a:gd name="connsiteY3" fmla="*/ 65281 h 221773"/>
                <a:gd name="connsiteX4" fmla="*/ 54916 w 111080"/>
                <a:gd name="connsiteY4" fmla="*/ 95 h 221773"/>
                <a:gd name="connsiteX5" fmla="*/ 46044 w 111080"/>
                <a:gd name="connsiteY5" fmla="*/ 95 h 221773"/>
                <a:gd name="connsiteX6" fmla="*/ 263 w 111080"/>
                <a:gd name="connsiteY6" fmla="*/ 68469 h 221773"/>
                <a:gd name="connsiteX7" fmla="*/ 263 w 111080"/>
                <a:gd name="connsiteY7" fmla="*/ 76263 h 221773"/>
                <a:gd name="connsiteX8" fmla="*/ 30428 w 111080"/>
                <a:gd name="connsiteY8" fmla="*/ 76263 h 221773"/>
                <a:gd name="connsiteX9" fmla="*/ 30428 w 111080"/>
                <a:gd name="connsiteY9" fmla="*/ 174042 h 221773"/>
                <a:gd name="connsiteX10" fmla="*/ 76209 w 111080"/>
                <a:gd name="connsiteY10" fmla="*/ 221869 h 221773"/>
                <a:gd name="connsiteX11" fmla="*/ 111344 w 111080"/>
                <a:gd name="connsiteY11" fmla="*/ 174042 h 221773"/>
                <a:gd name="connsiteX12" fmla="*/ 111344 w 111080"/>
                <a:gd name="connsiteY12" fmla="*/ 153849 h 221773"/>
                <a:gd name="connsiteX13" fmla="*/ 102471 w 111080"/>
                <a:gd name="connsiteY13" fmla="*/ 153849 h 221773"/>
                <a:gd name="connsiteX14" fmla="*/ 102471 w 111080"/>
                <a:gd name="connsiteY14" fmla="*/ 173334 h 221773"/>
                <a:gd name="connsiteX15" fmla="*/ 78694 w 111080"/>
                <a:gd name="connsiteY15" fmla="*/ 213012 h 221773"/>
                <a:gd name="connsiteX16" fmla="*/ 54916 w 111080"/>
                <a:gd name="connsiteY16" fmla="*/ 174751 h 221773"/>
                <a:gd name="connsiteX17" fmla="*/ 54916 w 111080"/>
                <a:gd name="connsiteY17" fmla="*/ 76263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1080" h="221773">
                  <a:moveTo>
                    <a:pt x="54916" y="76263"/>
                  </a:moveTo>
                  <a:lnTo>
                    <a:pt x="105665" y="76263"/>
                  </a:lnTo>
                  <a:lnTo>
                    <a:pt x="105665" y="65281"/>
                  </a:lnTo>
                  <a:lnTo>
                    <a:pt x="54916" y="65281"/>
                  </a:lnTo>
                  <a:lnTo>
                    <a:pt x="54916" y="95"/>
                  </a:lnTo>
                  <a:lnTo>
                    <a:pt x="46044" y="95"/>
                  </a:lnTo>
                  <a:cubicBezTo>
                    <a:pt x="45689" y="29145"/>
                    <a:pt x="35042" y="67052"/>
                    <a:pt x="263" y="68469"/>
                  </a:cubicBezTo>
                  <a:lnTo>
                    <a:pt x="263" y="76263"/>
                  </a:lnTo>
                  <a:lnTo>
                    <a:pt x="30428" y="76263"/>
                  </a:lnTo>
                  <a:lnTo>
                    <a:pt x="30428" y="174042"/>
                  </a:lnTo>
                  <a:cubicBezTo>
                    <a:pt x="30428" y="217617"/>
                    <a:pt x="63433" y="221869"/>
                    <a:pt x="76209" y="221869"/>
                  </a:cubicBezTo>
                  <a:cubicBezTo>
                    <a:pt x="101407" y="221869"/>
                    <a:pt x="111344" y="196715"/>
                    <a:pt x="111344" y="174042"/>
                  </a:cubicBezTo>
                  <a:lnTo>
                    <a:pt x="111344" y="153849"/>
                  </a:lnTo>
                  <a:lnTo>
                    <a:pt x="102471" y="153849"/>
                  </a:lnTo>
                  <a:lnTo>
                    <a:pt x="102471" y="173334"/>
                  </a:lnTo>
                  <a:cubicBezTo>
                    <a:pt x="102471" y="199550"/>
                    <a:pt x="91825" y="213012"/>
                    <a:pt x="78694" y="213012"/>
                  </a:cubicBezTo>
                  <a:cubicBezTo>
                    <a:pt x="54916" y="213012"/>
                    <a:pt x="54916" y="180773"/>
                    <a:pt x="54916" y="174751"/>
                  </a:cubicBezTo>
                  <a:lnTo>
                    <a:pt x="54916" y="76263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EDE66BE-535A-64F4-9BD7-973523975BE0}"/>
                </a:ext>
              </a:extLst>
            </p:cNvPr>
            <p:cNvSpPr/>
            <p:nvPr/>
          </p:nvSpPr>
          <p:spPr>
            <a:xfrm>
              <a:off x="12071539" y="5644288"/>
              <a:ext cx="82334" cy="354271"/>
            </a:xfrm>
            <a:custGeom>
              <a:avLst/>
              <a:gdLst>
                <a:gd name="connsiteX0" fmla="*/ 82601 w 82334"/>
                <a:gd name="connsiteY0" fmla="*/ 350824 h 354271"/>
                <a:gd name="connsiteX1" fmla="*/ 76568 w 82334"/>
                <a:gd name="connsiteY1" fmla="*/ 343030 h 354271"/>
                <a:gd name="connsiteX2" fmla="*/ 20850 w 82334"/>
                <a:gd name="connsiteY2" fmla="*/ 177231 h 354271"/>
                <a:gd name="connsiteX3" fmla="*/ 77988 w 82334"/>
                <a:gd name="connsiteY3" fmla="*/ 9660 h 354271"/>
                <a:gd name="connsiteX4" fmla="*/ 82601 w 82334"/>
                <a:gd name="connsiteY4" fmla="*/ 3637 h 354271"/>
                <a:gd name="connsiteX5" fmla="*/ 79052 w 82334"/>
                <a:gd name="connsiteY5" fmla="*/ 95 h 354271"/>
                <a:gd name="connsiteX6" fmla="*/ 22625 w 82334"/>
                <a:gd name="connsiteY6" fmla="*/ 69178 h 354271"/>
                <a:gd name="connsiteX7" fmla="*/ 267 w 82334"/>
                <a:gd name="connsiteY7" fmla="*/ 177231 h 354271"/>
                <a:gd name="connsiteX8" fmla="*/ 23689 w 82334"/>
                <a:gd name="connsiteY8" fmla="*/ 287763 h 354271"/>
                <a:gd name="connsiteX9" fmla="*/ 79052 w 82334"/>
                <a:gd name="connsiteY9" fmla="*/ 354366 h 354271"/>
                <a:gd name="connsiteX10" fmla="*/ 82601 w 82334"/>
                <a:gd name="connsiteY10" fmla="*/ 350824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334" h="354271">
                  <a:moveTo>
                    <a:pt x="82601" y="350824"/>
                  </a:moveTo>
                  <a:cubicBezTo>
                    <a:pt x="82601" y="349761"/>
                    <a:pt x="82601" y="349052"/>
                    <a:pt x="76568" y="343030"/>
                  </a:cubicBezTo>
                  <a:cubicBezTo>
                    <a:pt x="32207" y="298391"/>
                    <a:pt x="20850" y="231434"/>
                    <a:pt x="20850" y="177231"/>
                  </a:cubicBezTo>
                  <a:cubicBezTo>
                    <a:pt x="20850" y="115587"/>
                    <a:pt x="34336" y="53944"/>
                    <a:pt x="77988" y="9660"/>
                  </a:cubicBezTo>
                  <a:cubicBezTo>
                    <a:pt x="82601" y="5409"/>
                    <a:pt x="82601" y="4700"/>
                    <a:pt x="82601" y="3637"/>
                  </a:cubicBezTo>
                  <a:cubicBezTo>
                    <a:pt x="82601" y="1158"/>
                    <a:pt x="81182" y="95"/>
                    <a:pt x="79052" y="95"/>
                  </a:cubicBezTo>
                  <a:cubicBezTo>
                    <a:pt x="75503" y="95"/>
                    <a:pt x="43563" y="24185"/>
                    <a:pt x="22625" y="69178"/>
                  </a:cubicBezTo>
                  <a:cubicBezTo>
                    <a:pt x="4525" y="108148"/>
                    <a:pt x="267" y="147472"/>
                    <a:pt x="267" y="177231"/>
                  </a:cubicBezTo>
                  <a:cubicBezTo>
                    <a:pt x="267" y="204864"/>
                    <a:pt x="4170" y="247731"/>
                    <a:pt x="23689" y="287763"/>
                  </a:cubicBezTo>
                  <a:cubicBezTo>
                    <a:pt x="44983" y="331339"/>
                    <a:pt x="75503" y="354366"/>
                    <a:pt x="79052" y="354366"/>
                  </a:cubicBezTo>
                  <a:cubicBezTo>
                    <a:pt x="81182" y="354366"/>
                    <a:pt x="82601" y="353303"/>
                    <a:pt x="82601" y="350824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2EE0F9F-6BB2-AE89-237F-D9D7349B5B8E}"/>
                </a:ext>
              </a:extLst>
            </p:cNvPr>
            <p:cNvSpPr/>
            <p:nvPr/>
          </p:nvSpPr>
          <p:spPr>
            <a:xfrm>
              <a:off x="12186840" y="5656333"/>
              <a:ext cx="243455" cy="253658"/>
            </a:xfrm>
            <a:custGeom>
              <a:avLst/>
              <a:gdLst>
                <a:gd name="connsiteX0" fmla="*/ 51375 w 243455"/>
                <a:gd name="connsiteY0" fmla="*/ 213012 h 253658"/>
                <a:gd name="connsiteX1" fmla="*/ 7723 w 243455"/>
                <a:gd name="connsiteY1" fmla="*/ 242771 h 253658"/>
                <a:gd name="connsiteX2" fmla="*/ 270 w 243455"/>
                <a:gd name="connsiteY2" fmla="*/ 249856 h 253658"/>
                <a:gd name="connsiteX3" fmla="*/ 4884 w 243455"/>
                <a:gd name="connsiteY3" fmla="*/ 253753 h 253658"/>
                <a:gd name="connsiteX4" fmla="*/ 35405 w 243455"/>
                <a:gd name="connsiteY4" fmla="*/ 252690 h 253658"/>
                <a:gd name="connsiteX5" fmla="*/ 70894 w 243455"/>
                <a:gd name="connsiteY5" fmla="*/ 253753 h 253658"/>
                <a:gd name="connsiteX6" fmla="*/ 77637 w 243455"/>
                <a:gd name="connsiteY6" fmla="*/ 247022 h 253658"/>
                <a:gd name="connsiteX7" fmla="*/ 71958 w 243455"/>
                <a:gd name="connsiteY7" fmla="*/ 242771 h 253658"/>
                <a:gd name="connsiteX8" fmla="*/ 55279 w 243455"/>
                <a:gd name="connsiteY8" fmla="*/ 230371 h 253658"/>
                <a:gd name="connsiteX9" fmla="*/ 60247 w 243455"/>
                <a:gd name="connsiteY9" fmla="*/ 217263 h 253658"/>
                <a:gd name="connsiteX10" fmla="*/ 87219 w 243455"/>
                <a:gd name="connsiteY10" fmla="*/ 171916 h 253658"/>
                <a:gd name="connsiteX11" fmla="*/ 176296 w 243455"/>
                <a:gd name="connsiteY11" fmla="*/ 171916 h 253658"/>
                <a:gd name="connsiteX12" fmla="*/ 181975 w 243455"/>
                <a:gd name="connsiteY12" fmla="*/ 231080 h 253658"/>
                <a:gd name="connsiteX13" fmla="*/ 156422 w 243455"/>
                <a:gd name="connsiteY13" fmla="*/ 242771 h 253658"/>
                <a:gd name="connsiteX14" fmla="*/ 147905 w 243455"/>
                <a:gd name="connsiteY14" fmla="*/ 249856 h 253658"/>
                <a:gd name="connsiteX15" fmla="*/ 152874 w 243455"/>
                <a:gd name="connsiteY15" fmla="*/ 253753 h 253658"/>
                <a:gd name="connsiteX16" fmla="*/ 197235 w 243455"/>
                <a:gd name="connsiteY16" fmla="*/ 252690 h 253658"/>
                <a:gd name="connsiteX17" fmla="*/ 237338 w 243455"/>
                <a:gd name="connsiteY17" fmla="*/ 253753 h 253658"/>
                <a:gd name="connsiteX18" fmla="*/ 243726 w 243455"/>
                <a:gd name="connsiteY18" fmla="*/ 246668 h 253658"/>
                <a:gd name="connsiteX19" fmla="*/ 235563 w 243455"/>
                <a:gd name="connsiteY19" fmla="*/ 242771 h 253658"/>
                <a:gd name="connsiteX20" fmla="*/ 212495 w 243455"/>
                <a:gd name="connsiteY20" fmla="*/ 230017 h 253658"/>
                <a:gd name="connsiteX21" fmla="*/ 190847 w 243455"/>
                <a:gd name="connsiteY21" fmla="*/ 8597 h 253658"/>
                <a:gd name="connsiteX22" fmla="*/ 184104 w 243455"/>
                <a:gd name="connsiteY22" fmla="*/ 95 h 253658"/>
                <a:gd name="connsiteX23" fmla="*/ 174877 w 243455"/>
                <a:gd name="connsiteY23" fmla="*/ 6117 h 253658"/>
                <a:gd name="connsiteX24" fmla="*/ 51375 w 243455"/>
                <a:gd name="connsiteY24" fmla="*/ 213012 h 253658"/>
                <a:gd name="connsiteX25" fmla="*/ 93962 w 243455"/>
                <a:gd name="connsiteY25" fmla="*/ 160934 h 253658"/>
                <a:gd name="connsiteX26" fmla="*/ 163875 w 243455"/>
                <a:gd name="connsiteY26" fmla="*/ 44024 h 253658"/>
                <a:gd name="connsiteX27" fmla="*/ 175232 w 243455"/>
                <a:gd name="connsiteY27" fmla="*/ 160934 h 253658"/>
                <a:gd name="connsiteX28" fmla="*/ 93962 w 243455"/>
                <a:gd name="connsiteY28" fmla="*/ 160934 h 25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3455" h="253658">
                  <a:moveTo>
                    <a:pt x="51375" y="213012"/>
                  </a:moveTo>
                  <a:cubicBezTo>
                    <a:pt x="37179" y="236748"/>
                    <a:pt x="23338" y="241708"/>
                    <a:pt x="7723" y="242771"/>
                  </a:cubicBezTo>
                  <a:cubicBezTo>
                    <a:pt x="3464" y="243125"/>
                    <a:pt x="270" y="243125"/>
                    <a:pt x="270" y="249856"/>
                  </a:cubicBezTo>
                  <a:cubicBezTo>
                    <a:pt x="270" y="251982"/>
                    <a:pt x="2045" y="253753"/>
                    <a:pt x="4884" y="253753"/>
                  </a:cubicBezTo>
                  <a:cubicBezTo>
                    <a:pt x="14466" y="253753"/>
                    <a:pt x="25468" y="252690"/>
                    <a:pt x="35405" y="252690"/>
                  </a:cubicBezTo>
                  <a:cubicBezTo>
                    <a:pt x="47116" y="252690"/>
                    <a:pt x="59537" y="253753"/>
                    <a:pt x="70894" y="253753"/>
                  </a:cubicBezTo>
                  <a:cubicBezTo>
                    <a:pt x="73023" y="253753"/>
                    <a:pt x="77637" y="253753"/>
                    <a:pt x="77637" y="247022"/>
                  </a:cubicBezTo>
                  <a:cubicBezTo>
                    <a:pt x="77637" y="243125"/>
                    <a:pt x="74443" y="242771"/>
                    <a:pt x="71958" y="242771"/>
                  </a:cubicBezTo>
                  <a:cubicBezTo>
                    <a:pt x="63796" y="242062"/>
                    <a:pt x="55279" y="239228"/>
                    <a:pt x="55279" y="230371"/>
                  </a:cubicBezTo>
                  <a:cubicBezTo>
                    <a:pt x="55279" y="226120"/>
                    <a:pt x="57408" y="222223"/>
                    <a:pt x="60247" y="217263"/>
                  </a:cubicBezTo>
                  <a:lnTo>
                    <a:pt x="87219" y="171916"/>
                  </a:lnTo>
                  <a:lnTo>
                    <a:pt x="176296" y="171916"/>
                  </a:lnTo>
                  <a:cubicBezTo>
                    <a:pt x="177006" y="179356"/>
                    <a:pt x="181975" y="227537"/>
                    <a:pt x="181975" y="231080"/>
                  </a:cubicBezTo>
                  <a:cubicBezTo>
                    <a:pt x="181975" y="241708"/>
                    <a:pt x="163520" y="242771"/>
                    <a:pt x="156422" y="242771"/>
                  </a:cubicBezTo>
                  <a:cubicBezTo>
                    <a:pt x="151454" y="242771"/>
                    <a:pt x="147905" y="242771"/>
                    <a:pt x="147905" y="249856"/>
                  </a:cubicBezTo>
                  <a:cubicBezTo>
                    <a:pt x="147905" y="253753"/>
                    <a:pt x="152164" y="253753"/>
                    <a:pt x="152874" y="253753"/>
                  </a:cubicBezTo>
                  <a:cubicBezTo>
                    <a:pt x="167424" y="253753"/>
                    <a:pt x="182684" y="252690"/>
                    <a:pt x="197235" y="252690"/>
                  </a:cubicBezTo>
                  <a:cubicBezTo>
                    <a:pt x="206107" y="252690"/>
                    <a:pt x="228465" y="253753"/>
                    <a:pt x="237338" y="253753"/>
                  </a:cubicBezTo>
                  <a:cubicBezTo>
                    <a:pt x="239467" y="253753"/>
                    <a:pt x="243726" y="253753"/>
                    <a:pt x="243726" y="246668"/>
                  </a:cubicBezTo>
                  <a:cubicBezTo>
                    <a:pt x="243726" y="242771"/>
                    <a:pt x="240177" y="242771"/>
                    <a:pt x="235563" y="242771"/>
                  </a:cubicBezTo>
                  <a:cubicBezTo>
                    <a:pt x="213560" y="242771"/>
                    <a:pt x="213560" y="240291"/>
                    <a:pt x="212495" y="230017"/>
                  </a:cubicBezTo>
                  <a:lnTo>
                    <a:pt x="190847" y="8597"/>
                  </a:lnTo>
                  <a:cubicBezTo>
                    <a:pt x="190137" y="1512"/>
                    <a:pt x="190137" y="95"/>
                    <a:pt x="184104" y="95"/>
                  </a:cubicBezTo>
                  <a:cubicBezTo>
                    <a:pt x="178426" y="95"/>
                    <a:pt x="177006" y="2575"/>
                    <a:pt x="174877" y="6117"/>
                  </a:cubicBezTo>
                  <a:lnTo>
                    <a:pt x="51375" y="213012"/>
                  </a:lnTo>
                  <a:close/>
                  <a:moveTo>
                    <a:pt x="93962" y="160934"/>
                  </a:moveTo>
                  <a:lnTo>
                    <a:pt x="163875" y="44024"/>
                  </a:lnTo>
                  <a:lnTo>
                    <a:pt x="175232" y="160934"/>
                  </a:lnTo>
                  <a:lnTo>
                    <a:pt x="93962" y="160934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DAFF3FD-0F17-CAA4-3C15-D2B0BA048B71}"/>
                </a:ext>
              </a:extLst>
            </p:cNvPr>
            <p:cNvSpPr/>
            <p:nvPr/>
          </p:nvSpPr>
          <p:spPr>
            <a:xfrm>
              <a:off x="12460816" y="5644288"/>
              <a:ext cx="82334" cy="354271"/>
            </a:xfrm>
            <a:custGeom>
              <a:avLst/>
              <a:gdLst>
                <a:gd name="connsiteX0" fmla="*/ 82613 w 82334"/>
                <a:gd name="connsiteY0" fmla="*/ 177231 h 354271"/>
                <a:gd name="connsiteX1" fmla="*/ 59190 w 82334"/>
                <a:gd name="connsiteY1" fmla="*/ 66698 h 354271"/>
                <a:gd name="connsiteX2" fmla="*/ 3827 w 82334"/>
                <a:gd name="connsiteY2" fmla="*/ 95 h 354271"/>
                <a:gd name="connsiteX3" fmla="*/ 278 w 82334"/>
                <a:gd name="connsiteY3" fmla="*/ 3637 h 354271"/>
                <a:gd name="connsiteX4" fmla="*/ 7021 w 82334"/>
                <a:gd name="connsiteY4" fmla="*/ 11786 h 354271"/>
                <a:gd name="connsiteX5" fmla="*/ 62029 w 82334"/>
                <a:gd name="connsiteY5" fmla="*/ 177231 h 354271"/>
                <a:gd name="connsiteX6" fmla="*/ 4892 w 82334"/>
                <a:gd name="connsiteY6" fmla="*/ 344801 h 354271"/>
                <a:gd name="connsiteX7" fmla="*/ 278 w 82334"/>
                <a:gd name="connsiteY7" fmla="*/ 350824 h 354271"/>
                <a:gd name="connsiteX8" fmla="*/ 3827 w 82334"/>
                <a:gd name="connsiteY8" fmla="*/ 354366 h 354271"/>
                <a:gd name="connsiteX9" fmla="*/ 60255 w 82334"/>
                <a:gd name="connsiteY9" fmla="*/ 285283 h 354271"/>
                <a:gd name="connsiteX10" fmla="*/ 82613 w 82334"/>
                <a:gd name="connsiteY10" fmla="*/ 177231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334" h="354271">
                  <a:moveTo>
                    <a:pt x="82613" y="177231"/>
                  </a:moveTo>
                  <a:cubicBezTo>
                    <a:pt x="82613" y="149597"/>
                    <a:pt x="78709" y="106731"/>
                    <a:pt x="59190" y="66698"/>
                  </a:cubicBezTo>
                  <a:cubicBezTo>
                    <a:pt x="37896" y="23122"/>
                    <a:pt x="7376" y="95"/>
                    <a:pt x="3827" y="95"/>
                  </a:cubicBezTo>
                  <a:cubicBezTo>
                    <a:pt x="1698" y="95"/>
                    <a:pt x="278" y="1512"/>
                    <a:pt x="278" y="3637"/>
                  </a:cubicBezTo>
                  <a:cubicBezTo>
                    <a:pt x="278" y="4700"/>
                    <a:pt x="278" y="5409"/>
                    <a:pt x="7021" y="11786"/>
                  </a:cubicBezTo>
                  <a:cubicBezTo>
                    <a:pt x="41800" y="46859"/>
                    <a:pt x="62029" y="103188"/>
                    <a:pt x="62029" y="177231"/>
                  </a:cubicBezTo>
                  <a:cubicBezTo>
                    <a:pt x="62029" y="237811"/>
                    <a:pt x="48898" y="300163"/>
                    <a:pt x="4892" y="344801"/>
                  </a:cubicBezTo>
                  <a:cubicBezTo>
                    <a:pt x="278" y="349052"/>
                    <a:pt x="278" y="349761"/>
                    <a:pt x="278" y="350824"/>
                  </a:cubicBezTo>
                  <a:cubicBezTo>
                    <a:pt x="278" y="352949"/>
                    <a:pt x="1698" y="354366"/>
                    <a:pt x="3827" y="354366"/>
                  </a:cubicBezTo>
                  <a:cubicBezTo>
                    <a:pt x="7376" y="354366"/>
                    <a:pt x="39316" y="330276"/>
                    <a:pt x="60255" y="285283"/>
                  </a:cubicBezTo>
                  <a:cubicBezTo>
                    <a:pt x="78354" y="246313"/>
                    <a:pt x="82613" y="206989"/>
                    <a:pt x="82613" y="177231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631C044-C373-7FB1-957A-A45546FF021C}"/>
                </a:ext>
              </a:extLst>
            </p:cNvPr>
            <p:cNvSpPr/>
            <p:nvPr/>
          </p:nvSpPr>
          <p:spPr>
            <a:xfrm>
              <a:off x="8274982" y="6489052"/>
              <a:ext cx="185252" cy="225316"/>
            </a:xfrm>
            <a:custGeom>
              <a:avLst/>
              <a:gdLst>
                <a:gd name="connsiteX0" fmla="*/ 27488 w 185252"/>
                <a:gd name="connsiteY0" fmla="*/ 199925 h 225316"/>
                <a:gd name="connsiteX1" fmla="*/ 8324 w 185252"/>
                <a:gd name="connsiteY1" fmla="*/ 214450 h 225316"/>
                <a:gd name="connsiteX2" fmla="*/ 161 w 185252"/>
                <a:gd name="connsiteY2" fmla="*/ 221181 h 225316"/>
                <a:gd name="connsiteX3" fmla="*/ 4775 w 185252"/>
                <a:gd name="connsiteY3" fmla="*/ 225432 h 225316"/>
                <a:gd name="connsiteX4" fmla="*/ 34586 w 185252"/>
                <a:gd name="connsiteY4" fmla="*/ 224369 h 225316"/>
                <a:gd name="connsiteX5" fmla="*/ 69720 w 185252"/>
                <a:gd name="connsiteY5" fmla="*/ 225432 h 225316"/>
                <a:gd name="connsiteX6" fmla="*/ 76108 w 185252"/>
                <a:gd name="connsiteY6" fmla="*/ 218347 h 225316"/>
                <a:gd name="connsiteX7" fmla="*/ 67591 w 185252"/>
                <a:gd name="connsiteY7" fmla="*/ 214450 h 225316"/>
                <a:gd name="connsiteX8" fmla="*/ 49846 w 185252"/>
                <a:gd name="connsiteY8" fmla="*/ 208781 h 225316"/>
                <a:gd name="connsiteX9" fmla="*/ 67236 w 185252"/>
                <a:gd name="connsiteY9" fmla="*/ 137927 h 225316"/>
                <a:gd name="connsiteX10" fmla="*/ 99886 w 185252"/>
                <a:gd name="connsiteY10" fmla="*/ 160600 h 225316"/>
                <a:gd name="connsiteX11" fmla="*/ 185414 w 185252"/>
                <a:gd name="connsiteY11" fmla="*/ 56799 h 225316"/>
                <a:gd name="connsiteX12" fmla="*/ 138214 w 185252"/>
                <a:gd name="connsiteY12" fmla="*/ 115 h 225316"/>
                <a:gd name="connsiteX13" fmla="*/ 91723 w 185252"/>
                <a:gd name="connsiteY13" fmla="*/ 26686 h 225316"/>
                <a:gd name="connsiteX14" fmla="*/ 59783 w 185252"/>
                <a:gd name="connsiteY14" fmla="*/ 115 h 225316"/>
                <a:gd name="connsiteX15" fmla="*/ 33521 w 185252"/>
                <a:gd name="connsiteY15" fmla="*/ 20309 h 225316"/>
                <a:gd name="connsiteX16" fmla="*/ 22519 w 185252"/>
                <a:gd name="connsiteY16" fmla="*/ 54673 h 225316"/>
                <a:gd name="connsiteX17" fmla="*/ 26778 w 185252"/>
                <a:gd name="connsiteY17" fmla="*/ 58216 h 225316"/>
                <a:gd name="connsiteX18" fmla="*/ 32811 w 185252"/>
                <a:gd name="connsiteY18" fmla="*/ 50068 h 225316"/>
                <a:gd name="connsiteX19" fmla="*/ 58718 w 185252"/>
                <a:gd name="connsiteY19" fmla="*/ 7909 h 225316"/>
                <a:gd name="connsiteX20" fmla="*/ 69720 w 185252"/>
                <a:gd name="connsiteY20" fmla="*/ 24206 h 225316"/>
                <a:gd name="connsiteX21" fmla="*/ 67236 w 185252"/>
                <a:gd name="connsiteY21" fmla="*/ 42274 h 225316"/>
                <a:gd name="connsiteX22" fmla="*/ 27488 w 185252"/>
                <a:gd name="connsiteY22" fmla="*/ 199925 h 225316"/>
                <a:gd name="connsiteX23" fmla="*/ 89949 w 185252"/>
                <a:gd name="connsiteY23" fmla="*/ 46171 h 225316"/>
                <a:gd name="connsiteX24" fmla="*/ 108403 w 185252"/>
                <a:gd name="connsiteY24" fmla="*/ 21372 h 225316"/>
                <a:gd name="connsiteX25" fmla="*/ 137149 w 185252"/>
                <a:gd name="connsiteY25" fmla="*/ 7909 h 225316"/>
                <a:gd name="connsiteX26" fmla="*/ 159862 w 185252"/>
                <a:gd name="connsiteY26" fmla="*/ 41211 h 225316"/>
                <a:gd name="connsiteX27" fmla="*/ 141763 w 185252"/>
                <a:gd name="connsiteY27" fmla="*/ 116317 h 225316"/>
                <a:gd name="connsiteX28" fmla="*/ 99531 w 185252"/>
                <a:gd name="connsiteY28" fmla="*/ 152806 h 225316"/>
                <a:gd name="connsiteX29" fmla="*/ 71494 w 185252"/>
                <a:gd name="connsiteY29" fmla="*/ 121276 h 225316"/>
                <a:gd name="connsiteX30" fmla="*/ 72559 w 185252"/>
                <a:gd name="connsiteY30" fmla="*/ 115608 h 225316"/>
                <a:gd name="connsiteX31" fmla="*/ 89949 w 185252"/>
                <a:gd name="connsiteY31" fmla="*/ 46171 h 2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252" h="225316">
                  <a:moveTo>
                    <a:pt x="27488" y="199925"/>
                  </a:moveTo>
                  <a:cubicBezTo>
                    <a:pt x="24649" y="211970"/>
                    <a:pt x="23939" y="214450"/>
                    <a:pt x="8324" y="214450"/>
                  </a:cubicBezTo>
                  <a:cubicBezTo>
                    <a:pt x="4065" y="214450"/>
                    <a:pt x="161" y="214450"/>
                    <a:pt x="161" y="221181"/>
                  </a:cubicBezTo>
                  <a:cubicBezTo>
                    <a:pt x="161" y="224015"/>
                    <a:pt x="1936" y="225432"/>
                    <a:pt x="4775" y="225432"/>
                  </a:cubicBezTo>
                  <a:cubicBezTo>
                    <a:pt x="14357" y="225432"/>
                    <a:pt x="24649" y="224369"/>
                    <a:pt x="34586" y="224369"/>
                  </a:cubicBezTo>
                  <a:cubicBezTo>
                    <a:pt x="46297" y="224369"/>
                    <a:pt x="58363" y="225432"/>
                    <a:pt x="69720" y="225432"/>
                  </a:cubicBezTo>
                  <a:cubicBezTo>
                    <a:pt x="71494" y="225432"/>
                    <a:pt x="76108" y="225432"/>
                    <a:pt x="76108" y="218347"/>
                  </a:cubicBezTo>
                  <a:cubicBezTo>
                    <a:pt x="76108" y="214450"/>
                    <a:pt x="72559" y="214450"/>
                    <a:pt x="67591" y="214450"/>
                  </a:cubicBezTo>
                  <a:cubicBezTo>
                    <a:pt x="49846" y="214450"/>
                    <a:pt x="49846" y="211970"/>
                    <a:pt x="49846" y="208781"/>
                  </a:cubicBezTo>
                  <a:cubicBezTo>
                    <a:pt x="49846" y="204530"/>
                    <a:pt x="64751" y="146784"/>
                    <a:pt x="67236" y="137927"/>
                  </a:cubicBezTo>
                  <a:cubicBezTo>
                    <a:pt x="71849" y="148201"/>
                    <a:pt x="81786" y="160600"/>
                    <a:pt x="99886" y="160600"/>
                  </a:cubicBezTo>
                  <a:cubicBezTo>
                    <a:pt x="141053" y="160600"/>
                    <a:pt x="185414" y="108877"/>
                    <a:pt x="185414" y="56799"/>
                  </a:cubicBezTo>
                  <a:cubicBezTo>
                    <a:pt x="185414" y="23497"/>
                    <a:pt x="165186" y="115"/>
                    <a:pt x="138214" y="115"/>
                  </a:cubicBezTo>
                  <a:cubicBezTo>
                    <a:pt x="120469" y="115"/>
                    <a:pt x="103435" y="12869"/>
                    <a:pt x="91723" y="26686"/>
                  </a:cubicBezTo>
                  <a:cubicBezTo>
                    <a:pt x="88174" y="7555"/>
                    <a:pt x="72914" y="115"/>
                    <a:pt x="59783" y="115"/>
                  </a:cubicBezTo>
                  <a:cubicBezTo>
                    <a:pt x="43458" y="115"/>
                    <a:pt x="36715" y="13932"/>
                    <a:pt x="33521" y="20309"/>
                  </a:cubicBezTo>
                  <a:cubicBezTo>
                    <a:pt x="27133" y="32354"/>
                    <a:pt x="22519" y="53610"/>
                    <a:pt x="22519" y="54673"/>
                  </a:cubicBezTo>
                  <a:cubicBezTo>
                    <a:pt x="22519" y="58216"/>
                    <a:pt x="26068" y="58216"/>
                    <a:pt x="26778" y="58216"/>
                  </a:cubicBezTo>
                  <a:cubicBezTo>
                    <a:pt x="30327" y="58216"/>
                    <a:pt x="30682" y="57862"/>
                    <a:pt x="32811" y="50068"/>
                  </a:cubicBezTo>
                  <a:cubicBezTo>
                    <a:pt x="38844" y="24914"/>
                    <a:pt x="45942" y="7909"/>
                    <a:pt x="58718" y="7909"/>
                  </a:cubicBezTo>
                  <a:cubicBezTo>
                    <a:pt x="64751" y="7909"/>
                    <a:pt x="69720" y="10744"/>
                    <a:pt x="69720" y="24206"/>
                  </a:cubicBezTo>
                  <a:cubicBezTo>
                    <a:pt x="69720" y="32354"/>
                    <a:pt x="68655" y="36251"/>
                    <a:pt x="67236" y="42274"/>
                  </a:cubicBezTo>
                  <a:lnTo>
                    <a:pt x="27488" y="199925"/>
                  </a:lnTo>
                  <a:close/>
                  <a:moveTo>
                    <a:pt x="89949" y="46171"/>
                  </a:moveTo>
                  <a:cubicBezTo>
                    <a:pt x="92433" y="36605"/>
                    <a:pt x="102015" y="26686"/>
                    <a:pt x="108403" y="21372"/>
                  </a:cubicBezTo>
                  <a:cubicBezTo>
                    <a:pt x="120824" y="10389"/>
                    <a:pt x="131116" y="7909"/>
                    <a:pt x="137149" y="7909"/>
                  </a:cubicBezTo>
                  <a:cubicBezTo>
                    <a:pt x="151345" y="7909"/>
                    <a:pt x="159862" y="20309"/>
                    <a:pt x="159862" y="41211"/>
                  </a:cubicBezTo>
                  <a:cubicBezTo>
                    <a:pt x="159862" y="62113"/>
                    <a:pt x="148151" y="102854"/>
                    <a:pt x="141763" y="116317"/>
                  </a:cubicBezTo>
                  <a:cubicBezTo>
                    <a:pt x="129696" y="141116"/>
                    <a:pt x="112662" y="152806"/>
                    <a:pt x="99531" y="152806"/>
                  </a:cubicBezTo>
                  <a:cubicBezTo>
                    <a:pt x="76108" y="152806"/>
                    <a:pt x="71494" y="123402"/>
                    <a:pt x="71494" y="121276"/>
                  </a:cubicBezTo>
                  <a:cubicBezTo>
                    <a:pt x="71494" y="120568"/>
                    <a:pt x="71494" y="119859"/>
                    <a:pt x="72559" y="115608"/>
                  </a:cubicBezTo>
                  <a:lnTo>
                    <a:pt x="89949" y="46171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FD3B564-6330-E40D-F28E-D42666EC89C0}"/>
                </a:ext>
              </a:extLst>
            </p:cNvPr>
            <p:cNvSpPr/>
            <p:nvPr/>
          </p:nvSpPr>
          <p:spPr>
            <a:xfrm>
              <a:off x="8500028" y="6379936"/>
              <a:ext cx="82334" cy="354271"/>
            </a:xfrm>
            <a:custGeom>
              <a:avLst/>
              <a:gdLst>
                <a:gd name="connsiteX0" fmla="*/ 82501 w 82334"/>
                <a:gd name="connsiteY0" fmla="*/ 350844 h 354271"/>
                <a:gd name="connsiteX1" fmla="*/ 76468 w 82334"/>
                <a:gd name="connsiteY1" fmla="*/ 343050 h 354271"/>
                <a:gd name="connsiteX2" fmla="*/ 20750 w 82334"/>
                <a:gd name="connsiteY2" fmla="*/ 177251 h 354271"/>
                <a:gd name="connsiteX3" fmla="*/ 77887 w 82334"/>
                <a:gd name="connsiteY3" fmla="*/ 9681 h 354271"/>
                <a:gd name="connsiteX4" fmla="*/ 82501 w 82334"/>
                <a:gd name="connsiteY4" fmla="*/ 3658 h 354271"/>
                <a:gd name="connsiteX5" fmla="*/ 78952 w 82334"/>
                <a:gd name="connsiteY5" fmla="*/ 115 h 354271"/>
                <a:gd name="connsiteX6" fmla="*/ 22524 w 82334"/>
                <a:gd name="connsiteY6" fmla="*/ 69198 h 354271"/>
                <a:gd name="connsiteX7" fmla="*/ 166 w 82334"/>
                <a:gd name="connsiteY7" fmla="*/ 177251 h 354271"/>
                <a:gd name="connsiteX8" fmla="*/ 23589 w 82334"/>
                <a:gd name="connsiteY8" fmla="*/ 287784 h 354271"/>
                <a:gd name="connsiteX9" fmla="*/ 78952 w 82334"/>
                <a:gd name="connsiteY9" fmla="*/ 354387 h 354271"/>
                <a:gd name="connsiteX10" fmla="*/ 82501 w 82334"/>
                <a:gd name="connsiteY10" fmla="*/ 350844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334" h="354271">
                  <a:moveTo>
                    <a:pt x="82501" y="350844"/>
                  </a:moveTo>
                  <a:cubicBezTo>
                    <a:pt x="82501" y="349781"/>
                    <a:pt x="82501" y="349073"/>
                    <a:pt x="76468" y="343050"/>
                  </a:cubicBezTo>
                  <a:cubicBezTo>
                    <a:pt x="32107" y="298412"/>
                    <a:pt x="20750" y="231455"/>
                    <a:pt x="20750" y="177251"/>
                  </a:cubicBezTo>
                  <a:cubicBezTo>
                    <a:pt x="20750" y="115608"/>
                    <a:pt x="34236" y="53965"/>
                    <a:pt x="77887" y="9681"/>
                  </a:cubicBezTo>
                  <a:cubicBezTo>
                    <a:pt x="82501" y="5430"/>
                    <a:pt x="82501" y="4721"/>
                    <a:pt x="82501" y="3658"/>
                  </a:cubicBezTo>
                  <a:cubicBezTo>
                    <a:pt x="82501" y="1178"/>
                    <a:pt x="81081" y="115"/>
                    <a:pt x="78952" y="115"/>
                  </a:cubicBezTo>
                  <a:cubicBezTo>
                    <a:pt x="75403" y="115"/>
                    <a:pt x="43463" y="24206"/>
                    <a:pt x="22524" y="69198"/>
                  </a:cubicBezTo>
                  <a:cubicBezTo>
                    <a:pt x="4425" y="108168"/>
                    <a:pt x="166" y="147492"/>
                    <a:pt x="166" y="177251"/>
                  </a:cubicBezTo>
                  <a:cubicBezTo>
                    <a:pt x="166" y="204884"/>
                    <a:pt x="4070" y="247751"/>
                    <a:pt x="23589" y="287784"/>
                  </a:cubicBezTo>
                  <a:cubicBezTo>
                    <a:pt x="44883" y="331359"/>
                    <a:pt x="75403" y="354387"/>
                    <a:pt x="78952" y="354387"/>
                  </a:cubicBezTo>
                  <a:cubicBezTo>
                    <a:pt x="81081" y="354387"/>
                    <a:pt x="82501" y="353324"/>
                    <a:pt x="82501" y="350844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2553172-7F0B-2CC2-8257-871BF9DB4218}"/>
                </a:ext>
              </a:extLst>
            </p:cNvPr>
            <p:cNvSpPr/>
            <p:nvPr/>
          </p:nvSpPr>
          <p:spPr>
            <a:xfrm>
              <a:off x="8615328" y="6391981"/>
              <a:ext cx="243455" cy="253658"/>
            </a:xfrm>
            <a:custGeom>
              <a:avLst/>
              <a:gdLst>
                <a:gd name="connsiteX0" fmla="*/ 51275 w 243455"/>
                <a:gd name="connsiteY0" fmla="*/ 213033 h 253658"/>
                <a:gd name="connsiteX1" fmla="*/ 7623 w 243455"/>
                <a:gd name="connsiteY1" fmla="*/ 242791 h 253658"/>
                <a:gd name="connsiteX2" fmla="*/ 170 w 243455"/>
                <a:gd name="connsiteY2" fmla="*/ 249877 h 253658"/>
                <a:gd name="connsiteX3" fmla="*/ 4784 w 243455"/>
                <a:gd name="connsiteY3" fmla="*/ 253774 h 253658"/>
                <a:gd name="connsiteX4" fmla="*/ 35304 w 243455"/>
                <a:gd name="connsiteY4" fmla="*/ 252711 h 253658"/>
                <a:gd name="connsiteX5" fmla="*/ 70793 w 243455"/>
                <a:gd name="connsiteY5" fmla="*/ 253774 h 253658"/>
                <a:gd name="connsiteX6" fmla="*/ 77536 w 243455"/>
                <a:gd name="connsiteY6" fmla="*/ 247043 h 253658"/>
                <a:gd name="connsiteX7" fmla="*/ 71858 w 243455"/>
                <a:gd name="connsiteY7" fmla="*/ 242791 h 253658"/>
                <a:gd name="connsiteX8" fmla="*/ 55178 w 243455"/>
                <a:gd name="connsiteY8" fmla="*/ 230392 h 253658"/>
                <a:gd name="connsiteX9" fmla="*/ 60147 w 243455"/>
                <a:gd name="connsiteY9" fmla="*/ 217284 h 253658"/>
                <a:gd name="connsiteX10" fmla="*/ 87118 w 243455"/>
                <a:gd name="connsiteY10" fmla="*/ 171937 h 253658"/>
                <a:gd name="connsiteX11" fmla="*/ 176196 w 243455"/>
                <a:gd name="connsiteY11" fmla="*/ 171937 h 253658"/>
                <a:gd name="connsiteX12" fmla="*/ 181874 w 243455"/>
                <a:gd name="connsiteY12" fmla="*/ 231100 h 253658"/>
                <a:gd name="connsiteX13" fmla="*/ 156322 w 243455"/>
                <a:gd name="connsiteY13" fmla="*/ 242791 h 253658"/>
                <a:gd name="connsiteX14" fmla="*/ 147805 w 243455"/>
                <a:gd name="connsiteY14" fmla="*/ 249877 h 253658"/>
                <a:gd name="connsiteX15" fmla="*/ 152773 w 243455"/>
                <a:gd name="connsiteY15" fmla="*/ 253774 h 253658"/>
                <a:gd name="connsiteX16" fmla="*/ 197135 w 243455"/>
                <a:gd name="connsiteY16" fmla="*/ 252711 h 253658"/>
                <a:gd name="connsiteX17" fmla="*/ 237237 w 243455"/>
                <a:gd name="connsiteY17" fmla="*/ 253774 h 253658"/>
                <a:gd name="connsiteX18" fmla="*/ 243625 w 243455"/>
                <a:gd name="connsiteY18" fmla="*/ 246688 h 253658"/>
                <a:gd name="connsiteX19" fmla="*/ 235463 w 243455"/>
                <a:gd name="connsiteY19" fmla="*/ 242791 h 253658"/>
                <a:gd name="connsiteX20" fmla="*/ 212395 w 243455"/>
                <a:gd name="connsiteY20" fmla="*/ 230038 h 253658"/>
                <a:gd name="connsiteX21" fmla="*/ 190747 w 243455"/>
                <a:gd name="connsiteY21" fmla="*/ 8618 h 253658"/>
                <a:gd name="connsiteX22" fmla="*/ 184004 w 243455"/>
                <a:gd name="connsiteY22" fmla="*/ 115 h 253658"/>
                <a:gd name="connsiteX23" fmla="*/ 174776 w 243455"/>
                <a:gd name="connsiteY23" fmla="*/ 6138 h 253658"/>
                <a:gd name="connsiteX24" fmla="*/ 51275 w 243455"/>
                <a:gd name="connsiteY24" fmla="*/ 213033 h 253658"/>
                <a:gd name="connsiteX25" fmla="*/ 93861 w 243455"/>
                <a:gd name="connsiteY25" fmla="*/ 160955 h 253658"/>
                <a:gd name="connsiteX26" fmla="*/ 163775 w 243455"/>
                <a:gd name="connsiteY26" fmla="*/ 44045 h 253658"/>
                <a:gd name="connsiteX27" fmla="*/ 175131 w 243455"/>
                <a:gd name="connsiteY27" fmla="*/ 160955 h 253658"/>
                <a:gd name="connsiteX28" fmla="*/ 93861 w 243455"/>
                <a:gd name="connsiteY28" fmla="*/ 160955 h 25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3455" h="253658">
                  <a:moveTo>
                    <a:pt x="51275" y="213033"/>
                  </a:moveTo>
                  <a:cubicBezTo>
                    <a:pt x="37079" y="236769"/>
                    <a:pt x="23238" y="241729"/>
                    <a:pt x="7623" y="242791"/>
                  </a:cubicBezTo>
                  <a:cubicBezTo>
                    <a:pt x="3364" y="243146"/>
                    <a:pt x="170" y="243146"/>
                    <a:pt x="170" y="249877"/>
                  </a:cubicBezTo>
                  <a:cubicBezTo>
                    <a:pt x="170" y="252002"/>
                    <a:pt x="1945" y="253774"/>
                    <a:pt x="4784" y="253774"/>
                  </a:cubicBezTo>
                  <a:cubicBezTo>
                    <a:pt x="14366" y="253774"/>
                    <a:pt x="25367" y="252711"/>
                    <a:pt x="35304" y="252711"/>
                  </a:cubicBezTo>
                  <a:cubicBezTo>
                    <a:pt x="47016" y="252711"/>
                    <a:pt x="59437" y="253774"/>
                    <a:pt x="70793" y="253774"/>
                  </a:cubicBezTo>
                  <a:cubicBezTo>
                    <a:pt x="72923" y="253774"/>
                    <a:pt x="77536" y="253774"/>
                    <a:pt x="77536" y="247043"/>
                  </a:cubicBezTo>
                  <a:cubicBezTo>
                    <a:pt x="77536" y="243146"/>
                    <a:pt x="74342" y="242791"/>
                    <a:pt x="71858" y="242791"/>
                  </a:cubicBezTo>
                  <a:cubicBezTo>
                    <a:pt x="63696" y="242083"/>
                    <a:pt x="55178" y="239249"/>
                    <a:pt x="55178" y="230392"/>
                  </a:cubicBezTo>
                  <a:cubicBezTo>
                    <a:pt x="55178" y="226141"/>
                    <a:pt x="57308" y="222244"/>
                    <a:pt x="60147" y="217284"/>
                  </a:cubicBezTo>
                  <a:lnTo>
                    <a:pt x="87118" y="171937"/>
                  </a:lnTo>
                  <a:lnTo>
                    <a:pt x="176196" y="171937"/>
                  </a:lnTo>
                  <a:cubicBezTo>
                    <a:pt x="176906" y="179377"/>
                    <a:pt x="181874" y="227558"/>
                    <a:pt x="181874" y="231100"/>
                  </a:cubicBezTo>
                  <a:cubicBezTo>
                    <a:pt x="181874" y="241729"/>
                    <a:pt x="163420" y="242791"/>
                    <a:pt x="156322" y="242791"/>
                  </a:cubicBezTo>
                  <a:cubicBezTo>
                    <a:pt x="151354" y="242791"/>
                    <a:pt x="147805" y="242791"/>
                    <a:pt x="147805" y="249877"/>
                  </a:cubicBezTo>
                  <a:cubicBezTo>
                    <a:pt x="147805" y="253774"/>
                    <a:pt x="152063" y="253774"/>
                    <a:pt x="152773" y="253774"/>
                  </a:cubicBezTo>
                  <a:cubicBezTo>
                    <a:pt x="167324" y="253774"/>
                    <a:pt x="182584" y="252711"/>
                    <a:pt x="197135" y="252711"/>
                  </a:cubicBezTo>
                  <a:cubicBezTo>
                    <a:pt x="206007" y="252711"/>
                    <a:pt x="228365" y="253774"/>
                    <a:pt x="237237" y="253774"/>
                  </a:cubicBezTo>
                  <a:cubicBezTo>
                    <a:pt x="239367" y="253774"/>
                    <a:pt x="243625" y="253774"/>
                    <a:pt x="243625" y="246688"/>
                  </a:cubicBezTo>
                  <a:cubicBezTo>
                    <a:pt x="243625" y="242791"/>
                    <a:pt x="240076" y="242791"/>
                    <a:pt x="235463" y="242791"/>
                  </a:cubicBezTo>
                  <a:cubicBezTo>
                    <a:pt x="213460" y="242791"/>
                    <a:pt x="213460" y="240312"/>
                    <a:pt x="212395" y="230038"/>
                  </a:cubicBezTo>
                  <a:lnTo>
                    <a:pt x="190747" y="8618"/>
                  </a:lnTo>
                  <a:cubicBezTo>
                    <a:pt x="190037" y="1533"/>
                    <a:pt x="190037" y="115"/>
                    <a:pt x="184004" y="115"/>
                  </a:cubicBezTo>
                  <a:cubicBezTo>
                    <a:pt x="178325" y="115"/>
                    <a:pt x="176906" y="2595"/>
                    <a:pt x="174776" y="6138"/>
                  </a:cubicBezTo>
                  <a:lnTo>
                    <a:pt x="51275" y="213033"/>
                  </a:lnTo>
                  <a:close/>
                  <a:moveTo>
                    <a:pt x="93861" y="160955"/>
                  </a:moveTo>
                  <a:lnTo>
                    <a:pt x="163775" y="44045"/>
                  </a:lnTo>
                  <a:lnTo>
                    <a:pt x="175131" y="160955"/>
                  </a:lnTo>
                  <a:lnTo>
                    <a:pt x="93861" y="160955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8F608AF-C3F5-4283-AE59-DF9624FCBF0E}"/>
                </a:ext>
              </a:extLst>
            </p:cNvPr>
            <p:cNvSpPr/>
            <p:nvPr/>
          </p:nvSpPr>
          <p:spPr>
            <a:xfrm>
              <a:off x="8987173" y="6464607"/>
              <a:ext cx="315143" cy="184929"/>
            </a:xfrm>
            <a:custGeom>
              <a:avLst/>
              <a:gdLst>
                <a:gd name="connsiteX0" fmla="*/ 276640 w 315143"/>
                <a:gd name="connsiteY0" fmla="*/ 99666 h 184929"/>
                <a:gd name="connsiteX1" fmla="*/ 244700 w 315143"/>
                <a:gd name="connsiteY1" fmla="*/ 133676 h 184929"/>
                <a:gd name="connsiteX2" fmla="*/ 225891 w 315143"/>
                <a:gd name="connsiteY2" fmla="*/ 180794 h 184929"/>
                <a:gd name="connsiteX3" fmla="*/ 232989 w 315143"/>
                <a:gd name="connsiteY3" fmla="*/ 185045 h 184929"/>
                <a:gd name="connsiteX4" fmla="*/ 240796 w 315143"/>
                <a:gd name="connsiteY4" fmla="*/ 177960 h 184929"/>
                <a:gd name="connsiteX5" fmla="*/ 310000 w 315143"/>
                <a:gd name="connsiteY5" fmla="*/ 97186 h 184929"/>
                <a:gd name="connsiteX6" fmla="*/ 315323 w 315143"/>
                <a:gd name="connsiteY6" fmla="*/ 92580 h 184929"/>
                <a:gd name="connsiteX7" fmla="*/ 312484 w 315143"/>
                <a:gd name="connsiteY7" fmla="*/ 88683 h 184929"/>
                <a:gd name="connsiteX8" fmla="*/ 240442 w 315143"/>
                <a:gd name="connsiteY8" fmla="*/ 5430 h 184929"/>
                <a:gd name="connsiteX9" fmla="*/ 232989 w 315143"/>
                <a:gd name="connsiteY9" fmla="*/ 115 h 184929"/>
                <a:gd name="connsiteX10" fmla="*/ 225891 w 315143"/>
                <a:gd name="connsiteY10" fmla="*/ 4367 h 184929"/>
                <a:gd name="connsiteX11" fmla="*/ 243990 w 315143"/>
                <a:gd name="connsiteY11" fmla="*/ 51131 h 184929"/>
                <a:gd name="connsiteX12" fmla="*/ 276640 w 315143"/>
                <a:gd name="connsiteY12" fmla="*/ 85495 h 184929"/>
                <a:gd name="connsiteX13" fmla="*/ 12957 w 315143"/>
                <a:gd name="connsiteY13" fmla="*/ 85495 h 184929"/>
                <a:gd name="connsiteX14" fmla="*/ 180 w 315143"/>
                <a:gd name="connsiteY14" fmla="*/ 92580 h 184929"/>
                <a:gd name="connsiteX15" fmla="*/ 12957 w 315143"/>
                <a:gd name="connsiteY15" fmla="*/ 99666 h 184929"/>
                <a:gd name="connsiteX16" fmla="*/ 276640 w 315143"/>
                <a:gd name="connsiteY16" fmla="*/ 99666 h 184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5143" h="184929">
                  <a:moveTo>
                    <a:pt x="276640" y="99666"/>
                  </a:moveTo>
                  <a:cubicBezTo>
                    <a:pt x="257121" y="114545"/>
                    <a:pt x="247539" y="129070"/>
                    <a:pt x="244700" y="133676"/>
                  </a:cubicBezTo>
                  <a:cubicBezTo>
                    <a:pt x="228730" y="158121"/>
                    <a:pt x="225891" y="180440"/>
                    <a:pt x="225891" y="180794"/>
                  </a:cubicBezTo>
                  <a:cubicBezTo>
                    <a:pt x="225891" y="185045"/>
                    <a:pt x="230150" y="185045"/>
                    <a:pt x="232989" y="185045"/>
                  </a:cubicBezTo>
                  <a:cubicBezTo>
                    <a:pt x="239022" y="185045"/>
                    <a:pt x="239377" y="184337"/>
                    <a:pt x="240796" y="177960"/>
                  </a:cubicBezTo>
                  <a:cubicBezTo>
                    <a:pt x="248959" y="143241"/>
                    <a:pt x="269897" y="113482"/>
                    <a:pt x="310000" y="97186"/>
                  </a:cubicBezTo>
                  <a:cubicBezTo>
                    <a:pt x="314259" y="95769"/>
                    <a:pt x="315323" y="95060"/>
                    <a:pt x="315323" y="92580"/>
                  </a:cubicBezTo>
                  <a:cubicBezTo>
                    <a:pt x="315323" y="90100"/>
                    <a:pt x="313194" y="89038"/>
                    <a:pt x="312484" y="88683"/>
                  </a:cubicBezTo>
                  <a:cubicBezTo>
                    <a:pt x="296869" y="82661"/>
                    <a:pt x="253927" y="64947"/>
                    <a:pt x="240442" y="5430"/>
                  </a:cubicBezTo>
                  <a:cubicBezTo>
                    <a:pt x="239377" y="1178"/>
                    <a:pt x="239022" y="115"/>
                    <a:pt x="232989" y="115"/>
                  </a:cubicBezTo>
                  <a:cubicBezTo>
                    <a:pt x="230150" y="115"/>
                    <a:pt x="225891" y="115"/>
                    <a:pt x="225891" y="4367"/>
                  </a:cubicBezTo>
                  <a:cubicBezTo>
                    <a:pt x="225891" y="5075"/>
                    <a:pt x="229085" y="27394"/>
                    <a:pt x="243990" y="51131"/>
                  </a:cubicBezTo>
                  <a:cubicBezTo>
                    <a:pt x="251088" y="61759"/>
                    <a:pt x="261380" y="74158"/>
                    <a:pt x="276640" y="85495"/>
                  </a:cubicBezTo>
                  <a:lnTo>
                    <a:pt x="12957" y="85495"/>
                  </a:lnTo>
                  <a:cubicBezTo>
                    <a:pt x="6568" y="85495"/>
                    <a:pt x="180" y="85495"/>
                    <a:pt x="180" y="92580"/>
                  </a:cubicBezTo>
                  <a:cubicBezTo>
                    <a:pt x="180" y="99666"/>
                    <a:pt x="6568" y="99666"/>
                    <a:pt x="12957" y="99666"/>
                  </a:cubicBezTo>
                  <a:lnTo>
                    <a:pt x="276640" y="99666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F7BBBAE-605A-E723-6185-5C9C249F0DD1}"/>
                </a:ext>
              </a:extLst>
            </p:cNvPr>
            <p:cNvSpPr/>
            <p:nvPr/>
          </p:nvSpPr>
          <p:spPr>
            <a:xfrm>
              <a:off x="9436030" y="6403672"/>
              <a:ext cx="253392" cy="241967"/>
            </a:xfrm>
            <a:custGeom>
              <a:avLst/>
              <a:gdLst>
                <a:gd name="connsiteX0" fmla="*/ 42070 w 253392"/>
                <a:gd name="connsiteY0" fmla="*/ 214450 h 241967"/>
                <a:gd name="connsiteX1" fmla="*/ 9775 w 253392"/>
                <a:gd name="connsiteY1" fmla="*/ 231100 h 241967"/>
                <a:gd name="connsiteX2" fmla="*/ 193 w 253392"/>
                <a:gd name="connsiteY2" fmla="*/ 238186 h 241967"/>
                <a:gd name="connsiteX3" fmla="*/ 9775 w 253392"/>
                <a:gd name="connsiteY3" fmla="*/ 242083 h 241967"/>
                <a:gd name="connsiteX4" fmla="*/ 136471 w 253392"/>
                <a:gd name="connsiteY4" fmla="*/ 242083 h 241967"/>
                <a:gd name="connsiteX5" fmla="*/ 234421 w 253392"/>
                <a:gd name="connsiteY5" fmla="*/ 165560 h 241967"/>
                <a:gd name="connsiteX6" fmla="*/ 179413 w 253392"/>
                <a:gd name="connsiteY6" fmla="*/ 115608 h 241967"/>
                <a:gd name="connsiteX7" fmla="*/ 253585 w 253392"/>
                <a:gd name="connsiteY7" fmla="*/ 49005 h 241967"/>
                <a:gd name="connsiteX8" fmla="*/ 187576 w 253392"/>
                <a:gd name="connsiteY8" fmla="*/ 115 h 241967"/>
                <a:gd name="connsiteX9" fmla="*/ 68332 w 253392"/>
                <a:gd name="connsiteY9" fmla="*/ 115 h 241967"/>
                <a:gd name="connsiteX10" fmla="*/ 58040 w 253392"/>
                <a:gd name="connsiteY10" fmla="*/ 7201 h 241967"/>
                <a:gd name="connsiteX11" fmla="*/ 67977 w 253392"/>
                <a:gd name="connsiteY11" fmla="*/ 11098 h 241967"/>
                <a:gd name="connsiteX12" fmla="*/ 81463 w 253392"/>
                <a:gd name="connsiteY12" fmla="*/ 11806 h 241967"/>
                <a:gd name="connsiteX13" fmla="*/ 91045 w 253392"/>
                <a:gd name="connsiteY13" fmla="*/ 17475 h 241967"/>
                <a:gd name="connsiteX14" fmla="*/ 89626 w 253392"/>
                <a:gd name="connsiteY14" fmla="*/ 24206 h 241967"/>
                <a:gd name="connsiteX15" fmla="*/ 42070 w 253392"/>
                <a:gd name="connsiteY15" fmla="*/ 214450 h 241967"/>
                <a:gd name="connsiteX16" fmla="*/ 95659 w 253392"/>
                <a:gd name="connsiteY16" fmla="*/ 112420 h 241967"/>
                <a:gd name="connsiteX17" fmla="*/ 117662 w 253392"/>
                <a:gd name="connsiteY17" fmla="*/ 24560 h 241967"/>
                <a:gd name="connsiteX18" fmla="*/ 136826 w 253392"/>
                <a:gd name="connsiteY18" fmla="*/ 11098 h 241967"/>
                <a:gd name="connsiteX19" fmla="*/ 182607 w 253392"/>
                <a:gd name="connsiteY19" fmla="*/ 11098 h 241967"/>
                <a:gd name="connsiteX20" fmla="*/ 221290 w 253392"/>
                <a:gd name="connsiteY20" fmla="*/ 47588 h 241967"/>
                <a:gd name="connsiteX21" fmla="*/ 147473 w 253392"/>
                <a:gd name="connsiteY21" fmla="*/ 112420 h 241967"/>
                <a:gd name="connsiteX22" fmla="*/ 95659 w 253392"/>
                <a:gd name="connsiteY22" fmla="*/ 112420 h 241967"/>
                <a:gd name="connsiteX23" fmla="*/ 79689 w 253392"/>
                <a:gd name="connsiteY23" fmla="*/ 231100 h 241967"/>
                <a:gd name="connsiteX24" fmla="*/ 71881 w 253392"/>
                <a:gd name="connsiteY24" fmla="*/ 230746 h 241967"/>
                <a:gd name="connsiteX25" fmla="*/ 67268 w 253392"/>
                <a:gd name="connsiteY25" fmla="*/ 227203 h 241967"/>
                <a:gd name="connsiteX26" fmla="*/ 69042 w 253392"/>
                <a:gd name="connsiteY26" fmla="*/ 219055 h 241967"/>
                <a:gd name="connsiteX27" fmla="*/ 93529 w 253392"/>
                <a:gd name="connsiteY27" fmla="*/ 120213 h 241967"/>
                <a:gd name="connsiteX28" fmla="*/ 160604 w 253392"/>
                <a:gd name="connsiteY28" fmla="*/ 120213 h 241967"/>
                <a:gd name="connsiteX29" fmla="*/ 201416 w 253392"/>
                <a:gd name="connsiteY29" fmla="*/ 161663 h 241967"/>
                <a:gd name="connsiteX30" fmla="*/ 127954 w 253392"/>
                <a:gd name="connsiteY30" fmla="*/ 231100 h 241967"/>
                <a:gd name="connsiteX31" fmla="*/ 79689 w 253392"/>
                <a:gd name="connsiteY31" fmla="*/ 231100 h 2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3392" h="241967">
                  <a:moveTo>
                    <a:pt x="42070" y="214450"/>
                  </a:moveTo>
                  <a:cubicBezTo>
                    <a:pt x="38521" y="228266"/>
                    <a:pt x="37812" y="231100"/>
                    <a:pt x="9775" y="231100"/>
                  </a:cubicBezTo>
                  <a:cubicBezTo>
                    <a:pt x="3742" y="231100"/>
                    <a:pt x="193" y="231100"/>
                    <a:pt x="193" y="238186"/>
                  </a:cubicBezTo>
                  <a:cubicBezTo>
                    <a:pt x="193" y="242083"/>
                    <a:pt x="3387" y="242083"/>
                    <a:pt x="9775" y="242083"/>
                  </a:cubicBezTo>
                  <a:lnTo>
                    <a:pt x="136471" y="242083"/>
                  </a:lnTo>
                  <a:cubicBezTo>
                    <a:pt x="192544" y="242083"/>
                    <a:pt x="234421" y="200279"/>
                    <a:pt x="234421" y="165560"/>
                  </a:cubicBezTo>
                  <a:cubicBezTo>
                    <a:pt x="234421" y="140053"/>
                    <a:pt x="213837" y="119505"/>
                    <a:pt x="179413" y="115608"/>
                  </a:cubicBezTo>
                  <a:cubicBezTo>
                    <a:pt x="216322" y="108877"/>
                    <a:pt x="253585" y="82661"/>
                    <a:pt x="253585" y="49005"/>
                  </a:cubicBezTo>
                  <a:cubicBezTo>
                    <a:pt x="253585" y="22789"/>
                    <a:pt x="230162" y="115"/>
                    <a:pt x="187576" y="115"/>
                  </a:cubicBezTo>
                  <a:lnTo>
                    <a:pt x="68332" y="115"/>
                  </a:lnTo>
                  <a:cubicBezTo>
                    <a:pt x="61589" y="115"/>
                    <a:pt x="58040" y="115"/>
                    <a:pt x="58040" y="7201"/>
                  </a:cubicBezTo>
                  <a:cubicBezTo>
                    <a:pt x="58040" y="11098"/>
                    <a:pt x="61234" y="11098"/>
                    <a:pt x="67977" y="11098"/>
                  </a:cubicBezTo>
                  <a:cubicBezTo>
                    <a:pt x="68687" y="11098"/>
                    <a:pt x="75430" y="11098"/>
                    <a:pt x="81463" y="11806"/>
                  </a:cubicBezTo>
                  <a:cubicBezTo>
                    <a:pt x="87851" y="12515"/>
                    <a:pt x="91045" y="12869"/>
                    <a:pt x="91045" y="17475"/>
                  </a:cubicBezTo>
                  <a:cubicBezTo>
                    <a:pt x="91045" y="18892"/>
                    <a:pt x="90690" y="19955"/>
                    <a:pt x="89626" y="24206"/>
                  </a:cubicBezTo>
                  <a:lnTo>
                    <a:pt x="42070" y="214450"/>
                  </a:lnTo>
                  <a:close/>
                  <a:moveTo>
                    <a:pt x="95659" y="112420"/>
                  </a:moveTo>
                  <a:lnTo>
                    <a:pt x="117662" y="24560"/>
                  </a:lnTo>
                  <a:cubicBezTo>
                    <a:pt x="120856" y="12161"/>
                    <a:pt x="121566" y="11098"/>
                    <a:pt x="136826" y="11098"/>
                  </a:cubicBezTo>
                  <a:lnTo>
                    <a:pt x="182607" y="11098"/>
                  </a:lnTo>
                  <a:cubicBezTo>
                    <a:pt x="213837" y="11098"/>
                    <a:pt x="221290" y="32000"/>
                    <a:pt x="221290" y="47588"/>
                  </a:cubicBezTo>
                  <a:cubicBezTo>
                    <a:pt x="221290" y="78764"/>
                    <a:pt x="190770" y="112420"/>
                    <a:pt x="147473" y="112420"/>
                  </a:cubicBezTo>
                  <a:lnTo>
                    <a:pt x="95659" y="112420"/>
                  </a:lnTo>
                  <a:close/>
                  <a:moveTo>
                    <a:pt x="79689" y="231100"/>
                  </a:moveTo>
                  <a:cubicBezTo>
                    <a:pt x="74720" y="231100"/>
                    <a:pt x="74010" y="231100"/>
                    <a:pt x="71881" y="230746"/>
                  </a:cubicBezTo>
                  <a:cubicBezTo>
                    <a:pt x="68332" y="230392"/>
                    <a:pt x="67268" y="230038"/>
                    <a:pt x="67268" y="227203"/>
                  </a:cubicBezTo>
                  <a:cubicBezTo>
                    <a:pt x="67268" y="226141"/>
                    <a:pt x="67268" y="225432"/>
                    <a:pt x="69042" y="219055"/>
                  </a:cubicBezTo>
                  <a:lnTo>
                    <a:pt x="93529" y="120213"/>
                  </a:lnTo>
                  <a:lnTo>
                    <a:pt x="160604" y="120213"/>
                  </a:lnTo>
                  <a:cubicBezTo>
                    <a:pt x="194673" y="120213"/>
                    <a:pt x="201416" y="146430"/>
                    <a:pt x="201416" y="161663"/>
                  </a:cubicBezTo>
                  <a:cubicBezTo>
                    <a:pt x="201416" y="196736"/>
                    <a:pt x="169831" y="231100"/>
                    <a:pt x="127954" y="231100"/>
                  </a:cubicBezTo>
                  <a:lnTo>
                    <a:pt x="79689" y="231100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4DE5B60-A3F1-9692-1F04-47E8AD1D125E}"/>
                </a:ext>
              </a:extLst>
            </p:cNvPr>
            <p:cNvSpPr/>
            <p:nvPr/>
          </p:nvSpPr>
          <p:spPr>
            <a:xfrm>
              <a:off x="9844160" y="6395878"/>
              <a:ext cx="251972" cy="257555"/>
            </a:xfrm>
            <a:custGeom>
              <a:avLst/>
              <a:gdLst>
                <a:gd name="connsiteX0" fmla="*/ 252177 w 251972"/>
                <a:gd name="connsiteY0" fmla="*/ 3658 h 257555"/>
                <a:gd name="connsiteX1" fmla="*/ 248273 w 251972"/>
                <a:gd name="connsiteY1" fmla="*/ 115 h 257555"/>
                <a:gd name="connsiteX2" fmla="*/ 242950 w 251972"/>
                <a:gd name="connsiteY2" fmla="*/ 4367 h 257555"/>
                <a:gd name="connsiteX3" fmla="*/ 218107 w 251972"/>
                <a:gd name="connsiteY3" fmla="*/ 31646 h 257555"/>
                <a:gd name="connsiteX4" fmla="*/ 159196 w 251972"/>
                <a:gd name="connsiteY4" fmla="*/ 115 h 257555"/>
                <a:gd name="connsiteX5" fmla="*/ 205 w 251972"/>
                <a:gd name="connsiteY5" fmla="*/ 160600 h 257555"/>
                <a:gd name="connsiteX6" fmla="*/ 96380 w 251972"/>
                <a:gd name="connsiteY6" fmla="*/ 257671 h 257555"/>
                <a:gd name="connsiteX7" fmla="*/ 173036 w 251972"/>
                <a:gd name="connsiteY7" fmla="*/ 227203 h 257555"/>
                <a:gd name="connsiteX8" fmla="*/ 212074 w 251972"/>
                <a:gd name="connsiteY8" fmla="*/ 164852 h 257555"/>
                <a:gd name="connsiteX9" fmla="*/ 207816 w 251972"/>
                <a:gd name="connsiteY9" fmla="*/ 161309 h 257555"/>
                <a:gd name="connsiteX10" fmla="*/ 203202 w 251972"/>
                <a:gd name="connsiteY10" fmla="*/ 164852 h 257555"/>
                <a:gd name="connsiteX11" fmla="*/ 167358 w 251972"/>
                <a:gd name="connsiteY11" fmla="*/ 220827 h 257555"/>
                <a:gd name="connsiteX12" fmla="*/ 102058 w 251972"/>
                <a:gd name="connsiteY12" fmla="*/ 246688 h 257555"/>
                <a:gd name="connsiteX13" fmla="*/ 32500 w 251972"/>
                <a:gd name="connsiteY13" fmla="*/ 173000 h 257555"/>
                <a:gd name="connsiteX14" fmla="*/ 75441 w 251972"/>
                <a:gd name="connsiteY14" fmla="*/ 53965 h 257555"/>
                <a:gd name="connsiteX15" fmla="*/ 162035 w 251972"/>
                <a:gd name="connsiteY15" fmla="*/ 11098 h 257555"/>
                <a:gd name="connsiteX16" fmla="*/ 219172 w 251972"/>
                <a:gd name="connsiteY16" fmla="*/ 79472 h 257555"/>
                <a:gd name="connsiteX17" fmla="*/ 218107 w 251972"/>
                <a:gd name="connsiteY17" fmla="*/ 97540 h 257555"/>
                <a:gd name="connsiteX18" fmla="*/ 223431 w 251972"/>
                <a:gd name="connsiteY18" fmla="*/ 101083 h 257555"/>
                <a:gd name="connsiteX19" fmla="*/ 229819 w 251972"/>
                <a:gd name="connsiteY19" fmla="*/ 93997 h 257555"/>
                <a:gd name="connsiteX20" fmla="*/ 252177 w 251972"/>
                <a:gd name="connsiteY20" fmla="*/ 3658 h 25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51972" h="257555">
                  <a:moveTo>
                    <a:pt x="252177" y="3658"/>
                  </a:moveTo>
                  <a:cubicBezTo>
                    <a:pt x="252177" y="2595"/>
                    <a:pt x="251467" y="115"/>
                    <a:pt x="248273" y="115"/>
                  </a:cubicBezTo>
                  <a:cubicBezTo>
                    <a:pt x="247209" y="115"/>
                    <a:pt x="246854" y="470"/>
                    <a:pt x="242950" y="4367"/>
                  </a:cubicBezTo>
                  <a:lnTo>
                    <a:pt x="218107" y="31646"/>
                  </a:lnTo>
                  <a:cubicBezTo>
                    <a:pt x="214913" y="26686"/>
                    <a:pt x="198588" y="115"/>
                    <a:pt x="159196" y="115"/>
                  </a:cubicBezTo>
                  <a:cubicBezTo>
                    <a:pt x="80055" y="115"/>
                    <a:pt x="205" y="78409"/>
                    <a:pt x="205" y="160600"/>
                  </a:cubicBezTo>
                  <a:cubicBezTo>
                    <a:pt x="205" y="219055"/>
                    <a:pt x="42082" y="257671"/>
                    <a:pt x="96380" y="257671"/>
                  </a:cubicBezTo>
                  <a:cubicBezTo>
                    <a:pt x="127255" y="257671"/>
                    <a:pt x="154227" y="243500"/>
                    <a:pt x="173036" y="227203"/>
                  </a:cubicBezTo>
                  <a:cubicBezTo>
                    <a:pt x="206041" y="198153"/>
                    <a:pt x="212074" y="165915"/>
                    <a:pt x="212074" y="164852"/>
                  </a:cubicBezTo>
                  <a:cubicBezTo>
                    <a:pt x="212074" y="161309"/>
                    <a:pt x="208525" y="161309"/>
                    <a:pt x="207816" y="161309"/>
                  </a:cubicBezTo>
                  <a:cubicBezTo>
                    <a:pt x="205686" y="161309"/>
                    <a:pt x="203912" y="162018"/>
                    <a:pt x="203202" y="164852"/>
                  </a:cubicBezTo>
                  <a:cubicBezTo>
                    <a:pt x="200008" y="175126"/>
                    <a:pt x="191846" y="200279"/>
                    <a:pt x="167358" y="220827"/>
                  </a:cubicBezTo>
                  <a:cubicBezTo>
                    <a:pt x="142871" y="240666"/>
                    <a:pt x="120513" y="246688"/>
                    <a:pt x="102058" y="246688"/>
                  </a:cubicBezTo>
                  <a:cubicBezTo>
                    <a:pt x="70118" y="246688"/>
                    <a:pt x="32500" y="228266"/>
                    <a:pt x="32500" y="173000"/>
                  </a:cubicBezTo>
                  <a:cubicBezTo>
                    <a:pt x="32500" y="152806"/>
                    <a:pt x="39952" y="95414"/>
                    <a:pt x="75441" y="53965"/>
                  </a:cubicBezTo>
                  <a:cubicBezTo>
                    <a:pt x="97090" y="28811"/>
                    <a:pt x="130449" y="11098"/>
                    <a:pt x="162035" y="11098"/>
                  </a:cubicBezTo>
                  <a:cubicBezTo>
                    <a:pt x="198234" y="11098"/>
                    <a:pt x="219172" y="38377"/>
                    <a:pt x="219172" y="79472"/>
                  </a:cubicBezTo>
                  <a:cubicBezTo>
                    <a:pt x="219172" y="93643"/>
                    <a:pt x="218107" y="93997"/>
                    <a:pt x="218107" y="97540"/>
                  </a:cubicBezTo>
                  <a:cubicBezTo>
                    <a:pt x="218107" y="101083"/>
                    <a:pt x="222011" y="101083"/>
                    <a:pt x="223431" y="101083"/>
                  </a:cubicBezTo>
                  <a:cubicBezTo>
                    <a:pt x="228044" y="101083"/>
                    <a:pt x="228044" y="100374"/>
                    <a:pt x="229819" y="93997"/>
                  </a:cubicBezTo>
                  <a:lnTo>
                    <a:pt x="252177" y="3658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41CB490-250B-40BF-F4BA-E6C79AA62019}"/>
                </a:ext>
              </a:extLst>
            </p:cNvPr>
            <p:cNvSpPr/>
            <p:nvPr/>
          </p:nvSpPr>
          <p:spPr>
            <a:xfrm>
              <a:off x="10125676" y="6379936"/>
              <a:ext cx="82334" cy="354271"/>
            </a:xfrm>
            <a:custGeom>
              <a:avLst/>
              <a:gdLst>
                <a:gd name="connsiteX0" fmla="*/ 82547 w 82334"/>
                <a:gd name="connsiteY0" fmla="*/ 177251 h 354271"/>
                <a:gd name="connsiteX1" fmla="*/ 59124 w 82334"/>
                <a:gd name="connsiteY1" fmla="*/ 66718 h 354271"/>
                <a:gd name="connsiteX2" fmla="*/ 3761 w 82334"/>
                <a:gd name="connsiteY2" fmla="*/ 115 h 354271"/>
                <a:gd name="connsiteX3" fmla="*/ 212 w 82334"/>
                <a:gd name="connsiteY3" fmla="*/ 3658 h 354271"/>
                <a:gd name="connsiteX4" fmla="*/ 6955 w 82334"/>
                <a:gd name="connsiteY4" fmla="*/ 11806 h 354271"/>
                <a:gd name="connsiteX5" fmla="*/ 61963 w 82334"/>
                <a:gd name="connsiteY5" fmla="*/ 177251 h 354271"/>
                <a:gd name="connsiteX6" fmla="*/ 4826 w 82334"/>
                <a:gd name="connsiteY6" fmla="*/ 344822 h 354271"/>
                <a:gd name="connsiteX7" fmla="*/ 212 w 82334"/>
                <a:gd name="connsiteY7" fmla="*/ 350844 h 354271"/>
                <a:gd name="connsiteX8" fmla="*/ 3761 w 82334"/>
                <a:gd name="connsiteY8" fmla="*/ 354387 h 354271"/>
                <a:gd name="connsiteX9" fmla="*/ 60189 w 82334"/>
                <a:gd name="connsiteY9" fmla="*/ 285304 h 354271"/>
                <a:gd name="connsiteX10" fmla="*/ 82547 w 82334"/>
                <a:gd name="connsiteY10" fmla="*/ 177251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334" h="354271">
                  <a:moveTo>
                    <a:pt x="82547" y="177251"/>
                  </a:moveTo>
                  <a:cubicBezTo>
                    <a:pt x="82547" y="149618"/>
                    <a:pt x="78643" y="106751"/>
                    <a:pt x="59124" y="66718"/>
                  </a:cubicBezTo>
                  <a:cubicBezTo>
                    <a:pt x="37831" y="23143"/>
                    <a:pt x="7310" y="115"/>
                    <a:pt x="3761" y="115"/>
                  </a:cubicBezTo>
                  <a:cubicBezTo>
                    <a:pt x="1632" y="115"/>
                    <a:pt x="212" y="1533"/>
                    <a:pt x="212" y="3658"/>
                  </a:cubicBezTo>
                  <a:cubicBezTo>
                    <a:pt x="212" y="4721"/>
                    <a:pt x="212" y="5430"/>
                    <a:pt x="6955" y="11806"/>
                  </a:cubicBezTo>
                  <a:cubicBezTo>
                    <a:pt x="41735" y="46879"/>
                    <a:pt x="61963" y="103208"/>
                    <a:pt x="61963" y="177251"/>
                  </a:cubicBezTo>
                  <a:cubicBezTo>
                    <a:pt x="61963" y="237832"/>
                    <a:pt x="48832" y="300183"/>
                    <a:pt x="4826" y="344822"/>
                  </a:cubicBezTo>
                  <a:cubicBezTo>
                    <a:pt x="212" y="349073"/>
                    <a:pt x="212" y="349781"/>
                    <a:pt x="212" y="350844"/>
                  </a:cubicBezTo>
                  <a:cubicBezTo>
                    <a:pt x="212" y="352970"/>
                    <a:pt x="1632" y="354387"/>
                    <a:pt x="3761" y="354387"/>
                  </a:cubicBezTo>
                  <a:cubicBezTo>
                    <a:pt x="7310" y="354387"/>
                    <a:pt x="39250" y="330296"/>
                    <a:pt x="60189" y="285304"/>
                  </a:cubicBezTo>
                  <a:cubicBezTo>
                    <a:pt x="78288" y="246334"/>
                    <a:pt x="82547" y="207010"/>
                    <a:pt x="82547" y="177251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E0537C8-D54C-9534-4BE0-1FE7AF23996A}"/>
                </a:ext>
              </a:extLst>
            </p:cNvPr>
            <p:cNvSpPr/>
            <p:nvPr/>
          </p:nvSpPr>
          <p:spPr>
            <a:xfrm>
              <a:off x="10361912" y="6515622"/>
              <a:ext cx="236002" cy="82899"/>
            </a:xfrm>
            <a:custGeom>
              <a:avLst/>
              <a:gdLst>
                <a:gd name="connsiteX0" fmla="*/ 224155 w 236002"/>
                <a:gd name="connsiteY0" fmla="*/ 14286 h 82899"/>
                <a:gd name="connsiteX1" fmla="*/ 236221 w 236002"/>
                <a:gd name="connsiteY1" fmla="*/ 7201 h 82899"/>
                <a:gd name="connsiteX2" fmla="*/ 224510 w 236002"/>
                <a:gd name="connsiteY2" fmla="*/ 115 h 82899"/>
                <a:gd name="connsiteX3" fmla="*/ 11930 w 236002"/>
                <a:gd name="connsiteY3" fmla="*/ 115 h 82899"/>
                <a:gd name="connsiteX4" fmla="*/ 219 w 236002"/>
                <a:gd name="connsiteY4" fmla="*/ 7201 h 82899"/>
                <a:gd name="connsiteX5" fmla="*/ 12285 w 236002"/>
                <a:gd name="connsiteY5" fmla="*/ 14286 h 82899"/>
                <a:gd name="connsiteX6" fmla="*/ 224155 w 236002"/>
                <a:gd name="connsiteY6" fmla="*/ 14286 h 82899"/>
                <a:gd name="connsiteX7" fmla="*/ 224510 w 236002"/>
                <a:gd name="connsiteY7" fmla="*/ 83015 h 82899"/>
                <a:gd name="connsiteX8" fmla="*/ 236221 w 236002"/>
                <a:gd name="connsiteY8" fmla="*/ 75930 h 82899"/>
                <a:gd name="connsiteX9" fmla="*/ 224155 w 236002"/>
                <a:gd name="connsiteY9" fmla="*/ 68844 h 82899"/>
                <a:gd name="connsiteX10" fmla="*/ 12285 w 236002"/>
                <a:gd name="connsiteY10" fmla="*/ 68844 h 82899"/>
                <a:gd name="connsiteX11" fmla="*/ 219 w 236002"/>
                <a:gd name="connsiteY11" fmla="*/ 75930 h 82899"/>
                <a:gd name="connsiteX12" fmla="*/ 11930 w 236002"/>
                <a:gd name="connsiteY12" fmla="*/ 83015 h 82899"/>
                <a:gd name="connsiteX13" fmla="*/ 224510 w 236002"/>
                <a:gd name="connsiteY13" fmla="*/ 83015 h 82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6002" h="82899">
                  <a:moveTo>
                    <a:pt x="224155" y="14286"/>
                  </a:moveTo>
                  <a:cubicBezTo>
                    <a:pt x="229478" y="14286"/>
                    <a:pt x="236221" y="14286"/>
                    <a:pt x="236221" y="7201"/>
                  </a:cubicBezTo>
                  <a:cubicBezTo>
                    <a:pt x="236221" y="115"/>
                    <a:pt x="229478" y="115"/>
                    <a:pt x="224510" y="115"/>
                  </a:cubicBezTo>
                  <a:lnTo>
                    <a:pt x="11930" y="115"/>
                  </a:lnTo>
                  <a:cubicBezTo>
                    <a:pt x="6962" y="115"/>
                    <a:pt x="219" y="115"/>
                    <a:pt x="219" y="7201"/>
                  </a:cubicBezTo>
                  <a:cubicBezTo>
                    <a:pt x="219" y="14286"/>
                    <a:pt x="6962" y="14286"/>
                    <a:pt x="12285" y="14286"/>
                  </a:cubicBezTo>
                  <a:lnTo>
                    <a:pt x="224155" y="14286"/>
                  </a:lnTo>
                  <a:close/>
                  <a:moveTo>
                    <a:pt x="224510" y="83015"/>
                  </a:moveTo>
                  <a:cubicBezTo>
                    <a:pt x="229478" y="83015"/>
                    <a:pt x="236221" y="83015"/>
                    <a:pt x="236221" y="75930"/>
                  </a:cubicBezTo>
                  <a:cubicBezTo>
                    <a:pt x="236221" y="68844"/>
                    <a:pt x="229478" y="68844"/>
                    <a:pt x="224155" y="68844"/>
                  </a:cubicBezTo>
                  <a:lnTo>
                    <a:pt x="12285" y="68844"/>
                  </a:lnTo>
                  <a:cubicBezTo>
                    <a:pt x="6962" y="68844"/>
                    <a:pt x="219" y="68844"/>
                    <a:pt x="219" y="75930"/>
                  </a:cubicBezTo>
                  <a:cubicBezTo>
                    <a:pt x="219" y="83015"/>
                    <a:pt x="6962" y="83015"/>
                    <a:pt x="11930" y="83015"/>
                  </a:cubicBezTo>
                  <a:lnTo>
                    <a:pt x="224510" y="83015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5030F7E-B397-3602-CDD1-9B8FBB2636D5}"/>
                </a:ext>
              </a:extLst>
            </p:cNvPr>
            <p:cNvSpPr/>
            <p:nvPr/>
          </p:nvSpPr>
          <p:spPr>
            <a:xfrm>
              <a:off x="10771296" y="6247259"/>
              <a:ext cx="135213" cy="162610"/>
            </a:xfrm>
            <a:custGeom>
              <a:avLst/>
              <a:gdLst>
                <a:gd name="connsiteX0" fmla="*/ 29687 w 135213"/>
                <a:gd name="connsiteY0" fmla="*/ 81591 h 162610"/>
                <a:gd name="connsiteX1" fmla="*/ 77597 w 135213"/>
                <a:gd name="connsiteY1" fmla="*/ 8965 h 162610"/>
                <a:gd name="connsiteX2" fmla="*/ 115570 w 135213"/>
                <a:gd name="connsiteY2" fmla="*/ 22074 h 162610"/>
                <a:gd name="connsiteX3" fmla="*/ 98890 w 135213"/>
                <a:gd name="connsiteY3" fmla="*/ 38370 h 162610"/>
                <a:gd name="connsiteX4" fmla="*/ 115215 w 135213"/>
                <a:gd name="connsiteY4" fmla="*/ 54667 h 162610"/>
                <a:gd name="connsiteX5" fmla="*/ 131540 w 135213"/>
                <a:gd name="connsiteY5" fmla="*/ 38016 h 162610"/>
                <a:gd name="connsiteX6" fmla="*/ 77242 w 135213"/>
                <a:gd name="connsiteY6" fmla="*/ 109 h 162610"/>
                <a:gd name="connsiteX7" fmla="*/ 231 w 135213"/>
                <a:gd name="connsiteY7" fmla="*/ 82300 h 162610"/>
                <a:gd name="connsiteX8" fmla="*/ 76532 w 135213"/>
                <a:gd name="connsiteY8" fmla="*/ 162719 h 162610"/>
                <a:gd name="connsiteX9" fmla="*/ 135444 w 135213"/>
                <a:gd name="connsiteY9" fmla="*/ 116664 h 162610"/>
                <a:gd name="connsiteX10" fmla="*/ 130831 w 135213"/>
                <a:gd name="connsiteY10" fmla="*/ 113121 h 162610"/>
                <a:gd name="connsiteX11" fmla="*/ 126217 w 135213"/>
                <a:gd name="connsiteY11" fmla="*/ 116664 h 162610"/>
                <a:gd name="connsiteX12" fmla="*/ 79726 w 135213"/>
                <a:gd name="connsiteY12" fmla="*/ 153863 h 162610"/>
                <a:gd name="connsiteX13" fmla="*/ 29687 w 135213"/>
                <a:gd name="connsiteY13" fmla="*/ 81591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5213" h="162610">
                  <a:moveTo>
                    <a:pt x="29687" y="81591"/>
                  </a:moveTo>
                  <a:cubicBezTo>
                    <a:pt x="29687" y="23845"/>
                    <a:pt x="58788" y="8965"/>
                    <a:pt x="77597" y="8965"/>
                  </a:cubicBezTo>
                  <a:cubicBezTo>
                    <a:pt x="80791" y="8965"/>
                    <a:pt x="103149" y="9320"/>
                    <a:pt x="115570" y="22074"/>
                  </a:cubicBezTo>
                  <a:cubicBezTo>
                    <a:pt x="101020" y="23136"/>
                    <a:pt x="98890" y="33765"/>
                    <a:pt x="98890" y="38370"/>
                  </a:cubicBezTo>
                  <a:cubicBezTo>
                    <a:pt x="98890" y="47581"/>
                    <a:pt x="105278" y="54667"/>
                    <a:pt x="115215" y="54667"/>
                  </a:cubicBezTo>
                  <a:cubicBezTo>
                    <a:pt x="124443" y="54667"/>
                    <a:pt x="131540" y="48644"/>
                    <a:pt x="131540" y="38016"/>
                  </a:cubicBezTo>
                  <a:cubicBezTo>
                    <a:pt x="131540" y="13925"/>
                    <a:pt x="104569" y="109"/>
                    <a:pt x="77242" y="109"/>
                  </a:cubicBezTo>
                  <a:cubicBezTo>
                    <a:pt x="32881" y="109"/>
                    <a:pt x="231" y="38370"/>
                    <a:pt x="231" y="82300"/>
                  </a:cubicBezTo>
                  <a:cubicBezTo>
                    <a:pt x="231" y="127646"/>
                    <a:pt x="35365" y="162719"/>
                    <a:pt x="76532" y="162719"/>
                  </a:cubicBezTo>
                  <a:cubicBezTo>
                    <a:pt x="124088" y="162719"/>
                    <a:pt x="135444" y="120207"/>
                    <a:pt x="135444" y="116664"/>
                  </a:cubicBezTo>
                  <a:cubicBezTo>
                    <a:pt x="135444" y="113121"/>
                    <a:pt x="131895" y="113121"/>
                    <a:pt x="130831" y="113121"/>
                  </a:cubicBezTo>
                  <a:cubicBezTo>
                    <a:pt x="127637" y="113121"/>
                    <a:pt x="126927" y="114538"/>
                    <a:pt x="126217" y="116664"/>
                  </a:cubicBezTo>
                  <a:cubicBezTo>
                    <a:pt x="115925" y="149611"/>
                    <a:pt x="92857" y="153863"/>
                    <a:pt x="79726" y="153863"/>
                  </a:cubicBezTo>
                  <a:cubicBezTo>
                    <a:pt x="60917" y="153863"/>
                    <a:pt x="29687" y="138629"/>
                    <a:pt x="29687" y="81591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1173113-5E76-2115-3633-48036172922B}"/>
                </a:ext>
              </a:extLst>
            </p:cNvPr>
            <p:cNvSpPr/>
            <p:nvPr/>
          </p:nvSpPr>
          <p:spPr>
            <a:xfrm>
              <a:off x="10926897" y="6247259"/>
              <a:ext cx="157216" cy="162610"/>
            </a:xfrm>
            <a:custGeom>
              <a:avLst/>
              <a:gdLst>
                <a:gd name="connsiteX0" fmla="*/ 157452 w 157216"/>
                <a:gd name="connsiteY0" fmla="*/ 83008 h 162610"/>
                <a:gd name="connsiteX1" fmla="*/ 79021 w 157216"/>
                <a:gd name="connsiteY1" fmla="*/ 109 h 162610"/>
                <a:gd name="connsiteX2" fmla="*/ 235 w 157216"/>
                <a:gd name="connsiteY2" fmla="*/ 83008 h 162610"/>
                <a:gd name="connsiteX3" fmla="*/ 78666 w 157216"/>
                <a:gd name="connsiteY3" fmla="*/ 162719 h 162610"/>
                <a:gd name="connsiteX4" fmla="*/ 157452 w 157216"/>
                <a:gd name="connsiteY4" fmla="*/ 83008 h 162610"/>
                <a:gd name="connsiteX5" fmla="*/ 79021 w 157216"/>
                <a:gd name="connsiteY5" fmla="*/ 153863 h 162610"/>
                <a:gd name="connsiteX6" fmla="*/ 38563 w 157216"/>
                <a:gd name="connsiteY6" fmla="*/ 130126 h 162610"/>
                <a:gd name="connsiteX7" fmla="*/ 29691 w 157216"/>
                <a:gd name="connsiteY7" fmla="*/ 80174 h 162610"/>
                <a:gd name="connsiteX8" fmla="*/ 38208 w 157216"/>
                <a:gd name="connsiteY8" fmla="*/ 31639 h 162610"/>
                <a:gd name="connsiteX9" fmla="*/ 78666 w 157216"/>
                <a:gd name="connsiteY9" fmla="*/ 7903 h 162610"/>
                <a:gd name="connsiteX10" fmla="*/ 118769 w 157216"/>
                <a:gd name="connsiteY10" fmla="*/ 30930 h 162610"/>
                <a:gd name="connsiteX11" fmla="*/ 127996 w 157216"/>
                <a:gd name="connsiteY11" fmla="*/ 80174 h 162610"/>
                <a:gd name="connsiteX12" fmla="*/ 120188 w 157216"/>
                <a:gd name="connsiteY12" fmla="*/ 127646 h 162610"/>
                <a:gd name="connsiteX13" fmla="*/ 79021 w 157216"/>
                <a:gd name="connsiteY13" fmla="*/ 153863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7216" h="162610">
                  <a:moveTo>
                    <a:pt x="157452" y="83008"/>
                  </a:moveTo>
                  <a:cubicBezTo>
                    <a:pt x="157452" y="37662"/>
                    <a:pt x="121963" y="109"/>
                    <a:pt x="79021" y="109"/>
                  </a:cubicBezTo>
                  <a:cubicBezTo>
                    <a:pt x="34660" y="109"/>
                    <a:pt x="235" y="38724"/>
                    <a:pt x="235" y="83008"/>
                  </a:cubicBezTo>
                  <a:cubicBezTo>
                    <a:pt x="235" y="128709"/>
                    <a:pt x="37144" y="162719"/>
                    <a:pt x="78666" y="162719"/>
                  </a:cubicBezTo>
                  <a:cubicBezTo>
                    <a:pt x="121608" y="162719"/>
                    <a:pt x="157452" y="128001"/>
                    <a:pt x="157452" y="83008"/>
                  </a:cubicBezTo>
                  <a:close/>
                  <a:moveTo>
                    <a:pt x="79021" y="153863"/>
                  </a:moveTo>
                  <a:cubicBezTo>
                    <a:pt x="63761" y="153863"/>
                    <a:pt x="48145" y="146423"/>
                    <a:pt x="38563" y="130126"/>
                  </a:cubicBezTo>
                  <a:cubicBezTo>
                    <a:pt x="29691" y="114538"/>
                    <a:pt x="29691" y="92928"/>
                    <a:pt x="29691" y="80174"/>
                  </a:cubicBezTo>
                  <a:cubicBezTo>
                    <a:pt x="29691" y="66357"/>
                    <a:pt x="29691" y="47227"/>
                    <a:pt x="38208" y="31639"/>
                  </a:cubicBezTo>
                  <a:cubicBezTo>
                    <a:pt x="47791" y="15342"/>
                    <a:pt x="64470" y="7903"/>
                    <a:pt x="78666" y="7903"/>
                  </a:cubicBezTo>
                  <a:cubicBezTo>
                    <a:pt x="94281" y="7903"/>
                    <a:pt x="109542" y="15697"/>
                    <a:pt x="118769" y="30930"/>
                  </a:cubicBezTo>
                  <a:cubicBezTo>
                    <a:pt x="127996" y="46164"/>
                    <a:pt x="127996" y="66712"/>
                    <a:pt x="127996" y="80174"/>
                  </a:cubicBezTo>
                  <a:cubicBezTo>
                    <a:pt x="127996" y="92928"/>
                    <a:pt x="127996" y="112059"/>
                    <a:pt x="120188" y="127646"/>
                  </a:cubicBezTo>
                  <a:cubicBezTo>
                    <a:pt x="112381" y="143589"/>
                    <a:pt x="96765" y="153863"/>
                    <a:pt x="79021" y="153863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5A7DE82-240A-75F6-80E6-BA3921C33C5D}"/>
                </a:ext>
              </a:extLst>
            </p:cNvPr>
            <p:cNvSpPr/>
            <p:nvPr/>
          </p:nvSpPr>
          <p:spPr>
            <a:xfrm>
              <a:off x="11105762" y="6249384"/>
              <a:ext cx="178510" cy="160484"/>
            </a:xfrm>
            <a:custGeom>
              <a:avLst/>
              <a:gdLst>
                <a:gd name="connsiteX0" fmla="*/ 127646 w 178510"/>
                <a:gd name="connsiteY0" fmla="*/ 128709 h 160484"/>
                <a:gd name="connsiteX1" fmla="*/ 127646 w 178510"/>
                <a:gd name="connsiteY1" fmla="*/ 160594 h 160484"/>
                <a:gd name="connsiteX2" fmla="*/ 178750 w 178510"/>
                <a:gd name="connsiteY2" fmla="*/ 156697 h 160484"/>
                <a:gd name="connsiteX3" fmla="*/ 178750 w 178510"/>
                <a:gd name="connsiteY3" fmla="*/ 145714 h 160484"/>
                <a:gd name="connsiteX4" fmla="*/ 151069 w 178510"/>
                <a:gd name="connsiteY4" fmla="*/ 125875 h 160484"/>
                <a:gd name="connsiteX5" fmla="*/ 151069 w 178510"/>
                <a:gd name="connsiteY5" fmla="*/ 109 h 160484"/>
                <a:gd name="connsiteX6" fmla="*/ 98900 w 178510"/>
                <a:gd name="connsiteY6" fmla="*/ 4006 h 160484"/>
                <a:gd name="connsiteX7" fmla="*/ 98900 w 178510"/>
                <a:gd name="connsiteY7" fmla="*/ 14988 h 160484"/>
                <a:gd name="connsiteX8" fmla="*/ 126581 w 178510"/>
                <a:gd name="connsiteY8" fmla="*/ 34827 h 160484"/>
                <a:gd name="connsiteX9" fmla="*/ 126581 w 178510"/>
                <a:gd name="connsiteY9" fmla="*/ 97888 h 160484"/>
                <a:gd name="connsiteX10" fmla="*/ 83639 w 178510"/>
                <a:gd name="connsiteY10" fmla="*/ 152800 h 160484"/>
                <a:gd name="connsiteX11" fmla="*/ 52409 w 178510"/>
                <a:gd name="connsiteY11" fmla="*/ 117727 h 160484"/>
                <a:gd name="connsiteX12" fmla="*/ 52409 w 178510"/>
                <a:gd name="connsiteY12" fmla="*/ 109 h 160484"/>
                <a:gd name="connsiteX13" fmla="*/ 240 w 178510"/>
                <a:gd name="connsiteY13" fmla="*/ 4006 h 160484"/>
                <a:gd name="connsiteX14" fmla="*/ 240 w 178510"/>
                <a:gd name="connsiteY14" fmla="*/ 14988 h 160484"/>
                <a:gd name="connsiteX15" fmla="*/ 27922 w 178510"/>
                <a:gd name="connsiteY15" fmla="*/ 47581 h 160484"/>
                <a:gd name="connsiteX16" fmla="*/ 27922 w 178510"/>
                <a:gd name="connsiteY16" fmla="*/ 100722 h 160484"/>
                <a:gd name="connsiteX17" fmla="*/ 81865 w 178510"/>
                <a:gd name="connsiteY17" fmla="*/ 160594 h 160484"/>
                <a:gd name="connsiteX18" fmla="*/ 127646 w 178510"/>
                <a:gd name="connsiteY18" fmla="*/ 128709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8510" h="160484">
                  <a:moveTo>
                    <a:pt x="127646" y="128709"/>
                  </a:moveTo>
                  <a:lnTo>
                    <a:pt x="127646" y="160594"/>
                  </a:lnTo>
                  <a:lnTo>
                    <a:pt x="178750" y="156697"/>
                  </a:lnTo>
                  <a:lnTo>
                    <a:pt x="178750" y="145714"/>
                  </a:lnTo>
                  <a:cubicBezTo>
                    <a:pt x="153908" y="145714"/>
                    <a:pt x="151069" y="143234"/>
                    <a:pt x="151069" y="125875"/>
                  </a:cubicBezTo>
                  <a:lnTo>
                    <a:pt x="151069" y="109"/>
                  </a:lnTo>
                  <a:lnTo>
                    <a:pt x="98900" y="4006"/>
                  </a:lnTo>
                  <a:lnTo>
                    <a:pt x="98900" y="14988"/>
                  </a:lnTo>
                  <a:cubicBezTo>
                    <a:pt x="123742" y="14988"/>
                    <a:pt x="126581" y="17468"/>
                    <a:pt x="126581" y="34827"/>
                  </a:cubicBezTo>
                  <a:lnTo>
                    <a:pt x="126581" y="97888"/>
                  </a:lnTo>
                  <a:cubicBezTo>
                    <a:pt x="126581" y="128709"/>
                    <a:pt x="109547" y="152800"/>
                    <a:pt x="83639" y="152800"/>
                  </a:cubicBezTo>
                  <a:cubicBezTo>
                    <a:pt x="53829" y="152800"/>
                    <a:pt x="52409" y="136149"/>
                    <a:pt x="52409" y="117727"/>
                  </a:cubicBezTo>
                  <a:lnTo>
                    <a:pt x="52409" y="109"/>
                  </a:lnTo>
                  <a:lnTo>
                    <a:pt x="240" y="4006"/>
                  </a:lnTo>
                  <a:lnTo>
                    <a:pt x="240" y="14988"/>
                  </a:lnTo>
                  <a:cubicBezTo>
                    <a:pt x="27922" y="14988"/>
                    <a:pt x="27922" y="16051"/>
                    <a:pt x="27922" y="47581"/>
                  </a:cubicBezTo>
                  <a:lnTo>
                    <a:pt x="27922" y="100722"/>
                  </a:lnTo>
                  <a:cubicBezTo>
                    <a:pt x="27922" y="128355"/>
                    <a:pt x="27922" y="160594"/>
                    <a:pt x="81865" y="160594"/>
                  </a:cubicBezTo>
                  <a:cubicBezTo>
                    <a:pt x="101739" y="160594"/>
                    <a:pt x="117354" y="150674"/>
                    <a:pt x="127646" y="128709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FDC75CF-0833-43C8-59EE-3B2FDCB3C20E}"/>
                </a:ext>
              </a:extLst>
            </p:cNvPr>
            <p:cNvSpPr/>
            <p:nvPr/>
          </p:nvSpPr>
          <p:spPr>
            <a:xfrm>
              <a:off x="11302924" y="6249384"/>
              <a:ext cx="178510" cy="156588"/>
            </a:xfrm>
            <a:custGeom>
              <a:avLst/>
              <a:gdLst>
                <a:gd name="connsiteX0" fmla="*/ 27927 w 178510"/>
                <a:gd name="connsiteY0" fmla="*/ 34827 h 156588"/>
                <a:gd name="connsiteX1" fmla="*/ 27927 w 178510"/>
                <a:gd name="connsiteY1" fmla="*/ 129772 h 156588"/>
                <a:gd name="connsiteX2" fmla="*/ 246 w 178510"/>
                <a:gd name="connsiteY2" fmla="*/ 145714 h 156588"/>
                <a:gd name="connsiteX3" fmla="*/ 246 w 178510"/>
                <a:gd name="connsiteY3" fmla="*/ 156697 h 156588"/>
                <a:gd name="connsiteX4" fmla="*/ 40348 w 178510"/>
                <a:gd name="connsiteY4" fmla="*/ 155634 h 156588"/>
                <a:gd name="connsiteX5" fmla="*/ 80096 w 178510"/>
                <a:gd name="connsiteY5" fmla="*/ 156697 h 156588"/>
                <a:gd name="connsiteX6" fmla="*/ 80096 w 178510"/>
                <a:gd name="connsiteY6" fmla="*/ 145714 h 156588"/>
                <a:gd name="connsiteX7" fmla="*/ 52415 w 178510"/>
                <a:gd name="connsiteY7" fmla="*/ 129772 h 156588"/>
                <a:gd name="connsiteX8" fmla="*/ 52415 w 178510"/>
                <a:gd name="connsiteY8" fmla="*/ 64586 h 156588"/>
                <a:gd name="connsiteX9" fmla="*/ 100325 w 178510"/>
                <a:gd name="connsiteY9" fmla="*/ 7903 h 156588"/>
                <a:gd name="connsiteX10" fmla="*/ 126587 w 178510"/>
                <a:gd name="connsiteY10" fmla="*/ 47227 h 156588"/>
                <a:gd name="connsiteX11" fmla="*/ 126587 w 178510"/>
                <a:gd name="connsiteY11" fmla="*/ 129772 h 156588"/>
                <a:gd name="connsiteX12" fmla="*/ 98905 w 178510"/>
                <a:gd name="connsiteY12" fmla="*/ 145714 h 156588"/>
                <a:gd name="connsiteX13" fmla="*/ 98905 w 178510"/>
                <a:gd name="connsiteY13" fmla="*/ 156697 h 156588"/>
                <a:gd name="connsiteX14" fmla="*/ 139008 w 178510"/>
                <a:gd name="connsiteY14" fmla="*/ 155634 h 156588"/>
                <a:gd name="connsiteX15" fmla="*/ 178756 w 178510"/>
                <a:gd name="connsiteY15" fmla="*/ 156697 h 156588"/>
                <a:gd name="connsiteX16" fmla="*/ 178756 w 178510"/>
                <a:gd name="connsiteY16" fmla="*/ 145714 h 156588"/>
                <a:gd name="connsiteX17" fmla="*/ 151074 w 178510"/>
                <a:gd name="connsiteY17" fmla="*/ 135086 h 156588"/>
                <a:gd name="connsiteX18" fmla="*/ 151074 w 178510"/>
                <a:gd name="connsiteY18" fmla="*/ 67420 h 156588"/>
                <a:gd name="connsiteX19" fmla="*/ 140073 w 178510"/>
                <a:gd name="connsiteY19" fmla="*/ 13217 h 156588"/>
                <a:gd name="connsiteX20" fmla="*/ 102809 w 178510"/>
                <a:gd name="connsiteY20" fmla="*/ 109 h 156588"/>
                <a:gd name="connsiteX21" fmla="*/ 50285 w 178510"/>
                <a:gd name="connsiteY21" fmla="*/ 37307 h 156588"/>
                <a:gd name="connsiteX22" fmla="*/ 50285 w 178510"/>
                <a:gd name="connsiteY22" fmla="*/ 109 h 156588"/>
                <a:gd name="connsiteX23" fmla="*/ 246 w 178510"/>
                <a:gd name="connsiteY23" fmla="*/ 4006 h 156588"/>
                <a:gd name="connsiteX24" fmla="*/ 246 w 178510"/>
                <a:gd name="connsiteY24" fmla="*/ 14988 h 156588"/>
                <a:gd name="connsiteX25" fmla="*/ 27927 w 178510"/>
                <a:gd name="connsiteY25" fmla="*/ 34827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8510" h="156588">
                  <a:moveTo>
                    <a:pt x="27927" y="34827"/>
                  </a:moveTo>
                  <a:lnTo>
                    <a:pt x="27927" y="129772"/>
                  </a:lnTo>
                  <a:cubicBezTo>
                    <a:pt x="27927" y="145714"/>
                    <a:pt x="24023" y="145714"/>
                    <a:pt x="246" y="145714"/>
                  </a:cubicBezTo>
                  <a:lnTo>
                    <a:pt x="246" y="156697"/>
                  </a:lnTo>
                  <a:cubicBezTo>
                    <a:pt x="12667" y="156342"/>
                    <a:pt x="30766" y="155634"/>
                    <a:pt x="40348" y="155634"/>
                  </a:cubicBezTo>
                  <a:cubicBezTo>
                    <a:pt x="49575" y="155634"/>
                    <a:pt x="68030" y="156342"/>
                    <a:pt x="80096" y="156697"/>
                  </a:cubicBezTo>
                  <a:lnTo>
                    <a:pt x="80096" y="145714"/>
                  </a:lnTo>
                  <a:cubicBezTo>
                    <a:pt x="56318" y="145714"/>
                    <a:pt x="52415" y="145714"/>
                    <a:pt x="52415" y="129772"/>
                  </a:cubicBezTo>
                  <a:lnTo>
                    <a:pt x="52415" y="64586"/>
                  </a:lnTo>
                  <a:cubicBezTo>
                    <a:pt x="52415" y="27742"/>
                    <a:pt x="77612" y="7903"/>
                    <a:pt x="100325" y="7903"/>
                  </a:cubicBezTo>
                  <a:cubicBezTo>
                    <a:pt x="122683" y="7903"/>
                    <a:pt x="126587" y="27033"/>
                    <a:pt x="126587" y="47227"/>
                  </a:cubicBezTo>
                  <a:lnTo>
                    <a:pt x="126587" y="129772"/>
                  </a:lnTo>
                  <a:cubicBezTo>
                    <a:pt x="126587" y="145714"/>
                    <a:pt x="122683" y="145714"/>
                    <a:pt x="98905" y="145714"/>
                  </a:cubicBezTo>
                  <a:lnTo>
                    <a:pt x="98905" y="156697"/>
                  </a:lnTo>
                  <a:cubicBezTo>
                    <a:pt x="111327" y="156342"/>
                    <a:pt x="129426" y="155634"/>
                    <a:pt x="139008" y="155634"/>
                  </a:cubicBezTo>
                  <a:cubicBezTo>
                    <a:pt x="148235" y="155634"/>
                    <a:pt x="166689" y="156342"/>
                    <a:pt x="178756" y="156697"/>
                  </a:cubicBezTo>
                  <a:lnTo>
                    <a:pt x="178756" y="145714"/>
                  </a:lnTo>
                  <a:cubicBezTo>
                    <a:pt x="160301" y="145714"/>
                    <a:pt x="151429" y="145714"/>
                    <a:pt x="151074" y="135086"/>
                  </a:cubicBezTo>
                  <a:lnTo>
                    <a:pt x="151074" y="67420"/>
                  </a:lnTo>
                  <a:cubicBezTo>
                    <a:pt x="151074" y="36953"/>
                    <a:pt x="151074" y="25971"/>
                    <a:pt x="140073" y="13217"/>
                  </a:cubicBezTo>
                  <a:cubicBezTo>
                    <a:pt x="135104" y="7194"/>
                    <a:pt x="123393" y="109"/>
                    <a:pt x="102809" y="109"/>
                  </a:cubicBezTo>
                  <a:cubicBezTo>
                    <a:pt x="76902" y="109"/>
                    <a:pt x="60222" y="15342"/>
                    <a:pt x="50285" y="37307"/>
                  </a:cubicBezTo>
                  <a:lnTo>
                    <a:pt x="50285" y="109"/>
                  </a:lnTo>
                  <a:lnTo>
                    <a:pt x="246" y="4006"/>
                  </a:lnTo>
                  <a:lnTo>
                    <a:pt x="246" y="14988"/>
                  </a:lnTo>
                  <a:cubicBezTo>
                    <a:pt x="25088" y="14988"/>
                    <a:pt x="27927" y="17468"/>
                    <a:pt x="27927" y="34827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E9553A1-B8D4-F48C-0F0D-8EF224A1BE75}"/>
                </a:ext>
              </a:extLst>
            </p:cNvPr>
            <p:cNvSpPr/>
            <p:nvPr/>
          </p:nvSpPr>
          <p:spPr>
            <a:xfrm>
              <a:off x="11485614" y="6188095"/>
              <a:ext cx="111080" cy="221773"/>
            </a:xfrm>
            <a:custGeom>
              <a:avLst/>
              <a:gdLst>
                <a:gd name="connsiteX0" fmla="*/ 54904 w 111080"/>
                <a:gd name="connsiteY0" fmla="*/ 76277 h 221773"/>
                <a:gd name="connsiteX1" fmla="*/ 105653 w 111080"/>
                <a:gd name="connsiteY1" fmla="*/ 76277 h 221773"/>
                <a:gd name="connsiteX2" fmla="*/ 105653 w 111080"/>
                <a:gd name="connsiteY2" fmla="*/ 65295 h 221773"/>
                <a:gd name="connsiteX3" fmla="*/ 54904 w 111080"/>
                <a:gd name="connsiteY3" fmla="*/ 65295 h 221773"/>
                <a:gd name="connsiteX4" fmla="*/ 54904 w 111080"/>
                <a:gd name="connsiteY4" fmla="*/ 109 h 221773"/>
                <a:gd name="connsiteX5" fmla="*/ 46032 w 111080"/>
                <a:gd name="connsiteY5" fmla="*/ 109 h 221773"/>
                <a:gd name="connsiteX6" fmla="*/ 251 w 111080"/>
                <a:gd name="connsiteY6" fmla="*/ 68483 h 221773"/>
                <a:gd name="connsiteX7" fmla="*/ 251 w 111080"/>
                <a:gd name="connsiteY7" fmla="*/ 76277 h 221773"/>
                <a:gd name="connsiteX8" fmla="*/ 30417 w 111080"/>
                <a:gd name="connsiteY8" fmla="*/ 76277 h 221773"/>
                <a:gd name="connsiteX9" fmla="*/ 30417 w 111080"/>
                <a:gd name="connsiteY9" fmla="*/ 174056 h 221773"/>
                <a:gd name="connsiteX10" fmla="*/ 76198 w 111080"/>
                <a:gd name="connsiteY10" fmla="*/ 221883 h 221773"/>
                <a:gd name="connsiteX11" fmla="*/ 111332 w 111080"/>
                <a:gd name="connsiteY11" fmla="*/ 174056 h 221773"/>
                <a:gd name="connsiteX12" fmla="*/ 111332 w 111080"/>
                <a:gd name="connsiteY12" fmla="*/ 153863 h 221773"/>
                <a:gd name="connsiteX13" fmla="*/ 102460 w 111080"/>
                <a:gd name="connsiteY13" fmla="*/ 153863 h 221773"/>
                <a:gd name="connsiteX14" fmla="*/ 102460 w 111080"/>
                <a:gd name="connsiteY14" fmla="*/ 173347 h 221773"/>
                <a:gd name="connsiteX15" fmla="*/ 78682 w 111080"/>
                <a:gd name="connsiteY15" fmla="*/ 213026 h 221773"/>
                <a:gd name="connsiteX16" fmla="*/ 54904 w 111080"/>
                <a:gd name="connsiteY16" fmla="*/ 174765 h 221773"/>
                <a:gd name="connsiteX17" fmla="*/ 54904 w 111080"/>
                <a:gd name="connsiteY17" fmla="*/ 76277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1080" h="221773">
                  <a:moveTo>
                    <a:pt x="54904" y="76277"/>
                  </a:moveTo>
                  <a:lnTo>
                    <a:pt x="105653" y="76277"/>
                  </a:lnTo>
                  <a:lnTo>
                    <a:pt x="105653" y="65295"/>
                  </a:lnTo>
                  <a:lnTo>
                    <a:pt x="54904" y="65295"/>
                  </a:lnTo>
                  <a:lnTo>
                    <a:pt x="54904" y="109"/>
                  </a:lnTo>
                  <a:lnTo>
                    <a:pt x="46032" y="109"/>
                  </a:lnTo>
                  <a:cubicBezTo>
                    <a:pt x="45677" y="29159"/>
                    <a:pt x="35030" y="67066"/>
                    <a:pt x="251" y="68483"/>
                  </a:cubicBezTo>
                  <a:lnTo>
                    <a:pt x="251" y="76277"/>
                  </a:lnTo>
                  <a:lnTo>
                    <a:pt x="30417" y="76277"/>
                  </a:lnTo>
                  <a:lnTo>
                    <a:pt x="30417" y="174056"/>
                  </a:lnTo>
                  <a:cubicBezTo>
                    <a:pt x="30417" y="217631"/>
                    <a:pt x="63421" y="221883"/>
                    <a:pt x="76198" y="221883"/>
                  </a:cubicBezTo>
                  <a:cubicBezTo>
                    <a:pt x="101395" y="221883"/>
                    <a:pt x="111332" y="196729"/>
                    <a:pt x="111332" y="174056"/>
                  </a:cubicBezTo>
                  <a:lnTo>
                    <a:pt x="111332" y="153863"/>
                  </a:lnTo>
                  <a:lnTo>
                    <a:pt x="102460" y="153863"/>
                  </a:lnTo>
                  <a:lnTo>
                    <a:pt x="102460" y="173347"/>
                  </a:lnTo>
                  <a:cubicBezTo>
                    <a:pt x="102460" y="199564"/>
                    <a:pt x="91813" y="213026"/>
                    <a:pt x="78682" y="213026"/>
                  </a:cubicBezTo>
                  <a:cubicBezTo>
                    <a:pt x="54904" y="213026"/>
                    <a:pt x="54904" y="180787"/>
                    <a:pt x="54904" y="174765"/>
                  </a:cubicBezTo>
                  <a:lnTo>
                    <a:pt x="54904" y="76277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EBC1A0E-C88A-82B8-9B33-F011F9A795EB}"/>
                </a:ext>
              </a:extLst>
            </p:cNvPr>
            <p:cNvSpPr/>
            <p:nvPr/>
          </p:nvSpPr>
          <p:spPr>
            <a:xfrm>
              <a:off x="11652019" y="6140269"/>
              <a:ext cx="82334" cy="354271"/>
            </a:xfrm>
            <a:custGeom>
              <a:avLst/>
              <a:gdLst>
                <a:gd name="connsiteX0" fmla="*/ 82589 w 82334"/>
                <a:gd name="connsiteY0" fmla="*/ 350838 h 354271"/>
                <a:gd name="connsiteX1" fmla="*/ 76556 w 82334"/>
                <a:gd name="connsiteY1" fmla="*/ 343044 h 354271"/>
                <a:gd name="connsiteX2" fmla="*/ 20838 w 82334"/>
                <a:gd name="connsiteY2" fmla="*/ 177244 h 354271"/>
                <a:gd name="connsiteX3" fmla="*/ 77976 w 82334"/>
                <a:gd name="connsiteY3" fmla="*/ 9674 h 354271"/>
                <a:gd name="connsiteX4" fmla="*/ 82589 w 82334"/>
                <a:gd name="connsiteY4" fmla="*/ 3651 h 354271"/>
                <a:gd name="connsiteX5" fmla="*/ 79041 w 82334"/>
                <a:gd name="connsiteY5" fmla="*/ 109 h 354271"/>
                <a:gd name="connsiteX6" fmla="*/ 22613 w 82334"/>
                <a:gd name="connsiteY6" fmla="*/ 69192 h 354271"/>
                <a:gd name="connsiteX7" fmla="*/ 255 w 82334"/>
                <a:gd name="connsiteY7" fmla="*/ 177244 h 354271"/>
                <a:gd name="connsiteX8" fmla="*/ 23678 w 82334"/>
                <a:gd name="connsiteY8" fmla="*/ 287777 h 354271"/>
                <a:gd name="connsiteX9" fmla="*/ 79041 w 82334"/>
                <a:gd name="connsiteY9" fmla="*/ 354380 h 354271"/>
                <a:gd name="connsiteX10" fmla="*/ 82589 w 82334"/>
                <a:gd name="connsiteY10" fmla="*/ 350838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334" h="354271">
                  <a:moveTo>
                    <a:pt x="82589" y="350838"/>
                  </a:moveTo>
                  <a:cubicBezTo>
                    <a:pt x="82589" y="349775"/>
                    <a:pt x="82589" y="349066"/>
                    <a:pt x="76556" y="343044"/>
                  </a:cubicBezTo>
                  <a:cubicBezTo>
                    <a:pt x="32195" y="298405"/>
                    <a:pt x="20838" y="231448"/>
                    <a:pt x="20838" y="177244"/>
                  </a:cubicBezTo>
                  <a:cubicBezTo>
                    <a:pt x="20838" y="115601"/>
                    <a:pt x="34324" y="53958"/>
                    <a:pt x="77976" y="9674"/>
                  </a:cubicBezTo>
                  <a:cubicBezTo>
                    <a:pt x="82589" y="5423"/>
                    <a:pt x="82589" y="4714"/>
                    <a:pt x="82589" y="3651"/>
                  </a:cubicBezTo>
                  <a:cubicBezTo>
                    <a:pt x="82589" y="1172"/>
                    <a:pt x="81170" y="109"/>
                    <a:pt x="79041" y="109"/>
                  </a:cubicBezTo>
                  <a:cubicBezTo>
                    <a:pt x="75492" y="109"/>
                    <a:pt x="43551" y="24199"/>
                    <a:pt x="22613" y="69192"/>
                  </a:cubicBezTo>
                  <a:cubicBezTo>
                    <a:pt x="4514" y="108162"/>
                    <a:pt x="255" y="147486"/>
                    <a:pt x="255" y="177244"/>
                  </a:cubicBezTo>
                  <a:cubicBezTo>
                    <a:pt x="255" y="204878"/>
                    <a:pt x="4159" y="247744"/>
                    <a:pt x="23678" y="287777"/>
                  </a:cubicBezTo>
                  <a:cubicBezTo>
                    <a:pt x="44971" y="331353"/>
                    <a:pt x="75492" y="354380"/>
                    <a:pt x="79041" y="354380"/>
                  </a:cubicBezTo>
                  <a:cubicBezTo>
                    <a:pt x="81170" y="354380"/>
                    <a:pt x="82589" y="353317"/>
                    <a:pt x="82589" y="350838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3EBC329-CA59-0068-3B26-DE66535C803B}"/>
                </a:ext>
              </a:extLst>
            </p:cNvPr>
            <p:cNvSpPr/>
            <p:nvPr/>
          </p:nvSpPr>
          <p:spPr>
            <a:xfrm>
              <a:off x="11767319" y="6152314"/>
              <a:ext cx="243455" cy="253658"/>
            </a:xfrm>
            <a:custGeom>
              <a:avLst/>
              <a:gdLst>
                <a:gd name="connsiteX0" fmla="*/ 51363 w 243455"/>
                <a:gd name="connsiteY0" fmla="*/ 213026 h 253658"/>
                <a:gd name="connsiteX1" fmla="*/ 7711 w 243455"/>
                <a:gd name="connsiteY1" fmla="*/ 242785 h 253658"/>
                <a:gd name="connsiteX2" fmla="*/ 259 w 243455"/>
                <a:gd name="connsiteY2" fmla="*/ 249870 h 253658"/>
                <a:gd name="connsiteX3" fmla="*/ 4872 w 243455"/>
                <a:gd name="connsiteY3" fmla="*/ 253767 h 253658"/>
                <a:gd name="connsiteX4" fmla="*/ 35393 w 243455"/>
                <a:gd name="connsiteY4" fmla="*/ 252704 h 253658"/>
                <a:gd name="connsiteX5" fmla="*/ 70882 w 243455"/>
                <a:gd name="connsiteY5" fmla="*/ 253767 h 253658"/>
                <a:gd name="connsiteX6" fmla="*/ 77625 w 243455"/>
                <a:gd name="connsiteY6" fmla="*/ 247036 h 253658"/>
                <a:gd name="connsiteX7" fmla="*/ 71947 w 243455"/>
                <a:gd name="connsiteY7" fmla="*/ 242785 h 253658"/>
                <a:gd name="connsiteX8" fmla="*/ 55267 w 243455"/>
                <a:gd name="connsiteY8" fmla="*/ 230385 h 253658"/>
                <a:gd name="connsiteX9" fmla="*/ 60235 w 243455"/>
                <a:gd name="connsiteY9" fmla="*/ 217277 h 253658"/>
                <a:gd name="connsiteX10" fmla="*/ 87207 w 243455"/>
                <a:gd name="connsiteY10" fmla="*/ 171930 h 253658"/>
                <a:gd name="connsiteX11" fmla="*/ 176285 w 243455"/>
                <a:gd name="connsiteY11" fmla="*/ 171930 h 253658"/>
                <a:gd name="connsiteX12" fmla="*/ 181963 w 243455"/>
                <a:gd name="connsiteY12" fmla="*/ 231094 h 253658"/>
                <a:gd name="connsiteX13" fmla="*/ 156411 w 243455"/>
                <a:gd name="connsiteY13" fmla="*/ 242785 h 253658"/>
                <a:gd name="connsiteX14" fmla="*/ 147893 w 243455"/>
                <a:gd name="connsiteY14" fmla="*/ 249870 h 253658"/>
                <a:gd name="connsiteX15" fmla="*/ 152862 w 243455"/>
                <a:gd name="connsiteY15" fmla="*/ 253767 h 253658"/>
                <a:gd name="connsiteX16" fmla="*/ 197223 w 243455"/>
                <a:gd name="connsiteY16" fmla="*/ 252704 h 253658"/>
                <a:gd name="connsiteX17" fmla="*/ 237326 w 243455"/>
                <a:gd name="connsiteY17" fmla="*/ 253767 h 253658"/>
                <a:gd name="connsiteX18" fmla="*/ 243714 w 243455"/>
                <a:gd name="connsiteY18" fmla="*/ 246682 h 253658"/>
                <a:gd name="connsiteX19" fmla="*/ 235551 w 243455"/>
                <a:gd name="connsiteY19" fmla="*/ 242785 h 253658"/>
                <a:gd name="connsiteX20" fmla="*/ 212483 w 243455"/>
                <a:gd name="connsiteY20" fmla="*/ 230031 h 253658"/>
                <a:gd name="connsiteX21" fmla="*/ 190835 w 243455"/>
                <a:gd name="connsiteY21" fmla="*/ 8611 h 253658"/>
                <a:gd name="connsiteX22" fmla="*/ 184092 w 243455"/>
                <a:gd name="connsiteY22" fmla="*/ 109 h 253658"/>
                <a:gd name="connsiteX23" fmla="*/ 174865 w 243455"/>
                <a:gd name="connsiteY23" fmla="*/ 6131 h 253658"/>
                <a:gd name="connsiteX24" fmla="*/ 51363 w 243455"/>
                <a:gd name="connsiteY24" fmla="*/ 213026 h 253658"/>
                <a:gd name="connsiteX25" fmla="*/ 93950 w 243455"/>
                <a:gd name="connsiteY25" fmla="*/ 160948 h 253658"/>
                <a:gd name="connsiteX26" fmla="*/ 163863 w 243455"/>
                <a:gd name="connsiteY26" fmla="*/ 44038 h 253658"/>
                <a:gd name="connsiteX27" fmla="*/ 175220 w 243455"/>
                <a:gd name="connsiteY27" fmla="*/ 160948 h 253658"/>
                <a:gd name="connsiteX28" fmla="*/ 93950 w 243455"/>
                <a:gd name="connsiteY28" fmla="*/ 160948 h 25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3455" h="253658">
                  <a:moveTo>
                    <a:pt x="51363" y="213026"/>
                  </a:moveTo>
                  <a:cubicBezTo>
                    <a:pt x="37167" y="236762"/>
                    <a:pt x="23327" y="241722"/>
                    <a:pt x="7711" y="242785"/>
                  </a:cubicBezTo>
                  <a:cubicBezTo>
                    <a:pt x="3453" y="243139"/>
                    <a:pt x="259" y="243139"/>
                    <a:pt x="259" y="249870"/>
                  </a:cubicBezTo>
                  <a:cubicBezTo>
                    <a:pt x="259" y="251996"/>
                    <a:pt x="2033" y="253767"/>
                    <a:pt x="4872" y="253767"/>
                  </a:cubicBezTo>
                  <a:cubicBezTo>
                    <a:pt x="14454" y="253767"/>
                    <a:pt x="25456" y="252704"/>
                    <a:pt x="35393" y="252704"/>
                  </a:cubicBezTo>
                  <a:cubicBezTo>
                    <a:pt x="47104" y="252704"/>
                    <a:pt x="59525" y="253767"/>
                    <a:pt x="70882" y="253767"/>
                  </a:cubicBezTo>
                  <a:cubicBezTo>
                    <a:pt x="73011" y="253767"/>
                    <a:pt x="77625" y="253767"/>
                    <a:pt x="77625" y="247036"/>
                  </a:cubicBezTo>
                  <a:cubicBezTo>
                    <a:pt x="77625" y="243139"/>
                    <a:pt x="74431" y="242785"/>
                    <a:pt x="71947" y="242785"/>
                  </a:cubicBezTo>
                  <a:cubicBezTo>
                    <a:pt x="63784" y="242076"/>
                    <a:pt x="55267" y="239242"/>
                    <a:pt x="55267" y="230385"/>
                  </a:cubicBezTo>
                  <a:cubicBezTo>
                    <a:pt x="55267" y="226134"/>
                    <a:pt x="57396" y="222237"/>
                    <a:pt x="60235" y="217277"/>
                  </a:cubicBezTo>
                  <a:lnTo>
                    <a:pt x="87207" y="171930"/>
                  </a:lnTo>
                  <a:lnTo>
                    <a:pt x="176285" y="171930"/>
                  </a:lnTo>
                  <a:cubicBezTo>
                    <a:pt x="176994" y="179370"/>
                    <a:pt x="181963" y="227551"/>
                    <a:pt x="181963" y="231094"/>
                  </a:cubicBezTo>
                  <a:cubicBezTo>
                    <a:pt x="181963" y="241722"/>
                    <a:pt x="163508" y="242785"/>
                    <a:pt x="156411" y="242785"/>
                  </a:cubicBezTo>
                  <a:cubicBezTo>
                    <a:pt x="151442" y="242785"/>
                    <a:pt x="147893" y="242785"/>
                    <a:pt x="147893" y="249870"/>
                  </a:cubicBezTo>
                  <a:cubicBezTo>
                    <a:pt x="147893" y="253767"/>
                    <a:pt x="152152" y="253767"/>
                    <a:pt x="152862" y="253767"/>
                  </a:cubicBezTo>
                  <a:cubicBezTo>
                    <a:pt x="167412" y="253767"/>
                    <a:pt x="182673" y="252704"/>
                    <a:pt x="197223" y="252704"/>
                  </a:cubicBezTo>
                  <a:cubicBezTo>
                    <a:pt x="206095" y="252704"/>
                    <a:pt x="228453" y="253767"/>
                    <a:pt x="237326" y="253767"/>
                  </a:cubicBezTo>
                  <a:cubicBezTo>
                    <a:pt x="239455" y="253767"/>
                    <a:pt x="243714" y="253767"/>
                    <a:pt x="243714" y="246682"/>
                  </a:cubicBezTo>
                  <a:cubicBezTo>
                    <a:pt x="243714" y="242785"/>
                    <a:pt x="240165" y="242785"/>
                    <a:pt x="235551" y="242785"/>
                  </a:cubicBezTo>
                  <a:cubicBezTo>
                    <a:pt x="213548" y="242785"/>
                    <a:pt x="213548" y="240305"/>
                    <a:pt x="212483" y="230031"/>
                  </a:cubicBezTo>
                  <a:lnTo>
                    <a:pt x="190835" y="8611"/>
                  </a:lnTo>
                  <a:cubicBezTo>
                    <a:pt x="190125" y="1526"/>
                    <a:pt x="190125" y="109"/>
                    <a:pt x="184092" y="109"/>
                  </a:cubicBezTo>
                  <a:cubicBezTo>
                    <a:pt x="178414" y="109"/>
                    <a:pt x="176994" y="2589"/>
                    <a:pt x="174865" y="6131"/>
                  </a:cubicBezTo>
                  <a:lnTo>
                    <a:pt x="51363" y="213026"/>
                  </a:lnTo>
                  <a:close/>
                  <a:moveTo>
                    <a:pt x="93950" y="160948"/>
                  </a:moveTo>
                  <a:lnTo>
                    <a:pt x="163863" y="44038"/>
                  </a:lnTo>
                  <a:lnTo>
                    <a:pt x="175220" y="160948"/>
                  </a:lnTo>
                  <a:lnTo>
                    <a:pt x="93950" y="160948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B59C9A9-950D-5662-48CB-3ECD6BC213D4}"/>
                </a:ext>
              </a:extLst>
            </p:cNvPr>
            <p:cNvSpPr/>
            <p:nvPr/>
          </p:nvSpPr>
          <p:spPr>
            <a:xfrm>
              <a:off x="12139164" y="6224940"/>
              <a:ext cx="315143" cy="184929"/>
            </a:xfrm>
            <a:custGeom>
              <a:avLst/>
              <a:gdLst>
                <a:gd name="connsiteX0" fmla="*/ 276729 w 315143"/>
                <a:gd name="connsiteY0" fmla="*/ 99659 h 184929"/>
                <a:gd name="connsiteX1" fmla="*/ 244789 w 315143"/>
                <a:gd name="connsiteY1" fmla="*/ 133669 h 184929"/>
                <a:gd name="connsiteX2" fmla="*/ 225979 w 315143"/>
                <a:gd name="connsiteY2" fmla="*/ 180787 h 184929"/>
                <a:gd name="connsiteX3" fmla="*/ 233077 w 315143"/>
                <a:gd name="connsiteY3" fmla="*/ 185038 h 184929"/>
                <a:gd name="connsiteX4" fmla="*/ 240885 w 315143"/>
                <a:gd name="connsiteY4" fmla="*/ 177953 h 184929"/>
                <a:gd name="connsiteX5" fmla="*/ 310089 w 315143"/>
                <a:gd name="connsiteY5" fmla="*/ 97179 h 184929"/>
                <a:gd name="connsiteX6" fmla="*/ 315412 w 315143"/>
                <a:gd name="connsiteY6" fmla="*/ 92574 h 184929"/>
                <a:gd name="connsiteX7" fmla="*/ 312573 w 315143"/>
                <a:gd name="connsiteY7" fmla="*/ 88677 h 184929"/>
                <a:gd name="connsiteX8" fmla="*/ 240530 w 315143"/>
                <a:gd name="connsiteY8" fmla="*/ 5423 h 184929"/>
                <a:gd name="connsiteX9" fmla="*/ 233077 w 315143"/>
                <a:gd name="connsiteY9" fmla="*/ 109 h 184929"/>
                <a:gd name="connsiteX10" fmla="*/ 225979 w 315143"/>
                <a:gd name="connsiteY10" fmla="*/ 4360 h 184929"/>
                <a:gd name="connsiteX11" fmla="*/ 244079 w 315143"/>
                <a:gd name="connsiteY11" fmla="*/ 51124 h 184929"/>
                <a:gd name="connsiteX12" fmla="*/ 276729 w 315143"/>
                <a:gd name="connsiteY12" fmla="*/ 85488 h 184929"/>
                <a:gd name="connsiteX13" fmla="*/ 13045 w 315143"/>
                <a:gd name="connsiteY13" fmla="*/ 85488 h 184929"/>
                <a:gd name="connsiteX14" fmla="*/ 269 w 315143"/>
                <a:gd name="connsiteY14" fmla="*/ 92574 h 184929"/>
                <a:gd name="connsiteX15" fmla="*/ 13045 w 315143"/>
                <a:gd name="connsiteY15" fmla="*/ 99659 h 184929"/>
                <a:gd name="connsiteX16" fmla="*/ 276729 w 315143"/>
                <a:gd name="connsiteY16" fmla="*/ 99659 h 184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5143" h="184929">
                  <a:moveTo>
                    <a:pt x="276729" y="99659"/>
                  </a:moveTo>
                  <a:cubicBezTo>
                    <a:pt x="257210" y="114538"/>
                    <a:pt x="247628" y="129064"/>
                    <a:pt x="244789" y="133669"/>
                  </a:cubicBezTo>
                  <a:cubicBezTo>
                    <a:pt x="228819" y="158114"/>
                    <a:pt x="225979" y="180433"/>
                    <a:pt x="225979" y="180787"/>
                  </a:cubicBezTo>
                  <a:cubicBezTo>
                    <a:pt x="225979" y="185038"/>
                    <a:pt x="230238" y="185038"/>
                    <a:pt x="233077" y="185038"/>
                  </a:cubicBezTo>
                  <a:cubicBezTo>
                    <a:pt x="239110" y="185038"/>
                    <a:pt x="239465" y="184330"/>
                    <a:pt x="240885" y="177953"/>
                  </a:cubicBezTo>
                  <a:cubicBezTo>
                    <a:pt x="249047" y="143234"/>
                    <a:pt x="269986" y="113476"/>
                    <a:pt x="310089" y="97179"/>
                  </a:cubicBezTo>
                  <a:cubicBezTo>
                    <a:pt x="314347" y="95762"/>
                    <a:pt x="315412" y="95053"/>
                    <a:pt x="315412" y="92574"/>
                  </a:cubicBezTo>
                  <a:cubicBezTo>
                    <a:pt x="315412" y="90094"/>
                    <a:pt x="313283" y="89031"/>
                    <a:pt x="312573" y="88677"/>
                  </a:cubicBezTo>
                  <a:cubicBezTo>
                    <a:pt x="296958" y="82654"/>
                    <a:pt x="254016" y="64940"/>
                    <a:pt x="240530" y="5423"/>
                  </a:cubicBezTo>
                  <a:cubicBezTo>
                    <a:pt x="239465" y="1172"/>
                    <a:pt x="239110" y="109"/>
                    <a:pt x="233077" y="109"/>
                  </a:cubicBezTo>
                  <a:cubicBezTo>
                    <a:pt x="230238" y="109"/>
                    <a:pt x="225979" y="109"/>
                    <a:pt x="225979" y="4360"/>
                  </a:cubicBezTo>
                  <a:cubicBezTo>
                    <a:pt x="225979" y="5069"/>
                    <a:pt x="229173" y="27388"/>
                    <a:pt x="244079" y="51124"/>
                  </a:cubicBezTo>
                  <a:cubicBezTo>
                    <a:pt x="251177" y="61752"/>
                    <a:pt x="261469" y="74151"/>
                    <a:pt x="276729" y="85488"/>
                  </a:cubicBezTo>
                  <a:lnTo>
                    <a:pt x="13045" y="85488"/>
                  </a:lnTo>
                  <a:cubicBezTo>
                    <a:pt x="6657" y="85488"/>
                    <a:pt x="269" y="85488"/>
                    <a:pt x="269" y="92574"/>
                  </a:cubicBezTo>
                  <a:cubicBezTo>
                    <a:pt x="269" y="99659"/>
                    <a:pt x="6657" y="99659"/>
                    <a:pt x="13045" y="99659"/>
                  </a:cubicBezTo>
                  <a:lnTo>
                    <a:pt x="276729" y="99659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71C0F37-F248-EDA5-E7A0-C551F9B23D4D}"/>
                </a:ext>
              </a:extLst>
            </p:cNvPr>
            <p:cNvSpPr/>
            <p:nvPr/>
          </p:nvSpPr>
          <p:spPr>
            <a:xfrm>
              <a:off x="12588021" y="6164005"/>
              <a:ext cx="253392" cy="241967"/>
            </a:xfrm>
            <a:custGeom>
              <a:avLst/>
              <a:gdLst>
                <a:gd name="connsiteX0" fmla="*/ 42159 w 253392"/>
                <a:gd name="connsiteY0" fmla="*/ 214443 h 241967"/>
                <a:gd name="connsiteX1" fmla="*/ 9864 w 253392"/>
                <a:gd name="connsiteY1" fmla="*/ 231094 h 241967"/>
                <a:gd name="connsiteX2" fmla="*/ 282 w 253392"/>
                <a:gd name="connsiteY2" fmla="*/ 238179 h 241967"/>
                <a:gd name="connsiteX3" fmla="*/ 9864 w 253392"/>
                <a:gd name="connsiteY3" fmla="*/ 242076 h 241967"/>
                <a:gd name="connsiteX4" fmla="*/ 136560 w 253392"/>
                <a:gd name="connsiteY4" fmla="*/ 242076 h 241967"/>
                <a:gd name="connsiteX5" fmla="*/ 234510 w 253392"/>
                <a:gd name="connsiteY5" fmla="*/ 165554 h 241967"/>
                <a:gd name="connsiteX6" fmla="*/ 179501 w 253392"/>
                <a:gd name="connsiteY6" fmla="*/ 115601 h 241967"/>
                <a:gd name="connsiteX7" fmla="*/ 253674 w 253392"/>
                <a:gd name="connsiteY7" fmla="*/ 48998 h 241967"/>
                <a:gd name="connsiteX8" fmla="*/ 187664 w 253392"/>
                <a:gd name="connsiteY8" fmla="*/ 109 h 241967"/>
                <a:gd name="connsiteX9" fmla="*/ 68421 w 253392"/>
                <a:gd name="connsiteY9" fmla="*/ 109 h 241967"/>
                <a:gd name="connsiteX10" fmla="*/ 58129 w 253392"/>
                <a:gd name="connsiteY10" fmla="*/ 7194 h 241967"/>
                <a:gd name="connsiteX11" fmla="*/ 68066 w 253392"/>
                <a:gd name="connsiteY11" fmla="*/ 11091 h 241967"/>
                <a:gd name="connsiteX12" fmla="*/ 81552 w 253392"/>
                <a:gd name="connsiteY12" fmla="*/ 11800 h 241967"/>
                <a:gd name="connsiteX13" fmla="*/ 91134 w 253392"/>
                <a:gd name="connsiteY13" fmla="*/ 17468 h 241967"/>
                <a:gd name="connsiteX14" fmla="*/ 89714 w 253392"/>
                <a:gd name="connsiteY14" fmla="*/ 24199 h 241967"/>
                <a:gd name="connsiteX15" fmla="*/ 42159 w 253392"/>
                <a:gd name="connsiteY15" fmla="*/ 214443 h 241967"/>
                <a:gd name="connsiteX16" fmla="*/ 95747 w 253392"/>
                <a:gd name="connsiteY16" fmla="*/ 112413 h 241967"/>
                <a:gd name="connsiteX17" fmla="*/ 117751 w 253392"/>
                <a:gd name="connsiteY17" fmla="*/ 24553 h 241967"/>
                <a:gd name="connsiteX18" fmla="*/ 136915 w 253392"/>
                <a:gd name="connsiteY18" fmla="*/ 11091 h 241967"/>
                <a:gd name="connsiteX19" fmla="*/ 182696 w 253392"/>
                <a:gd name="connsiteY19" fmla="*/ 11091 h 241967"/>
                <a:gd name="connsiteX20" fmla="*/ 221379 w 253392"/>
                <a:gd name="connsiteY20" fmla="*/ 47581 h 241967"/>
                <a:gd name="connsiteX21" fmla="*/ 147561 w 253392"/>
                <a:gd name="connsiteY21" fmla="*/ 112413 h 241967"/>
                <a:gd name="connsiteX22" fmla="*/ 95747 w 253392"/>
                <a:gd name="connsiteY22" fmla="*/ 112413 h 241967"/>
                <a:gd name="connsiteX23" fmla="*/ 79777 w 253392"/>
                <a:gd name="connsiteY23" fmla="*/ 231094 h 241967"/>
                <a:gd name="connsiteX24" fmla="*/ 71970 w 253392"/>
                <a:gd name="connsiteY24" fmla="*/ 230739 h 241967"/>
                <a:gd name="connsiteX25" fmla="*/ 67356 w 253392"/>
                <a:gd name="connsiteY25" fmla="*/ 227197 h 241967"/>
                <a:gd name="connsiteX26" fmla="*/ 69130 w 253392"/>
                <a:gd name="connsiteY26" fmla="*/ 219048 h 241967"/>
                <a:gd name="connsiteX27" fmla="*/ 93618 w 253392"/>
                <a:gd name="connsiteY27" fmla="*/ 120207 h 241967"/>
                <a:gd name="connsiteX28" fmla="*/ 160692 w 253392"/>
                <a:gd name="connsiteY28" fmla="*/ 120207 h 241967"/>
                <a:gd name="connsiteX29" fmla="*/ 201505 w 253392"/>
                <a:gd name="connsiteY29" fmla="*/ 161657 h 241967"/>
                <a:gd name="connsiteX30" fmla="*/ 128042 w 253392"/>
                <a:gd name="connsiteY30" fmla="*/ 231094 h 241967"/>
                <a:gd name="connsiteX31" fmla="*/ 79777 w 253392"/>
                <a:gd name="connsiteY31" fmla="*/ 231094 h 2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3392" h="241967">
                  <a:moveTo>
                    <a:pt x="42159" y="214443"/>
                  </a:moveTo>
                  <a:cubicBezTo>
                    <a:pt x="38610" y="228260"/>
                    <a:pt x="37900" y="231094"/>
                    <a:pt x="9864" y="231094"/>
                  </a:cubicBezTo>
                  <a:cubicBezTo>
                    <a:pt x="3831" y="231094"/>
                    <a:pt x="282" y="231094"/>
                    <a:pt x="282" y="238179"/>
                  </a:cubicBezTo>
                  <a:cubicBezTo>
                    <a:pt x="282" y="242076"/>
                    <a:pt x="3476" y="242076"/>
                    <a:pt x="9864" y="242076"/>
                  </a:cubicBezTo>
                  <a:lnTo>
                    <a:pt x="136560" y="242076"/>
                  </a:lnTo>
                  <a:cubicBezTo>
                    <a:pt x="192632" y="242076"/>
                    <a:pt x="234510" y="200272"/>
                    <a:pt x="234510" y="165554"/>
                  </a:cubicBezTo>
                  <a:cubicBezTo>
                    <a:pt x="234510" y="140046"/>
                    <a:pt x="213926" y="119498"/>
                    <a:pt x="179501" y="115601"/>
                  </a:cubicBezTo>
                  <a:cubicBezTo>
                    <a:pt x="216410" y="108870"/>
                    <a:pt x="253674" y="82654"/>
                    <a:pt x="253674" y="48998"/>
                  </a:cubicBezTo>
                  <a:cubicBezTo>
                    <a:pt x="253674" y="22782"/>
                    <a:pt x="230251" y="109"/>
                    <a:pt x="187664" y="109"/>
                  </a:cubicBezTo>
                  <a:lnTo>
                    <a:pt x="68421" y="109"/>
                  </a:lnTo>
                  <a:cubicBezTo>
                    <a:pt x="61678" y="109"/>
                    <a:pt x="58129" y="109"/>
                    <a:pt x="58129" y="7194"/>
                  </a:cubicBezTo>
                  <a:cubicBezTo>
                    <a:pt x="58129" y="11091"/>
                    <a:pt x="61323" y="11091"/>
                    <a:pt x="68066" y="11091"/>
                  </a:cubicBezTo>
                  <a:cubicBezTo>
                    <a:pt x="68776" y="11091"/>
                    <a:pt x="75519" y="11091"/>
                    <a:pt x="81552" y="11800"/>
                  </a:cubicBezTo>
                  <a:cubicBezTo>
                    <a:pt x="87940" y="12508"/>
                    <a:pt x="91134" y="12862"/>
                    <a:pt x="91134" y="17468"/>
                  </a:cubicBezTo>
                  <a:cubicBezTo>
                    <a:pt x="91134" y="18885"/>
                    <a:pt x="90779" y="19948"/>
                    <a:pt x="89714" y="24199"/>
                  </a:cubicBezTo>
                  <a:lnTo>
                    <a:pt x="42159" y="214443"/>
                  </a:lnTo>
                  <a:close/>
                  <a:moveTo>
                    <a:pt x="95747" y="112413"/>
                  </a:moveTo>
                  <a:lnTo>
                    <a:pt x="117751" y="24553"/>
                  </a:lnTo>
                  <a:cubicBezTo>
                    <a:pt x="120945" y="12154"/>
                    <a:pt x="121654" y="11091"/>
                    <a:pt x="136915" y="11091"/>
                  </a:cubicBezTo>
                  <a:lnTo>
                    <a:pt x="182696" y="11091"/>
                  </a:lnTo>
                  <a:cubicBezTo>
                    <a:pt x="213926" y="11091"/>
                    <a:pt x="221379" y="31993"/>
                    <a:pt x="221379" y="47581"/>
                  </a:cubicBezTo>
                  <a:cubicBezTo>
                    <a:pt x="221379" y="78757"/>
                    <a:pt x="190858" y="112413"/>
                    <a:pt x="147561" y="112413"/>
                  </a:cubicBezTo>
                  <a:lnTo>
                    <a:pt x="95747" y="112413"/>
                  </a:lnTo>
                  <a:close/>
                  <a:moveTo>
                    <a:pt x="79777" y="231094"/>
                  </a:moveTo>
                  <a:cubicBezTo>
                    <a:pt x="74809" y="231094"/>
                    <a:pt x="74099" y="231094"/>
                    <a:pt x="71970" y="230739"/>
                  </a:cubicBezTo>
                  <a:cubicBezTo>
                    <a:pt x="68421" y="230385"/>
                    <a:pt x="67356" y="230031"/>
                    <a:pt x="67356" y="227197"/>
                  </a:cubicBezTo>
                  <a:cubicBezTo>
                    <a:pt x="67356" y="226134"/>
                    <a:pt x="67356" y="225425"/>
                    <a:pt x="69130" y="219048"/>
                  </a:cubicBezTo>
                  <a:lnTo>
                    <a:pt x="93618" y="120207"/>
                  </a:lnTo>
                  <a:lnTo>
                    <a:pt x="160692" y="120207"/>
                  </a:lnTo>
                  <a:cubicBezTo>
                    <a:pt x="194762" y="120207"/>
                    <a:pt x="201505" y="146423"/>
                    <a:pt x="201505" y="161657"/>
                  </a:cubicBezTo>
                  <a:cubicBezTo>
                    <a:pt x="201505" y="196729"/>
                    <a:pt x="169919" y="231094"/>
                    <a:pt x="128042" y="231094"/>
                  </a:cubicBezTo>
                  <a:lnTo>
                    <a:pt x="79777" y="231094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3553CED-D822-16D2-E3A9-E5C6EC00F3A5}"/>
                </a:ext>
              </a:extLst>
            </p:cNvPr>
            <p:cNvSpPr/>
            <p:nvPr/>
          </p:nvSpPr>
          <p:spPr>
            <a:xfrm>
              <a:off x="12996150" y="6156211"/>
              <a:ext cx="251972" cy="257555"/>
            </a:xfrm>
            <a:custGeom>
              <a:avLst/>
              <a:gdLst>
                <a:gd name="connsiteX0" fmla="*/ 252265 w 251972"/>
                <a:gd name="connsiteY0" fmla="*/ 3651 h 257555"/>
                <a:gd name="connsiteX1" fmla="*/ 248362 w 251972"/>
                <a:gd name="connsiteY1" fmla="*/ 109 h 257555"/>
                <a:gd name="connsiteX2" fmla="*/ 243038 w 251972"/>
                <a:gd name="connsiteY2" fmla="*/ 4360 h 257555"/>
                <a:gd name="connsiteX3" fmla="*/ 218196 w 251972"/>
                <a:gd name="connsiteY3" fmla="*/ 31639 h 257555"/>
                <a:gd name="connsiteX4" fmla="*/ 159284 w 251972"/>
                <a:gd name="connsiteY4" fmla="*/ 109 h 257555"/>
                <a:gd name="connsiteX5" fmla="*/ 293 w 251972"/>
                <a:gd name="connsiteY5" fmla="*/ 160594 h 257555"/>
                <a:gd name="connsiteX6" fmla="*/ 96468 w 251972"/>
                <a:gd name="connsiteY6" fmla="*/ 257664 h 257555"/>
                <a:gd name="connsiteX7" fmla="*/ 173125 w 251972"/>
                <a:gd name="connsiteY7" fmla="*/ 227197 h 257555"/>
                <a:gd name="connsiteX8" fmla="*/ 212163 w 251972"/>
                <a:gd name="connsiteY8" fmla="*/ 164845 h 257555"/>
                <a:gd name="connsiteX9" fmla="*/ 207904 w 251972"/>
                <a:gd name="connsiteY9" fmla="*/ 161302 h 257555"/>
                <a:gd name="connsiteX10" fmla="*/ 203291 w 251972"/>
                <a:gd name="connsiteY10" fmla="*/ 164845 h 257555"/>
                <a:gd name="connsiteX11" fmla="*/ 167447 w 251972"/>
                <a:gd name="connsiteY11" fmla="*/ 220820 h 257555"/>
                <a:gd name="connsiteX12" fmla="*/ 102147 w 251972"/>
                <a:gd name="connsiteY12" fmla="*/ 246682 h 257555"/>
                <a:gd name="connsiteX13" fmla="*/ 32588 w 251972"/>
                <a:gd name="connsiteY13" fmla="*/ 172993 h 257555"/>
                <a:gd name="connsiteX14" fmla="*/ 75530 w 251972"/>
                <a:gd name="connsiteY14" fmla="*/ 53958 h 257555"/>
                <a:gd name="connsiteX15" fmla="*/ 162123 w 251972"/>
                <a:gd name="connsiteY15" fmla="*/ 11091 h 257555"/>
                <a:gd name="connsiteX16" fmla="*/ 219261 w 251972"/>
                <a:gd name="connsiteY16" fmla="*/ 79466 h 257555"/>
                <a:gd name="connsiteX17" fmla="*/ 218196 w 251972"/>
                <a:gd name="connsiteY17" fmla="*/ 97533 h 257555"/>
                <a:gd name="connsiteX18" fmla="*/ 223519 w 251972"/>
                <a:gd name="connsiteY18" fmla="*/ 101076 h 257555"/>
                <a:gd name="connsiteX19" fmla="*/ 229907 w 251972"/>
                <a:gd name="connsiteY19" fmla="*/ 93991 h 257555"/>
                <a:gd name="connsiteX20" fmla="*/ 252265 w 251972"/>
                <a:gd name="connsiteY20" fmla="*/ 3651 h 25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51972" h="257555">
                  <a:moveTo>
                    <a:pt x="252265" y="3651"/>
                  </a:moveTo>
                  <a:cubicBezTo>
                    <a:pt x="252265" y="2589"/>
                    <a:pt x="251556" y="109"/>
                    <a:pt x="248362" y="109"/>
                  </a:cubicBezTo>
                  <a:cubicBezTo>
                    <a:pt x="247297" y="109"/>
                    <a:pt x="246942" y="463"/>
                    <a:pt x="243038" y="4360"/>
                  </a:cubicBezTo>
                  <a:lnTo>
                    <a:pt x="218196" y="31639"/>
                  </a:lnTo>
                  <a:cubicBezTo>
                    <a:pt x="215002" y="26679"/>
                    <a:pt x="198677" y="109"/>
                    <a:pt x="159284" y="109"/>
                  </a:cubicBezTo>
                  <a:cubicBezTo>
                    <a:pt x="80143" y="109"/>
                    <a:pt x="293" y="78403"/>
                    <a:pt x="293" y="160594"/>
                  </a:cubicBezTo>
                  <a:cubicBezTo>
                    <a:pt x="293" y="219048"/>
                    <a:pt x="42170" y="257664"/>
                    <a:pt x="96468" y="257664"/>
                  </a:cubicBezTo>
                  <a:cubicBezTo>
                    <a:pt x="127344" y="257664"/>
                    <a:pt x="154316" y="243493"/>
                    <a:pt x="173125" y="227197"/>
                  </a:cubicBezTo>
                  <a:cubicBezTo>
                    <a:pt x="206130" y="198146"/>
                    <a:pt x="212163" y="165908"/>
                    <a:pt x="212163" y="164845"/>
                  </a:cubicBezTo>
                  <a:cubicBezTo>
                    <a:pt x="212163" y="161302"/>
                    <a:pt x="208614" y="161302"/>
                    <a:pt x="207904" y="161302"/>
                  </a:cubicBezTo>
                  <a:cubicBezTo>
                    <a:pt x="205775" y="161302"/>
                    <a:pt x="204000" y="162011"/>
                    <a:pt x="203291" y="164845"/>
                  </a:cubicBezTo>
                  <a:cubicBezTo>
                    <a:pt x="200097" y="175119"/>
                    <a:pt x="191934" y="200272"/>
                    <a:pt x="167447" y="220820"/>
                  </a:cubicBezTo>
                  <a:cubicBezTo>
                    <a:pt x="142959" y="240659"/>
                    <a:pt x="120601" y="246682"/>
                    <a:pt x="102147" y="246682"/>
                  </a:cubicBezTo>
                  <a:cubicBezTo>
                    <a:pt x="70207" y="246682"/>
                    <a:pt x="32588" y="228260"/>
                    <a:pt x="32588" y="172993"/>
                  </a:cubicBezTo>
                  <a:cubicBezTo>
                    <a:pt x="32588" y="152800"/>
                    <a:pt x="40041" y="95408"/>
                    <a:pt x="75530" y="53958"/>
                  </a:cubicBezTo>
                  <a:cubicBezTo>
                    <a:pt x="97178" y="28805"/>
                    <a:pt x="130538" y="11091"/>
                    <a:pt x="162123" y="11091"/>
                  </a:cubicBezTo>
                  <a:cubicBezTo>
                    <a:pt x="198322" y="11091"/>
                    <a:pt x="219261" y="38370"/>
                    <a:pt x="219261" y="79466"/>
                  </a:cubicBezTo>
                  <a:cubicBezTo>
                    <a:pt x="219261" y="93636"/>
                    <a:pt x="218196" y="93991"/>
                    <a:pt x="218196" y="97533"/>
                  </a:cubicBezTo>
                  <a:cubicBezTo>
                    <a:pt x="218196" y="101076"/>
                    <a:pt x="222100" y="101076"/>
                    <a:pt x="223519" y="101076"/>
                  </a:cubicBezTo>
                  <a:cubicBezTo>
                    <a:pt x="228133" y="101076"/>
                    <a:pt x="228133" y="100368"/>
                    <a:pt x="229907" y="93991"/>
                  </a:cubicBezTo>
                  <a:lnTo>
                    <a:pt x="252265" y="3651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26105F7-DD11-51CE-5801-334D57395233}"/>
                </a:ext>
              </a:extLst>
            </p:cNvPr>
            <p:cNvSpPr/>
            <p:nvPr/>
          </p:nvSpPr>
          <p:spPr>
            <a:xfrm>
              <a:off x="13277667" y="6140269"/>
              <a:ext cx="82334" cy="354271"/>
            </a:xfrm>
            <a:custGeom>
              <a:avLst/>
              <a:gdLst>
                <a:gd name="connsiteX0" fmla="*/ 82636 w 82334"/>
                <a:gd name="connsiteY0" fmla="*/ 177244 h 354271"/>
                <a:gd name="connsiteX1" fmla="*/ 59213 w 82334"/>
                <a:gd name="connsiteY1" fmla="*/ 66712 h 354271"/>
                <a:gd name="connsiteX2" fmla="*/ 3850 w 82334"/>
                <a:gd name="connsiteY2" fmla="*/ 109 h 354271"/>
                <a:gd name="connsiteX3" fmla="*/ 301 w 82334"/>
                <a:gd name="connsiteY3" fmla="*/ 3651 h 354271"/>
                <a:gd name="connsiteX4" fmla="*/ 7044 w 82334"/>
                <a:gd name="connsiteY4" fmla="*/ 11800 h 354271"/>
                <a:gd name="connsiteX5" fmla="*/ 62052 w 82334"/>
                <a:gd name="connsiteY5" fmla="*/ 177244 h 354271"/>
                <a:gd name="connsiteX6" fmla="*/ 4914 w 82334"/>
                <a:gd name="connsiteY6" fmla="*/ 344815 h 354271"/>
                <a:gd name="connsiteX7" fmla="*/ 301 w 82334"/>
                <a:gd name="connsiteY7" fmla="*/ 350838 h 354271"/>
                <a:gd name="connsiteX8" fmla="*/ 3850 w 82334"/>
                <a:gd name="connsiteY8" fmla="*/ 354380 h 354271"/>
                <a:gd name="connsiteX9" fmla="*/ 60277 w 82334"/>
                <a:gd name="connsiteY9" fmla="*/ 285297 h 354271"/>
                <a:gd name="connsiteX10" fmla="*/ 82636 w 82334"/>
                <a:gd name="connsiteY10" fmla="*/ 177244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334" h="354271">
                  <a:moveTo>
                    <a:pt x="82636" y="177244"/>
                  </a:moveTo>
                  <a:cubicBezTo>
                    <a:pt x="82636" y="149611"/>
                    <a:pt x="78732" y="106744"/>
                    <a:pt x="59213" y="66712"/>
                  </a:cubicBezTo>
                  <a:cubicBezTo>
                    <a:pt x="37919" y="23136"/>
                    <a:pt x="7399" y="109"/>
                    <a:pt x="3850" y="109"/>
                  </a:cubicBezTo>
                  <a:cubicBezTo>
                    <a:pt x="1720" y="109"/>
                    <a:pt x="301" y="1526"/>
                    <a:pt x="301" y="3651"/>
                  </a:cubicBezTo>
                  <a:cubicBezTo>
                    <a:pt x="301" y="4714"/>
                    <a:pt x="301" y="5423"/>
                    <a:pt x="7044" y="11800"/>
                  </a:cubicBezTo>
                  <a:cubicBezTo>
                    <a:pt x="41823" y="46873"/>
                    <a:pt x="62052" y="103202"/>
                    <a:pt x="62052" y="177244"/>
                  </a:cubicBezTo>
                  <a:cubicBezTo>
                    <a:pt x="62052" y="237825"/>
                    <a:pt x="48921" y="300177"/>
                    <a:pt x="4914" y="344815"/>
                  </a:cubicBezTo>
                  <a:cubicBezTo>
                    <a:pt x="301" y="349066"/>
                    <a:pt x="301" y="349775"/>
                    <a:pt x="301" y="350838"/>
                  </a:cubicBezTo>
                  <a:cubicBezTo>
                    <a:pt x="301" y="352963"/>
                    <a:pt x="1720" y="354380"/>
                    <a:pt x="3850" y="354380"/>
                  </a:cubicBezTo>
                  <a:cubicBezTo>
                    <a:pt x="7399" y="354380"/>
                    <a:pt x="39339" y="330290"/>
                    <a:pt x="60277" y="285297"/>
                  </a:cubicBezTo>
                  <a:cubicBezTo>
                    <a:pt x="78377" y="246327"/>
                    <a:pt x="82636" y="207003"/>
                    <a:pt x="82636" y="177244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2B2E4C7-512C-F5A8-C182-07B411CD54BF}"/>
                </a:ext>
              </a:extLst>
            </p:cNvPr>
            <p:cNvSpPr/>
            <p:nvPr/>
          </p:nvSpPr>
          <p:spPr>
            <a:xfrm>
              <a:off x="10759230" y="6549987"/>
              <a:ext cx="2636220" cy="14170"/>
            </a:xfrm>
            <a:custGeom>
              <a:avLst/>
              <a:gdLst>
                <a:gd name="connsiteX0" fmla="*/ 0 w 2636220"/>
                <a:gd name="connsiteY0" fmla="*/ 0 h 14170"/>
                <a:gd name="connsiteX1" fmla="*/ 2636221 w 2636220"/>
                <a:gd name="connsiteY1" fmla="*/ 0 h 14170"/>
                <a:gd name="connsiteX2" fmla="*/ 2636221 w 2636220"/>
                <a:gd name="connsiteY2" fmla="*/ 14170 h 14170"/>
                <a:gd name="connsiteX3" fmla="*/ 0 w 2636220"/>
                <a:gd name="connsiteY3" fmla="*/ 14170 h 14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36220" h="14170">
                  <a:moveTo>
                    <a:pt x="0" y="0"/>
                  </a:moveTo>
                  <a:lnTo>
                    <a:pt x="2636221" y="0"/>
                  </a:lnTo>
                  <a:lnTo>
                    <a:pt x="2636221" y="14170"/>
                  </a:lnTo>
                  <a:lnTo>
                    <a:pt x="0" y="14170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E0EDF77-1A4C-6A5B-789F-34FC03D5545A}"/>
                </a:ext>
              </a:extLst>
            </p:cNvPr>
            <p:cNvSpPr/>
            <p:nvPr/>
          </p:nvSpPr>
          <p:spPr>
            <a:xfrm>
              <a:off x="11389482" y="6729939"/>
              <a:ext cx="135213" cy="162610"/>
            </a:xfrm>
            <a:custGeom>
              <a:avLst/>
              <a:gdLst>
                <a:gd name="connsiteX0" fmla="*/ 29704 w 135213"/>
                <a:gd name="connsiteY0" fmla="*/ 81605 h 162610"/>
                <a:gd name="connsiteX1" fmla="*/ 77614 w 135213"/>
                <a:gd name="connsiteY1" fmla="*/ 8979 h 162610"/>
                <a:gd name="connsiteX2" fmla="*/ 115588 w 135213"/>
                <a:gd name="connsiteY2" fmla="*/ 22087 h 162610"/>
                <a:gd name="connsiteX3" fmla="*/ 98908 w 135213"/>
                <a:gd name="connsiteY3" fmla="*/ 38384 h 162610"/>
                <a:gd name="connsiteX4" fmla="*/ 115233 w 135213"/>
                <a:gd name="connsiteY4" fmla="*/ 54680 h 162610"/>
                <a:gd name="connsiteX5" fmla="*/ 131558 w 135213"/>
                <a:gd name="connsiteY5" fmla="*/ 38029 h 162610"/>
                <a:gd name="connsiteX6" fmla="*/ 77259 w 135213"/>
                <a:gd name="connsiteY6" fmla="*/ 122 h 162610"/>
                <a:gd name="connsiteX7" fmla="*/ 248 w 135213"/>
                <a:gd name="connsiteY7" fmla="*/ 82313 h 162610"/>
                <a:gd name="connsiteX8" fmla="*/ 76550 w 135213"/>
                <a:gd name="connsiteY8" fmla="*/ 162733 h 162610"/>
                <a:gd name="connsiteX9" fmla="*/ 135461 w 135213"/>
                <a:gd name="connsiteY9" fmla="*/ 116678 h 162610"/>
                <a:gd name="connsiteX10" fmla="*/ 130848 w 135213"/>
                <a:gd name="connsiteY10" fmla="*/ 113135 h 162610"/>
                <a:gd name="connsiteX11" fmla="*/ 126234 w 135213"/>
                <a:gd name="connsiteY11" fmla="*/ 116678 h 162610"/>
                <a:gd name="connsiteX12" fmla="*/ 79744 w 135213"/>
                <a:gd name="connsiteY12" fmla="*/ 153876 h 162610"/>
                <a:gd name="connsiteX13" fmla="*/ 29704 w 135213"/>
                <a:gd name="connsiteY13" fmla="*/ 81605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5213" h="162610">
                  <a:moveTo>
                    <a:pt x="29704" y="81605"/>
                  </a:moveTo>
                  <a:cubicBezTo>
                    <a:pt x="29704" y="23858"/>
                    <a:pt x="58805" y="8979"/>
                    <a:pt x="77614" y="8979"/>
                  </a:cubicBezTo>
                  <a:cubicBezTo>
                    <a:pt x="80808" y="8979"/>
                    <a:pt x="103166" y="9333"/>
                    <a:pt x="115588" y="22087"/>
                  </a:cubicBezTo>
                  <a:cubicBezTo>
                    <a:pt x="101037" y="23150"/>
                    <a:pt x="98908" y="33778"/>
                    <a:pt x="98908" y="38384"/>
                  </a:cubicBezTo>
                  <a:cubicBezTo>
                    <a:pt x="98908" y="47595"/>
                    <a:pt x="105296" y="54680"/>
                    <a:pt x="115233" y="54680"/>
                  </a:cubicBezTo>
                  <a:cubicBezTo>
                    <a:pt x="124460" y="54680"/>
                    <a:pt x="131558" y="48657"/>
                    <a:pt x="131558" y="38029"/>
                  </a:cubicBezTo>
                  <a:cubicBezTo>
                    <a:pt x="131558" y="13939"/>
                    <a:pt x="104586" y="122"/>
                    <a:pt x="77259" y="122"/>
                  </a:cubicBezTo>
                  <a:cubicBezTo>
                    <a:pt x="32898" y="122"/>
                    <a:pt x="248" y="38384"/>
                    <a:pt x="248" y="82313"/>
                  </a:cubicBezTo>
                  <a:cubicBezTo>
                    <a:pt x="248" y="127660"/>
                    <a:pt x="35382" y="162733"/>
                    <a:pt x="76550" y="162733"/>
                  </a:cubicBezTo>
                  <a:cubicBezTo>
                    <a:pt x="124105" y="162733"/>
                    <a:pt x="135461" y="120220"/>
                    <a:pt x="135461" y="116678"/>
                  </a:cubicBezTo>
                  <a:cubicBezTo>
                    <a:pt x="135461" y="113135"/>
                    <a:pt x="131913" y="113135"/>
                    <a:pt x="130848" y="113135"/>
                  </a:cubicBezTo>
                  <a:cubicBezTo>
                    <a:pt x="127654" y="113135"/>
                    <a:pt x="126944" y="114552"/>
                    <a:pt x="126234" y="116678"/>
                  </a:cubicBezTo>
                  <a:cubicBezTo>
                    <a:pt x="115942" y="149625"/>
                    <a:pt x="92875" y="153876"/>
                    <a:pt x="79744" y="153876"/>
                  </a:cubicBezTo>
                  <a:cubicBezTo>
                    <a:pt x="60934" y="153876"/>
                    <a:pt x="29704" y="138642"/>
                    <a:pt x="29704" y="81605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6F1235C-30A9-4E94-C7B3-2B2A1A4A86BF}"/>
                </a:ext>
              </a:extLst>
            </p:cNvPr>
            <p:cNvSpPr/>
            <p:nvPr/>
          </p:nvSpPr>
          <p:spPr>
            <a:xfrm>
              <a:off x="11545082" y="6729939"/>
              <a:ext cx="157216" cy="162610"/>
            </a:xfrm>
            <a:custGeom>
              <a:avLst/>
              <a:gdLst>
                <a:gd name="connsiteX0" fmla="*/ 157469 w 157216"/>
                <a:gd name="connsiteY0" fmla="*/ 83022 h 162610"/>
                <a:gd name="connsiteX1" fmla="*/ 79038 w 157216"/>
                <a:gd name="connsiteY1" fmla="*/ 122 h 162610"/>
                <a:gd name="connsiteX2" fmla="*/ 253 w 157216"/>
                <a:gd name="connsiteY2" fmla="*/ 83022 h 162610"/>
                <a:gd name="connsiteX3" fmla="*/ 78683 w 157216"/>
                <a:gd name="connsiteY3" fmla="*/ 162733 h 162610"/>
                <a:gd name="connsiteX4" fmla="*/ 157469 w 157216"/>
                <a:gd name="connsiteY4" fmla="*/ 83022 h 162610"/>
                <a:gd name="connsiteX5" fmla="*/ 79038 w 157216"/>
                <a:gd name="connsiteY5" fmla="*/ 153876 h 162610"/>
                <a:gd name="connsiteX6" fmla="*/ 38581 w 157216"/>
                <a:gd name="connsiteY6" fmla="*/ 130140 h 162610"/>
                <a:gd name="connsiteX7" fmla="*/ 29708 w 157216"/>
                <a:gd name="connsiteY7" fmla="*/ 80188 h 162610"/>
                <a:gd name="connsiteX8" fmla="*/ 38226 w 157216"/>
                <a:gd name="connsiteY8" fmla="*/ 31652 h 162610"/>
                <a:gd name="connsiteX9" fmla="*/ 78683 w 157216"/>
                <a:gd name="connsiteY9" fmla="*/ 7916 h 162610"/>
                <a:gd name="connsiteX10" fmla="*/ 118786 w 157216"/>
                <a:gd name="connsiteY10" fmla="*/ 30944 h 162610"/>
                <a:gd name="connsiteX11" fmla="*/ 128013 w 157216"/>
                <a:gd name="connsiteY11" fmla="*/ 80188 h 162610"/>
                <a:gd name="connsiteX12" fmla="*/ 120206 w 157216"/>
                <a:gd name="connsiteY12" fmla="*/ 127660 h 162610"/>
                <a:gd name="connsiteX13" fmla="*/ 79038 w 157216"/>
                <a:gd name="connsiteY13" fmla="*/ 153876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7216" h="162610">
                  <a:moveTo>
                    <a:pt x="157469" y="83022"/>
                  </a:moveTo>
                  <a:cubicBezTo>
                    <a:pt x="157469" y="37675"/>
                    <a:pt x="121980" y="122"/>
                    <a:pt x="79038" y="122"/>
                  </a:cubicBezTo>
                  <a:cubicBezTo>
                    <a:pt x="34677" y="122"/>
                    <a:pt x="253" y="38738"/>
                    <a:pt x="253" y="83022"/>
                  </a:cubicBezTo>
                  <a:cubicBezTo>
                    <a:pt x="253" y="128723"/>
                    <a:pt x="37161" y="162733"/>
                    <a:pt x="78683" y="162733"/>
                  </a:cubicBezTo>
                  <a:cubicBezTo>
                    <a:pt x="121625" y="162733"/>
                    <a:pt x="157469" y="128014"/>
                    <a:pt x="157469" y="83022"/>
                  </a:cubicBezTo>
                  <a:close/>
                  <a:moveTo>
                    <a:pt x="79038" y="153876"/>
                  </a:moveTo>
                  <a:cubicBezTo>
                    <a:pt x="63778" y="153876"/>
                    <a:pt x="48163" y="146436"/>
                    <a:pt x="38581" y="130140"/>
                  </a:cubicBezTo>
                  <a:cubicBezTo>
                    <a:pt x="29708" y="114552"/>
                    <a:pt x="29708" y="92941"/>
                    <a:pt x="29708" y="80188"/>
                  </a:cubicBezTo>
                  <a:cubicBezTo>
                    <a:pt x="29708" y="66371"/>
                    <a:pt x="29708" y="47240"/>
                    <a:pt x="38226" y="31652"/>
                  </a:cubicBezTo>
                  <a:cubicBezTo>
                    <a:pt x="47808" y="15356"/>
                    <a:pt x="64488" y="7916"/>
                    <a:pt x="78683" y="7916"/>
                  </a:cubicBezTo>
                  <a:cubicBezTo>
                    <a:pt x="94299" y="7916"/>
                    <a:pt x="109559" y="15710"/>
                    <a:pt x="118786" y="30944"/>
                  </a:cubicBezTo>
                  <a:cubicBezTo>
                    <a:pt x="128013" y="46178"/>
                    <a:pt x="128013" y="66725"/>
                    <a:pt x="128013" y="80188"/>
                  </a:cubicBezTo>
                  <a:cubicBezTo>
                    <a:pt x="128013" y="92941"/>
                    <a:pt x="128013" y="112072"/>
                    <a:pt x="120206" y="127660"/>
                  </a:cubicBezTo>
                  <a:cubicBezTo>
                    <a:pt x="112398" y="143602"/>
                    <a:pt x="96783" y="153876"/>
                    <a:pt x="79038" y="153876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55015FE-B7DA-0D13-6C22-7462D48DE649}"/>
                </a:ext>
              </a:extLst>
            </p:cNvPr>
            <p:cNvSpPr/>
            <p:nvPr/>
          </p:nvSpPr>
          <p:spPr>
            <a:xfrm>
              <a:off x="11723948" y="6732064"/>
              <a:ext cx="178510" cy="160484"/>
            </a:xfrm>
            <a:custGeom>
              <a:avLst/>
              <a:gdLst>
                <a:gd name="connsiteX0" fmla="*/ 127663 w 178510"/>
                <a:gd name="connsiteY0" fmla="*/ 128723 h 160484"/>
                <a:gd name="connsiteX1" fmla="*/ 127663 w 178510"/>
                <a:gd name="connsiteY1" fmla="*/ 160607 h 160484"/>
                <a:gd name="connsiteX2" fmla="*/ 178768 w 178510"/>
                <a:gd name="connsiteY2" fmla="*/ 156710 h 160484"/>
                <a:gd name="connsiteX3" fmla="*/ 178768 w 178510"/>
                <a:gd name="connsiteY3" fmla="*/ 145728 h 160484"/>
                <a:gd name="connsiteX4" fmla="*/ 151086 w 178510"/>
                <a:gd name="connsiteY4" fmla="*/ 125889 h 160484"/>
                <a:gd name="connsiteX5" fmla="*/ 151086 w 178510"/>
                <a:gd name="connsiteY5" fmla="*/ 122 h 160484"/>
                <a:gd name="connsiteX6" fmla="*/ 98917 w 178510"/>
                <a:gd name="connsiteY6" fmla="*/ 4019 h 160484"/>
                <a:gd name="connsiteX7" fmla="*/ 98917 w 178510"/>
                <a:gd name="connsiteY7" fmla="*/ 15002 h 160484"/>
                <a:gd name="connsiteX8" fmla="*/ 126599 w 178510"/>
                <a:gd name="connsiteY8" fmla="*/ 34841 h 160484"/>
                <a:gd name="connsiteX9" fmla="*/ 126599 w 178510"/>
                <a:gd name="connsiteY9" fmla="*/ 97901 h 160484"/>
                <a:gd name="connsiteX10" fmla="*/ 83657 w 178510"/>
                <a:gd name="connsiteY10" fmla="*/ 152813 h 160484"/>
                <a:gd name="connsiteX11" fmla="*/ 52426 w 178510"/>
                <a:gd name="connsiteY11" fmla="*/ 117740 h 160484"/>
                <a:gd name="connsiteX12" fmla="*/ 52426 w 178510"/>
                <a:gd name="connsiteY12" fmla="*/ 122 h 160484"/>
                <a:gd name="connsiteX13" fmla="*/ 257 w 178510"/>
                <a:gd name="connsiteY13" fmla="*/ 4019 h 160484"/>
                <a:gd name="connsiteX14" fmla="*/ 257 w 178510"/>
                <a:gd name="connsiteY14" fmla="*/ 15002 h 160484"/>
                <a:gd name="connsiteX15" fmla="*/ 27939 w 178510"/>
                <a:gd name="connsiteY15" fmla="*/ 47595 h 160484"/>
                <a:gd name="connsiteX16" fmla="*/ 27939 w 178510"/>
                <a:gd name="connsiteY16" fmla="*/ 100735 h 160484"/>
                <a:gd name="connsiteX17" fmla="*/ 81882 w 178510"/>
                <a:gd name="connsiteY17" fmla="*/ 160607 h 160484"/>
                <a:gd name="connsiteX18" fmla="*/ 127663 w 178510"/>
                <a:gd name="connsiteY18" fmla="*/ 128723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8510" h="160484">
                  <a:moveTo>
                    <a:pt x="127663" y="128723"/>
                  </a:moveTo>
                  <a:lnTo>
                    <a:pt x="127663" y="160607"/>
                  </a:lnTo>
                  <a:lnTo>
                    <a:pt x="178768" y="156710"/>
                  </a:lnTo>
                  <a:lnTo>
                    <a:pt x="178768" y="145728"/>
                  </a:lnTo>
                  <a:cubicBezTo>
                    <a:pt x="153925" y="145728"/>
                    <a:pt x="151086" y="143248"/>
                    <a:pt x="151086" y="125889"/>
                  </a:cubicBezTo>
                  <a:lnTo>
                    <a:pt x="151086" y="122"/>
                  </a:lnTo>
                  <a:lnTo>
                    <a:pt x="98917" y="4019"/>
                  </a:lnTo>
                  <a:lnTo>
                    <a:pt x="98917" y="15002"/>
                  </a:lnTo>
                  <a:cubicBezTo>
                    <a:pt x="123759" y="15002"/>
                    <a:pt x="126599" y="17482"/>
                    <a:pt x="126599" y="34841"/>
                  </a:cubicBezTo>
                  <a:lnTo>
                    <a:pt x="126599" y="97901"/>
                  </a:lnTo>
                  <a:cubicBezTo>
                    <a:pt x="126599" y="128723"/>
                    <a:pt x="109564" y="152813"/>
                    <a:pt x="83657" y="152813"/>
                  </a:cubicBezTo>
                  <a:cubicBezTo>
                    <a:pt x="53846" y="152813"/>
                    <a:pt x="52426" y="136163"/>
                    <a:pt x="52426" y="117740"/>
                  </a:cubicBezTo>
                  <a:lnTo>
                    <a:pt x="52426" y="122"/>
                  </a:lnTo>
                  <a:lnTo>
                    <a:pt x="257" y="4019"/>
                  </a:lnTo>
                  <a:lnTo>
                    <a:pt x="257" y="15002"/>
                  </a:lnTo>
                  <a:cubicBezTo>
                    <a:pt x="27939" y="15002"/>
                    <a:pt x="27939" y="16065"/>
                    <a:pt x="27939" y="47595"/>
                  </a:cubicBezTo>
                  <a:lnTo>
                    <a:pt x="27939" y="100735"/>
                  </a:lnTo>
                  <a:cubicBezTo>
                    <a:pt x="27939" y="128369"/>
                    <a:pt x="27939" y="160607"/>
                    <a:pt x="81882" y="160607"/>
                  </a:cubicBezTo>
                  <a:cubicBezTo>
                    <a:pt x="101756" y="160607"/>
                    <a:pt x="117371" y="150688"/>
                    <a:pt x="127663" y="128723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D04C265F-2763-3B3A-CDB7-EC97DEFA332C}"/>
                </a:ext>
              </a:extLst>
            </p:cNvPr>
            <p:cNvSpPr/>
            <p:nvPr/>
          </p:nvSpPr>
          <p:spPr>
            <a:xfrm>
              <a:off x="11921110" y="6732064"/>
              <a:ext cx="178510" cy="156588"/>
            </a:xfrm>
            <a:custGeom>
              <a:avLst/>
              <a:gdLst>
                <a:gd name="connsiteX0" fmla="*/ 27945 w 178510"/>
                <a:gd name="connsiteY0" fmla="*/ 34841 h 156588"/>
                <a:gd name="connsiteX1" fmla="*/ 27945 w 178510"/>
                <a:gd name="connsiteY1" fmla="*/ 129786 h 156588"/>
                <a:gd name="connsiteX2" fmla="*/ 263 w 178510"/>
                <a:gd name="connsiteY2" fmla="*/ 145728 h 156588"/>
                <a:gd name="connsiteX3" fmla="*/ 263 w 178510"/>
                <a:gd name="connsiteY3" fmla="*/ 156710 h 156588"/>
                <a:gd name="connsiteX4" fmla="*/ 40366 w 178510"/>
                <a:gd name="connsiteY4" fmla="*/ 155647 h 156588"/>
                <a:gd name="connsiteX5" fmla="*/ 80113 w 178510"/>
                <a:gd name="connsiteY5" fmla="*/ 156710 h 156588"/>
                <a:gd name="connsiteX6" fmla="*/ 80113 w 178510"/>
                <a:gd name="connsiteY6" fmla="*/ 145728 h 156588"/>
                <a:gd name="connsiteX7" fmla="*/ 52432 w 178510"/>
                <a:gd name="connsiteY7" fmla="*/ 129786 h 156588"/>
                <a:gd name="connsiteX8" fmla="*/ 52432 w 178510"/>
                <a:gd name="connsiteY8" fmla="*/ 64600 h 156588"/>
                <a:gd name="connsiteX9" fmla="*/ 100342 w 178510"/>
                <a:gd name="connsiteY9" fmla="*/ 7916 h 156588"/>
                <a:gd name="connsiteX10" fmla="*/ 126604 w 178510"/>
                <a:gd name="connsiteY10" fmla="*/ 47240 h 156588"/>
                <a:gd name="connsiteX11" fmla="*/ 126604 w 178510"/>
                <a:gd name="connsiteY11" fmla="*/ 129786 h 156588"/>
                <a:gd name="connsiteX12" fmla="*/ 98923 w 178510"/>
                <a:gd name="connsiteY12" fmla="*/ 145728 h 156588"/>
                <a:gd name="connsiteX13" fmla="*/ 98923 w 178510"/>
                <a:gd name="connsiteY13" fmla="*/ 156710 h 156588"/>
                <a:gd name="connsiteX14" fmla="*/ 139025 w 178510"/>
                <a:gd name="connsiteY14" fmla="*/ 155647 h 156588"/>
                <a:gd name="connsiteX15" fmla="*/ 178773 w 178510"/>
                <a:gd name="connsiteY15" fmla="*/ 156710 h 156588"/>
                <a:gd name="connsiteX16" fmla="*/ 178773 w 178510"/>
                <a:gd name="connsiteY16" fmla="*/ 145728 h 156588"/>
                <a:gd name="connsiteX17" fmla="*/ 151092 w 178510"/>
                <a:gd name="connsiteY17" fmla="*/ 135100 h 156588"/>
                <a:gd name="connsiteX18" fmla="*/ 151092 w 178510"/>
                <a:gd name="connsiteY18" fmla="*/ 67434 h 156588"/>
                <a:gd name="connsiteX19" fmla="*/ 140090 w 178510"/>
                <a:gd name="connsiteY19" fmla="*/ 13230 h 156588"/>
                <a:gd name="connsiteX20" fmla="*/ 102826 w 178510"/>
                <a:gd name="connsiteY20" fmla="*/ 122 h 156588"/>
                <a:gd name="connsiteX21" fmla="*/ 50303 w 178510"/>
                <a:gd name="connsiteY21" fmla="*/ 37321 h 156588"/>
                <a:gd name="connsiteX22" fmla="*/ 50303 w 178510"/>
                <a:gd name="connsiteY22" fmla="*/ 122 h 156588"/>
                <a:gd name="connsiteX23" fmla="*/ 263 w 178510"/>
                <a:gd name="connsiteY23" fmla="*/ 4019 h 156588"/>
                <a:gd name="connsiteX24" fmla="*/ 263 w 178510"/>
                <a:gd name="connsiteY24" fmla="*/ 15002 h 156588"/>
                <a:gd name="connsiteX25" fmla="*/ 27945 w 178510"/>
                <a:gd name="connsiteY25" fmla="*/ 34841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8510" h="156588">
                  <a:moveTo>
                    <a:pt x="27945" y="34841"/>
                  </a:moveTo>
                  <a:lnTo>
                    <a:pt x="27945" y="129786"/>
                  </a:lnTo>
                  <a:cubicBezTo>
                    <a:pt x="27945" y="145728"/>
                    <a:pt x="24041" y="145728"/>
                    <a:pt x="263" y="145728"/>
                  </a:cubicBezTo>
                  <a:lnTo>
                    <a:pt x="263" y="156710"/>
                  </a:lnTo>
                  <a:cubicBezTo>
                    <a:pt x="12684" y="156356"/>
                    <a:pt x="30784" y="155647"/>
                    <a:pt x="40366" y="155647"/>
                  </a:cubicBezTo>
                  <a:cubicBezTo>
                    <a:pt x="49593" y="155647"/>
                    <a:pt x="68047" y="156356"/>
                    <a:pt x="80113" y="156710"/>
                  </a:cubicBezTo>
                  <a:lnTo>
                    <a:pt x="80113" y="145728"/>
                  </a:lnTo>
                  <a:cubicBezTo>
                    <a:pt x="56336" y="145728"/>
                    <a:pt x="52432" y="145728"/>
                    <a:pt x="52432" y="129786"/>
                  </a:cubicBezTo>
                  <a:lnTo>
                    <a:pt x="52432" y="64600"/>
                  </a:lnTo>
                  <a:cubicBezTo>
                    <a:pt x="52432" y="27755"/>
                    <a:pt x="77629" y="7916"/>
                    <a:pt x="100342" y="7916"/>
                  </a:cubicBezTo>
                  <a:cubicBezTo>
                    <a:pt x="122700" y="7916"/>
                    <a:pt x="126604" y="27047"/>
                    <a:pt x="126604" y="47240"/>
                  </a:cubicBezTo>
                  <a:lnTo>
                    <a:pt x="126604" y="129786"/>
                  </a:lnTo>
                  <a:cubicBezTo>
                    <a:pt x="126604" y="145728"/>
                    <a:pt x="122700" y="145728"/>
                    <a:pt x="98923" y="145728"/>
                  </a:cubicBezTo>
                  <a:lnTo>
                    <a:pt x="98923" y="156710"/>
                  </a:lnTo>
                  <a:cubicBezTo>
                    <a:pt x="111344" y="156356"/>
                    <a:pt x="129443" y="155647"/>
                    <a:pt x="139025" y="155647"/>
                  </a:cubicBezTo>
                  <a:cubicBezTo>
                    <a:pt x="148252" y="155647"/>
                    <a:pt x="166707" y="156356"/>
                    <a:pt x="178773" y="156710"/>
                  </a:cubicBezTo>
                  <a:lnTo>
                    <a:pt x="178773" y="145728"/>
                  </a:lnTo>
                  <a:cubicBezTo>
                    <a:pt x="160319" y="145728"/>
                    <a:pt x="151447" y="145728"/>
                    <a:pt x="151092" y="135100"/>
                  </a:cubicBezTo>
                  <a:lnTo>
                    <a:pt x="151092" y="67434"/>
                  </a:lnTo>
                  <a:cubicBezTo>
                    <a:pt x="151092" y="36967"/>
                    <a:pt x="151092" y="25984"/>
                    <a:pt x="140090" y="13230"/>
                  </a:cubicBezTo>
                  <a:cubicBezTo>
                    <a:pt x="135122" y="7208"/>
                    <a:pt x="123410" y="122"/>
                    <a:pt x="102826" y="122"/>
                  </a:cubicBezTo>
                  <a:cubicBezTo>
                    <a:pt x="76919" y="122"/>
                    <a:pt x="60240" y="15356"/>
                    <a:pt x="50303" y="37321"/>
                  </a:cubicBezTo>
                  <a:lnTo>
                    <a:pt x="50303" y="122"/>
                  </a:lnTo>
                  <a:lnTo>
                    <a:pt x="263" y="4019"/>
                  </a:lnTo>
                  <a:lnTo>
                    <a:pt x="263" y="15002"/>
                  </a:lnTo>
                  <a:cubicBezTo>
                    <a:pt x="25105" y="15002"/>
                    <a:pt x="27945" y="17482"/>
                    <a:pt x="27945" y="34841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380219E-D28D-48FB-E283-3F5D14A29146}"/>
                </a:ext>
              </a:extLst>
            </p:cNvPr>
            <p:cNvSpPr/>
            <p:nvPr/>
          </p:nvSpPr>
          <p:spPr>
            <a:xfrm>
              <a:off x="12103800" y="6670775"/>
              <a:ext cx="111080" cy="221773"/>
            </a:xfrm>
            <a:custGeom>
              <a:avLst/>
              <a:gdLst>
                <a:gd name="connsiteX0" fmla="*/ 54921 w 111080"/>
                <a:gd name="connsiteY0" fmla="*/ 76291 h 221773"/>
                <a:gd name="connsiteX1" fmla="*/ 105671 w 111080"/>
                <a:gd name="connsiteY1" fmla="*/ 76291 h 221773"/>
                <a:gd name="connsiteX2" fmla="*/ 105671 w 111080"/>
                <a:gd name="connsiteY2" fmla="*/ 65308 h 221773"/>
                <a:gd name="connsiteX3" fmla="*/ 54921 w 111080"/>
                <a:gd name="connsiteY3" fmla="*/ 65308 h 221773"/>
                <a:gd name="connsiteX4" fmla="*/ 54921 w 111080"/>
                <a:gd name="connsiteY4" fmla="*/ 122 h 221773"/>
                <a:gd name="connsiteX5" fmla="*/ 46049 w 111080"/>
                <a:gd name="connsiteY5" fmla="*/ 122 h 221773"/>
                <a:gd name="connsiteX6" fmla="*/ 268 w 111080"/>
                <a:gd name="connsiteY6" fmla="*/ 68497 h 221773"/>
                <a:gd name="connsiteX7" fmla="*/ 268 w 111080"/>
                <a:gd name="connsiteY7" fmla="*/ 76291 h 221773"/>
                <a:gd name="connsiteX8" fmla="*/ 30434 w 111080"/>
                <a:gd name="connsiteY8" fmla="*/ 76291 h 221773"/>
                <a:gd name="connsiteX9" fmla="*/ 30434 w 111080"/>
                <a:gd name="connsiteY9" fmla="*/ 174070 h 221773"/>
                <a:gd name="connsiteX10" fmla="*/ 76215 w 111080"/>
                <a:gd name="connsiteY10" fmla="*/ 221896 h 221773"/>
                <a:gd name="connsiteX11" fmla="*/ 111349 w 111080"/>
                <a:gd name="connsiteY11" fmla="*/ 174070 h 221773"/>
                <a:gd name="connsiteX12" fmla="*/ 111349 w 111080"/>
                <a:gd name="connsiteY12" fmla="*/ 153876 h 221773"/>
                <a:gd name="connsiteX13" fmla="*/ 102477 w 111080"/>
                <a:gd name="connsiteY13" fmla="*/ 153876 h 221773"/>
                <a:gd name="connsiteX14" fmla="*/ 102477 w 111080"/>
                <a:gd name="connsiteY14" fmla="*/ 173361 h 221773"/>
                <a:gd name="connsiteX15" fmla="*/ 78699 w 111080"/>
                <a:gd name="connsiteY15" fmla="*/ 213039 h 221773"/>
                <a:gd name="connsiteX16" fmla="*/ 54921 w 111080"/>
                <a:gd name="connsiteY16" fmla="*/ 174778 h 221773"/>
                <a:gd name="connsiteX17" fmla="*/ 54921 w 111080"/>
                <a:gd name="connsiteY17" fmla="*/ 76291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1080" h="221773">
                  <a:moveTo>
                    <a:pt x="54921" y="76291"/>
                  </a:moveTo>
                  <a:lnTo>
                    <a:pt x="105671" y="76291"/>
                  </a:lnTo>
                  <a:lnTo>
                    <a:pt x="105671" y="65308"/>
                  </a:lnTo>
                  <a:lnTo>
                    <a:pt x="54921" y="65308"/>
                  </a:lnTo>
                  <a:lnTo>
                    <a:pt x="54921" y="122"/>
                  </a:lnTo>
                  <a:lnTo>
                    <a:pt x="46049" y="122"/>
                  </a:lnTo>
                  <a:cubicBezTo>
                    <a:pt x="45694" y="29173"/>
                    <a:pt x="35048" y="67080"/>
                    <a:pt x="268" y="68497"/>
                  </a:cubicBezTo>
                  <a:lnTo>
                    <a:pt x="268" y="76291"/>
                  </a:lnTo>
                  <a:lnTo>
                    <a:pt x="30434" y="76291"/>
                  </a:lnTo>
                  <a:lnTo>
                    <a:pt x="30434" y="174070"/>
                  </a:lnTo>
                  <a:cubicBezTo>
                    <a:pt x="30434" y="217645"/>
                    <a:pt x="63439" y="221896"/>
                    <a:pt x="76215" y="221896"/>
                  </a:cubicBezTo>
                  <a:cubicBezTo>
                    <a:pt x="101412" y="221896"/>
                    <a:pt x="111349" y="196743"/>
                    <a:pt x="111349" y="174070"/>
                  </a:cubicBezTo>
                  <a:lnTo>
                    <a:pt x="111349" y="153876"/>
                  </a:lnTo>
                  <a:lnTo>
                    <a:pt x="102477" y="153876"/>
                  </a:lnTo>
                  <a:lnTo>
                    <a:pt x="102477" y="173361"/>
                  </a:lnTo>
                  <a:cubicBezTo>
                    <a:pt x="102477" y="199577"/>
                    <a:pt x="91830" y="213039"/>
                    <a:pt x="78699" y="213039"/>
                  </a:cubicBezTo>
                  <a:cubicBezTo>
                    <a:pt x="54921" y="213039"/>
                    <a:pt x="54921" y="180801"/>
                    <a:pt x="54921" y="174778"/>
                  </a:cubicBezTo>
                  <a:lnTo>
                    <a:pt x="54921" y="76291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CBB20F5-6E08-DF17-61E3-15ED3B9B9589}"/>
                </a:ext>
              </a:extLst>
            </p:cNvPr>
            <p:cNvSpPr/>
            <p:nvPr/>
          </p:nvSpPr>
          <p:spPr>
            <a:xfrm>
              <a:off x="12270204" y="6622949"/>
              <a:ext cx="82334" cy="354271"/>
            </a:xfrm>
            <a:custGeom>
              <a:avLst/>
              <a:gdLst>
                <a:gd name="connsiteX0" fmla="*/ 82607 w 82334"/>
                <a:gd name="connsiteY0" fmla="*/ 350851 h 354271"/>
                <a:gd name="connsiteX1" fmla="*/ 76574 w 82334"/>
                <a:gd name="connsiteY1" fmla="*/ 343057 h 354271"/>
                <a:gd name="connsiteX2" fmla="*/ 20856 w 82334"/>
                <a:gd name="connsiteY2" fmla="*/ 177258 h 354271"/>
                <a:gd name="connsiteX3" fmla="*/ 77993 w 82334"/>
                <a:gd name="connsiteY3" fmla="*/ 9688 h 354271"/>
                <a:gd name="connsiteX4" fmla="*/ 82607 w 82334"/>
                <a:gd name="connsiteY4" fmla="*/ 3665 h 354271"/>
                <a:gd name="connsiteX5" fmla="*/ 79058 w 82334"/>
                <a:gd name="connsiteY5" fmla="*/ 122 h 354271"/>
                <a:gd name="connsiteX6" fmla="*/ 22630 w 82334"/>
                <a:gd name="connsiteY6" fmla="*/ 69205 h 354271"/>
                <a:gd name="connsiteX7" fmla="*/ 272 w 82334"/>
                <a:gd name="connsiteY7" fmla="*/ 177258 h 354271"/>
                <a:gd name="connsiteX8" fmla="*/ 23695 w 82334"/>
                <a:gd name="connsiteY8" fmla="*/ 287791 h 354271"/>
                <a:gd name="connsiteX9" fmla="*/ 79058 w 82334"/>
                <a:gd name="connsiteY9" fmla="*/ 354394 h 354271"/>
                <a:gd name="connsiteX10" fmla="*/ 82607 w 82334"/>
                <a:gd name="connsiteY10" fmla="*/ 350851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334" h="354271">
                  <a:moveTo>
                    <a:pt x="82607" y="350851"/>
                  </a:moveTo>
                  <a:cubicBezTo>
                    <a:pt x="82607" y="349788"/>
                    <a:pt x="82607" y="349080"/>
                    <a:pt x="76574" y="343057"/>
                  </a:cubicBezTo>
                  <a:cubicBezTo>
                    <a:pt x="32212" y="298419"/>
                    <a:pt x="20856" y="231462"/>
                    <a:pt x="20856" y="177258"/>
                  </a:cubicBezTo>
                  <a:cubicBezTo>
                    <a:pt x="20856" y="115615"/>
                    <a:pt x="34342" y="53972"/>
                    <a:pt x="77993" y="9688"/>
                  </a:cubicBezTo>
                  <a:cubicBezTo>
                    <a:pt x="82607" y="5436"/>
                    <a:pt x="82607" y="4728"/>
                    <a:pt x="82607" y="3665"/>
                  </a:cubicBezTo>
                  <a:cubicBezTo>
                    <a:pt x="82607" y="1185"/>
                    <a:pt x="81187" y="122"/>
                    <a:pt x="79058" y="122"/>
                  </a:cubicBezTo>
                  <a:cubicBezTo>
                    <a:pt x="75509" y="122"/>
                    <a:pt x="43569" y="24213"/>
                    <a:pt x="22630" y="69205"/>
                  </a:cubicBezTo>
                  <a:cubicBezTo>
                    <a:pt x="4531" y="108175"/>
                    <a:pt x="272" y="147499"/>
                    <a:pt x="272" y="177258"/>
                  </a:cubicBezTo>
                  <a:cubicBezTo>
                    <a:pt x="272" y="204891"/>
                    <a:pt x="4176" y="247758"/>
                    <a:pt x="23695" y="287791"/>
                  </a:cubicBezTo>
                  <a:cubicBezTo>
                    <a:pt x="44988" y="331366"/>
                    <a:pt x="75509" y="354394"/>
                    <a:pt x="79058" y="354394"/>
                  </a:cubicBezTo>
                  <a:cubicBezTo>
                    <a:pt x="81187" y="354394"/>
                    <a:pt x="82607" y="353331"/>
                    <a:pt x="82607" y="350851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365A895-7410-6CDC-E73F-D85357C909E1}"/>
                </a:ext>
              </a:extLst>
            </p:cNvPr>
            <p:cNvSpPr/>
            <p:nvPr/>
          </p:nvSpPr>
          <p:spPr>
            <a:xfrm>
              <a:off x="12385505" y="6634994"/>
              <a:ext cx="243455" cy="253658"/>
            </a:xfrm>
            <a:custGeom>
              <a:avLst/>
              <a:gdLst>
                <a:gd name="connsiteX0" fmla="*/ 51380 w 243455"/>
                <a:gd name="connsiteY0" fmla="*/ 213039 h 253658"/>
                <a:gd name="connsiteX1" fmla="*/ 7729 w 243455"/>
                <a:gd name="connsiteY1" fmla="*/ 242798 h 253658"/>
                <a:gd name="connsiteX2" fmla="*/ 276 w 243455"/>
                <a:gd name="connsiteY2" fmla="*/ 249884 h 253658"/>
                <a:gd name="connsiteX3" fmla="*/ 4890 w 243455"/>
                <a:gd name="connsiteY3" fmla="*/ 253781 h 253658"/>
                <a:gd name="connsiteX4" fmla="*/ 35410 w 243455"/>
                <a:gd name="connsiteY4" fmla="*/ 252718 h 253658"/>
                <a:gd name="connsiteX5" fmla="*/ 70899 w 243455"/>
                <a:gd name="connsiteY5" fmla="*/ 253781 h 253658"/>
                <a:gd name="connsiteX6" fmla="*/ 77642 w 243455"/>
                <a:gd name="connsiteY6" fmla="*/ 247050 h 253658"/>
                <a:gd name="connsiteX7" fmla="*/ 71964 w 243455"/>
                <a:gd name="connsiteY7" fmla="*/ 242798 h 253658"/>
                <a:gd name="connsiteX8" fmla="*/ 55284 w 243455"/>
                <a:gd name="connsiteY8" fmla="*/ 230399 h 253658"/>
                <a:gd name="connsiteX9" fmla="*/ 60253 w 243455"/>
                <a:gd name="connsiteY9" fmla="*/ 217291 h 253658"/>
                <a:gd name="connsiteX10" fmla="*/ 87224 w 243455"/>
                <a:gd name="connsiteY10" fmla="*/ 171944 h 253658"/>
                <a:gd name="connsiteX11" fmla="*/ 176302 w 243455"/>
                <a:gd name="connsiteY11" fmla="*/ 171944 h 253658"/>
                <a:gd name="connsiteX12" fmla="*/ 181980 w 243455"/>
                <a:gd name="connsiteY12" fmla="*/ 231107 h 253658"/>
                <a:gd name="connsiteX13" fmla="*/ 156428 w 243455"/>
                <a:gd name="connsiteY13" fmla="*/ 242798 h 253658"/>
                <a:gd name="connsiteX14" fmla="*/ 147911 w 243455"/>
                <a:gd name="connsiteY14" fmla="*/ 249884 h 253658"/>
                <a:gd name="connsiteX15" fmla="*/ 152879 w 243455"/>
                <a:gd name="connsiteY15" fmla="*/ 253781 h 253658"/>
                <a:gd name="connsiteX16" fmla="*/ 197240 w 243455"/>
                <a:gd name="connsiteY16" fmla="*/ 252718 h 253658"/>
                <a:gd name="connsiteX17" fmla="*/ 237343 w 243455"/>
                <a:gd name="connsiteY17" fmla="*/ 253781 h 253658"/>
                <a:gd name="connsiteX18" fmla="*/ 243731 w 243455"/>
                <a:gd name="connsiteY18" fmla="*/ 246695 h 253658"/>
                <a:gd name="connsiteX19" fmla="*/ 235569 w 243455"/>
                <a:gd name="connsiteY19" fmla="*/ 242798 h 253658"/>
                <a:gd name="connsiteX20" fmla="*/ 212501 w 243455"/>
                <a:gd name="connsiteY20" fmla="*/ 230044 h 253658"/>
                <a:gd name="connsiteX21" fmla="*/ 190852 w 243455"/>
                <a:gd name="connsiteY21" fmla="*/ 8625 h 253658"/>
                <a:gd name="connsiteX22" fmla="*/ 184109 w 243455"/>
                <a:gd name="connsiteY22" fmla="*/ 122 h 253658"/>
                <a:gd name="connsiteX23" fmla="*/ 174882 w 243455"/>
                <a:gd name="connsiteY23" fmla="*/ 6145 h 253658"/>
                <a:gd name="connsiteX24" fmla="*/ 51380 w 243455"/>
                <a:gd name="connsiteY24" fmla="*/ 213039 h 253658"/>
                <a:gd name="connsiteX25" fmla="*/ 93967 w 243455"/>
                <a:gd name="connsiteY25" fmla="*/ 160962 h 253658"/>
                <a:gd name="connsiteX26" fmla="*/ 163881 w 243455"/>
                <a:gd name="connsiteY26" fmla="*/ 44052 h 253658"/>
                <a:gd name="connsiteX27" fmla="*/ 175237 w 243455"/>
                <a:gd name="connsiteY27" fmla="*/ 160962 h 253658"/>
                <a:gd name="connsiteX28" fmla="*/ 93967 w 243455"/>
                <a:gd name="connsiteY28" fmla="*/ 160962 h 25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3455" h="253658">
                  <a:moveTo>
                    <a:pt x="51380" y="213039"/>
                  </a:moveTo>
                  <a:cubicBezTo>
                    <a:pt x="37185" y="236776"/>
                    <a:pt x="23344" y="241735"/>
                    <a:pt x="7729" y="242798"/>
                  </a:cubicBezTo>
                  <a:cubicBezTo>
                    <a:pt x="3470" y="243153"/>
                    <a:pt x="276" y="243153"/>
                    <a:pt x="276" y="249884"/>
                  </a:cubicBezTo>
                  <a:cubicBezTo>
                    <a:pt x="276" y="252009"/>
                    <a:pt x="2051" y="253781"/>
                    <a:pt x="4890" y="253781"/>
                  </a:cubicBezTo>
                  <a:cubicBezTo>
                    <a:pt x="14472" y="253781"/>
                    <a:pt x="25473" y="252718"/>
                    <a:pt x="35410" y="252718"/>
                  </a:cubicBezTo>
                  <a:cubicBezTo>
                    <a:pt x="47122" y="252718"/>
                    <a:pt x="59543" y="253781"/>
                    <a:pt x="70899" y="253781"/>
                  </a:cubicBezTo>
                  <a:cubicBezTo>
                    <a:pt x="73029" y="253781"/>
                    <a:pt x="77642" y="253781"/>
                    <a:pt x="77642" y="247050"/>
                  </a:cubicBezTo>
                  <a:cubicBezTo>
                    <a:pt x="77642" y="243153"/>
                    <a:pt x="74448" y="242798"/>
                    <a:pt x="71964" y="242798"/>
                  </a:cubicBezTo>
                  <a:cubicBezTo>
                    <a:pt x="63802" y="242090"/>
                    <a:pt x="55284" y="239256"/>
                    <a:pt x="55284" y="230399"/>
                  </a:cubicBezTo>
                  <a:cubicBezTo>
                    <a:pt x="55284" y="226147"/>
                    <a:pt x="57413" y="222251"/>
                    <a:pt x="60253" y="217291"/>
                  </a:cubicBezTo>
                  <a:lnTo>
                    <a:pt x="87224" y="171944"/>
                  </a:lnTo>
                  <a:lnTo>
                    <a:pt x="176302" y="171944"/>
                  </a:lnTo>
                  <a:cubicBezTo>
                    <a:pt x="177012" y="179384"/>
                    <a:pt x="181980" y="227565"/>
                    <a:pt x="181980" y="231107"/>
                  </a:cubicBezTo>
                  <a:cubicBezTo>
                    <a:pt x="181980" y="241735"/>
                    <a:pt x="163526" y="242798"/>
                    <a:pt x="156428" y="242798"/>
                  </a:cubicBezTo>
                  <a:cubicBezTo>
                    <a:pt x="151460" y="242798"/>
                    <a:pt x="147911" y="242798"/>
                    <a:pt x="147911" y="249884"/>
                  </a:cubicBezTo>
                  <a:cubicBezTo>
                    <a:pt x="147911" y="253781"/>
                    <a:pt x="152169" y="253781"/>
                    <a:pt x="152879" y="253781"/>
                  </a:cubicBezTo>
                  <a:cubicBezTo>
                    <a:pt x="167430" y="253781"/>
                    <a:pt x="182690" y="252718"/>
                    <a:pt x="197240" y="252718"/>
                  </a:cubicBezTo>
                  <a:cubicBezTo>
                    <a:pt x="206113" y="252718"/>
                    <a:pt x="228471" y="253781"/>
                    <a:pt x="237343" y="253781"/>
                  </a:cubicBezTo>
                  <a:cubicBezTo>
                    <a:pt x="239472" y="253781"/>
                    <a:pt x="243731" y="253781"/>
                    <a:pt x="243731" y="246695"/>
                  </a:cubicBezTo>
                  <a:cubicBezTo>
                    <a:pt x="243731" y="242798"/>
                    <a:pt x="240182" y="242798"/>
                    <a:pt x="235569" y="242798"/>
                  </a:cubicBezTo>
                  <a:cubicBezTo>
                    <a:pt x="213565" y="242798"/>
                    <a:pt x="213565" y="240318"/>
                    <a:pt x="212501" y="230044"/>
                  </a:cubicBezTo>
                  <a:lnTo>
                    <a:pt x="190852" y="8625"/>
                  </a:lnTo>
                  <a:cubicBezTo>
                    <a:pt x="190143" y="1539"/>
                    <a:pt x="190143" y="122"/>
                    <a:pt x="184109" y="122"/>
                  </a:cubicBezTo>
                  <a:cubicBezTo>
                    <a:pt x="178431" y="122"/>
                    <a:pt x="177012" y="2602"/>
                    <a:pt x="174882" y="6145"/>
                  </a:cubicBezTo>
                  <a:lnTo>
                    <a:pt x="51380" y="213039"/>
                  </a:lnTo>
                  <a:close/>
                  <a:moveTo>
                    <a:pt x="93967" y="160962"/>
                  </a:moveTo>
                  <a:lnTo>
                    <a:pt x="163881" y="44052"/>
                  </a:lnTo>
                  <a:lnTo>
                    <a:pt x="175237" y="160962"/>
                  </a:lnTo>
                  <a:lnTo>
                    <a:pt x="93967" y="160962"/>
                  </a:ln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7A242BE-8F45-3AEF-FB9B-4DB0651CAB84}"/>
                </a:ext>
              </a:extLst>
            </p:cNvPr>
            <p:cNvSpPr/>
            <p:nvPr/>
          </p:nvSpPr>
          <p:spPr>
            <a:xfrm>
              <a:off x="12659481" y="6622949"/>
              <a:ext cx="82334" cy="354271"/>
            </a:xfrm>
            <a:custGeom>
              <a:avLst/>
              <a:gdLst>
                <a:gd name="connsiteX0" fmla="*/ 82618 w 82334"/>
                <a:gd name="connsiteY0" fmla="*/ 177258 h 354271"/>
                <a:gd name="connsiteX1" fmla="*/ 59195 w 82334"/>
                <a:gd name="connsiteY1" fmla="*/ 66725 h 354271"/>
                <a:gd name="connsiteX2" fmla="*/ 3832 w 82334"/>
                <a:gd name="connsiteY2" fmla="*/ 122 h 354271"/>
                <a:gd name="connsiteX3" fmla="*/ 284 w 82334"/>
                <a:gd name="connsiteY3" fmla="*/ 3665 h 354271"/>
                <a:gd name="connsiteX4" fmla="*/ 7026 w 82334"/>
                <a:gd name="connsiteY4" fmla="*/ 11813 h 354271"/>
                <a:gd name="connsiteX5" fmla="*/ 62035 w 82334"/>
                <a:gd name="connsiteY5" fmla="*/ 177258 h 354271"/>
                <a:gd name="connsiteX6" fmla="*/ 4897 w 82334"/>
                <a:gd name="connsiteY6" fmla="*/ 344828 h 354271"/>
                <a:gd name="connsiteX7" fmla="*/ 284 w 82334"/>
                <a:gd name="connsiteY7" fmla="*/ 350851 h 354271"/>
                <a:gd name="connsiteX8" fmla="*/ 3832 w 82334"/>
                <a:gd name="connsiteY8" fmla="*/ 354394 h 354271"/>
                <a:gd name="connsiteX9" fmla="*/ 60260 w 82334"/>
                <a:gd name="connsiteY9" fmla="*/ 285311 h 354271"/>
                <a:gd name="connsiteX10" fmla="*/ 82618 w 82334"/>
                <a:gd name="connsiteY10" fmla="*/ 177258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334" h="354271">
                  <a:moveTo>
                    <a:pt x="82618" y="177258"/>
                  </a:moveTo>
                  <a:cubicBezTo>
                    <a:pt x="82618" y="149625"/>
                    <a:pt x="78714" y="106758"/>
                    <a:pt x="59195" y="66725"/>
                  </a:cubicBezTo>
                  <a:cubicBezTo>
                    <a:pt x="37902" y="23150"/>
                    <a:pt x="7381" y="122"/>
                    <a:pt x="3832" y="122"/>
                  </a:cubicBezTo>
                  <a:cubicBezTo>
                    <a:pt x="1703" y="122"/>
                    <a:pt x="284" y="1539"/>
                    <a:pt x="284" y="3665"/>
                  </a:cubicBezTo>
                  <a:cubicBezTo>
                    <a:pt x="284" y="4728"/>
                    <a:pt x="284" y="5436"/>
                    <a:pt x="7026" y="11813"/>
                  </a:cubicBezTo>
                  <a:cubicBezTo>
                    <a:pt x="41806" y="46886"/>
                    <a:pt x="62035" y="103215"/>
                    <a:pt x="62035" y="177258"/>
                  </a:cubicBezTo>
                  <a:cubicBezTo>
                    <a:pt x="62035" y="237838"/>
                    <a:pt x="48904" y="300190"/>
                    <a:pt x="4897" y="344828"/>
                  </a:cubicBezTo>
                  <a:cubicBezTo>
                    <a:pt x="284" y="349080"/>
                    <a:pt x="284" y="349788"/>
                    <a:pt x="284" y="350851"/>
                  </a:cubicBezTo>
                  <a:cubicBezTo>
                    <a:pt x="284" y="352977"/>
                    <a:pt x="1703" y="354394"/>
                    <a:pt x="3832" y="354394"/>
                  </a:cubicBezTo>
                  <a:cubicBezTo>
                    <a:pt x="7381" y="354394"/>
                    <a:pt x="39322" y="330303"/>
                    <a:pt x="60260" y="285311"/>
                  </a:cubicBezTo>
                  <a:cubicBezTo>
                    <a:pt x="78359" y="246341"/>
                    <a:pt x="82618" y="207017"/>
                    <a:pt x="82618" y="177258"/>
                  </a:cubicBezTo>
                  <a:close/>
                </a:path>
              </a:pathLst>
            </a:custGeom>
            <a:solidFill>
              <a:srgbClr val="000000"/>
            </a:solidFill>
            <a:ln w="35389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0793267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AFB76-1948-8895-4475-A2A572902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CKY with PCFG Formalism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AC31B-A7ED-4972-8F6B-05C1073DF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28</a:t>
            </a:fld>
            <a:endParaRPr lang="en-CA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C6DF3D-B8BD-4B15-DFD9-59F59883B9AD}"/>
              </a:ext>
            </a:extLst>
          </p:cNvPr>
          <p:cNvSpPr>
            <a:spLocks noGrp="1"/>
          </p:cNvSpPr>
          <p:nvPr/>
        </p:nvSpPr>
        <p:spPr>
          <a:xfrm>
            <a:off x="665551" y="1325563"/>
            <a:ext cx="10515600" cy="4674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Nunito" pitchFamily="2" charset="0"/>
              </a:rPr>
              <a:t>Find the max-probability tree for a sentence</a:t>
            </a:r>
          </a:p>
        </p:txBody>
      </p:sp>
      <p:grpSp>
        <p:nvGrpSpPr>
          <p:cNvPr id="6" name="Group 5" descr="\documentclass{article}&#10;\usepackage{amsmath,bm,amssymb}&#10;\pagestyle{empty}&#10;\begin{document}&#10;&#10;\newcommand{\score}{\textrm{score}}&#10;\newcommand{\classify}{\textrm{classify}}&#10;\newcommand{\bx}{\mathbf{x}}&#10;&#10;\begin{align*}&#10;\score(\mathbf{x}, \bm{y}; \mathbf{w}) &amp;= \log \prod_{r \in \bm{y}} p(r;w_r) \qquad \text{yield}(\bm{y}) = \bx \\&#10;&amp;= \sum_{r \in \bm{y}} \log p(r;w_r)&#10;\end{align*}&#10;&#10;&#10;\end{document}" title="IguanaTex Vector Display">
            <a:extLst>
              <a:ext uri="{FF2B5EF4-FFF2-40B4-BE49-F238E27FC236}">
                <a16:creationId xmlns:a16="http://schemas.microsoft.com/office/drawing/2014/main" id="{B5F746E9-DB63-C799-9818-2B34D11041A9}"/>
              </a:ext>
            </a:extLst>
          </p:cNvPr>
          <p:cNvGrpSpPr>
            <a:grpSpLocks noChangeAspect="1"/>
          </p:cNvGrpSpPr>
          <p:nvPr/>
        </p:nvGrpSpPr>
        <p:grpSpPr>
          <a:xfrm>
            <a:off x="2194807" y="2486092"/>
            <a:ext cx="7457088" cy="1790176"/>
            <a:chOff x="7017776" y="5201887"/>
            <a:chExt cx="7457088" cy="179017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FD34E77-B717-061E-5D97-02EE79E85F07}"/>
                </a:ext>
              </a:extLst>
            </p:cNvPr>
            <p:cNvSpPr/>
            <p:nvPr/>
          </p:nvSpPr>
          <p:spPr>
            <a:xfrm>
              <a:off x="7017776" y="5378878"/>
              <a:ext cx="115846" cy="161828"/>
            </a:xfrm>
            <a:custGeom>
              <a:avLst/>
              <a:gdLst>
                <a:gd name="connsiteX0" fmla="*/ 62126 w 115846"/>
                <a:gd name="connsiteY0" fmla="*/ 89637 h 161828"/>
                <a:gd name="connsiteX1" fmla="*/ 98970 w 115846"/>
                <a:gd name="connsiteY1" fmla="*/ 122073 h 161828"/>
                <a:gd name="connsiteX2" fmla="*/ 58938 w 115846"/>
                <a:gd name="connsiteY2" fmla="*/ 154157 h 161828"/>
                <a:gd name="connsiteX3" fmla="*/ 9694 w 115846"/>
                <a:gd name="connsiteY3" fmla="*/ 104092 h 161828"/>
                <a:gd name="connsiteX4" fmla="*/ 4734 w 115846"/>
                <a:gd name="connsiteY4" fmla="*/ 98099 h 161828"/>
                <a:gd name="connsiteX5" fmla="*/ 128 w 115846"/>
                <a:gd name="connsiteY5" fmla="*/ 106913 h 161828"/>
                <a:gd name="connsiteX6" fmla="*/ 128 w 115846"/>
                <a:gd name="connsiteY6" fmla="*/ 153452 h 161828"/>
                <a:gd name="connsiteX7" fmla="*/ 4025 w 115846"/>
                <a:gd name="connsiteY7" fmla="*/ 161914 h 161828"/>
                <a:gd name="connsiteX8" fmla="*/ 12882 w 115846"/>
                <a:gd name="connsiteY8" fmla="*/ 154862 h 161828"/>
                <a:gd name="connsiteX9" fmla="*/ 19968 w 115846"/>
                <a:gd name="connsiteY9" fmla="*/ 146753 h 161828"/>
                <a:gd name="connsiteX10" fmla="*/ 58938 w 115846"/>
                <a:gd name="connsiteY10" fmla="*/ 161914 h 161828"/>
                <a:gd name="connsiteX11" fmla="*/ 115975 w 115846"/>
                <a:gd name="connsiteY11" fmla="*/ 112907 h 161828"/>
                <a:gd name="connsiteX12" fmla="*/ 101096 w 115846"/>
                <a:gd name="connsiteY12" fmla="*/ 79413 h 161828"/>
                <a:gd name="connsiteX13" fmla="*/ 60709 w 115846"/>
                <a:gd name="connsiteY13" fmla="*/ 62489 h 161828"/>
                <a:gd name="connsiteX14" fmla="*/ 17134 w 115846"/>
                <a:gd name="connsiteY14" fmla="*/ 33579 h 161828"/>
                <a:gd name="connsiteX15" fmla="*/ 56812 w 115846"/>
                <a:gd name="connsiteY15" fmla="*/ 6783 h 161828"/>
                <a:gd name="connsiteX16" fmla="*/ 98262 w 115846"/>
                <a:gd name="connsiteY16" fmla="*/ 49444 h 161828"/>
                <a:gd name="connsiteX17" fmla="*/ 102513 w 115846"/>
                <a:gd name="connsiteY17" fmla="*/ 52617 h 161828"/>
                <a:gd name="connsiteX18" fmla="*/ 107118 w 115846"/>
                <a:gd name="connsiteY18" fmla="*/ 44156 h 161828"/>
                <a:gd name="connsiteX19" fmla="*/ 107118 w 115846"/>
                <a:gd name="connsiteY19" fmla="*/ 8546 h 161828"/>
                <a:gd name="connsiteX20" fmla="*/ 103221 w 115846"/>
                <a:gd name="connsiteY20" fmla="*/ 85 h 161828"/>
                <a:gd name="connsiteX21" fmla="*/ 96136 w 115846"/>
                <a:gd name="connsiteY21" fmla="*/ 4316 h 161828"/>
                <a:gd name="connsiteX22" fmla="*/ 90113 w 115846"/>
                <a:gd name="connsiteY22" fmla="*/ 9957 h 161828"/>
                <a:gd name="connsiteX23" fmla="*/ 56812 w 115846"/>
                <a:gd name="connsiteY23" fmla="*/ 85 h 161828"/>
                <a:gd name="connsiteX24" fmla="*/ 128 w 115846"/>
                <a:gd name="connsiteY24" fmla="*/ 43451 h 161828"/>
                <a:gd name="connsiteX25" fmla="*/ 15362 w 115846"/>
                <a:gd name="connsiteY25" fmla="*/ 73419 h 161828"/>
                <a:gd name="connsiteX26" fmla="*/ 62126 w 115846"/>
                <a:gd name="connsiteY26" fmla="*/ 89637 h 161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846" h="161828">
                  <a:moveTo>
                    <a:pt x="62126" y="89637"/>
                  </a:moveTo>
                  <a:cubicBezTo>
                    <a:pt x="69920" y="91047"/>
                    <a:pt x="98970" y="96688"/>
                    <a:pt x="98970" y="122073"/>
                  </a:cubicBezTo>
                  <a:cubicBezTo>
                    <a:pt x="98970" y="140054"/>
                    <a:pt x="86571" y="154157"/>
                    <a:pt x="58938" y="154157"/>
                  </a:cubicBezTo>
                  <a:cubicBezTo>
                    <a:pt x="29179" y="154157"/>
                    <a:pt x="16425" y="134061"/>
                    <a:pt x="9694" y="104092"/>
                  </a:cubicBezTo>
                  <a:cubicBezTo>
                    <a:pt x="8631" y="99509"/>
                    <a:pt x="8277" y="98099"/>
                    <a:pt x="4734" y="98099"/>
                  </a:cubicBezTo>
                  <a:cubicBezTo>
                    <a:pt x="128" y="98099"/>
                    <a:pt x="128" y="100567"/>
                    <a:pt x="128" y="106913"/>
                  </a:cubicBezTo>
                  <a:lnTo>
                    <a:pt x="128" y="153452"/>
                  </a:lnTo>
                  <a:cubicBezTo>
                    <a:pt x="128" y="159446"/>
                    <a:pt x="128" y="161914"/>
                    <a:pt x="4025" y="161914"/>
                  </a:cubicBezTo>
                  <a:cubicBezTo>
                    <a:pt x="5797" y="161914"/>
                    <a:pt x="6151" y="161561"/>
                    <a:pt x="12882" y="154862"/>
                  </a:cubicBezTo>
                  <a:cubicBezTo>
                    <a:pt x="13591" y="154157"/>
                    <a:pt x="13591" y="153452"/>
                    <a:pt x="19968" y="146753"/>
                  </a:cubicBezTo>
                  <a:cubicBezTo>
                    <a:pt x="35556" y="161561"/>
                    <a:pt x="51498" y="161914"/>
                    <a:pt x="58938" y="161914"/>
                  </a:cubicBezTo>
                  <a:cubicBezTo>
                    <a:pt x="99679" y="161914"/>
                    <a:pt x="115975" y="138291"/>
                    <a:pt x="115975" y="112907"/>
                  </a:cubicBezTo>
                  <a:cubicBezTo>
                    <a:pt x="115975" y="94220"/>
                    <a:pt x="105347" y="83643"/>
                    <a:pt x="101096" y="79413"/>
                  </a:cubicBezTo>
                  <a:cubicBezTo>
                    <a:pt x="89405" y="68130"/>
                    <a:pt x="75588" y="65310"/>
                    <a:pt x="60709" y="62489"/>
                  </a:cubicBezTo>
                  <a:cubicBezTo>
                    <a:pt x="40870" y="58611"/>
                    <a:pt x="17134" y="54028"/>
                    <a:pt x="17134" y="33579"/>
                  </a:cubicBezTo>
                  <a:cubicBezTo>
                    <a:pt x="17134" y="21239"/>
                    <a:pt x="26345" y="6783"/>
                    <a:pt x="56812" y="6783"/>
                  </a:cubicBezTo>
                  <a:cubicBezTo>
                    <a:pt x="95782" y="6783"/>
                    <a:pt x="97553" y="38515"/>
                    <a:pt x="98262" y="49444"/>
                  </a:cubicBezTo>
                  <a:cubicBezTo>
                    <a:pt x="98616" y="52617"/>
                    <a:pt x="101804" y="52617"/>
                    <a:pt x="102513" y="52617"/>
                  </a:cubicBezTo>
                  <a:cubicBezTo>
                    <a:pt x="107118" y="52617"/>
                    <a:pt x="107118" y="50855"/>
                    <a:pt x="107118" y="44156"/>
                  </a:cubicBezTo>
                  <a:lnTo>
                    <a:pt x="107118" y="8546"/>
                  </a:lnTo>
                  <a:cubicBezTo>
                    <a:pt x="107118" y="2553"/>
                    <a:pt x="107118" y="85"/>
                    <a:pt x="103221" y="85"/>
                  </a:cubicBezTo>
                  <a:cubicBezTo>
                    <a:pt x="101450" y="85"/>
                    <a:pt x="100742" y="85"/>
                    <a:pt x="96136" y="4316"/>
                  </a:cubicBezTo>
                  <a:cubicBezTo>
                    <a:pt x="95073" y="5726"/>
                    <a:pt x="91531" y="8899"/>
                    <a:pt x="90113" y="9957"/>
                  </a:cubicBezTo>
                  <a:cubicBezTo>
                    <a:pt x="76651" y="85"/>
                    <a:pt x="62126" y="85"/>
                    <a:pt x="56812" y="85"/>
                  </a:cubicBezTo>
                  <a:cubicBezTo>
                    <a:pt x="13591" y="85"/>
                    <a:pt x="128" y="23707"/>
                    <a:pt x="128" y="43451"/>
                  </a:cubicBezTo>
                  <a:cubicBezTo>
                    <a:pt x="128" y="55790"/>
                    <a:pt x="5797" y="65662"/>
                    <a:pt x="15362" y="73419"/>
                  </a:cubicBezTo>
                  <a:cubicBezTo>
                    <a:pt x="26699" y="82586"/>
                    <a:pt x="36618" y="84701"/>
                    <a:pt x="62126" y="89637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0CAA584-04F1-69C6-901A-BD94EC1D9C41}"/>
                </a:ext>
              </a:extLst>
            </p:cNvPr>
            <p:cNvSpPr/>
            <p:nvPr/>
          </p:nvSpPr>
          <p:spPr>
            <a:xfrm>
              <a:off x="7157871" y="5378878"/>
              <a:ext cx="134977" cy="161828"/>
            </a:xfrm>
            <a:custGeom>
              <a:avLst/>
              <a:gdLst>
                <a:gd name="connsiteX0" fmla="*/ 29537 w 134977"/>
                <a:gd name="connsiteY0" fmla="*/ 81175 h 161828"/>
                <a:gd name="connsiteX1" fmla="*/ 77364 w 134977"/>
                <a:gd name="connsiteY1" fmla="*/ 8899 h 161828"/>
                <a:gd name="connsiteX2" fmla="*/ 115271 w 134977"/>
                <a:gd name="connsiteY2" fmla="*/ 21944 h 161828"/>
                <a:gd name="connsiteX3" fmla="*/ 98620 w 134977"/>
                <a:gd name="connsiteY3" fmla="*/ 38162 h 161828"/>
                <a:gd name="connsiteX4" fmla="*/ 114916 w 134977"/>
                <a:gd name="connsiteY4" fmla="*/ 54380 h 161828"/>
                <a:gd name="connsiteX5" fmla="*/ 131213 w 134977"/>
                <a:gd name="connsiteY5" fmla="*/ 37810 h 161828"/>
                <a:gd name="connsiteX6" fmla="*/ 77009 w 134977"/>
                <a:gd name="connsiteY6" fmla="*/ 85 h 161828"/>
                <a:gd name="connsiteX7" fmla="*/ 132 w 134977"/>
                <a:gd name="connsiteY7" fmla="*/ 81881 h 161828"/>
                <a:gd name="connsiteX8" fmla="*/ 76301 w 134977"/>
                <a:gd name="connsiteY8" fmla="*/ 161914 h 161828"/>
                <a:gd name="connsiteX9" fmla="*/ 135110 w 134977"/>
                <a:gd name="connsiteY9" fmla="*/ 116080 h 161828"/>
                <a:gd name="connsiteX10" fmla="*/ 130504 w 134977"/>
                <a:gd name="connsiteY10" fmla="*/ 112554 h 161828"/>
                <a:gd name="connsiteX11" fmla="*/ 125899 w 134977"/>
                <a:gd name="connsiteY11" fmla="*/ 116080 h 161828"/>
                <a:gd name="connsiteX12" fmla="*/ 79489 w 134977"/>
                <a:gd name="connsiteY12" fmla="*/ 153099 h 161828"/>
                <a:gd name="connsiteX13" fmla="*/ 29537 w 134977"/>
                <a:gd name="connsiteY13" fmla="*/ 81175 h 161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4977" h="161828">
                  <a:moveTo>
                    <a:pt x="29537" y="81175"/>
                  </a:moveTo>
                  <a:cubicBezTo>
                    <a:pt x="29537" y="23707"/>
                    <a:pt x="58587" y="8899"/>
                    <a:pt x="77364" y="8899"/>
                  </a:cubicBezTo>
                  <a:cubicBezTo>
                    <a:pt x="80552" y="8899"/>
                    <a:pt x="102871" y="9251"/>
                    <a:pt x="115271" y="21944"/>
                  </a:cubicBezTo>
                  <a:cubicBezTo>
                    <a:pt x="100746" y="23002"/>
                    <a:pt x="98620" y="33579"/>
                    <a:pt x="98620" y="38162"/>
                  </a:cubicBezTo>
                  <a:cubicBezTo>
                    <a:pt x="98620" y="47329"/>
                    <a:pt x="104997" y="54380"/>
                    <a:pt x="114916" y="54380"/>
                  </a:cubicBezTo>
                  <a:cubicBezTo>
                    <a:pt x="124127" y="54380"/>
                    <a:pt x="131213" y="48387"/>
                    <a:pt x="131213" y="37810"/>
                  </a:cubicBezTo>
                  <a:cubicBezTo>
                    <a:pt x="131213" y="13835"/>
                    <a:pt x="104288" y="85"/>
                    <a:pt x="77009" y="85"/>
                  </a:cubicBezTo>
                  <a:cubicBezTo>
                    <a:pt x="32725" y="85"/>
                    <a:pt x="132" y="38162"/>
                    <a:pt x="132" y="81881"/>
                  </a:cubicBezTo>
                  <a:cubicBezTo>
                    <a:pt x="132" y="127009"/>
                    <a:pt x="35205" y="161914"/>
                    <a:pt x="76301" y="161914"/>
                  </a:cubicBezTo>
                  <a:cubicBezTo>
                    <a:pt x="123773" y="161914"/>
                    <a:pt x="135110" y="119605"/>
                    <a:pt x="135110" y="116080"/>
                  </a:cubicBezTo>
                  <a:cubicBezTo>
                    <a:pt x="135110" y="112554"/>
                    <a:pt x="131567" y="112554"/>
                    <a:pt x="130504" y="112554"/>
                  </a:cubicBezTo>
                  <a:cubicBezTo>
                    <a:pt x="127316" y="112554"/>
                    <a:pt x="126607" y="113964"/>
                    <a:pt x="125899" y="116080"/>
                  </a:cubicBezTo>
                  <a:cubicBezTo>
                    <a:pt x="115625" y="148868"/>
                    <a:pt x="92597" y="153099"/>
                    <a:pt x="79489" y="153099"/>
                  </a:cubicBezTo>
                  <a:cubicBezTo>
                    <a:pt x="60713" y="153099"/>
                    <a:pt x="29537" y="137939"/>
                    <a:pt x="29537" y="81175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8B967A0-7950-CA4F-6AD9-7B1C6AE520E5}"/>
                </a:ext>
              </a:extLst>
            </p:cNvPr>
            <p:cNvSpPr/>
            <p:nvPr/>
          </p:nvSpPr>
          <p:spPr>
            <a:xfrm>
              <a:off x="7313200" y="5378878"/>
              <a:ext cx="156942" cy="161828"/>
            </a:xfrm>
            <a:custGeom>
              <a:avLst/>
              <a:gdLst>
                <a:gd name="connsiteX0" fmla="*/ 157079 w 156942"/>
                <a:gd name="connsiteY0" fmla="*/ 82586 h 161828"/>
                <a:gd name="connsiteX1" fmla="*/ 78785 w 156942"/>
                <a:gd name="connsiteY1" fmla="*/ 85 h 161828"/>
                <a:gd name="connsiteX2" fmla="*/ 137 w 156942"/>
                <a:gd name="connsiteY2" fmla="*/ 82586 h 161828"/>
                <a:gd name="connsiteX3" fmla="*/ 78431 w 156942"/>
                <a:gd name="connsiteY3" fmla="*/ 161914 h 161828"/>
                <a:gd name="connsiteX4" fmla="*/ 157079 w 156942"/>
                <a:gd name="connsiteY4" fmla="*/ 82586 h 161828"/>
                <a:gd name="connsiteX5" fmla="*/ 78785 w 156942"/>
                <a:gd name="connsiteY5" fmla="*/ 153099 h 161828"/>
                <a:gd name="connsiteX6" fmla="*/ 38398 w 156942"/>
                <a:gd name="connsiteY6" fmla="*/ 129477 h 161828"/>
                <a:gd name="connsiteX7" fmla="*/ 29541 w 156942"/>
                <a:gd name="connsiteY7" fmla="*/ 79765 h 161828"/>
                <a:gd name="connsiteX8" fmla="*/ 38044 w 156942"/>
                <a:gd name="connsiteY8" fmla="*/ 31463 h 161828"/>
                <a:gd name="connsiteX9" fmla="*/ 78431 w 156942"/>
                <a:gd name="connsiteY9" fmla="*/ 7841 h 161828"/>
                <a:gd name="connsiteX10" fmla="*/ 118464 w 156942"/>
                <a:gd name="connsiteY10" fmla="*/ 30758 h 161828"/>
                <a:gd name="connsiteX11" fmla="*/ 127675 w 156942"/>
                <a:gd name="connsiteY11" fmla="*/ 79765 h 161828"/>
                <a:gd name="connsiteX12" fmla="*/ 119881 w 156942"/>
                <a:gd name="connsiteY12" fmla="*/ 127009 h 161828"/>
                <a:gd name="connsiteX13" fmla="*/ 78785 w 156942"/>
                <a:gd name="connsiteY13" fmla="*/ 153099 h 161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6942" h="161828">
                  <a:moveTo>
                    <a:pt x="157079" y="82586"/>
                  </a:moveTo>
                  <a:cubicBezTo>
                    <a:pt x="157079" y="37457"/>
                    <a:pt x="121652" y="85"/>
                    <a:pt x="78785" y="85"/>
                  </a:cubicBezTo>
                  <a:cubicBezTo>
                    <a:pt x="34501" y="85"/>
                    <a:pt x="137" y="38515"/>
                    <a:pt x="137" y="82586"/>
                  </a:cubicBezTo>
                  <a:cubicBezTo>
                    <a:pt x="137" y="128067"/>
                    <a:pt x="36981" y="161914"/>
                    <a:pt x="78431" y="161914"/>
                  </a:cubicBezTo>
                  <a:cubicBezTo>
                    <a:pt x="121298" y="161914"/>
                    <a:pt x="157079" y="127362"/>
                    <a:pt x="157079" y="82586"/>
                  </a:cubicBezTo>
                  <a:close/>
                  <a:moveTo>
                    <a:pt x="78785" y="153099"/>
                  </a:moveTo>
                  <a:cubicBezTo>
                    <a:pt x="63551" y="153099"/>
                    <a:pt x="47963" y="145695"/>
                    <a:pt x="38398" y="129477"/>
                  </a:cubicBezTo>
                  <a:cubicBezTo>
                    <a:pt x="29541" y="113964"/>
                    <a:pt x="29541" y="92458"/>
                    <a:pt x="29541" y="79765"/>
                  </a:cubicBezTo>
                  <a:cubicBezTo>
                    <a:pt x="29541" y="66015"/>
                    <a:pt x="29541" y="46976"/>
                    <a:pt x="38044" y="31463"/>
                  </a:cubicBezTo>
                  <a:cubicBezTo>
                    <a:pt x="47609" y="15245"/>
                    <a:pt x="64260" y="7841"/>
                    <a:pt x="78431" y="7841"/>
                  </a:cubicBezTo>
                  <a:cubicBezTo>
                    <a:pt x="94019" y="7841"/>
                    <a:pt x="109252" y="15598"/>
                    <a:pt x="118464" y="30758"/>
                  </a:cubicBezTo>
                  <a:cubicBezTo>
                    <a:pt x="127675" y="45919"/>
                    <a:pt x="127675" y="66368"/>
                    <a:pt x="127675" y="79765"/>
                  </a:cubicBezTo>
                  <a:cubicBezTo>
                    <a:pt x="127675" y="92458"/>
                    <a:pt x="127675" y="111496"/>
                    <a:pt x="119881" y="127009"/>
                  </a:cubicBezTo>
                  <a:cubicBezTo>
                    <a:pt x="112087" y="142875"/>
                    <a:pt x="96499" y="153099"/>
                    <a:pt x="78785" y="153099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1407ABD-1476-1E3D-FAC2-453294A096DE}"/>
                </a:ext>
              </a:extLst>
            </p:cNvPr>
            <p:cNvSpPr/>
            <p:nvPr/>
          </p:nvSpPr>
          <p:spPr>
            <a:xfrm>
              <a:off x="7490336" y="5380993"/>
              <a:ext cx="119035" cy="155835"/>
            </a:xfrm>
            <a:custGeom>
              <a:avLst/>
              <a:gdLst>
                <a:gd name="connsiteX0" fmla="*/ 49386 w 119035"/>
                <a:gd name="connsiteY0" fmla="*/ 38867 h 155835"/>
                <a:gd name="connsiteX1" fmla="*/ 49386 w 119035"/>
                <a:gd name="connsiteY1" fmla="*/ 85 h 155835"/>
                <a:gd name="connsiteX2" fmla="*/ 142 w 119035"/>
                <a:gd name="connsiteY2" fmla="*/ 3963 h 155835"/>
                <a:gd name="connsiteX3" fmla="*/ 142 w 119035"/>
                <a:gd name="connsiteY3" fmla="*/ 14893 h 155835"/>
                <a:gd name="connsiteX4" fmla="*/ 27775 w 119035"/>
                <a:gd name="connsiteY4" fmla="*/ 34636 h 155835"/>
                <a:gd name="connsiteX5" fmla="*/ 27775 w 119035"/>
                <a:gd name="connsiteY5" fmla="*/ 129125 h 155835"/>
                <a:gd name="connsiteX6" fmla="*/ 142 w 119035"/>
                <a:gd name="connsiteY6" fmla="*/ 144990 h 155835"/>
                <a:gd name="connsiteX7" fmla="*/ 142 w 119035"/>
                <a:gd name="connsiteY7" fmla="*/ 155920 h 155835"/>
                <a:gd name="connsiteX8" fmla="*/ 40529 w 119035"/>
                <a:gd name="connsiteY8" fmla="*/ 154862 h 155835"/>
                <a:gd name="connsiteX9" fmla="*/ 85521 w 119035"/>
                <a:gd name="connsiteY9" fmla="*/ 155920 h 155835"/>
                <a:gd name="connsiteX10" fmla="*/ 85521 w 119035"/>
                <a:gd name="connsiteY10" fmla="*/ 144990 h 155835"/>
                <a:gd name="connsiteX11" fmla="*/ 78082 w 119035"/>
                <a:gd name="connsiteY11" fmla="*/ 144990 h 155835"/>
                <a:gd name="connsiteX12" fmla="*/ 51157 w 119035"/>
                <a:gd name="connsiteY12" fmla="*/ 128420 h 155835"/>
                <a:gd name="connsiteX13" fmla="*/ 51157 w 119035"/>
                <a:gd name="connsiteY13" fmla="*/ 74124 h 155835"/>
                <a:gd name="connsiteX14" fmla="*/ 92961 w 119035"/>
                <a:gd name="connsiteY14" fmla="*/ 7841 h 155835"/>
                <a:gd name="connsiteX15" fmla="*/ 96858 w 119035"/>
                <a:gd name="connsiteY15" fmla="*/ 8194 h 155835"/>
                <a:gd name="connsiteX16" fmla="*/ 88710 w 119035"/>
                <a:gd name="connsiteY16" fmla="*/ 21944 h 155835"/>
                <a:gd name="connsiteX17" fmla="*/ 103943 w 119035"/>
                <a:gd name="connsiteY17" fmla="*/ 37104 h 155835"/>
                <a:gd name="connsiteX18" fmla="*/ 119177 w 119035"/>
                <a:gd name="connsiteY18" fmla="*/ 21591 h 155835"/>
                <a:gd name="connsiteX19" fmla="*/ 92961 w 119035"/>
                <a:gd name="connsiteY19" fmla="*/ 85 h 155835"/>
                <a:gd name="connsiteX20" fmla="*/ 49386 w 119035"/>
                <a:gd name="connsiteY20" fmla="*/ 38867 h 15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35" h="155835">
                  <a:moveTo>
                    <a:pt x="49386" y="38867"/>
                  </a:moveTo>
                  <a:lnTo>
                    <a:pt x="49386" y="85"/>
                  </a:lnTo>
                  <a:lnTo>
                    <a:pt x="142" y="3963"/>
                  </a:lnTo>
                  <a:lnTo>
                    <a:pt x="142" y="14893"/>
                  </a:lnTo>
                  <a:cubicBezTo>
                    <a:pt x="24941" y="14893"/>
                    <a:pt x="27775" y="17361"/>
                    <a:pt x="27775" y="34636"/>
                  </a:cubicBezTo>
                  <a:lnTo>
                    <a:pt x="27775" y="129125"/>
                  </a:lnTo>
                  <a:cubicBezTo>
                    <a:pt x="27775" y="144990"/>
                    <a:pt x="23878" y="144990"/>
                    <a:pt x="142" y="144990"/>
                  </a:cubicBezTo>
                  <a:lnTo>
                    <a:pt x="142" y="155920"/>
                  </a:lnTo>
                  <a:cubicBezTo>
                    <a:pt x="13958" y="155567"/>
                    <a:pt x="30609" y="154862"/>
                    <a:pt x="40529" y="154862"/>
                  </a:cubicBezTo>
                  <a:cubicBezTo>
                    <a:pt x="54700" y="154862"/>
                    <a:pt x="71350" y="154862"/>
                    <a:pt x="85521" y="155920"/>
                  </a:cubicBezTo>
                  <a:lnTo>
                    <a:pt x="85521" y="144990"/>
                  </a:lnTo>
                  <a:lnTo>
                    <a:pt x="78082" y="144990"/>
                  </a:lnTo>
                  <a:cubicBezTo>
                    <a:pt x="51865" y="144990"/>
                    <a:pt x="51157" y="141112"/>
                    <a:pt x="51157" y="128420"/>
                  </a:cubicBezTo>
                  <a:lnTo>
                    <a:pt x="51157" y="74124"/>
                  </a:lnTo>
                  <a:cubicBezTo>
                    <a:pt x="51157" y="39220"/>
                    <a:pt x="66036" y="7841"/>
                    <a:pt x="92961" y="7841"/>
                  </a:cubicBezTo>
                  <a:cubicBezTo>
                    <a:pt x="95441" y="7841"/>
                    <a:pt x="96149" y="7841"/>
                    <a:pt x="96858" y="8194"/>
                  </a:cubicBezTo>
                  <a:cubicBezTo>
                    <a:pt x="95795" y="8546"/>
                    <a:pt x="88710" y="12777"/>
                    <a:pt x="88710" y="21944"/>
                  </a:cubicBezTo>
                  <a:cubicBezTo>
                    <a:pt x="88710" y="31816"/>
                    <a:pt x="96149" y="37104"/>
                    <a:pt x="103943" y="37104"/>
                  </a:cubicBezTo>
                  <a:cubicBezTo>
                    <a:pt x="110320" y="37104"/>
                    <a:pt x="119177" y="32874"/>
                    <a:pt x="119177" y="21591"/>
                  </a:cubicBezTo>
                  <a:cubicBezTo>
                    <a:pt x="119177" y="10309"/>
                    <a:pt x="108195" y="85"/>
                    <a:pt x="92961" y="85"/>
                  </a:cubicBezTo>
                  <a:cubicBezTo>
                    <a:pt x="67099" y="85"/>
                    <a:pt x="54345" y="23707"/>
                    <a:pt x="49386" y="38867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9DFE3A6-13A5-5BF7-6A31-1DE9CE4E5C2A}"/>
                </a:ext>
              </a:extLst>
            </p:cNvPr>
            <p:cNvSpPr/>
            <p:nvPr/>
          </p:nvSpPr>
          <p:spPr>
            <a:xfrm>
              <a:off x="7629093" y="5378878"/>
              <a:ext cx="137103" cy="161828"/>
            </a:xfrm>
            <a:custGeom>
              <a:avLst/>
              <a:gdLst>
                <a:gd name="connsiteX0" fmla="*/ 29905 w 137103"/>
                <a:gd name="connsiteY0" fmla="*/ 69188 h 161828"/>
                <a:gd name="connsiteX1" fmla="*/ 73834 w 137103"/>
                <a:gd name="connsiteY1" fmla="*/ 7841 h 161828"/>
                <a:gd name="connsiteX2" fmla="*/ 113867 w 137103"/>
                <a:gd name="connsiteY2" fmla="*/ 69188 h 161828"/>
                <a:gd name="connsiteX3" fmla="*/ 29905 w 137103"/>
                <a:gd name="connsiteY3" fmla="*/ 69188 h 161828"/>
                <a:gd name="connsiteX4" fmla="*/ 29550 w 137103"/>
                <a:gd name="connsiteY4" fmla="*/ 76592 h 161828"/>
                <a:gd name="connsiteX5" fmla="*/ 128392 w 137103"/>
                <a:gd name="connsiteY5" fmla="*/ 76592 h 161828"/>
                <a:gd name="connsiteX6" fmla="*/ 137249 w 137103"/>
                <a:gd name="connsiteY6" fmla="*/ 69188 h 161828"/>
                <a:gd name="connsiteX7" fmla="*/ 73834 w 137103"/>
                <a:gd name="connsiteY7" fmla="*/ 85 h 161828"/>
                <a:gd name="connsiteX8" fmla="*/ 146 w 137103"/>
                <a:gd name="connsiteY8" fmla="*/ 80470 h 161828"/>
                <a:gd name="connsiteX9" fmla="*/ 78085 w 137103"/>
                <a:gd name="connsiteY9" fmla="*/ 161914 h 161828"/>
                <a:gd name="connsiteX10" fmla="*/ 137249 w 137103"/>
                <a:gd name="connsiteY10" fmla="*/ 116080 h 161828"/>
                <a:gd name="connsiteX11" fmla="*/ 132643 w 137103"/>
                <a:gd name="connsiteY11" fmla="*/ 111849 h 161828"/>
                <a:gd name="connsiteX12" fmla="*/ 128038 w 137103"/>
                <a:gd name="connsiteY12" fmla="*/ 116785 h 161828"/>
                <a:gd name="connsiteX13" fmla="*/ 80211 w 137103"/>
                <a:gd name="connsiteY13" fmla="*/ 153099 h 161828"/>
                <a:gd name="connsiteX14" fmla="*/ 40178 w 137103"/>
                <a:gd name="connsiteY14" fmla="*/ 129477 h 161828"/>
                <a:gd name="connsiteX15" fmla="*/ 29550 w 137103"/>
                <a:gd name="connsiteY15" fmla="*/ 76592 h 161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103" h="161828">
                  <a:moveTo>
                    <a:pt x="29905" y="69188"/>
                  </a:moveTo>
                  <a:cubicBezTo>
                    <a:pt x="32030" y="16655"/>
                    <a:pt x="61789" y="7841"/>
                    <a:pt x="73834" y="7841"/>
                  </a:cubicBezTo>
                  <a:cubicBezTo>
                    <a:pt x="110324" y="7841"/>
                    <a:pt x="113867" y="55438"/>
                    <a:pt x="113867" y="69188"/>
                  </a:cubicBezTo>
                  <a:lnTo>
                    <a:pt x="29905" y="69188"/>
                  </a:lnTo>
                  <a:close/>
                  <a:moveTo>
                    <a:pt x="29550" y="76592"/>
                  </a:moveTo>
                  <a:lnTo>
                    <a:pt x="128392" y="76592"/>
                  </a:lnTo>
                  <a:cubicBezTo>
                    <a:pt x="136186" y="76592"/>
                    <a:pt x="137249" y="76592"/>
                    <a:pt x="137249" y="69188"/>
                  </a:cubicBezTo>
                  <a:cubicBezTo>
                    <a:pt x="137249" y="34284"/>
                    <a:pt x="118118" y="85"/>
                    <a:pt x="73834" y="85"/>
                  </a:cubicBezTo>
                  <a:cubicBezTo>
                    <a:pt x="32739" y="85"/>
                    <a:pt x="146" y="36399"/>
                    <a:pt x="146" y="80470"/>
                  </a:cubicBezTo>
                  <a:cubicBezTo>
                    <a:pt x="146" y="127714"/>
                    <a:pt x="37344" y="161914"/>
                    <a:pt x="78085" y="161914"/>
                  </a:cubicBezTo>
                  <a:cubicBezTo>
                    <a:pt x="121307" y="161914"/>
                    <a:pt x="137249" y="122778"/>
                    <a:pt x="137249" y="116080"/>
                  </a:cubicBezTo>
                  <a:cubicBezTo>
                    <a:pt x="137249" y="112554"/>
                    <a:pt x="134415" y="111849"/>
                    <a:pt x="132643" y="111849"/>
                  </a:cubicBezTo>
                  <a:cubicBezTo>
                    <a:pt x="129455" y="111849"/>
                    <a:pt x="128746" y="113964"/>
                    <a:pt x="128038" y="116785"/>
                  </a:cubicBezTo>
                  <a:cubicBezTo>
                    <a:pt x="115638" y="153099"/>
                    <a:pt x="83754" y="153099"/>
                    <a:pt x="80211" y="153099"/>
                  </a:cubicBezTo>
                  <a:cubicBezTo>
                    <a:pt x="62498" y="153099"/>
                    <a:pt x="48327" y="142522"/>
                    <a:pt x="40178" y="129477"/>
                  </a:cubicBezTo>
                  <a:cubicBezTo>
                    <a:pt x="29550" y="112554"/>
                    <a:pt x="29550" y="89284"/>
                    <a:pt x="29550" y="76592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CF7654E-DD5F-6E41-E034-D7A1B76C17E0}"/>
                </a:ext>
              </a:extLst>
            </p:cNvPr>
            <p:cNvSpPr/>
            <p:nvPr/>
          </p:nvSpPr>
          <p:spPr>
            <a:xfrm>
              <a:off x="7811699" y="5272402"/>
              <a:ext cx="82190" cy="352568"/>
            </a:xfrm>
            <a:custGeom>
              <a:avLst/>
              <a:gdLst>
                <a:gd name="connsiteX0" fmla="*/ 82341 w 82190"/>
                <a:gd name="connsiteY0" fmla="*/ 349127 h 352568"/>
                <a:gd name="connsiteX1" fmla="*/ 76319 w 82190"/>
                <a:gd name="connsiteY1" fmla="*/ 341371 h 352568"/>
                <a:gd name="connsiteX2" fmla="*/ 20698 w 82190"/>
                <a:gd name="connsiteY2" fmla="*/ 176369 h 352568"/>
                <a:gd name="connsiteX3" fmla="*/ 77736 w 82190"/>
                <a:gd name="connsiteY3" fmla="*/ 9604 h 352568"/>
                <a:gd name="connsiteX4" fmla="*/ 82341 w 82190"/>
                <a:gd name="connsiteY4" fmla="*/ 3610 h 352568"/>
                <a:gd name="connsiteX5" fmla="*/ 78798 w 82190"/>
                <a:gd name="connsiteY5" fmla="*/ 85 h 352568"/>
                <a:gd name="connsiteX6" fmla="*/ 22469 w 82190"/>
                <a:gd name="connsiteY6" fmla="*/ 68836 h 352568"/>
                <a:gd name="connsiteX7" fmla="*/ 150 w 82190"/>
                <a:gd name="connsiteY7" fmla="*/ 176369 h 352568"/>
                <a:gd name="connsiteX8" fmla="*/ 23532 w 82190"/>
                <a:gd name="connsiteY8" fmla="*/ 286370 h 352568"/>
                <a:gd name="connsiteX9" fmla="*/ 78798 w 82190"/>
                <a:gd name="connsiteY9" fmla="*/ 352653 h 352568"/>
                <a:gd name="connsiteX10" fmla="*/ 82341 w 82190"/>
                <a:gd name="connsiteY10" fmla="*/ 349127 h 35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190" h="352568">
                  <a:moveTo>
                    <a:pt x="82341" y="349127"/>
                  </a:moveTo>
                  <a:cubicBezTo>
                    <a:pt x="82341" y="348070"/>
                    <a:pt x="82341" y="347364"/>
                    <a:pt x="76319" y="341371"/>
                  </a:cubicBezTo>
                  <a:cubicBezTo>
                    <a:pt x="32035" y="296947"/>
                    <a:pt x="20698" y="230312"/>
                    <a:pt x="20698" y="176369"/>
                  </a:cubicBezTo>
                  <a:cubicBezTo>
                    <a:pt x="20698" y="115022"/>
                    <a:pt x="34160" y="53675"/>
                    <a:pt x="77736" y="9604"/>
                  </a:cubicBezTo>
                  <a:cubicBezTo>
                    <a:pt x="82341" y="5373"/>
                    <a:pt x="82341" y="4668"/>
                    <a:pt x="82341" y="3610"/>
                  </a:cubicBezTo>
                  <a:cubicBezTo>
                    <a:pt x="82341" y="1142"/>
                    <a:pt x="80924" y="85"/>
                    <a:pt x="78798" y="85"/>
                  </a:cubicBezTo>
                  <a:cubicBezTo>
                    <a:pt x="75256" y="85"/>
                    <a:pt x="43371" y="24059"/>
                    <a:pt x="22469" y="68836"/>
                  </a:cubicBezTo>
                  <a:cubicBezTo>
                    <a:pt x="4401" y="107618"/>
                    <a:pt x="150" y="146753"/>
                    <a:pt x="150" y="176369"/>
                  </a:cubicBezTo>
                  <a:cubicBezTo>
                    <a:pt x="150" y="203869"/>
                    <a:pt x="4047" y="246530"/>
                    <a:pt x="23532" y="286370"/>
                  </a:cubicBezTo>
                  <a:cubicBezTo>
                    <a:pt x="44788" y="329736"/>
                    <a:pt x="75256" y="352653"/>
                    <a:pt x="78798" y="352653"/>
                  </a:cubicBezTo>
                  <a:cubicBezTo>
                    <a:pt x="80924" y="352653"/>
                    <a:pt x="82341" y="351595"/>
                    <a:pt x="82341" y="349127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311571-4B7B-F763-07A5-226818CFE4C2}"/>
                </a:ext>
              </a:extLst>
            </p:cNvPr>
            <p:cNvSpPr/>
            <p:nvPr/>
          </p:nvSpPr>
          <p:spPr>
            <a:xfrm>
              <a:off x="7922193" y="5380288"/>
              <a:ext cx="199454" cy="156540"/>
            </a:xfrm>
            <a:custGeom>
              <a:avLst/>
              <a:gdLst>
                <a:gd name="connsiteX0" fmla="*/ 114938 w 199454"/>
                <a:gd name="connsiteY0" fmla="*/ 69893 h 156540"/>
                <a:gd name="connsiteX1" fmla="*/ 156388 w 199454"/>
                <a:gd name="connsiteY1" fmla="*/ 24059 h 156540"/>
                <a:gd name="connsiteX2" fmla="*/ 192523 w 199454"/>
                <a:gd name="connsiteY2" fmla="*/ 16655 h 156540"/>
                <a:gd name="connsiteX3" fmla="*/ 192523 w 199454"/>
                <a:gd name="connsiteY3" fmla="*/ 85 h 156540"/>
                <a:gd name="connsiteX4" fmla="*/ 159930 w 199454"/>
                <a:gd name="connsiteY4" fmla="*/ 1142 h 156540"/>
                <a:gd name="connsiteX5" fmla="*/ 123441 w 199454"/>
                <a:gd name="connsiteY5" fmla="*/ 85 h 156540"/>
                <a:gd name="connsiteX6" fmla="*/ 123441 w 199454"/>
                <a:gd name="connsiteY6" fmla="*/ 16655 h 156540"/>
                <a:gd name="connsiteX7" fmla="*/ 136903 w 199454"/>
                <a:gd name="connsiteY7" fmla="*/ 19829 h 156540"/>
                <a:gd name="connsiteX8" fmla="*/ 134069 w 199454"/>
                <a:gd name="connsiteY8" fmla="*/ 24059 h 156540"/>
                <a:gd name="connsiteX9" fmla="*/ 104310 w 199454"/>
                <a:gd name="connsiteY9" fmla="*/ 57201 h 156540"/>
                <a:gd name="connsiteX10" fmla="*/ 69591 w 199454"/>
                <a:gd name="connsiteY10" fmla="*/ 16655 h 156540"/>
                <a:gd name="connsiteX11" fmla="*/ 83762 w 199454"/>
                <a:gd name="connsiteY11" fmla="*/ 16655 h 156540"/>
                <a:gd name="connsiteX12" fmla="*/ 83762 w 199454"/>
                <a:gd name="connsiteY12" fmla="*/ 85 h 156540"/>
                <a:gd name="connsiteX13" fmla="*/ 40895 w 199454"/>
                <a:gd name="connsiteY13" fmla="*/ 1142 h 156540"/>
                <a:gd name="connsiteX14" fmla="*/ 1925 w 199454"/>
                <a:gd name="connsiteY14" fmla="*/ 85 h 156540"/>
                <a:gd name="connsiteX15" fmla="*/ 1925 w 199454"/>
                <a:gd name="connsiteY15" fmla="*/ 16655 h 156540"/>
                <a:gd name="connsiteX16" fmla="*/ 27079 w 199454"/>
                <a:gd name="connsiteY16" fmla="*/ 16655 h 156540"/>
                <a:gd name="connsiteX17" fmla="*/ 82345 w 199454"/>
                <a:gd name="connsiteY17" fmla="*/ 81528 h 156540"/>
                <a:gd name="connsiteX18" fmla="*/ 35935 w 199454"/>
                <a:gd name="connsiteY18" fmla="*/ 133355 h 156540"/>
                <a:gd name="connsiteX19" fmla="*/ 154 w 199454"/>
                <a:gd name="connsiteY19" fmla="*/ 140054 h 156540"/>
                <a:gd name="connsiteX20" fmla="*/ 154 w 199454"/>
                <a:gd name="connsiteY20" fmla="*/ 156625 h 156540"/>
                <a:gd name="connsiteX21" fmla="*/ 32747 w 199454"/>
                <a:gd name="connsiteY21" fmla="*/ 155567 h 156540"/>
                <a:gd name="connsiteX22" fmla="*/ 69237 w 199454"/>
                <a:gd name="connsiteY22" fmla="*/ 156625 h 156540"/>
                <a:gd name="connsiteX23" fmla="*/ 69237 w 199454"/>
                <a:gd name="connsiteY23" fmla="*/ 140054 h 156540"/>
                <a:gd name="connsiteX24" fmla="*/ 56129 w 199454"/>
                <a:gd name="connsiteY24" fmla="*/ 136176 h 156540"/>
                <a:gd name="connsiteX25" fmla="*/ 58609 w 199454"/>
                <a:gd name="connsiteY25" fmla="*/ 132650 h 156540"/>
                <a:gd name="connsiteX26" fmla="*/ 92973 w 199454"/>
                <a:gd name="connsiteY26" fmla="*/ 94220 h 156540"/>
                <a:gd name="connsiteX27" fmla="*/ 131943 w 199454"/>
                <a:gd name="connsiteY27" fmla="*/ 140054 h 156540"/>
                <a:gd name="connsiteX28" fmla="*/ 118126 w 199454"/>
                <a:gd name="connsiteY28" fmla="*/ 140054 h 156540"/>
                <a:gd name="connsiteX29" fmla="*/ 118126 w 199454"/>
                <a:gd name="connsiteY29" fmla="*/ 156625 h 156540"/>
                <a:gd name="connsiteX30" fmla="*/ 160639 w 199454"/>
                <a:gd name="connsiteY30" fmla="*/ 155567 h 156540"/>
                <a:gd name="connsiteX31" fmla="*/ 199609 w 199454"/>
                <a:gd name="connsiteY31" fmla="*/ 156625 h 156540"/>
                <a:gd name="connsiteX32" fmla="*/ 199609 w 199454"/>
                <a:gd name="connsiteY32" fmla="*/ 140054 h 156540"/>
                <a:gd name="connsiteX33" fmla="*/ 174456 w 199454"/>
                <a:gd name="connsiteY33" fmla="*/ 140054 h 156540"/>
                <a:gd name="connsiteX34" fmla="*/ 114938 w 199454"/>
                <a:gd name="connsiteY34" fmla="*/ 69893 h 15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9454" h="156540">
                  <a:moveTo>
                    <a:pt x="114938" y="69893"/>
                  </a:moveTo>
                  <a:lnTo>
                    <a:pt x="156388" y="24059"/>
                  </a:lnTo>
                  <a:cubicBezTo>
                    <a:pt x="160993" y="19123"/>
                    <a:pt x="163119" y="16655"/>
                    <a:pt x="192523" y="16655"/>
                  </a:cubicBezTo>
                  <a:lnTo>
                    <a:pt x="192523" y="85"/>
                  </a:lnTo>
                  <a:cubicBezTo>
                    <a:pt x="180124" y="790"/>
                    <a:pt x="161702" y="1142"/>
                    <a:pt x="159930" y="1142"/>
                  </a:cubicBezTo>
                  <a:cubicBezTo>
                    <a:pt x="151074" y="1142"/>
                    <a:pt x="133360" y="437"/>
                    <a:pt x="123441" y="85"/>
                  </a:cubicBezTo>
                  <a:lnTo>
                    <a:pt x="123441" y="16655"/>
                  </a:lnTo>
                  <a:cubicBezTo>
                    <a:pt x="128400" y="16655"/>
                    <a:pt x="132652" y="17361"/>
                    <a:pt x="136903" y="19829"/>
                  </a:cubicBezTo>
                  <a:cubicBezTo>
                    <a:pt x="135486" y="21944"/>
                    <a:pt x="135486" y="22649"/>
                    <a:pt x="134069" y="24059"/>
                  </a:cubicBezTo>
                  <a:lnTo>
                    <a:pt x="104310" y="57201"/>
                  </a:lnTo>
                  <a:lnTo>
                    <a:pt x="69591" y="16655"/>
                  </a:lnTo>
                  <a:lnTo>
                    <a:pt x="83762" y="16655"/>
                  </a:lnTo>
                  <a:lnTo>
                    <a:pt x="83762" y="85"/>
                  </a:lnTo>
                  <a:cubicBezTo>
                    <a:pt x="74551" y="437"/>
                    <a:pt x="52232" y="1142"/>
                    <a:pt x="40895" y="1142"/>
                  </a:cubicBezTo>
                  <a:cubicBezTo>
                    <a:pt x="29559" y="1142"/>
                    <a:pt x="13616" y="437"/>
                    <a:pt x="1925" y="85"/>
                  </a:cubicBezTo>
                  <a:lnTo>
                    <a:pt x="1925" y="16655"/>
                  </a:lnTo>
                  <a:lnTo>
                    <a:pt x="27079" y="16655"/>
                  </a:lnTo>
                  <a:lnTo>
                    <a:pt x="82345" y="81528"/>
                  </a:lnTo>
                  <a:lnTo>
                    <a:pt x="35935" y="133355"/>
                  </a:lnTo>
                  <a:cubicBezTo>
                    <a:pt x="29913" y="140054"/>
                    <a:pt x="17159" y="140054"/>
                    <a:pt x="154" y="140054"/>
                  </a:cubicBezTo>
                  <a:lnTo>
                    <a:pt x="154" y="156625"/>
                  </a:lnTo>
                  <a:cubicBezTo>
                    <a:pt x="12554" y="155920"/>
                    <a:pt x="30976" y="155567"/>
                    <a:pt x="32747" y="155567"/>
                  </a:cubicBezTo>
                  <a:cubicBezTo>
                    <a:pt x="41604" y="155567"/>
                    <a:pt x="62152" y="156272"/>
                    <a:pt x="69237" y="156625"/>
                  </a:cubicBezTo>
                  <a:lnTo>
                    <a:pt x="69237" y="140054"/>
                  </a:lnTo>
                  <a:cubicBezTo>
                    <a:pt x="62860" y="140054"/>
                    <a:pt x="56129" y="138291"/>
                    <a:pt x="56129" y="136176"/>
                  </a:cubicBezTo>
                  <a:cubicBezTo>
                    <a:pt x="56129" y="135823"/>
                    <a:pt x="56129" y="135471"/>
                    <a:pt x="58609" y="132650"/>
                  </a:cubicBezTo>
                  <a:lnTo>
                    <a:pt x="92973" y="94220"/>
                  </a:lnTo>
                  <a:lnTo>
                    <a:pt x="131943" y="140054"/>
                  </a:lnTo>
                  <a:lnTo>
                    <a:pt x="118126" y="140054"/>
                  </a:lnTo>
                  <a:lnTo>
                    <a:pt x="118126" y="156625"/>
                  </a:lnTo>
                  <a:cubicBezTo>
                    <a:pt x="127338" y="156272"/>
                    <a:pt x="148948" y="155567"/>
                    <a:pt x="160639" y="155567"/>
                  </a:cubicBezTo>
                  <a:cubicBezTo>
                    <a:pt x="171976" y="155567"/>
                    <a:pt x="187918" y="156272"/>
                    <a:pt x="199609" y="156625"/>
                  </a:cubicBezTo>
                  <a:lnTo>
                    <a:pt x="199609" y="140054"/>
                  </a:lnTo>
                  <a:lnTo>
                    <a:pt x="174456" y="140054"/>
                  </a:lnTo>
                  <a:lnTo>
                    <a:pt x="114938" y="69893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4E5A04E-AECD-48BB-5EB9-E414060AE677}"/>
                </a:ext>
              </a:extLst>
            </p:cNvPr>
            <p:cNvSpPr/>
            <p:nvPr/>
          </p:nvSpPr>
          <p:spPr>
            <a:xfrm>
              <a:off x="8159888" y="5499456"/>
              <a:ext cx="41449" cy="105417"/>
            </a:xfrm>
            <a:custGeom>
              <a:avLst/>
              <a:gdLst>
                <a:gd name="connsiteX0" fmla="*/ 41610 w 41449"/>
                <a:gd name="connsiteY0" fmla="*/ 37104 h 105417"/>
                <a:gd name="connsiteX1" fmla="*/ 18936 w 41449"/>
                <a:gd name="connsiteY1" fmla="*/ 85 h 105417"/>
                <a:gd name="connsiteX2" fmla="*/ 160 w 41449"/>
                <a:gd name="connsiteY2" fmla="*/ 18771 h 105417"/>
                <a:gd name="connsiteX3" fmla="*/ 18936 w 41449"/>
                <a:gd name="connsiteY3" fmla="*/ 37457 h 105417"/>
                <a:gd name="connsiteX4" fmla="*/ 31336 w 41449"/>
                <a:gd name="connsiteY4" fmla="*/ 32874 h 105417"/>
                <a:gd name="connsiteX5" fmla="*/ 33107 w 41449"/>
                <a:gd name="connsiteY5" fmla="*/ 31816 h 105417"/>
                <a:gd name="connsiteX6" fmla="*/ 33816 w 41449"/>
                <a:gd name="connsiteY6" fmla="*/ 37104 h 105417"/>
                <a:gd name="connsiteX7" fmla="*/ 9725 w 41449"/>
                <a:gd name="connsiteY7" fmla="*/ 95983 h 105417"/>
                <a:gd name="connsiteX8" fmla="*/ 5828 w 41449"/>
                <a:gd name="connsiteY8" fmla="*/ 101624 h 105417"/>
                <a:gd name="connsiteX9" fmla="*/ 9371 w 41449"/>
                <a:gd name="connsiteY9" fmla="*/ 105503 h 105417"/>
                <a:gd name="connsiteX10" fmla="*/ 41610 w 41449"/>
                <a:gd name="connsiteY10" fmla="*/ 37104 h 105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449" h="105417">
                  <a:moveTo>
                    <a:pt x="41610" y="37104"/>
                  </a:moveTo>
                  <a:cubicBezTo>
                    <a:pt x="41610" y="13835"/>
                    <a:pt x="32753" y="85"/>
                    <a:pt x="18936" y="85"/>
                  </a:cubicBezTo>
                  <a:cubicBezTo>
                    <a:pt x="7246" y="85"/>
                    <a:pt x="160" y="8899"/>
                    <a:pt x="160" y="18771"/>
                  </a:cubicBezTo>
                  <a:cubicBezTo>
                    <a:pt x="160" y="28290"/>
                    <a:pt x="7246" y="37457"/>
                    <a:pt x="18936" y="37457"/>
                  </a:cubicBezTo>
                  <a:cubicBezTo>
                    <a:pt x="23188" y="37457"/>
                    <a:pt x="27793" y="36047"/>
                    <a:pt x="31336" y="32874"/>
                  </a:cubicBezTo>
                  <a:cubicBezTo>
                    <a:pt x="32399" y="32168"/>
                    <a:pt x="32753" y="31816"/>
                    <a:pt x="33107" y="31816"/>
                  </a:cubicBezTo>
                  <a:cubicBezTo>
                    <a:pt x="33462" y="31816"/>
                    <a:pt x="33816" y="32168"/>
                    <a:pt x="33816" y="37104"/>
                  </a:cubicBezTo>
                  <a:cubicBezTo>
                    <a:pt x="33816" y="63194"/>
                    <a:pt x="21416" y="84349"/>
                    <a:pt x="9725" y="95983"/>
                  </a:cubicBezTo>
                  <a:cubicBezTo>
                    <a:pt x="5828" y="99861"/>
                    <a:pt x="5828" y="100567"/>
                    <a:pt x="5828" y="101624"/>
                  </a:cubicBezTo>
                  <a:cubicBezTo>
                    <a:pt x="5828" y="104092"/>
                    <a:pt x="7600" y="105503"/>
                    <a:pt x="9371" y="105503"/>
                  </a:cubicBezTo>
                  <a:cubicBezTo>
                    <a:pt x="13268" y="105503"/>
                    <a:pt x="41610" y="78355"/>
                    <a:pt x="41610" y="37104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A072358-683A-AD79-9816-75EB46CD9F5B}"/>
                </a:ext>
              </a:extLst>
            </p:cNvPr>
            <p:cNvSpPr/>
            <p:nvPr/>
          </p:nvSpPr>
          <p:spPr>
            <a:xfrm>
              <a:off x="8298210" y="5377468"/>
              <a:ext cx="194849" cy="230579"/>
            </a:xfrm>
            <a:custGeom>
              <a:avLst/>
              <a:gdLst>
                <a:gd name="connsiteX0" fmla="*/ 193242 w 194849"/>
                <a:gd name="connsiteY0" fmla="*/ 26527 h 230579"/>
                <a:gd name="connsiteX1" fmla="*/ 195014 w 194849"/>
                <a:gd name="connsiteY1" fmla="*/ 18418 h 230579"/>
                <a:gd name="connsiteX2" fmla="*/ 178363 w 194849"/>
                <a:gd name="connsiteY2" fmla="*/ 2905 h 230579"/>
                <a:gd name="connsiteX3" fmla="*/ 153210 w 194849"/>
                <a:gd name="connsiteY3" fmla="*/ 28995 h 230579"/>
                <a:gd name="connsiteX4" fmla="*/ 143999 w 194849"/>
                <a:gd name="connsiteY4" fmla="*/ 65662 h 230579"/>
                <a:gd name="connsiteX5" fmla="*/ 129119 w 194849"/>
                <a:gd name="connsiteY5" fmla="*/ 124189 h 230579"/>
                <a:gd name="connsiteX6" fmla="*/ 115303 w 194849"/>
                <a:gd name="connsiteY6" fmla="*/ 141112 h 230579"/>
                <a:gd name="connsiteX7" fmla="*/ 91212 w 194849"/>
                <a:gd name="connsiteY7" fmla="*/ 149574 h 230579"/>
                <a:gd name="connsiteX8" fmla="*/ 69956 w 194849"/>
                <a:gd name="connsiteY8" fmla="*/ 123836 h 230579"/>
                <a:gd name="connsiteX9" fmla="*/ 90858 w 194849"/>
                <a:gd name="connsiteY9" fmla="*/ 49444 h 230579"/>
                <a:gd name="connsiteX10" fmla="*/ 95464 w 194849"/>
                <a:gd name="connsiteY10" fmla="*/ 31816 h 230579"/>
                <a:gd name="connsiteX11" fmla="*/ 55431 w 194849"/>
                <a:gd name="connsiteY11" fmla="*/ 85 h 230579"/>
                <a:gd name="connsiteX12" fmla="*/ 165 w 194849"/>
                <a:gd name="connsiteY12" fmla="*/ 55085 h 230579"/>
                <a:gd name="connsiteX13" fmla="*/ 8667 w 194849"/>
                <a:gd name="connsiteY13" fmla="*/ 60021 h 230579"/>
                <a:gd name="connsiteX14" fmla="*/ 16815 w 194849"/>
                <a:gd name="connsiteY14" fmla="*/ 55438 h 230579"/>
                <a:gd name="connsiteX15" fmla="*/ 53305 w 194849"/>
                <a:gd name="connsiteY15" fmla="*/ 12777 h 230579"/>
                <a:gd name="connsiteX16" fmla="*/ 59328 w 194849"/>
                <a:gd name="connsiteY16" fmla="*/ 20181 h 230579"/>
                <a:gd name="connsiteX17" fmla="*/ 53305 w 194849"/>
                <a:gd name="connsiteY17" fmla="*/ 43098 h 230579"/>
                <a:gd name="connsiteX18" fmla="*/ 32049 w 194849"/>
                <a:gd name="connsiteY18" fmla="*/ 116432 h 230579"/>
                <a:gd name="connsiteX19" fmla="*/ 88378 w 194849"/>
                <a:gd name="connsiteY19" fmla="*/ 162266 h 230579"/>
                <a:gd name="connsiteX20" fmla="*/ 122388 w 194849"/>
                <a:gd name="connsiteY20" fmla="*/ 151689 h 230579"/>
                <a:gd name="connsiteX21" fmla="*/ 61453 w 194849"/>
                <a:gd name="connsiteY21" fmla="*/ 217972 h 230579"/>
                <a:gd name="connsiteX22" fmla="*/ 39843 w 194849"/>
                <a:gd name="connsiteY22" fmla="*/ 213036 h 230579"/>
                <a:gd name="connsiteX23" fmla="*/ 56848 w 194849"/>
                <a:gd name="connsiteY23" fmla="*/ 189414 h 230579"/>
                <a:gd name="connsiteX24" fmla="*/ 39489 w 194849"/>
                <a:gd name="connsiteY24" fmla="*/ 173196 h 230579"/>
                <a:gd name="connsiteX25" fmla="*/ 13981 w 194849"/>
                <a:gd name="connsiteY25" fmla="*/ 199991 h 230579"/>
                <a:gd name="connsiteX26" fmla="*/ 61453 w 194849"/>
                <a:gd name="connsiteY26" fmla="*/ 230664 h 230579"/>
                <a:gd name="connsiteX27" fmla="*/ 159941 w 194849"/>
                <a:gd name="connsiteY27" fmla="*/ 159798 h 230579"/>
                <a:gd name="connsiteX28" fmla="*/ 193242 w 194849"/>
                <a:gd name="connsiteY28" fmla="*/ 26527 h 230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94849" h="230579">
                  <a:moveTo>
                    <a:pt x="193242" y="26527"/>
                  </a:moveTo>
                  <a:cubicBezTo>
                    <a:pt x="195014" y="20181"/>
                    <a:pt x="195014" y="19476"/>
                    <a:pt x="195014" y="18418"/>
                  </a:cubicBezTo>
                  <a:cubicBezTo>
                    <a:pt x="195014" y="10662"/>
                    <a:pt x="189346" y="2905"/>
                    <a:pt x="178363" y="2905"/>
                  </a:cubicBezTo>
                  <a:cubicBezTo>
                    <a:pt x="159941" y="2905"/>
                    <a:pt x="155690" y="19476"/>
                    <a:pt x="153210" y="28995"/>
                  </a:cubicBezTo>
                  <a:lnTo>
                    <a:pt x="143999" y="65662"/>
                  </a:lnTo>
                  <a:cubicBezTo>
                    <a:pt x="139748" y="82586"/>
                    <a:pt x="133016" y="109733"/>
                    <a:pt x="129119" y="124189"/>
                  </a:cubicBezTo>
                  <a:cubicBezTo>
                    <a:pt x="127348" y="131945"/>
                    <a:pt x="116366" y="140407"/>
                    <a:pt x="115303" y="141112"/>
                  </a:cubicBezTo>
                  <a:cubicBezTo>
                    <a:pt x="111406" y="143580"/>
                    <a:pt x="102903" y="149574"/>
                    <a:pt x="91212" y="149574"/>
                  </a:cubicBezTo>
                  <a:cubicBezTo>
                    <a:pt x="70310" y="149574"/>
                    <a:pt x="69956" y="131945"/>
                    <a:pt x="69956" y="123836"/>
                  </a:cubicBezTo>
                  <a:cubicBezTo>
                    <a:pt x="69956" y="102329"/>
                    <a:pt x="80938" y="74829"/>
                    <a:pt x="90858" y="49444"/>
                  </a:cubicBezTo>
                  <a:cubicBezTo>
                    <a:pt x="94401" y="40277"/>
                    <a:pt x="95464" y="37809"/>
                    <a:pt x="95464" y="31816"/>
                  </a:cubicBezTo>
                  <a:cubicBezTo>
                    <a:pt x="95464" y="11367"/>
                    <a:pt x="74916" y="85"/>
                    <a:pt x="55431" y="85"/>
                  </a:cubicBezTo>
                  <a:cubicBezTo>
                    <a:pt x="17878" y="85"/>
                    <a:pt x="165" y="48034"/>
                    <a:pt x="165" y="55085"/>
                  </a:cubicBezTo>
                  <a:cubicBezTo>
                    <a:pt x="165" y="60021"/>
                    <a:pt x="5479" y="60021"/>
                    <a:pt x="8667" y="60021"/>
                  </a:cubicBezTo>
                  <a:cubicBezTo>
                    <a:pt x="12918" y="60021"/>
                    <a:pt x="15398" y="60021"/>
                    <a:pt x="16815" y="55438"/>
                  </a:cubicBezTo>
                  <a:cubicBezTo>
                    <a:pt x="28506" y="16303"/>
                    <a:pt x="47991" y="12777"/>
                    <a:pt x="53305" y="12777"/>
                  </a:cubicBezTo>
                  <a:cubicBezTo>
                    <a:pt x="55785" y="12777"/>
                    <a:pt x="59328" y="12777"/>
                    <a:pt x="59328" y="20181"/>
                  </a:cubicBezTo>
                  <a:cubicBezTo>
                    <a:pt x="59328" y="28290"/>
                    <a:pt x="55431" y="37457"/>
                    <a:pt x="53305" y="43098"/>
                  </a:cubicBezTo>
                  <a:cubicBezTo>
                    <a:pt x="39489" y="78355"/>
                    <a:pt x="32049" y="98451"/>
                    <a:pt x="32049" y="116432"/>
                  </a:cubicBezTo>
                  <a:cubicBezTo>
                    <a:pt x="32049" y="156625"/>
                    <a:pt x="67476" y="162266"/>
                    <a:pt x="88378" y="162266"/>
                  </a:cubicBezTo>
                  <a:cubicBezTo>
                    <a:pt x="97235" y="162266"/>
                    <a:pt x="109280" y="160856"/>
                    <a:pt x="122388" y="151689"/>
                  </a:cubicBezTo>
                  <a:cubicBezTo>
                    <a:pt x="112469" y="195055"/>
                    <a:pt x="85898" y="217972"/>
                    <a:pt x="61453" y="217972"/>
                  </a:cubicBezTo>
                  <a:cubicBezTo>
                    <a:pt x="56848" y="217972"/>
                    <a:pt x="46928" y="217267"/>
                    <a:pt x="39843" y="213036"/>
                  </a:cubicBezTo>
                  <a:cubicBezTo>
                    <a:pt x="51180" y="208453"/>
                    <a:pt x="56848" y="198933"/>
                    <a:pt x="56848" y="189414"/>
                  </a:cubicBezTo>
                  <a:cubicBezTo>
                    <a:pt x="56848" y="176721"/>
                    <a:pt x="46574" y="173196"/>
                    <a:pt x="39489" y="173196"/>
                  </a:cubicBezTo>
                  <a:cubicBezTo>
                    <a:pt x="26381" y="173196"/>
                    <a:pt x="13981" y="184478"/>
                    <a:pt x="13981" y="199991"/>
                  </a:cubicBezTo>
                  <a:cubicBezTo>
                    <a:pt x="13981" y="217972"/>
                    <a:pt x="32757" y="230664"/>
                    <a:pt x="61453" y="230664"/>
                  </a:cubicBezTo>
                  <a:cubicBezTo>
                    <a:pt x="102195" y="230664"/>
                    <a:pt x="148959" y="203517"/>
                    <a:pt x="159941" y="159798"/>
                  </a:cubicBezTo>
                  <a:lnTo>
                    <a:pt x="193242" y="26527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679C2DC-BC5E-EBEC-9C4E-CD1AC594B788}"/>
                </a:ext>
              </a:extLst>
            </p:cNvPr>
            <p:cNvSpPr/>
            <p:nvPr/>
          </p:nvSpPr>
          <p:spPr>
            <a:xfrm>
              <a:off x="8539580" y="5384872"/>
              <a:ext cx="38615" cy="220002"/>
            </a:xfrm>
            <a:custGeom>
              <a:avLst/>
              <a:gdLst>
                <a:gd name="connsiteX0" fmla="*/ 37724 w 38615"/>
                <a:gd name="connsiteY0" fmla="*/ 18771 h 220002"/>
                <a:gd name="connsiteX1" fmla="*/ 18947 w 38615"/>
                <a:gd name="connsiteY1" fmla="*/ 85 h 220002"/>
                <a:gd name="connsiteX2" fmla="*/ 171 w 38615"/>
                <a:gd name="connsiteY2" fmla="*/ 18771 h 220002"/>
                <a:gd name="connsiteX3" fmla="*/ 18947 w 38615"/>
                <a:gd name="connsiteY3" fmla="*/ 37457 h 220002"/>
                <a:gd name="connsiteX4" fmla="*/ 37724 w 38615"/>
                <a:gd name="connsiteY4" fmla="*/ 18771 h 220002"/>
                <a:gd name="connsiteX5" fmla="*/ 30992 w 38615"/>
                <a:gd name="connsiteY5" fmla="*/ 148163 h 220002"/>
                <a:gd name="connsiteX6" fmla="*/ 8319 w 38615"/>
                <a:gd name="connsiteY6" fmla="*/ 211626 h 220002"/>
                <a:gd name="connsiteX7" fmla="*/ 5839 w 38615"/>
                <a:gd name="connsiteY7" fmla="*/ 216209 h 220002"/>
                <a:gd name="connsiteX8" fmla="*/ 9382 w 38615"/>
                <a:gd name="connsiteY8" fmla="*/ 220087 h 220002"/>
                <a:gd name="connsiteX9" fmla="*/ 38786 w 38615"/>
                <a:gd name="connsiteY9" fmla="*/ 150984 h 220002"/>
                <a:gd name="connsiteX10" fmla="*/ 18947 w 38615"/>
                <a:gd name="connsiteY10" fmla="*/ 114669 h 220002"/>
                <a:gd name="connsiteX11" fmla="*/ 171 w 38615"/>
                <a:gd name="connsiteY11" fmla="*/ 133355 h 220002"/>
                <a:gd name="connsiteX12" fmla="*/ 18947 w 38615"/>
                <a:gd name="connsiteY12" fmla="*/ 152042 h 220002"/>
                <a:gd name="connsiteX13" fmla="*/ 21781 w 38615"/>
                <a:gd name="connsiteY13" fmla="*/ 151689 h 220002"/>
                <a:gd name="connsiteX14" fmla="*/ 30992 w 38615"/>
                <a:gd name="connsiteY14" fmla="*/ 148163 h 2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615" h="220002">
                  <a:moveTo>
                    <a:pt x="37724" y="18771"/>
                  </a:moveTo>
                  <a:cubicBezTo>
                    <a:pt x="37724" y="8546"/>
                    <a:pt x="29221" y="85"/>
                    <a:pt x="18947" y="85"/>
                  </a:cubicBezTo>
                  <a:cubicBezTo>
                    <a:pt x="8673" y="85"/>
                    <a:pt x="171" y="8546"/>
                    <a:pt x="171" y="18771"/>
                  </a:cubicBezTo>
                  <a:cubicBezTo>
                    <a:pt x="171" y="28995"/>
                    <a:pt x="8673" y="37457"/>
                    <a:pt x="18947" y="37457"/>
                  </a:cubicBezTo>
                  <a:cubicBezTo>
                    <a:pt x="29221" y="37457"/>
                    <a:pt x="37724" y="28995"/>
                    <a:pt x="37724" y="18771"/>
                  </a:cubicBezTo>
                  <a:close/>
                  <a:moveTo>
                    <a:pt x="30992" y="148163"/>
                  </a:moveTo>
                  <a:cubicBezTo>
                    <a:pt x="30992" y="158035"/>
                    <a:pt x="30992" y="185536"/>
                    <a:pt x="8319" y="211626"/>
                  </a:cubicBezTo>
                  <a:cubicBezTo>
                    <a:pt x="5839" y="214446"/>
                    <a:pt x="5839" y="215151"/>
                    <a:pt x="5839" y="216209"/>
                  </a:cubicBezTo>
                  <a:cubicBezTo>
                    <a:pt x="5839" y="218677"/>
                    <a:pt x="7610" y="220087"/>
                    <a:pt x="9382" y="220087"/>
                  </a:cubicBezTo>
                  <a:cubicBezTo>
                    <a:pt x="13279" y="220087"/>
                    <a:pt x="38786" y="191882"/>
                    <a:pt x="38786" y="150984"/>
                  </a:cubicBezTo>
                  <a:cubicBezTo>
                    <a:pt x="38786" y="140759"/>
                    <a:pt x="38078" y="114669"/>
                    <a:pt x="18947" y="114669"/>
                  </a:cubicBezTo>
                  <a:cubicBezTo>
                    <a:pt x="6548" y="114669"/>
                    <a:pt x="171" y="124189"/>
                    <a:pt x="171" y="133355"/>
                  </a:cubicBezTo>
                  <a:cubicBezTo>
                    <a:pt x="171" y="142522"/>
                    <a:pt x="6193" y="152042"/>
                    <a:pt x="18947" y="152042"/>
                  </a:cubicBezTo>
                  <a:cubicBezTo>
                    <a:pt x="20719" y="152042"/>
                    <a:pt x="21427" y="152042"/>
                    <a:pt x="21781" y="151689"/>
                  </a:cubicBezTo>
                  <a:cubicBezTo>
                    <a:pt x="24261" y="151336"/>
                    <a:pt x="28158" y="150631"/>
                    <a:pt x="30992" y="148163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09678A2-DD79-7F2E-912B-3E62C35F602E}"/>
                </a:ext>
              </a:extLst>
            </p:cNvPr>
            <p:cNvSpPr/>
            <p:nvPr/>
          </p:nvSpPr>
          <p:spPr>
            <a:xfrm>
              <a:off x="8675423" y="5380288"/>
              <a:ext cx="276331" cy="157950"/>
            </a:xfrm>
            <a:custGeom>
              <a:avLst/>
              <a:gdLst>
                <a:gd name="connsiteX0" fmla="*/ 252417 w 276331"/>
                <a:gd name="connsiteY0" fmla="*/ 24059 h 157950"/>
                <a:gd name="connsiteX1" fmla="*/ 276507 w 276331"/>
                <a:gd name="connsiteY1" fmla="*/ 16655 h 157950"/>
                <a:gd name="connsiteX2" fmla="*/ 276507 w 276331"/>
                <a:gd name="connsiteY2" fmla="*/ 85 h 157950"/>
                <a:gd name="connsiteX3" fmla="*/ 249228 w 276331"/>
                <a:gd name="connsiteY3" fmla="*/ 1142 h 157950"/>
                <a:gd name="connsiteX4" fmla="*/ 215218 w 276331"/>
                <a:gd name="connsiteY4" fmla="*/ 85 h 157950"/>
                <a:gd name="connsiteX5" fmla="*/ 215218 w 276331"/>
                <a:gd name="connsiteY5" fmla="*/ 16655 h 157950"/>
                <a:gd name="connsiteX6" fmla="*/ 235766 w 276331"/>
                <a:gd name="connsiteY6" fmla="*/ 20886 h 157950"/>
                <a:gd name="connsiteX7" fmla="*/ 234349 w 276331"/>
                <a:gd name="connsiteY7" fmla="*/ 25117 h 157950"/>
                <a:gd name="connsiteX8" fmla="*/ 197150 w 276331"/>
                <a:gd name="connsiteY8" fmla="*/ 115374 h 157950"/>
                <a:gd name="connsiteX9" fmla="*/ 156763 w 276331"/>
                <a:gd name="connsiteY9" fmla="*/ 16655 h 157950"/>
                <a:gd name="connsiteX10" fmla="*/ 176602 w 276331"/>
                <a:gd name="connsiteY10" fmla="*/ 16655 h 157950"/>
                <a:gd name="connsiteX11" fmla="*/ 176602 w 276331"/>
                <a:gd name="connsiteY11" fmla="*/ 85 h 157950"/>
                <a:gd name="connsiteX12" fmla="*/ 136215 w 276331"/>
                <a:gd name="connsiteY12" fmla="*/ 1142 h 157950"/>
                <a:gd name="connsiteX13" fmla="*/ 100788 w 276331"/>
                <a:gd name="connsiteY13" fmla="*/ 85 h 157950"/>
                <a:gd name="connsiteX14" fmla="*/ 100788 w 276331"/>
                <a:gd name="connsiteY14" fmla="*/ 16655 h 157950"/>
                <a:gd name="connsiteX15" fmla="*/ 121690 w 276331"/>
                <a:gd name="connsiteY15" fmla="*/ 16655 h 157950"/>
                <a:gd name="connsiteX16" fmla="*/ 129130 w 276331"/>
                <a:gd name="connsiteY16" fmla="*/ 35342 h 157950"/>
                <a:gd name="connsiteX17" fmla="*/ 127713 w 276331"/>
                <a:gd name="connsiteY17" fmla="*/ 39925 h 157950"/>
                <a:gd name="connsiteX18" fmla="*/ 99725 w 276331"/>
                <a:gd name="connsiteY18" fmla="*/ 107618 h 157950"/>
                <a:gd name="connsiteX19" fmla="*/ 62527 w 276331"/>
                <a:gd name="connsiteY19" fmla="*/ 16655 h 157950"/>
                <a:gd name="connsiteX20" fmla="*/ 82366 w 276331"/>
                <a:gd name="connsiteY20" fmla="*/ 16655 h 157950"/>
                <a:gd name="connsiteX21" fmla="*/ 82366 w 276331"/>
                <a:gd name="connsiteY21" fmla="*/ 85 h 157950"/>
                <a:gd name="connsiteX22" fmla="*/ 38791 w 276331"/>
                <a:gd name="connsiteY22" fmla="*/ 1142 h 157950"/>
                <a:gd name="connsiteX23" fmla="*/ 175 w 276331"/>
                <a:gd name="connsiteY23" fmla="*/ 85 h 157950"/>
                <a:gd name="connsiteX24" fmla="*/ 175 w 276331"/>
                <a:gd name="connsiteY24" fmla="*/ 16655 h 157950"/>
                <a:gd name="connsiteX25" fmla="*/ 21077 w 276331"/>
                <a:gd name="connsiteY25" fmla="*/ 16655 h 157950"/>
                <a:gd name="connsiteX26" fmla="*/ 75281 w 276331"/>
                <a:gd name="connsiteY26" fmla="*/ 148516 h 157950"/>
                <a:gd name="connsiteX27" fmla="*/ 88035 w 276331"/>
                <a:gd name="connsiteY27" fmla="*/ 158035 h 157950"/>
                <a:gd name="connsiteX28" fmla="*/ 100788 w 276331"/>
                <a:gd name="connsiteY28" fmla="*/ 148516 h 157950"/>
                <a:gd name="connsiteX29" fmla="*/ 138341 w 276331"/>
                <a:gd name="connsiteY29" fmla="*/ 57201 h 157950"/>
                <a:gd name="connsiteX30" fmla="*/ 175894 w 276331"/>
                <a:gd name="connsiteY30" fmla="*/ 148516 h 157950"/>
                <a:gd name="connsiteX31" fmla="*/ 188648 w 276331"/>
                <a:gd name="connsiteY31" fmla="*/ 158035 h 157950"/>
                <a:gd name="connsiteX32" fmla="*/ 201401 w 276331"/>
                <a:gd name="connsiteY32" fmla="*/ 148516 h 157950"/>
                <a:gd name="connsiteX33" fmla="*/ 252417 w 276331"/>
                <a:gd name="connsiteY33" fmla="*/ 24059 h 157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6331" h="157950">
                  <a:moveTo>
                    <a:pt x="252417" y="24059"/>
                  </a:moveTo>
                  <a:cubicBezTo>
                    <a:pt x="254188" y="19476"/>
                    <a:pt x="255605" y="16655"/>
                    <a:pt x="276507" y="16655"/>
                  </a:cubicBezTo>
                  <a:lnTo>
                    <a:pt x="276507" y="85"/>
                  </a:lnTo>
                  <a:cubicBezTo>
                    <a:pt x="268359" y="790"/>
                    <a:pt x="257731" y="1142"/>
                    <a:pt x="249228" y="1142"/>
                  </a:cubicBezTo>
                  <a:cubicBezTo>
                    <a:pt x="239663" y="1142"/>
                    <a:pt x="223012" y="437"/>
                    <a:pt x="215218" y="85"/>
                  </a:cubicBezTo>
                  <a:lnTo>
                    <a:pt x="215218" y="16655"/>
                  </a:lnTo>
                  <a:cubicBezTo>
                    <a:pt x="218406" y="16655"/>
                    <a:pt x="235766" y="17008"/>
                    <a:pt x="235766" y="20886"/>
                  </a:cubicBezTo>
                  <a:cubicBezTo>
                    <a:pt x="235766" y="21944"/>
                    <a:pt x="234703" y="24059"/>
                    <a:pt x="234349" y="25117"/>
                  </a:cubicBezTo>
                  <a:lnTo>
                    <a:pt x="197150" y="115374"/>
                  </a:lnTo>
                  <a:lnTo>
                    <a:pt x="156763" y="16655"/>
                  </a:lnTo>
                  <a:lnTo>
                    <a:pt x="176602" y="16655"/>
                  </a:lnTo>
                  <a:lnTo>
                    <a:pt x="176602" y="85"/>
                  </a:lnTo>
                  <a:cubicBezTo>
                    <a:pt x="165266" y="437"/>
                    <a:pt x="146844" y="1142"/>
                    <a:pt x="136215" y="1142"/>
                  </a:cubicBezTo>
                  <a:cubicBezTo>
                    <a:pt x="121336" y="1142"/>
                    <a:pt x="106457" y="437"/>
                    <a:pt x="100788" y="85"/>
                  </a:cubicBezTo>
                  <a:lnTo>
                    <a:pt x="100788" y="16655"/>
                  </a:lnTo>
                  <a:lnTo>
                    <a:pt x="121690" y="16655"/>
                  </a:lnTo>
                  <a:cubicBezTo>
                    <a:pt x="129130" y="34284"/>
                    <a:pt x="129130" y="34989"/>
                    <a:pt x="129130" y="35342"/>
                  </a:cubicBezTo>
                  <a:cubicBezTo>
                    <a:pt x="129130" y="36752"/>
                    <a:pt x="128067" y="38867"/>
                    <a:pt x="127713" y="39925"/>
                  </a:cubicBezTo>
                  <a:lnTo>
                    <a:pt x="99725" y="107618"/>
                  </a:lnTo>
                  <a:lnTo>
                    <a:pt x="62527" y="16655"/>
                  </a:lnTo>
                  <a:lnTo>
                    <a:pt x="82366" y="16655"/>
                  </a:lnTo>
                  <a:lnTo>
                    <a:pt x="82366" y="85"/>
                  </a:lnTo>
                  <a:cubicBezTo>
                    <a:pt x="67841" y="790"/>
                    <a:pt x="53316" y="1142"/>
                    <a:pt x="38791" y="1142"/>
                  </a:cubicBezTo>
                  <a:cubicBezTo>
                    <a:pt x="27808" y="1142"/>
                    <a:pt x="12220" y="437"/>
                    <a:pt x="175" y="85"/>
                  </a:cubicBezTo>
                  <a:lnTo>
                    <a:pt x="175" y="16655"/>
                  </a:lnTo>
                  <a:lnTo>
                    <a:pt x="21077" y="16655"/>
                  </a:lnTo>
                  <a:lnTo>
                    <a:pt x="75281" y="148516"/>
                  </a:lnTo>
                  <a:cubicBezTo>
                    <a:pt x="77761" y="154510"/>
                    <a:pt x="79178" y="158035"/>
                    <a:pt x="88035" y="158035"/>
                  </a:cubicBezTo>
                  <a:cubicBezTo>
                    <a:pt x="96891" y="158035"/>
                    <a:pt x="98308" y="154510"/>
                    <a:pt x="100788" y="148516"/>
                  </a:cubicBezTo>
                  <a:lnTo>
                    <a:pt x="138341" y="57201"/>
                  </a:lnTo>
                  <a:lnTo>
                    <a:pt x="175894" y="148516"/>
                  </a:lnTo>
                  <a:cubicBezTo>
                    <a:pt x="178374" y="154510"/>
                    <a:pt x="179791" y="158035"/>
                    <a:pt x="188648" y="158035"/>
                  </a:cubicBezTo>
                  <a:cubicBezTo>
                    <a:pt x="197504" y="158035"/>
                    <a:pt x="198922" y="154510"/>
                    <a:pt x="201401" y="148516"/>
                  </a:cubicBezTo>
                  <a:lnTo>
                    <a:pt x="252417" y="24059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0490701-BE10-76A1-F2C4-9AE6360A96C9}"/>
                </a:ext>
              </a:extLst>
            </p:cNvPr>
            <p:cNvSpPr/>
            <p:nvPr/>
          </p:nvSpPr>
          <p:spPr>
            <a:xfrm>
              <a:off x="8986659" y="5272402"/>
              <a:ext cx="82191" cy="352568"/>
            </a:xfrm>
            <a:custGeom>
              <a:avLst/>
              <a:gdLst>
                <a:gd name="connsiteX0" fmla="*/ 82375 w 82191"/>
                <a:gd name="connsiteY0" fmla="*/ 176369 h 352568"/>
                <a:gd name="connsiteX1" fmla="*/ 58993 w 82191"/>
                <a:gd name="connsiteY1" fmla="*/ 66368 h 352568"/>
                <a:gd name="connsiteX2" fmla="*/ 3726 w 82191"/>
                <a:gd name="connsiteY2" fmla="*/ 85 h 352568"/>
                <a:gd name="connsiteX3" fmla="*/ 184 w 82191"/>
                <a:gd name="connsiteY3" fmla="*/ 3610 h 352568"/>
                <a:gd name="connsiteX4" fmla="*/ 6915 w 82191"/>
                <a:gd name="connsiteY4" fmla="*/ 11719 h 352568"/>
                <a:gd name="connsiteX5" fmla="*/ 61827 w 82191"/>
                <a:gd name="connsiteY5" fmla="*/ 176369 h 352568"/>
                <a:gd name="connsiteX6" fmla="*/ 4789 w 82191"/>
                <a:gd name="connsiteY6" fmla="*/ 343134 h 352568"/>
                <a:gd name="connsiteX7" fmla="*/ 184 w 82191"/>
                <a:gd name="connsiteY7" fmla="*/ 349127 h 352568"/>
                <a:gd name="connsiteX8" fmla="*/ 3726 w 82191"/>
                <a:gd name="connsiteY8" fmla="*/ 352653 h 352568"/>
                <a:gd name="connsiteX9" fmla="*/ 60056 w 82191"/>
                <a:gd name="connsiteY9" fmla="*/ 283902 h 352568"/>
                <a:gd name="connsiteX10" fmla="*/ 82375 w 82191"/>
                <a:gd name="connsiteY10" fmla="*/ 176369 h 35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191" h="352568">
                  <a:moveTo>
                    <a:pt x="82375" y="176369"/>
                  </a:moveTo>
                  <a:cubicBezTo>
                    <a:pt x="82375" y="148868"/>
                    <a:pt x="78478" y="106208"/>
                    <a:pt x="58993" y="66368"/>
                  </a:cubicBezTo>
                  <a:cubicBezTo>
                    <a:pt x="37736" y="23002"/>
                    <a:pt x="7269" y="85"/>
                    <a:pt x="3726" y="85"/>
                  </a:cubicBezTo>
                  <a:cubicBezTo>
                    <a:pt x="1601" y="85"/>
                    <a:pt x="184" y="1495"/>
                    <a:pt x="184" y="3610"/>
                  </a:cubicBezTo>
                  <a:cubicBezTo>
                    <a:pt x="184" y="4668"/>
                    <a:pt x="184" y="5373"/>
                    <a:pt x="6915" y="11719"/>
                  </a:cubicBezTo>
                  <a:cubicBezTo>
                    <a:pt x="41633" y="46624"/>
                    <a:pt x="61827" y="102682"/>
                    <a:pt x="61827" y="176369"/>
                  </a:cubicBezTo>
                  <a:cubicBezTo>
                    <a:pt x="61827" y="236658"/>
                    <a:pt x="48719" y="298710"/>
                    <a:pt x="4789" y="343134"/>
                  </a:cubicBezTo>
                  <a:cubicBezTo>
                    <a:pt x="184" y="347364"/>
                    <a:pt x="184" y="348070"/>
                    <a:pt x="184" y="349127"/>
                  </a:cubicBezTo>
                  <a:cubicBezTo>
                    <a:pt x="184" y="351243"/>
                    <a:pt x="1601" y="352653"/>
                    <a:pt x="3726" y="352653"/>
                  </a:cubicBezTo>
                  <a:cubicBezTo>
                    <a:pt x="7269" y="352653"/>
                    <a:pt x="39154" y="328678"/>
                    <a:pt x="60056" y="283902"/>
                  </a:cubicBezTo>
                  <a:cubicBezTo>
                    <a:pt x="78123" y="245120"/>
                    <a:pt x="82375" y="205985"/>
                    <a:pt x="82375" y="176369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C8D8AD0-86DE-C60A-D611-29297D9998FE}"/>
                </a:ext>
              </a:extLst>
            </p:cNvPr>
            <p:cNvSpPr/>
            <p:nvPr/>
          </p:nvSpPr>
          <p:spPr>
            <a:xfrm>
              <a:off x="9222483" y="5407436"/>
              <a:ext cx="235590" cy="82500"/>
            </a:xfrm>
            <a:custGeom>
              <a:avLst/>
              <a:gdLst>
                <a:gd name="connsiteX0" fmla="*/ 223736 w 235590"/>
                <a:gd name="connsiteY0" fmla="*/ 14187 h 82500"/>
                <a:gd name="connsiteX1" fmla="*/ 235781 w 235590"/>
                <a:gd name="connsiteY1" fmla="*/ 7136 h 82500"/>
                <a:gd name="connsiteX2" fmla="*/ 224090 w 235590"/>
                <a:gd name="connsiteY2" fmla="*/ 85 h 82500"/>
                <a:gd name="connsiteX3" fmla="*/ 11881 w 235590"/>
                <a:gd name="connsiteY3" fmla="*/ 85 h 82500"/>
                <a:gd name="connsiteX4" fmla="*/ 190 w 235590"/>
                <a:gd name="connsiteY4" fmla="*/ 7136 h 82500"/>
                <a:gd name="connsiteX5" fmla="*/ 12236 w 235590"/>
                <a:gd name="connsiteY5" fmla="*/ 14187 h 82500"/>
                <a:gd name="connsiteX6" fmla="*/ 223736 w 235590"/>
                <a:gd name="connsiteY6" fmla="*/ 14187 h 82500"/>
                <a:gd name="connsiteX7" fmla="*/ 224090 w 235590"/>
                <a:gd name="connsiteY7" fmla="*/ 82586 h 82500"/>
                <a:gd name="connsiteX8" fmla="*/ 235781 w 235590"/>
                <a:gd name="connsiteY8" fmla="*/ 75534 h 82500"/>
                <a:gd name="connsiteX9" fmla="*/ 223736 w 235590"/>
                <a:gd name="connsiteY9" fmla="*/ 68483 h 82500"/>
                <a:gd name="connsiteX10" fmla="*/ 12236 w 235590"/>
                <a:gd name="connsiteY10" fmla="*/ 68483 h 82500"/>
                <a:gd name="connsiteX11" fmla="*/ 190 w 235590"/>
                <a:gd name="connsiteY11" fmla="*/ 75534 h 82500"/>
                <a:gd name="connsiteX12" fmla="*/ 11881 w 235590"/>
                <a:gd name="connsiteY12" fmla="*/ 82586 h 82500"/>
                <a:gd name="connsiteX13" fmla="*/ 224090 w 235590"/>
                <a:gd name="connsiteY13" fmla="*/ 82586 h 8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590" h="82500">
                  <a:moveTo>
                    <a:pt x="223736" y="14187"/>
                  </a:moveTo>
                  <a:cubicBezTo>
                    <a:pt x="229050" y="14187"/>
                    <a:pt x="235781" y="14187"/>
                    <a:pt x="235781" y="7136"/>
                  </a:cubicBezTo>
                  <a:cubicBezTo>
                    <a:pt x="235781" y="85"/>
                    <a:pt x="229050" y="85"/>
                    <a:pt x="224090" y="85"/>
                  </a:cubicBezTo>
                  <a:lnTo>
                    <a:pt x="11881" y="85"/>
                  </a:lnTo>
                  <a:cubicBezTo>
                    <a:pt x="6921" y="85"/>
                    <a:pt x="190" y="85"/>
                    <a:pt x="190" y="7136"/>
                  </a:cubicBezTo>
                  <a:cubicBezTo>
                    <a:pt x="190" y="14187"/>
                    <a:pt x="6921" y="14187"/>
                    <a:pt x="12236" y="14187"/>
                  </a:cubicBezTo>
                  <a:lnTo>
                    <a:pt x="223736" y="14187"/>
                  </a:lnTo>
                  <a:close/>
                  <a:moveTo>
                    <a:pt x="224090" y="82586"/>
                  </a:moveTo>
                  <a:cubicBezTo>
                    <a:pt x="229050" y="82586"/>
                    <a:pt x="235781" y="82586"/>
                    <a:pt x="235781" y="75534"/>
                  </a:cubicBezTo>
                  <a:cubicBezTo>
                    <a:pt x="235781" y="68483"/>
                    <a:pt x="229050" y="68483"/>
                    <a:pt x="223736" y="68483"/>
                  </a:cubicBezTo>
                  <a:lnTo>
                    <a:pt x="12236" y="68483"/>
                  </a:lnTo>
                  <a:cubicBezTo>
                    <a:pt x="6921" y="68483"/>
                    <a:pt x="190" y="68483"/>
                    <a:pt x="190" y="75534"/>
                  </a:cubicBezTo>
                  <a:cubicBezTo>
                    <a:pt x="190" y="82586"/>
                    <a:pt x="6921" y="82586"/>
                    <a:pt x="11881" y="82586"/>
                  </a:cubicBezTo>
                  <a:lnTo>
                    <a:pt x="224090" y="82586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0D5E8EB-8236-CC13-C1FB-A2043C85B6CB}"/>
                </a:ext>
              </a:extLst>
            </p:cNvPr>
            <p:cNvSpPr/>
            <p:nvPr/>
          </p:nvSpPr>
          <p:spPr>
            <a:xfrm>
              <a:off x="9588287" y="5292146"/>
              <a:ext cx="78648" cy="244682"/>
            </a:xfrm>
            <a:custGeom>
              <a:avLst/>
              <a:gdLst>
                <a:gd name="connsiteX0" fmla="*/ 51216 w 78648"/>
                <a:gd name="connsiteY0" fmla="*/ 85 h 244682"/>
                <a:gd name="connsiteX1" fmla="*/ 201 w 78648"/>
                <a:gd name="connsiteY1" fmla="*/ 3963 h 244682"/>
                <a:gd name="connsiteX2" fmla="*/ 201 w 78648"/>
                <a:gd name="connsiteY2" fmla="*/ 14893 h 244682"/>
                <a:gd name="connsiteX3" fmla="*/ 27834 w 78648"/>
                <a:gd name="connsiteY3" fmla="*/ 34636 h 244682"/>
                <a:gd name="connsiteX4" fmla="*/ 27834 w 78648"/>
                <a:gd name="connsiteY4" fmla="*/ 217972 h 244682"/>
                <a:gd name="connsiteX5" fmla="*/ 201 w 78648"/>
                <a:gd name="connsiteY5" fmla="*/ 233837 h 244682"/>
                <a:gd name="connsiteX6" fmla="*/ 201 w 78648"/>
                <a:gd name="connsiteY6" fmla="*/ 244767 h 244682"/>
                <a:gd name="connsiteX7" fmla="*/ 39525 w 78648"/>
                <a:gd name="connsiteY7" fmla="*/ 243709 h 244682"/>
                <a:gd name="connsiteX8" fmla="*/ 78849 w 78648"/>
                <a:gd name="connsiteY8" fmla="*/ 244767 h 244682"/>
                <a:gd name="connsiteX9" fmla="*/ 78849 w 78648"/>
                <a:gd name="connsiteY9" fmla="*/ 233837 h 244682"/>
                <a:gd name="connsiteX10" fmla="*/ 51216 w 78648"/>
                <a:gd name="connsiteY10" fmla="*/ 217972 h 244682"/>
                <a:gd name="connsiteX11" fmla="*/ 51216 w 78648"/>
                <a:gd name="connsiteY11" fmla="*/ 85 h 244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648" h="244682">
                  <a:moveTo>
                    <a:pt x="51216" y="85"/>
                  </a:moveTo>
                  <a:lnTo>
                    <a:pt x="201" y="3963"/>
                  </a:lnTo>
                  <a:lnTo>
                    <a:pt x="201" y="14893"/>
                  </a:lnTo>
                  <a:cubicBezTo>
                    <a:pt x="25000" y="14893"/>
                    <a:pt x="27834" y="17361"/>
                    <a:pt x="27834" y="34636"/>
                  </a:cubicBezTo>
                  <a:lnTo>
                    <a:pt x="27834" y="217972"/>
                  </a:lnTo>
                  <a:cubicBezTo>
                    <a:pt x="27834" y="233837"/>
                    <a:pt x="23937" y="233837"/>
                    <a:pt x="201" y="233837"/>
                  </a:cubicBezTo>
                  <a:lnTo>
                    <a:pt x="201" y="244767"/>
                  </a:lnTo>
                  <a:cubicBezTo>
                    <a:pt x="11892" y="244414"/>
                    <a:pt x="30668" y="243709"/>
                    <a:pt x="39525" y="243709"/>
                  </a:cubicBezTo>
                  <a:cubicBezTo>
                    <a:pt x="48382" y="243709"/>
                    <a:pt x="65741" y="244414"/>
                    <a:pt x="78849" y="244767"/>
                  </a:cubicBezTo>
                  <a:lnTo>
                    <a:pt x="78849" y="233837"/>
                  </a:lnTo>
                  <a:cubicBezTo>
                    <a:pt x="55113" y="233837"/>
                    <a:pt x="51216" y="233837"/>
                    <a:pt x="51216" y="217972"/>
                  </a:cubicBezTo>
                  <a:lnTo>
                    <a:pt x="51216" y="85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30076ED-E96A-E38F-8C04-308DB222A266}"/>
                </a:ext>
              </a:extLst>
            </p:cNvPr>
            <p:cNvSpPr/>
            <p:nvPr/>
          </p:nvSpPr>
          <p:spPr>
            <a:xfrm>
              <a:off x="9684925" y="5378878"/>
              <a:ext cx="156942" cy="161828"/>
            </a:xfrm>
            <a:custGeom>
              <a:avLst/>
              <a:gdLst>
                <a:gd name="connsiteX0" fmla="*/ 157146 w 156942"/>
                <a:gd name="connsiteY0" fmla="*/ 82586 h 161828"/>
                <a:gd name="connsiteX1" fmla="*/ 78852 w 156942"/>
                <a:gd name="connsiteY1" fmla="*/ 85 h 161828"/>
                <a:gd name="connsiteX2" fmla="*/ 204 w 156942"/>
                <a:gd name="connsiteY2" fmla="*/ 82586 h 161828"/>
                <a:gd name="connsiteX3" fmla="*/ 78498 w 156942"/>
                <a:gd name="connsiteY3" fmla="*/ 161914 h 161828"/>
                <a:gd name="connsiteX4" fmla="*/ 157146 w 156942"/>
                <a:gd name="connsiteY4" fmla="*/ 82586 h 161828"/>
                <a:gd name="connsiteX5" fmla="*/ 78852 w 156942"/>
                <a:gd name="connsiteY5" fmla="*/ 153099 h 161828"/>
                <a:gd name="connsiteX6" fmla="*/ 38465 w 156942"/>
                <a:gd name="connsiteY6" fmla="*/ 129477 h 161828"/>
                <a:gd name="connsiteX7" fmla="*/ 29608 w 156942"/>
                <a:gd name="connsiteY7" fmla="*/ 79765 h 161828"/>
                <a:gd name="connsiteX8" fmla="*/ 38111 w 156942"/>
                <a:gd name="connsiteY8" fmla="*/ 31463 h 161828"/>
                <a:gd name="connsiteX9" fmla="*/ 78498 w 156942"/>
                <a:gd name="connsiteY9" fmla="*/ 7841 h 161828"/>
                <a:gd name="connsiteX10" fmla="*/ 118530 w 156942"/>
                <a:gd name="connsiteY10" fmla="*/ 30758 h 161828"/>
                <a:gd name="connsiteX11" fmla="*/ 127741 w 156942"/>
                <a:gd name="connsiteY11" fmla="*/ 79765 h 161828"/>
                <a:gd name="connsiteX12" fmla="*/ 119947 w 156942"/>
                <a:gd name="connsiteY12" fmla="*/ 127009 h 161828"/>
                <a:gd name="connsiteX13" fmla="*/ 78852 w 156942"/>
                <a:gd name="connsiteY13" fmla="*/ 153099 h 161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6942" h="161828">
                  <a:moveTo>
                    <a:pt x="157146" y="82586"/>
                  </a:moveTo>
                  <a:cubicBezTo>
                    <a:pt x="157146" y="37457"/>
                    <a:pt x="121719" y="85"/>
                    <a:pt x="78852" y="85"/>
                  </a:cubicBezTo>
                  <a:cubicBezTo>
                    <a:pt x="34568" y="85"/>
                    <a:pt x="204" y="38515"/>
                    <a:pt x="204" y="82586"/>
                  </a:cubicBezTo>
                  <a:cubicBezTo>
                    <a:pt x="204" y="128067"/>
                    <a:pt x="37048" y="161914"/>
                    <a:pt x="78498" y="161914"/>
                  </a:cubicBezTo>
                  <a:cubicBezTo>
                    <a:pt x="121364" y="161914"/>
                    <a:pt x="157146" y="127362"/>
                    <a:pt x="157146" y="82586"/>
                  </a:cubicBezTo>
                  <a:close/>
                  <a:moveTo>
                    <a:pt x="78852" y="153099"/>
                  </a:moveTo>
                  <a:cubicBezTo>
                    <a:pt x="63618" y="153099"/>
                    <a:pt x="48030" y="145695"/>
                    <a:pt x="38465" y="129477"/>
                  </a:cubicBezTo>
                  <a:cubicBezTo>
                    <a:pt x="29608" y="113964"/>
                    <a:pt x="29608" y="92458"/>
                    <a:pt x="29608" y="79765"/>
                  </a:cubicBezTo>
                  <a:cubicBezTo>
                    <a:pt x="29608" y="66015"/>
                    <a:pt x="29608" y="46976"/>
                    <a:pt x="38111" y="31463"/>
                  </a:cubicBezTo>
                  <a:cubicBezTo>
                    <a:pt x="47676" y="15245"/>
                    <a:pt x="64327" y="7841"/>
                    <a:pt x="78498" y="7841"/>
                  </a:cubicBezTo>
                  <a:cubicBezTo>
                    <a:pt x="94086" y="7841"/>
                    <a:pt x="109319" y="15598"/>
                    <a:pt x="118530" y="30758"/>
                  </a:cubicBezTo>
                  <a:cubicBezTo>
                    <a:pt x="127741" y="45919"/>
                    <a:pt x="127741" y="66368"/>
                    <a:pt x="127741" y="79765"/>
                  </a:cubicBezTo>
                  <a:cubicBezTo>
                    <a:pt x="127741" y="92458"/>
                    <a:pt x="127741" y="111496"/>
                    <a:pt x="119947" y="127009"/>
                  </a:cubicBezTo>
                  <a:cubicBezTo>
                    <a:pt x="112153" y="142875"/>
                    <a:pt x="96565" y="153099"/>
                    <a:pt x="78852" y="153099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3998CFC-75E1-100B-A80A-E45A044E1FEA}"/>
                </a:ext>
              </a:extLst>
            </p:cNvPr>
            <p:cNvSpPr/>
            <p:nvPr/>
          </p:nvSpPr>
          <p:spPr>
            <a:xfrm>
              <a:off x="9862061" y="5377115"/>
              <a:ext cx="161902" cy="232342"/>
            </a:xfrm>
            <a:custGeom>
              <a:avLst/>
              <a:gdLst>
                <a:gd name="connsiteX0" fmla="*/ 68937 w 161902"/>
                <a:gd name="connsiteY0" fmla="*/ 99156 h 232342"/>
                <a:gd name="connsiteX1" fmla="*/ 38116 w 161902"/>
                <a:gd name="connsiteY1" fmla="*/ 55790 h 232342"/>
                <a:gd name="connsiteX2" fmla="*/ 43784 w 161902"/>
                <a:gd name="connsiteY2" fmla="*/ 26175 h 232342"/>
                <a:gd name="connsiteX3" fmla="*/ 68937 w 161902"/>
                <a:gd name="connsiteY3" fmla="*/ 12072 h 232342"/>
                <a:gd name="connsiteX4" fmla="*/ 99759 w 161902"/>
                <a:gd name="connsiteY4" fmla="*/ 55438 h 232342"/>
                <a:gd name="connsiteX5" fmla="*/ 94090 w 161902"/>
                <a:gd name="connsiteY5" fmla="*/ 85054 h 232342"/>
                <a:gd name="connsiteX6" fmla="*/ 68937 w 161902"/>
                <a:gd name="connsiteY6" fmla="*/ 99156 h 232342"/>
                <a:gd name="connsiteX7" fmla="*/ 27842 w 161902"/>
                <a:gd name="connsiteY7" fmla="*/ 112907 h 232342"/>
                <a:gd name="connsiteX8" fmla="*/ 33864 w 161902"/>
                <a:gd name="connsiteY8" fmla="*/ 96336 h 232342"/>
                <a:gd name="connsiteX9" fmla="*/ 68937 w 161902"/>
                <a:gd name="connsiteY9" fmla="*/ 107265 h 232342"/>
                <a:gd name="connsiteX10" fmla="*/ 126329 w 161902"/>
                <a:gd name="connsiteY10" fmla="*/ 55790 h 232342"/>
                <a:gd name="connsiteX11" fmla="*/ 111804 w 161902"/>
                <a:gd name="connsiteY11" fmla="*/ 21591 h 232342"/>
                <a:gd name="connsiteX12" fmla="*/ 143688 w 161902"/>
                <a:gd name="connsiteY12" fmla="*/ 7841 h 232342"/>
                <a:gd name="connsiteX13" fmla="*/ 147231 w 161902"/>
                <a:gd name="connsiteY13" fmla="*/ 8194 h 232342"/>
                <a:gd name="connsiteX14" fmla="*/ 141563 w 161902"/>
                <a:gd name="connsiteY14" fmla="*/ 17713 h 232342"/>
                <a:gd name="connsiteX15" fmla="*/ 151837 w 161902"/>
                <a:gd name="connsiteY15" fmla="*/ 27938 h 232342"/>
                <a:gd name="connsiteX16" fmla="*/ 162111 w 161902"/>
                <a:gd name="connsiteY16" fmla="*/ 17361 h 232342"/>
                <a:gd name="connsiteX17" fmla="*/ 144043 w 161902"/>
                <a:gd name="connsiteY17" fmla="*/ 85 h 232342"/>
                <a:gd name="connsiteX18" fmla="*/ 106490 w 161902"/>
                <a:gd name="connsiteY18" fmla="*/ 16655 h 232342"/>
                <a:gd name="connsiteX19" fmla="*/ 68937 w 161902"/>
                <a:gd name="connsiteY19" fmla="*/ 3963 h 232342"/>
                <a:gd name="connsiteX20" fmla="*/ 11545 w 161902"/>
                <a:gd name="connsiteY20" fmla="*/ 55438 h 232342"/>
                <a:gd name="connsiteX21" fmla="*/ 28196 w 161902"/>
                <a:gd name="connsiteY21" fmla="*/ 91752 h 232342"/>
                <a:gd name="connsiteX22" fmla="*/ 17214 w 161902"/>
                <a:gd name="connsiteY22" fmla="*/ 121016 h 232342"/>
                <a:gd name="connsiteX23" fmla="*/ 32802 w 161902"/>
                <a:gd name="connsiteY23" fmla="*/ 152394 h 232342"/>
                <a:gd name="connsiteX24" fmla="*/ 209 w 161902"/>
                <a:gd name="connsiteY24" fmla="*/ 187651 h 232342"/>
                <a:gd name="connsiteX25" fmla="*/ 78503 w 161902"/>
                <a:gd name="connsiteY25" fmla="*/ 232427 h 232342"/>
                <a:gd name="connsiteX26" fmla="*/ 157151 w 161902"/>
                <a:gd name="connsiteY26" fmla="*/ 186946 h 232342"/>
                <a:gd name="connsiteX27" fmla="*/ 134123 w 161902"/>
                <a:gd name="connsiteY27" fmla="*/ 146753 h 232342"/>
                <a:gd name="connsiteX28" fmla="*/ 73188 w 161902"/>
                <a:gd name="connsiteY28" fmla="*/ 136881 h 232342"/>
                <a:gd name="connsiteX29" fmla="*/ 46618 w 161902"/>
                <a:gd name="connsiteY29" fmla="*/ 136529 h 232342"/>
                <a:gd name="connsiteX30" fmla="*/ 27842 w 161902"/>
                <a:gd name="connsiteY30" fmla="*/ 112907 h 232342"/>
                <a:gd name="connsiteX31" fmla="*/ 78857 w 161902"/>
                <a:gd name="connsiteY31" fmla="*/ 224318 h 232342"/>
                <a:gd name="connsiteX32" fmla="*/ 18631 w 161902"/>
                <a:gd name="connsiteY32" fmla="*/ 187651 h 232342"/>
                <a:gd name="connsiteX33" fmla="*/ 47681 w 161902"/>
                <a:gd name="connsiteY33" fmla="*/ 157330 h 232342"/>
                <a:gd name="connsiteX34" fmla="*/ 68583 w 161902"/>
                <a:gd name="connsiteY34" fmla="*/ 157330 h 232342"/>
                <a:gd name="connsiteX35" fmla="*/ 138729 w 161902"/>
                <a:gd name="connsiteY35" fmla="*/ 187651 h 232342"/>
                <a:gd name="connsiteX36" fmla="*/ 78857 w 161902"/>
                <a:gd name="connsiteY36" fmla="*/ 224318 h 232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61902" h="232342">
                  <a:moveTo>
                    <a:pt x="68937" y="99156"/>
                  </a:moveTo>
                  <a:cubicBezTo>
                    <a:pt x="38116" y="99156"/>
                    <a:pt x="38116" y="63900"/>
                    <a:pt x="38116" y="55790"/>
                  </a:cubicBezTo>
                  <a:cubicBezTo>
                    <a:pt x="38116" y="46271"/>
                    <a:pt x="38470" y="34989"/>
                    <a:pt x="43784" y="26175"/>
                  </a:cubicBezTo>
                  <a:cubicBezTo>
                    <a:pt x="46618" y="21944"/>
                    <a:pt x="54766" y="12072"/>
                    <a:pt x="68937" y="12072"/>
                  </a:cubicBezTo>
                  <a:cubicBezTo>
                    <a:pt x="99759" y="12072"/>
                    <a:pt x="99759" y="47329"/>
                    <a:pt x="99759" y="55438"/>
                  </a:cubicBezTo>
                  <a:cubicBezTo>
                    <a:pt x="99759" y="64957"/>
                    <a:pt x="99405" y="76239"/>
                    <a:pt x="94090" y="85054"/>
                  </a:cubicBezTo>
                  <a:cubicBezTo>
                    <a:pt x="91256" y="89284"/>
                    <a:pt x="83108" y="99156"/>
                    <a:pt x="68937" y="99156"/>
                  </a:cubicBezTo>
                  <a:close/>
                  <a:moveTo>
                    <a:pt x="27842" y="112907"/>
                  </a:moveTo>
                  <a:cubicBezTo>
                    <a:pt x="27842" y="111496"/>
                    <a:pt x="27842" y="103387"/>
                    <a:pt x="33864" y="96336"/>
                  </a:cubicBezTo>
                  <a:cubicBezTo>
                    <a:pt x="47681" y="106208"/>
                    <a:pt x="62206" y="107265"/>
                    <a:pt x="68937" y="107265"/>
                  </a:cubicBezTo>
                  <a:cubicBezTo>
                    <a:pt x="101884" y="107265"/>
                    <a:pt x="126329" y="82938"/>
                    <a:pt x="126329" y="55790"/>
                  </a:cubicBezTo>
                  <a:cubicBezTo>
                    <a:pt x="126329" y="42745"/>
                    <a:pt x="120661" y="29700"/>
                    <a:pt x="111804" y="21591"/>
                  </a:cubicBezTo>
                  <a:cubicBezTo>
                    <a:pt x="124558" y="9604"/>
                    <a:pt x="137312" y="7841"/>
                    <a:pt x="143688" y="7841"/>
                  </a:cubicBezTo>
                  <a:cubicBezTo>
                    <a:pt x="144397" y="7841"/>
                    <a:pt x="146168" y="7841"/>
                    <a:pt x="147231" y="8194"/>
                  </a:cubicBezTo>
                  <a:cubicBezTo>
                    <a:pt x="143334" y="9604"/>
                    <a:pt x="141563" y="13482"/>
                    <a:pt x="141563" y="17713"/>
                  </a:cubicBezTo>
                  <a:cubicBezTo>
                    <a:pt x="141563" y="23707"/>
                    <a:pt x="146168" y="27938"/>
                    <a:pt x="151837" y="27938"/>
                  </a:cubicBezTo>
                  <a:cubicBezTo>
                    <a:pt x="155379" y="27938"/>
                    <a:pt x="162111" y="25470"/>
                    <a:pt x="162111" y="17361"/>
                  </a:cubicBezTo>
                  <a:cubicBezTo>
                    <a:pt x="162111" y="11367"/>
                    <a:pt x="157859" y="85"/>
                    <a:pt x="144043" y="85"/>
                  </a:cubicBezTo>
                  <a:cubicBezTo>
                    <a:pt x="136957" y="85"/>
                    <a:pt x="121369" y="2200"/>
                    <a:pt x="106490" y="16655"/>
                  </a:cubicBezTo>
                  <a:cubicBezTo>
                    <a:pt x="91611" y="5021"/>
                    <a:pt x="76731" y="3963"/>
                    <a:pt x="68937" y="3963"/>
                  </a:cubicBezTo>
                  <a:cubicBezTo>
                    <a:pt x="35990" y="3963"/>
                    <a:pt x="11545" y="28290"/>
                    <a:pt x="11545" y="55438"/>
                  </a:cubicBezTo>
                  <a:cubicBezTo>
                    <a:pt x="11545" y="70951"/>
                    <a:pt x="19339" y="84348"/>
                    <a:pt x="28196" y="91752"/>
                  </a:cubicBezTo>
                  <a:cubicBezTo>
                    <a:pt x="23590" y="97041"/>
                    <a:pt x="17214" y="108676"/>
                    <a:pt x="17214" y="121016"/>
                  </a:cubicBezTo>
                  <a:cubicBezTo>
                    <a:pt x="17214" y="131945"/>
                    <a:pt x="21819" y="145343"/>
                    <a:pt x="32802" y="152394"/>
                  </a:cubicBezTo>
                  <a:cubicBezTo>
                    <a:pt x="11545" y="158388"/>
                    <a:pt x="209" y="173548"/>
                    <a:pt x="209" y="187651"/>
                  </a:cubicBezTo>
                  <a:cubicBezTo>
                    <a:pt x="209" y="213036"/>
                    <a:pt x="35281" y="232427"/>
                    <a:pt x="78503" y="232427"/>
                  </a:cubicBezTo>
                  <a:cubicBezTo>
                    <a:pt x="120307" y="232427"/>
                    <a:pt x="157151" y="214446"/>
                    <a:pt x="157151" y="186946"/>
                  </a:cubicBezTo>
                  <a:cubicBezTo>
                    <a:pt x="157151" y="174606"/>
                    <a:pt x="152191" y="156625"/>
                    <a:pt x="134123" y="146753"/>
                  </a:cubicBezTo>
                  <a:cubicBezTo>
                    <a:pt x="115347" y="136881"/>
                    <a:pt x="94799" y="136881"/>
                    <a:pt x="73188" y="136881"/>
                  </a:cubicBezTo>
                  <a:cubicBezTo>
                    <a:pt x="64332" y="136881"/>
                    <a:pt x="49098" y="136881"/>
                    <a:pt x="46618" y="136529"/>
                  </a:cubicBezTo>
                  <a:cubicBezTo>
                    <a:pt x="35281" y="135118"/>
                    <a:pt x="27842" y="124189"/>
                    <a:pt x="27842" y="112907"/>
                  </a:cubicBezTo>
                  <a:close/>
                  <a:moveTo>
                    <a:pt x="78857" y="224318"/>
                  </a:moveTo>
                  <a:cubicBezTo>
                    <a:pt x="43075" y="224318"/>
                    <a:pt x="18631" y="206337"/>
                    <a:pt x="18631" y="187651"/>
                  </a:cubicBezTo>
                  <a:cubicBezTo>
                    <a:pt x="18631" y="171433"/>
                    <a:pt x="32093" y="158388"/>
                    <a:pt x="47681" y="157330"/>
                  </a:cubicBezTo>
                  <a:lnTo>
                    <a:pt x="68583" y="157330"/>
                  </a:lnTo>
                  <a:cubicBezTo>
                    <a:pt x="99050" y="157330"/>
                    <a:pt x="138729" y="157330"/>
                    <a:pt x="138729" y="187651"/>
                  </a:cubicBezTo>
                  <a:cubicBezTo>
                    <a:pt x="138729" y="206690"/>
                    <a:pt x="113575" y="224318"/>
                    <a:pt x="78857" y="224318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4E0BED1-BF0A-C761-7E13-1AC2314E064D}"/>
                </a:ext>
              </a:extLst>
            </p:cNvPr>
            <p:cNvSpPr/>
            <p:nvPr/>
          </p:nvSpPr>
          <p:spPr>
            <a:xfrm>
              <a:off x="10140316" y="5201887"/>
              <a:ext cx="412726" cy="493595"/>
            </a:xfrm>
            <a:custGeom>
              <a:avLst/>
              <a:gdLst>
                <a:gd name="connsiteX0" fmla="*/ 412942 w 412726"/>
                <a:gd name="connsiteY0" fmla="*/ 493671 h 493595"/>
                <a:gd name="connsiteX1" fmla="*/ 412942 w 412726"/>
                <a:gd name="connsiteY1" fmla="*/ 474632 h 493595"/>
                <a:gd name="connsiteX2" fmla="*/ 354842 w 412726"/>
                <a:gd name="connsiteY2" fmla="*/ 435850 h 493595"/>
                <a:gd name="connsiteX3" fmla="*/ 354842 w 412726"/>
                <a:gd name="connsiteY3" fmla="*/ 57896 h 493595"/>
                <a:gd name="connsiteX4" fmla="*/ 412942 w 412726"/>
                <a:gd name="connsiteY4" fmla="*/ 19114 h 493595"/>
                <a:gd name="connsiteX5" fmla="*/ 412942 w 412726"/>
                <a:gd name="connsiteY5" fmla="*/ 75 h 493595"/>
                <a:gd name="connsiteX6" fmla="*/ 216 w 412726"/>
                <a:gd name="connsiteY6" fmla="*/ 75 h 493595"/>
                <a:gd name="connsiteX7" fmla="*/ 216 w 412726"/>
                <a:gd name="connsiteY7" fmla="*/ 19114 h 493595"/>
                <a:gd name="connsiteX8" fmla="*/ 58317 w 412726"/>
                <a:gd name="connsiteY8" fmla="*/ 57896 h 493595"/>
                <a:gd name="connsiteX9" fmla="*/ 58317 w 412726"/>
                <a:gd name="connsiteY9" fmla="*/ 435850 h 493595"/>
                <a:gd name="connsiteX10" fmla="*/ 216 w 412726"/>
                <a:gd name="connsiteY10" fmla="*/ 474632 h 493595"/>
                <a:gd name="connsiteX11" fmla="*/ 216 w 412726"/>
                <a:gd name="connsiteY11" fmla="*/ 493671 h 493595"/>
                <a:gd name="connsiteX12" fmla="*/ 170621 w 412726"/>
                <a:gd name="connsiteY12" fmla="*/ 493671 h 493595"/>
                <a:gd name="connsiteX13" fmla="*/ 170621 w 412726"/>
                <a:gd name="connsiteY13" fmla="*/ 474632 h 493595"/>
                <a:gd name="connsiteX14" fmla="*/ 112520 w 412726"/>
                <a:gd name="connsiteY14" fmla="*/ 435850 h 493595"/>
                <a:gd name="connsiteX15" fmla="*/ 112520 w 412726"/>
                <a:gd name="connsiteY15" fmla="*/ 19114 h 493595"/>
                <a:gd name="connsiteX16" fmla="*/ 300638 w 412726"/>
                <a:gd name="connsiteY16" fmla="*/ 19114 h 493595"/>
                <a:gd name="connsiteX17" fmla="*/ 300638 w 412726"/>
                <a:gd name="connsiteY17" fmla="*/ 435850 h 493595"/>
                <a:gd name="connsiteX18" fmla="*/ 242538 w 412726"/>
                <a:gd name="connsiteY18" fmla="*/ 474632 h 493595"/>
                <a:gd name="connsiteX19" fmla="*/ 242538 w 412726"/>
                <a:gd name="connsiteY19" fmla="*/ 493671 h 493595"/>
                <a:gd name="connsiteX20" fmla="*/ 412942 w 412726"/>
                <a:gd name="connsiteY20" fmla="*/ 493671 h 493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12726" h="493595">
                  <a:moveTo>
                    <a:pt x="412942" y="493671"/>
                  </a:moveTo>
                  <a:lnTo>
                    <a:pt x="412942" y="474632"/>
                  </a:lnTo>
                  <a:cubicBezTo>
                    <a:pt x="365824" y="474632"/>
                    <a:pt x="354842" y="458414"/>
                    <a:pt x="354842" y="435850"/>
                  </a:cubicBezTo>
                  <a:lnTo>
                    <a:pt x="354842" y="57896"/>
                  </a:lnTo>
                  <a:cubicBezTo>
                    <a:pt x="354842" y="34979"/>
                    <a:pt x="366179" y="19114"/>
                    <a:pt x="412942" y="19114"/>
                  </a:cubicBezTo>
                  <a:lnTo>
                    <a:pt x="412942" y="75"/>
                  </a:lnTo>
                  <a:lnTo>
                    <a:pt x="216" y="75"/>
                  </a:lnTo>
                  <a:lnTo>
                    <a:pt x="216" y="19114"/>
                  </a:lnTo>
                  <a:cubicBezTo>
                    <a:pt x="47334" y="19114"/>
                    <a:pt x="58317" y="35332"/>
                    <a:pt x="58317" y="57896"/>
                  </a:cubicBezTo>
                  <a:lnTo>
                    <a:pt x="58317" y="435850"/>
                  </a:lnTo>
                  <a:cubicBezTo>
                    <a:pt x="58317" y="458767"/>
                    <a:pt x="46980" y="474632"/>
                    <a:pt x="216" y="474632"/>
                  </a:cubicBezTo>
                  <a:lnTo>
                    <a:pt x="216" y="493671"/>
                  </a:lnTo>
                  <a:lnTo>
                    <a:pt x="170621" y="493671"/>
                  </a:lnTo>
                  <a:lnTo>
                    <a:pt x="170621" y="474632"/>
                  </a:lnTo>
                  <a:cubicBezTo>
                    <a:pt x="123503" y="474632"/>
                    <a:pt x="112520" y="458414"/>
                    <a:pt x="112520" y="435850"/>
                  </a:cubicBezTo>
                  <a:lnTo>
                    <a:pt x="112520" y="19114"/>
                  </a:lnTo>
                  <a:lnTo>
                    <a:pt x="300638" y="19114"/>
                  </a:lnTo>
                  <a:lnTo>
                    <a:pt x="300638" y="435850"/>
                  </a:lnTo>
                  <a:cubicBezTo>
                    <a:pt x="300638" y="458767"/>
                    <a:pt x="289302" y="474632"/>
                    <a:pt x="242538" y="474632"/>
                  </a:cubicBezTo>
                  <a:lnTo>
                    <a:pt x="242538" y="493671"/>
                  </a:lnTo>
                  <a:lnTo>
                    <a:pt x="412942" y="493671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731F0EE-779D-F943-D31C-096A48E58631}"/>
                </a:ext>
              </a:extLst>
            </p:cNvPr>
            <p:cNvSpPr/>
            <p:nvPr/>
          </p:nvSpPr>
          <p:spPr>
            <a:xfrm>
              <a:off x="10104897" y="5833446"/>
              <a:ext cx="115315" cy="111305"/>
            </a:xfrm>
            <a:custGeom>
              <a:avLst/>
              <a:gdLst>
                <a:gd name="connsiteX0" fmla="*/ 46837 w 115315"/>
                <a:gd name="connsiteY0" fmla="*/ 59081 h 111305"/>
                <a:gd name="connsiteX1" fmla="*/ 53285 w 115315"/>
                <a:gd name="connsiteY1" fmla="*/ 34154 h 111305"/>
                <a:gd name="connsiteX2" fmla="*/ 68909 w 115315"/>
                <a:gd name="connsiteY2" fmla="*/ 13917 h 111305"/>
                <a:gd name="connsiteX3" fmla="*/ 88996 w 115315"/>
                <a:gd name="connsiteY3" fmla="*/ 7006 h 111305"/>
                <a:gd name="connsiteX4" fmla="*/ 102635 w 115315"/>
                <a:gd name="connsiteY4" fmla="*/ 10462 h 111305"/>
                <a:gd name="connsiteX5" fmla="*/ 91724 w 115315"/>
                <a:gd name="connsiteY5" fmla="*/ 24036 h 111305"/>
                <a:gd name="connsiteX6" fmla="*/ 101643 w 115315"/>
                <a:gd name="connsiteY6" fmla="*/ 33167 h 111305"/>
                <a:gd name="connsiteX7" fmla="*/ 115531 w 115315"/>
                <a:gd name="connsiteY7" fmla="*/ 18112 h 111305"/>
                <a:gd name="connsiteX8" fmla="*/ 89244 w 115315"/>
                <a:gd name="connsiteY8" fmla="*/ 96 h 111305"/>
                <a:gd name="connsiteX9" fmla="*/ 54277 w 115315"/>
                <a:gd name="connsiteY9" fmla="*/ 17619 h 111305"/>
                <a:gd name="connsiteX10" fmla="*/ 28734 w 115315"/>
                <a:gd name="connsiteY10" fmla="*/ 96 h 111305"/>
                <a:gd name="connsiteX11" fmla="*/ 9391 w 115315"/>
                <a:gd name="connsiteY11" fmla="*/ 12683 h 111305"/>
                <a:gd name="connsiteX12" fmla="*/ 215 w 115315"/>
                <a:gd name="connsiteY12" fmla="*/ 37856 h 111305"/>
                <a:gd name="connsiteX13" fmla="*/ 4431 w 115315"/>
                <a:gd name="connsiteY13" fmla="*/ 41065 h 111305"/>
                <a:gd name="connsiteX14" fmla="*/ 9887 w 115315"/>
                <a:gd name="connsiteY14" fmla="*/ 33661 h 111305"/>
                <a:gd name="connsiteX15" fmla="*/ 27990 w 115315"/>
                <a:gd name="connsiteY15" fmla="*/ 7006 h 111305"/>
                <a:gd name="connsiteX16" fmla="*/ 36174 w 115315"/>
                <a:gd name="connsiteY16" fmla="*/ 19100 h 111305"/>
                <a:gd name="connsiteX17" fmla="*/ 32206 w 115315"/>
                <a:gd name="connsiteY17" fmla="*/ 39584 h 111305"/>
                <a:gd name="connsiteX18" fmla="*/ 26750 w 115315"/>
                <a:gd name="connsiteY18" fmla="*/ 61796 h 111305"/>
                <a:gd name="connsiteX19" fmla="*/ 18815 w 115315"/>
                <a:gd name="connsiteY19" fmla="*/ 93386 h 111305"/>
                <a:gd name="connsiteX20" fmla="*/ 16335 w 115315"/>
                <a:gd name="connsiteY20" fmla="*/ 103504 h 111305"/>
                <a:gd name="connsiteX21" fmla="*/ 24766 w 115315"/>
                <a:gd name="connsiteY21" fmla="*/ 111402 h 111305"/>
                <a:gd name="connsiteX22" fmla="*/ 35430 w 115315"/>
                <a:gd name="connsiteY22" fmla="*/ 104245 h 111305"/>
                <a:gd name="connsiteX23" fmla="*/ 40142 w 115315"/>
                <a:gd name="connsiteY23" fmla="*/ 85735 h 111305"/>
                <a:gd name="connsiteX24" fmla="*/ 46837 w 115315"/>
                <a:gd name="connsiteY24" fmla="*/ 59081 h 11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5315" h="111305">
                  <a:moveTo>
                    <a:pt x="46837" y="59081"/>
                  </a:moveTo>
                  <a:cubicBezTo>
                    <a:pt x="47085" y="57600"/>
                    <a:pt x="52789" y="35388"/>
                    <a:pt x="53285" y="34154"/>
                  </a:cubicBezTo>
                  <a:cubicBezTo>
                    <a:pt x="53781" y="32180"/>
                    <a:pt x="60973" y="19840"/>
                    <a:pt x="68909" y="13917"/>
                  </a:cubicBezTo>
                  <a:cubicBezTo>
                    <a:pt x="71636" y="11942"/>
                    <a:pt x="78332" y="7006"/>
                    <a:pt x="88996" y="7006"/>
                  </a:cubicBezTo>
                  <a:cubicBezTo>
                    <a:pt x="91476" y="7006"/>
                    <a:pt x="97675" y="7253"/>
                    <a:pt x="102635" y="10462"/>
                  </a:cubicBezTo>
                  <a:cubicBezTo>
                    <a:pt x="94700" y="12683"/>
                    <a:pt x="91724" y="19593"/>
                    <a:pt x="91724" y="24036"/>
                  </a:cubicBezTo>
                  <a:cubicBezTo>
                    <a:pt x="91724" y="29465"/>
                    <a:pt x="95939" y="33167"/>
                    <a:pt x="101643" y="33167"/>
                  </a:cubicBezTo>
                  <a:cubicBezTo>
                    <a:pt x="107347" y="33167"/>
                    <a:pt x="115531" y="28478"/>
                    <a:pt x="115531" y="18112"/>
                  </a:cubicBezTo>
                  <a:cubicBezTo>
                    <a:pt x="115531" y="5279"/>
                    <a:pt x="101891" y="96"/>
                    <a:pt x="89244" y="96"/>
                  </a:cubicBezTo>
                  <a:cubicBezTo>
                    <a:pt x="76348" y="96"/>
                    <a:pt x="65189" y="5279"/>
                    <a:pt x="54277" y="17619"/>
                  </a:cubicBezTo>
                  <a:cubicBezTo>
                    <a:pt x="49813" y="2564"/>
                    <a:pt x="34686" y="96"/>
                    <a:pt x="28734" y="96"/>
                  </a:cubicBezTo>
                  <a:cubicBezTo>
                    <a:pt x="19559" y="96"/>
                    <a:pt x="13359" y="5773"/>
                    <a:pt x="9391" y="12683"/>
                  </a:cubicBezTo>
                  <a:cubicBezTo>
                    <a:pt x="3687" y="22308"/>
                    <a:pt x="215" y="36622"/>
                    <a:pt x="215" y="37856"/>
                  </a:cubicBezTo>
                  <a:cubicBezTo>
                    <a:pt x="215" y="41065"/>
                    <a:pt x="3687" y="41065"/>
                    <a:pt x="4431" y="41065"/>
                  </a:cubicBezTo>
                  <a:cubicBezTo>
                    <a:pt x="7903" y="41065"/>
                    <a:pt x="8151" y="40324"/>
                    <a:pt x="9887" y="33661"/>
                  </a:cubicBezTo>
                  <a:cubicBezTo>
                    <a:pt x="13607" y="18606"/>
                    <a:pt x="18319" y="7006"/>
                    <a:pt x="27990" y="7006"/>
                  </a:cubicBezTo>
                  <a:cubicBezTo>
                    <a:pt x="34438" y="7006"/>
                    <a:pt x="36174" y="12436"/>
                    <a:pt x="36174" y="19100"/>
                  </a:cubicBezTo>
                  <a:cubicBezTo>
                    <a:pt x="36174" y="23789"/>
                    <a:pt x="33942" y="32920"/>
                    <a:pt x="32206" y="39584"/>
                  </a:cubicBezTo>
                  <a:cubicBezTo>
                    <a:pt x="30470" y="46247"/>
                    <a:pt x="27990" y="56366"/>
                    <a:pt x="26750" y="61796"/>
                  </a:cubicBezTo>
                  <a:lnTo>
                    <a:pt x="18815" y="93386"/>
                  </a:lnTo>
                  <a:cubicBezTo>
                    <a:pt x="17823" y="96594"/>
                    <a:pt x="16335" y="102764"/>
                    <a:pt x="16335" y="103504"/>
                  </a:cubicBezTo>
                  <a:cubicBezTo>
                    <a:pt x="16335" y="108934"/>
                    <a:pt x="20798" y="111402"/>
                    <a:pt x="24766" y="111402"/>
                  </a:cubicBezTo>
                  <a:cubicBezTo>
                    <a:pt x="28486" y="111402"/>
                    <a:pt x="33446" y="109181"/>
                    <a:pt x="35430" y="104245"/>
                  </a:cubicBezTo>
                  <a:cubicBezTo>
                    <a:pt x="35926" y="102764"/>
                    <a:pt x="38654" y="91905"/>
                    <a:pt x="40142" y="85735"/>
                  </a:cubicBezTo>
                  <a:lnTo>
                    <a:pt x="46837" y="59081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DF50564-29C0-DEC3-B272-4117D84A5E89}"/>
                </a:ext>
              </a:extLst>
            </p:cNvPr>
            <p:cNvSpPr/>
            <p:nvPr/>
          </p:nvSpPr>
          <p:spPr>
            <a:xfrm>
              <a:off x="10259191" y="5799882"/>
              <a:ext cx="137138" cy="161158"/>
            </a:xfrm>
            <a:custGeom>
              <a:avLst/>
              <a:gdLst>
                <a:gd name="connsiteX0" fmla="*/ 127438 w 137138"/>
                <a:gd name="connsiteY0" fmla="*/ 86722 h 161158"/>
                <a:gd name="connsiteX1" fmla="*/ 137358 w 137138"/>
                <a:gd name="connsiteY1" fmla="*/ 80799 h 161158"/>
                <a:gd name="connsiteX2" fmla="*/ 127438 w 137138"/>
                <a:gd name="connsiteY2" fmla="*/ 74629 h 161158"/>
                <a:gd name="connsiteX3" fmla="*/ 12619 w 137138"/>
                <a:gd name="connsiteY3" fmla="*/ 74629 h 161158"/>
                <a:gd name="connsiteX4" fmla="*/ 85032 w 137138"/>
                <a:gd name="connsiteY4" fmla="*/ 12189 h 161158"/>
                <a:gd name="connsiteX5" fmla="*/ 127438 w 137138"/>
                <a:gd name="connsiteY5" fmla="*/ 12189 h 161158"/>
                <a:gd name="connsiteX6" fmla="*/ 137358 w 137138"/>
                <a:gd name="connsiteY6" fmla="*/ 6266 h 161158"/>
                <a:gd name="connsiteX7" fmla="*/ 127438 w 137138"/>
                <a:gd name="connsiteY7" fmla="*/ 96 h 161158"/>
                <a:gd name="connsiteX8" fmla="*/ 84040 w 137138"/>
                <a:gd name="connsiteY8" fmla="*/ 96 h 161158"/>
                <a:gd name="connsiteX9" fmla="*/ 219 w 137138"/>
                <a:gd name="connsiteY9" fmla="*/ 80552 h 161158"/>
                <a:gd name="connsiteX10" fmla="*/ 84040 w 137138"/>
                <a:gd name="connsiteY10" fmla="*/ 161255 h 161158"/>
                <a:gd name="connsiteX11" fmla="*/ 127438 w 137138"/>
                <a:gd name="connsiteY11" fmla="*/ 161255 h 161158"/>
                <a:gd name="connsiteX12" fmla="*/ 137358 w 137138"/>
                <a:gd name="connsiteY12" fmla="*/ 155332 h 161158"/>
                <a:gd name="connsiteX13" fmla="*/ 127438 w 137138"/>
                <a:gd name="connsiteY13" fmla="*/ 149162 h 161158"/>
                <a:gd name="connsiteX14" fmla="*/ 85032 w 137138"/>
                <a:gd name="connsiteY14" fmla="*/ 149162 h 161158"/>
                <a:gd name="connsiteX15" fmla="*/ 12619 w 137138"/>
                <a:gd name="connsiteY15" fmla="*/ 86722 h 161158"/>
                <a:gd name="connsiteX16" fmla="*/ 127438 w 137138"/>
                <a:gd name="connsiteY16" fmla="*/ 86722 h 161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7138" h="161158">
                  <a:moveTo>
                    <a:pt x="127438" y="86722"/>
                  </a:moveTo>
                  <a:cubicBezTo>
                    <a:pt x="131406" y="86722"/>
                    <a:pt x="137358" y="86722"/>
                    <a:pt x="137358" y="80799"/>
                  </a:cubicBezTo>
                  <a:cubicBezTo>
                    <a:pt x="137358" y="74629"/>
                    <a:pt x="131654" y="74629"/>
                    <a:pt x="127438" y="74629"/>
                  </a:cubicBezTo>
                  <a:lnTo>
                    <a:pt x="12619" y="74629"/>
                  </a:lnTo>
                  <a:cubicBezTo>
                    <a:pt x="16339" y="38843"/>
                    <a:pt x="46345" y="12189"/>
                    <a:pt x="85032" y="12189"/>
                  </a:cubicBezTo>
                  <a:lnTo>
                    <a:pt x="127438" y="12189"/>
                  </a:lnTo>
                  <a:cubicBezTo>
                    <a:pt x="131406" y="12189"/>
                    <a:pt x="137358" y="12189"/>
                    <a:pt x="137358" y="6266"/>
                  </a:cubicBezTo>
                  <a:cubicBezTo>
                    <a:pt x="137358" y="96"/>
                    <a:pt x="131654" y="96"/>
                    <a:pt x="127438" y="96"/>
                  </a:cubicBezTo>
                  <a:lnTo>
                    <a:pt x="84040" y="96"/>
                  </a:lnTo>
                  <a:cubicBezTo>
                    <a:pt x="37914" y="96"/>
                    <a:pt x="219" y="36129"/>
                    <a:pt x="219" y="80552"/>
                  </a:cubicBezTo>
                  <a:cubicBezTo>
                    <a:pt x="219" y="125963"/>
                    <a:pt x="38410" y="161255"/>
                    <a:pt x="84040" y="161255"/>
                  </a:cubicBezTo>
                  <a:lnTo>
                    <a:pt x="127438" y="161255"/>
                  </a:lnTo>
                  <a:cubicBezTo>
                    <a:pt x="131406" y="161255"/>
                    <a:pt x="137358" y="161255"/>
                    <a:pt x="137358" y="155332"/>
                  </a:cubicBezTo>
                  <a:cubicBezTo>
                    <a:pt x="137358" y="149162"/>
                    <a:pt x="131654" y="149162"/>
                    <a:pt x="127438" y="149162"/>
                  </a:cubicBezTo>
                  <a:lnTo>
                    <a:pt x="85032" y="149162"/>
                  </a:lnTo>
                  <a:cubicBezTo>
                    <a:pt x="46345" y="149162"/>
                    <a:pt x="16339" y="122508"/>
                    <a:pt x="12619" y="86722"/>
                  </a:cubicBezTo>
                  <a:lnTo>
                    <a:pt x="127438" y="86722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9264EBA-36F8-CE58-E545-C440C2FBD1D2}"/>
                </a:ext>
              </a:extLst>
            </p:cNvPr>
            <p:cNvSpPr/>
            <p:nvPr/>
          </p:nvSpPr>
          <p:spPr>
            <a:xfrm>
              <a:off x="10434234" y="5830732"/>
              <a:ext cx="151769" cy="161405"/>
            </a:xfrm>
            <a:custGeom>
              <a:avLst/>
              <a:gdLst>
                <a:gd name="connsiteX0" fmla="*/ 127939 w 151769"/>
                <a:gd name="connsiteY0" fmla="*/ 112142 h 161405"/>
                <a:gd name="connsiteX1" fmla="*/ 151003 w 151769"/>
                <a:gd name="connsiteY1" fmla="*/ 20580 h 161405"/>
                <a:gd name="connsiteX2" fmla="*/ 151995 w 151769"/>
                <a:gd name="connsiteY2" fmla="*/ 14410 h 161405"/>
                <a:gd name="connsiteX3" fmla="*/ 139099 w 151769"/>
                <a:gd name="connsiteY3" fmla="*/ 2070 h 161405"/>
                <a:gd name="connsiteX4" fmla="*/ 120004 w 151769"/>
                <a:gd name="connsiteY4" fmla="*/ 21321 h 161405"/>
                <a:gd name="connsiteX5" fmla="*/ 113556 w 151769"/>
                <a:gd name="connsiteY5" fmla="*/ 46988 h 161405"/>
                <a:gd name="connsiteX6" fmla="*/ 105868 w 151769"/>
                <a:gd name="connsiteY6" fmla="*/ 77837 h 161405"/>
                <a:gd name="connsiteX7" fmla="*/ 100661 w 151769"/>
                <a:gd name="connsiteY7" fmla="*/ 88697 h 161405"/>
                <a:gd name="connsiteX8" fmla="*/ 74374 w 151769"/>
                <a:gd name="connsiteY8" fmla="*/ 102270 h 161405"/>
                <a:gd name="connsiteX9" fmla="*/ 57510 w 151769"/>
                <a:gd name="connsiteY9" fmla="*/ 84254 h 161405"/>
                <a:gd name="connsiteX10" fmla="*/ 71646 w 151769"/>
                <a:gd name="connsiteY10" fmla="*/ 36129 h 161405"/>
                <a:gd name="connsiteX11" fmla="*/ 75366 w 151769"/>
                <a:gd name="connsiteY11" fmla="*/ 22802 h 161405"/>
                <a:gd name="connsiteX12" fmla="*/ 43375 w 151769"/>
                <a:gd name="connsiteY12" fmla="*/ 96 h 161405"/>
                <a:gd name="connsiteX13" fmla="*/ 225 w 151769"/>
                <a:gd name="connsiteY13" fmla="*/ 38597 h 161405"/>
                <a:gd name="connsiteX14" fmla="*/ 8160 w 151769"/>
                <a:gd name="connsiteY14" fmla="*/ 43039 h 161405"/>
                <a:gd name="connsiteX15" fmla="*/ 16344 w 151769"/>
                <a:gd name="connsiteY15" fmla="*/ 37609 h 161405"/>
                <a:gd name="connsiteX16" fmla="*/ 41887 w 151769"/>
                <a:gd name="connsiteY16" fmla="*/ 11449 h 161405"/>
                <a:gd name="connsiteX17" fmla="*/ 46103 w 151769"/>
                <a:gd name="connsiteY17" fmla="*/ 17372 h 161405"/>
                <a:gd name="connsiteX18" fmla="*/ 42135 w 151769"/>
                <a:gd name="connsiteY18" fmla="*/ 31439 h 161405"/>
                <a:gd name="connsiteX19" fmla="*/ 27751 w 151769"/>
                <a:gd name="connsiteY19" fmla="*/ 79565 h 161405"/>
                <a:gd name="connsiteX20" fmla="*/ 72390 w 151769"/>
                <a:gd name="connsiteY20" fmla="*/ 113623 h 161405"/>
                <a:gd name="connsiteX21" fmla="*/ 98677 w 151769"/>
                <a:gd name="connsiteY21" fmla="*/ 106219 h 161405"/>
                <a:gd name="connsiteX22" fmla="*/ 53046 w 151769"/>
                <a:gd name="connsiteY22" fmla="*/ 150149 h 161405"/>
                <a:gd name="connsiteX23" fmla="*/ 40151 w 151769"/>
                <a:gd name="connsiteY23" fmla="*/ 148175 h 161405"/>
                <a:gd name="connsiteX24" fmla="*/ 48831 w 151769"/>
                <a:gd name="connsiteY24" fmla="*/ 132380 h 161405"/>
                <a:gd name="connsiteX25" fmla="*/ 34943 w 151769"/>
                <a:gd name="connsiteY25" fmla="*/ 119299 h 161405"/>
                <a:gd name="connsiteX26" fmla="*/ 15104 w 151769"/>
                <a:gd name="connsiteY26" fmla="*/ 139784 h 161405"/>
                <a:gd name="connsiteX27" fmla="*/ 52798 w 151769"/>
                <a:gd name="connsiteY27" fmla="*/ 161502 h 161405"/>
                <a:gd name="connsiteX28" fmla="*/ 127939 w 151769"/>
                <a:gd name="connsiteY28" fmla="*/ 112142 h 161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51769" h="161405">
                  <a:moveTo>
                    <a:pt x="127939" y="112142"/>
                  </a:moveTo>
                  <a:lnTo>
                    <a:pt x="151003" y="20580"/>
                  </a:lnTo>
                  <a:cubicBezTo>
                    <a:pt x="151995" y="16632"/>
                    <a:pt x="151995" y="15398"/>
                    <a:pt x="151995" y="14410"/>
                  </a:cubicBezTo>
                  <a:cubicBezTo>
                    <a:pt x="151995" y="5772"/>
                    <a:pt x="145299" y="2070"/>
                    <a:pt x="139099" y="2070"/>
                  </a:cubicBezTo>
                  <a:cubicBezTo>
                    <a:pt x="124964" y="2070"/>
                    <a:pt x="121740" y="14410"/>
                    <a:pt x="120004" y="21321"/>
                  </a:cubicBezTo>
                  <a:lnTo>
                    <a:pt x="113556" y="46988"/>
                  </a:lnTo>
                  <a:lnTo>
                    <a:pt x="105868" y="77837"/>
                  </a:lnTo>
                  <a:cubicBezTo>
                    <a:pt x="104132" y="84501"/>
                    <a:pt x="104132" y="84995"/>
                    <a:pt x="100661" y="88697"/>
                  </a:cubicBezTo>
                  <a:cubicBezTo>
                    <a:pt x="94213" y="95854"/>
                    <a:pt x="85533" y="102270"/>
                    <a:pt x="74374" y="102270"/>
                  </a:cubicBezTo>
                  <a:cubicBezTo>
                    <a:pt x="57510" y="102270"/>
                    <a:pt x="57510" y="89190"/>
                    <a:pt x="57510" y="84254"/>
                  </a:cubicBezTo>
                  <a:cubicBezTo>
                    <a:pt x="57510" y="70680"/>
                    <a:pt x="64206" y="53898"/>
                    <a:pt x="71646" y="36129"/>
                  </a:cubicBezTo>
                  <a:cubicBezTo>
                    <a:pt x="74374" y="29218"/>
                    <a:pt x="75366" y="26503"/>
                    <a:pt x="75366" y="22802"/>
                  </a:cubicBezTo>
                  <a:cubicBezTo>
                    <a:pt x="75366" y="7994"/>
                    <a:pt x="59246" y="96"/>
                    <a:pt x="43375" y="96"/>
                  </a:cubicBezTo>
                  <a:cubicBezTo>
                    <a:pt x="15104" y="96"/>
                    <a:pt x="225" y="31439"/>
                    <a:pt x="225" y="38597"/>
                  </a:cubicBezTo>
                  <a:cubicBezTo>
                    <a:pt x="225" y="43039"/>
                    <a:pt x="4440" y="43039"/>
                    <a:pt x="8160" y="43039"/>
                  </a:cubicBezTo>
                  <a:cubicBezTo>
                    <a:pt x="14360" y="43039"/>
                    <a:pt x="14856" y="42545"/>
                    <a:pt x="16344" y="37609"/>
                  </a:cubicBezTo>
                  <a:cubicBezTo>
                    <a:pt x="20560" y="23542"/>
                    <a:pt x="31223" y="11449"/>
                    <a:pt x="41887" y="11449"/>
                  </a:cubicBezTo>
                  <a:cubicBezTo>
                    <a:pt x="43375" y="11449"/>
                    <a:pt x="46103" y="11449"/>
                    <a:pt x="46103" y="17372"/>
                  </a:cubicBezTo>
                  <a:cubicBezTo>
                    <a:pt x="46103" y="22061"/>
                    <a:pt x="44367" y="26503"/>
                    <a:pt x="42135" y="31439"/>
                  </a:cubicBezTo>
                  <a:cubicBezTo>
                    <a:pt x="32959" y="53651"/>
                    <a:pt x="27751" y="67966"/>
                    <a:pt x="27751" y="79565"/>
                  </a:cubicBezTo>
                  <a:cubicBezTo>
                    <a:pt x="27751" y="106960"/>
                    <a:pt x="51559" y="113623"/>
                    <a:pt x="72390" y="113623"/>
                  </a:cubicBezTo>
                  <a:cubicBezTo>
                    <a:pt x="79829" y="113623"/>
                    <a:pt x="87021" y="112883"/>
                    <a:pt x="98677" y="106219"/>
                  </a:cubicBezTo>
                  <a:cubicBezTo>
                    <a:pt x="92229" y="134848"/>
                    <a:pt x="71150" y="150149"/>
                    <a:pt x="53046" y="150149"/>
                  </a:cubicBezTo>
                  <a:cubicBezTo>
                    <a:pt x="51063" y="150149"/>
                    <a:pt x="45855" y="150149"/>
                    <a:pt x="40151" y="148175"/>
                  </a:cubicBezTo>
                  <a:cubicBezTo>
                    <a:pt x="46847" y="143979"/>
                    <a:pt x="48831" y="135588"/>
                    <a:pt x="48831" y="132380"/>
                  </a:cubicBezTo>
                  <a:cubicBezTo>
                    <a:pt x="48831" y="125223"/>
                    <a:pt x="43375" y="119299"/>
                    <a:pt x="34943" y="119299"/>
                  </a:cubicBezTo>
                  <a:cubicBezTo>
                    <a:pt x="24032" y="119299"/>
                    <a:pt x="15104" y="128678"/>
                    <a:pt x="15104" y="139784"/>
                  </a:cubicBezTo>
                  <a:cubicBezTo>
                    <a:pt x="15104" y="152370"/>
                    <a:pt x="27999" y="161502"/>
                    <a:pt x="52798" y="161502"/>
                  </a:cubicBezTo>
                  <a:cubicBezTo>
                    <a:pt x="82805" y="161502"/>
                    <a:pt x="119756" y="144720"/>
                    <a:pt x="127939" y="112142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D78FDA8-A720-553F-145A-E8147135D411}"/>
                </a:ext>
              </a:extLst>
            </p:cNvPr>
            <p:cNvSpPr/>
            <p:nvPr/>
          </p:nvSpPr>
          <p:spPr>
            <a:xfrm>
              <a:off x="10648099" y="5380993"/>
              <a:ext cx="184929" cy="224233"/>
            </a:xfrm>
            <a:custGeom>
              <a:avLst/>
              <a:gdLst>
                <a:gd name="connsiteX0" fmla="*/ 27510 w 184929"/>
                <a:gd name="connsiteY0" fmla="*/ 198933 h 224233"/>
                <a:gd name="connsiteX1" fmla="*/ 8379 w 184929"/>
                <a:gd name="connsiteY1" fmla="*/ 213388 h 224233"/>
                <a:gd name="connsiteX2" fmla="*/ 231 w 184929"/>
                <a:gd name="connsiteY2" fmla="*/ 220087 h 224233"/>
                <a:gd name="connsiteX3" fmla="*/ 4837 w 184929"/>
                <a:gd name="connsiteY3" fmla="*/ 224318 h 224233"/>
                <a:gd name="connsiteX4" fmla="*/ 34596 w 184929"/>
                <a:gd name="connsiteY4" fmla="*/ 223260 h 224233"/>
                <a:gd name="connsiteX5" fmla="*/ 69668 w 184929"/>
                <a:gd name="connsiteY5" fmla="*/ 224318 h 224233"/>
                <a:gd name="connsiteX6" fmla="*/ 76045 w 184929"/>
                <a:gd name="connsiteY6" fmla="*/ 217267 h 224233"/>
                <a:gd name="connsiteX7" fmla="*/ 67543 w 184929"/>
                <a:gd name="connsiteY7" fmla="*/ 213388 h 224233"/>
                <a:gd name="connsiteX8" fmla="*/ 49829 w 184929"/>
                <a:gd name="connsiteY8" fmla="*/ 207747 h 224233"/>
                <a:gd name="connsiteX9" fmla="*/ 67189 w 184929"/>
                <a:gd name="connsiteY9" fmla="*/ 137234 h 224233"/>
                <a:gd name="connsiteX10" fmla="*/ 99781 w 184929"/>
                <a:gd name="connsiteY10" fmla="*/ 159798 h 224233"/>
                <a:gd name="connsiteX11" fmla="*/ 185161 w 184929"/>
                <a:gd name="connsiteY11" fmla="*/ 56496 h 224233"/>
                <a:gd name="connsiteX12" fmla="*/ 138043 w 184929"/>
                <a:gd name="connsiteY12" fmla="*/ 85 h 224233"/>
                <a:gd name="connsiteX13" fmla="*/ 91633 w 184929"/>
                <a:gd name="connsiteY13" fmla="*/ 26527 h 224233"/>
                <a:gd name="connsiteX14" fmla="*/ 59749 w 184929"/>
                <a:gd name="connsiteY14" fmla="*/ 85 h 224233"/>
                <a:gd name="connsiteX15" fmla="*/ 33533 w 184929"/>
                <a:gd name="connsiteY15" fmla="*/ 20181 h 224233"/>
                <a:gd name="connsiteX16" fmla="*/ 22550 w 184929"/>
                <a:gd name="connsiteY16" fmla="*/ 54380 h 224233"/>
                <a:gd name="connsiteX17" fmla="*/ 26802 w 184929"/>
                <a:gd name="connsiteY17" fmla="*/ 57906 h 224233"/>
                <a:gd name="connsiteX18" fmla="*/ 32824 w 184929"/>
                <a:gd name="connsiteY18" fmla="*/ 49797 h 224233"/>
                <a:gd name="connsiteX19" fmla="*/ 58686 w 184929"/>
                <a:gd name="connsiteY19" fmla="*/ 7841 h 224233"/>
                <a:gd name="connsiteX20" fmla="*/ 69668 w 184929"/>
                <a:gd name="connsiteY20" fmla="*/ 24059 h 224233"/>
                <a:gd name="connsiteX21" fmla="*/ 67189 w 184929"/>
                <a:gd name="connsiteY21" fmla="*/ 42040 h 224233"/>
                <a:gd name="connsiteX22" fmla="*/ 27510 w 184929"/>
                <a:gd name="connsiteY22" fmla="*/ 198933 h 224233"/>
                <a:gd name="connsiteX23" fmla="*/ 89862 w 184929"/>
                <a:gd name="connsiteY23" fmla="*/ 45919 h 224233"/>
                <a:gd name="connsiteX24" fmla="*/ 108284 w 184929"/>
                <a:gd name="connsiteY24" fmla="*/ 21239 h 224233"/>
                <a:gd name="connsiteX25" fmla="*/ 136980 w 184929"/>
                <a:gd name="connsiteY25" fmla="*/ 7841 h 224233"/>
                <a:gd name="connsiteX26" fmla="*/ 159653 w 184929"/>
                <a:gd name="connsiteY26" fmla="*/ 40983 h 224233"/>
                <a:gd name="connsiteX27" fmla="*/ 141586 w 184929"/>
                <a:gd name="connsiteY27" fmla="*/ 115727 h 224233"/>
                <a:gd name="connsiteX28" fmla="*/ 99427 w 184929"/>
                <a:gd name="connsiteY28" fmla="*/ 152042 h 224233"/>
                <a:gd name="connsiteX29" fmla="*/ 71440 w 184929"/>
                <a:gd name="connsiteY29" fmla="*/ 120663 h 224233"/>
                <a:gd name="connsiteX30" fmla="*/ 72503 w 184929"/>
                <a:gd name="connsiteY30" fmla="*/ 115022 h 224233"/>
                <a:gd name="connsiteX31" fmla="*/ 89862 w 184929"/>
                <a:gd name="connsiteY31" fmla="*/ 45919 h 224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4929" h="224233">
                  <a:moveTo>
                    <a:pt x="27510" y="198933"/>
                  </a:moveTo>
                  <a:cubicBezTo>
                    <a:pt x="24676" y="210921"/>
                    <a:pt x="23967" y="213388"/>
                    <a:pt x="8379" y="213388"/>
                  </a:cubicBezTo>
                  <a:cubicBezTo>
                    <a:pt x="4128" y="213388"/>
                    <a:pt x="231" y="213388"/>
                    <a:pt x="231" y="220087"/>
                  </a:cubicBezTo>
                  <a:cubicBezTo>
                    <a:pt x="231" y="222908"/>
                    <a:pt x="2003" y="224318"/>
                    <a:pt x="4837" y="224318"/>
                  </a:cubicBezTo>
                  <a:cubicBezTo>
                    <a:pt x="14402" y="224318"/>
                    <a:pt x="24676" y="223260"/>
                    <a:pt x="34596" y="223260"/>
                  </a:cubicBezTo>
                  <a:cubicBezTo>
                    <a:pt x="46287" y="223260"/>
                    <a:pt x="58332" y="224318"/>
                    <a:pt x="69668" y="224318"/>
                  </a:cubicBezTo>
                  <a:cubicBezTo>
                    <a:pt x="71440" y="224318"/>
                    <a:pt x="76045" y="224318"/>
                    <a:pt x="76045" y="217267"/>
                  </a:cubicBezTo>
                  <a:cubicBezTo>
                    <a:pt x="76045" y="213388"/>
                    <a:pt x="72503" y="213388"/>
                    <a:pt x="67543" y="213388"/>
                  </a:cubicBezTo>
                  <a:cubicBezTo>
                    <a:pt x="49829" y="213388"/>
                    <a:pt x="49829" y="210921"/>
                    <a:pt x="49829" y="207747"/>
                  </a:cubicBezTo>
                  <a:cubicBezTo>
                    <a:pt x="49829" y="203517"/>
                    <a:pt x="64709" y="146048"/>
                    <a:pt x="67189" y="137234"/>
                  </a:cubicBezTo>
                  <a:cubicBezTo>
                    <a:pt x="71794" y="147458"/>
                    <a:pt x="81714" y="159798"/>
                    <a:pt x="99781" y="159798"/>
                  </a:cubicBezTo>
                  <a:cubicBezTo>
                    <a:pt x="140877" y="159798"/>
                    <a:pt x="185161" y="108323"/>
                    <a:pt x="185161" y="56496"/>
                  </a:cubicBezTo>
                  <a:cubicBezTo>
                    <a:pt x="185161" y="23354"/>
                    <a:pt x="164967" y="85"/>
                    <a:pt x="138043" y="85"/>
                  </a:cubicBezTo>
                  <a:cubicBezTo>
                    <a:pt x="120329" y="85"/>
                    <a:pt x="103324" y="12777"/>
                    <a:pt x="91633" y="26527"/>
                  </a:cubicBezTo>
                  <a:cubicBezTo>
                    <a:pt x="88091" y="7489"/>
                    <a:pt x="72857" y="85"/>
                    <a:pt x="59749" y="85"/>
                  </a:cubicBezTo>
                  <a:cubicBezTo>
                    <a:pt x="43452" y="85"/>
                    <a:pt x="36721" y="13835"/>
                    <a:pt x="33533" y="20181"/>
                  </a:cubicBezTo>
                  <a:cubicBezTo>
                    <a:pt x="27156" y="32168"/>
                    <a:pt x="22550" y="53323"/>
                    <a:pt x="22550" y="54380"/>
                  </a:cubicBezTo>
                  <a:cubicBezTo>
                    <a:pt x="22550" y="57906"/>
                    <a:pt x="26093" y="57906"/>
                    <a:pt x="26802" y="57906"/>
                  </a:cubicBezTo>
                  <a:cubicBezTo>
                    <a:pt x="30344" y="57906"/>
                    <a:pt x="30699" y="57553"/>
                    <a:pt x="32824" y="49797"/>
                  </a:cubicBezTo>
                  <a:cubicBezTo>
                    <a:pt x="38847" y="24764"/>
                    <a:pt x="45932" y="7841"/>
                    <a:pt x="58686" y="7841"/>
                  </a:cubicBezTo>
                  <a:cubicBezTo>
                    <a:pt x="64709" y="7841"/>
                    <a:pt x="69668" y="10662"/>
                    <a:pt x="69668" y="24059"/>
                  </a:cubicBezTo>
                  <a:cubicBezTo>
                    <a:pt x="69668" y="32168"/>
                    <a:pt x="68606" y="36047"/>
                    <a:pt x="67189" y="42040"/>
                  </a:cubicBezTo>
                  <a:lnTo>
                    <a:pt x="27510" y="198933"/>
                  </a:lnTo>
                  <a:close/>
                  <a:moveTo>
                    <a:pt x="89862" y="45919"/>
                  </a:moveTo>
                  <a:cubicBezTo>
                    <a:pt x="92342" y="36399"/>
                    <a:pt x="101907" y="26527"/>
                    <a:pt x="108284" y="21239"/>
                  </a:cubicBezTo>
                  <a:cubicBezTo>
                    <a:pt x="120684" y="10309"/>
                    <a:pt x="130957" y="7841"/>
                    <a:pt x="136980" y="7841"/>
                  </a:cubicBezTo>
                  <a:cubicBezTo>
                    <a:pt x="151151" y="7841"/>
                    <a:pt x="159653" y="20181"/>
                    <a:pt x="159653" y="40983"/>
                  </a:cubicBezTo>
                  <a:cubicBezTo>
                    <a:pt x="159653" y="61784"/>
                    <a:pt x="147962" y="102330"/>
                    <a:pt x="141586" y="115727"/>
                  </a:cubicBezTo>
                  <a:cubicBezTo>
                    <a:pt x="129540" y="140407"/>
                    <a:pt x="112535" y="152042"/>
                    <a:pt x="99427" y="152042"/>
                  </a:cubicBezTo>
                  <a:cubicBezTo>
                    <a:pt x="76045" y="152042"/>
                    <a:pt x="71440" y="122778"/>
                    <a:pt x="71440" y="120663"/>
                  </a:cubicBezTo>
                  <a:cubicBezTo>
                    <a:pt x="71440" y="119958"/>
                    <a:pt x="71440" y="119253"/>
                    <a:pt x="72503" y="115022"/>
                  </a:cubicBezTo>
                  <a:lnTo>
                    <a:pt x="89862" y="45919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CCD692B-24B1-32E6-A3FB-D895D61391DA}"/>
                </a:ext>
              </a:extLst>
            </p:cNvPr>
            <p:cNvSpPr/>
            <p:nvPr/>
          </p:nvSpPr>
          <p:spPr>
            <a:xfrm>
              <a:off x="10872752" y="5272402"/>
              <a:ext cx="82190" cy="352568"/>
            </a:xfrm>
            <a:custGeom>
              <a:avLst/>
              <a:gdLst>
                <a:gd name="connsiteX0" fmla="*/ 82427 w 82190"/>
                <a:gd name="connsiteY0" fmla="*/ 349127 h 352568"/>
                <a:gd name="connsiteX1" fmla="*/ 76405 w 82190"/>
                <a:gd name="connsiteY1" fmla="*/ 341371 h 352568"/>
                <a:gd name="connsiteX2" fmla="*/ 20784 w 82190"/>
                <a:gd name="connsiteY2" fmla="*/ 176369 h 352568"/>
                <a:gd name="connsiteX3" fmla="*/ 77822 w 82190"/>
                <a:gd name="connsiteY3" fmla="*/ 9604 h 352568"/>
                <a:gd name="connsiteX4" fmla="*/ 82427 w 82190"/>
                <a:gd name="connsiteY4" fmla="*/ 3610 h 352568"/>
                <a:gd name="connsiteX5" fmla="*/ 78885 w 82190"/>
                <a:gd name="connsiteY5" fmla="*/ 85 h 352568"/>
                <a:gd name="connsiteX6" fmla="*/ 22555 w 82190"/>
                <a:gd name="connsiteY6" fmla="*/ 68836 h 352568"/>
                <a:gd name="connsiteX7" fmla="*/ 236 w 82190"/>
                <a:gd name="connsiteY7" fmla="*/ 176369 h 352568"/>
                <a:gd name="connsiteX8" fmla="*/ 23618 w 82190"/>
                <a:gd name="connsiteY8" fmla="*/ 286370 h 352568"/>
                <a:gd name="connsiteX9" fmla="*/ 78885 w 82190"/>
                <a:gd name="connsiteY9" fmla="*/ 352653 h 352568"/>
                <a:gd name="connsiteX10" fmla="*/ 82427 w 82190"/>
                <a:gd name="connsiteY10" fmla="*/ 349127 h 35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190" h="352568">
                  <a:moveTo>
                    <a:pt x="82427" y="349127"/>
                  </a:moveTo>
                  <a:cubicBezTo>
                    <a:pt x="82427" y="348070"/>
                    <a:pt x="82427" y="347364"/>
                    <a:pt x="76405" y="341371"/>
                  </a:cubicBezTo>
                  <a:cubicBezTo>
                    <a:pt x="32121" y="296947"/>
                    <a:pt x="20784" y="230312"/>
                    <a:pt x="20784" y="176369"/>
                  </a:cubicBezTo>
                  <a:cubicBezTo>
                    <a:pt x="20784" y="115022"/>
                    <a:pt x="34246" y="53675"/>
                    <a:pt x="77822" y="9604"/>
                  </a:cubicBezTo>
                  <a:cubicBezTo>
                    <a:pt x="82427" y="5373"/>
                    <a:pt x="82427" y="4668"/>
                    <a:pt x="82427" y="3610"/>
                  </a:cubicBezTo>
                  <a:cubicBezTo>
                    <a:pt x="82427" y="1142"/>
                    <a:pt x="81010" y="85"/>
                    <a:pt x="78885" y="85"/>
                  </a:cubicBezTo>
                  <a:cubicBezTo>
                    <a:pt x="75342" y="85"/>
                    <a:pt x="43457" y="24059"/>
                    <a:pt x="22555" y="68836"/>
                  </a:cubicBezTo>
                  <a:cubicBezTo>
                    <a:pt x="4488" y="107618"/>
                    <a:pt x="236" y="146753"/>
                    <a:pt x="236" y="176369"/>
                  </a:cubicBezTo>
                  <a:cubicBezTo>
                    <a:pt x="236" y="203869"/>
                    <a:pt x="4133" y="246530"/>
                    <a:pt x="23618" y="286370"/>
                  </a:cubicBezTo>
                  <a:cubicBezTo>
                    <a:pt x="44874" y="329736"/>
                    <a:pt x="75342" y="352653"/>
                    <a:pt x="78885" y="352653"/>
                  </a:cubicBezTo>
                  <a:cubicBezTo>
                    <a:pt x="81010" y="352653"/>
                    <a:pt x="82427" y="351595"/>
                    <a:pt x="82427" y="349127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B43BA3A-5401-FCD0-4F18-F7485077A80A}"/>
                </a:ext>
              </a:extLst>
            </p:cNvPr>
            <p:cNvSpPr/>
            <p:nvPr/>
          </p:nvSpPr>
          <p:spPr>
            <a:xfrm>
              <a:off x="10985726" y="5380993"/>
              <a:ext cx="144188" cy="159713"/>
            </a:xfrm>
            <a:custGeom>
              <a:avLst/>
              <a:gdLst>
                <a:gd name="connsiteX0" fmla="*/ 21142 w 144188"/>
                <a:gd name="connsiteY0" fmla="*/ 135118 h 159713"/>
                <a:gd name="connsiteX1" fmla="*/ 17954 w 144188"/>
                <a:gd name="connsiteY1" fmla="*/ 150279 h 159713"/>
                <a:gd name="connsiteX2" fmla="*/ 28228 w 144188"/>
                <a:gd name="connsiteY2" fmla="*/ 159798 h 159713"/>
                <a:gd name="connsiteX3" fmla="*/ 41336 w 144188"/>
                <a:gd name="connsiteY3" fmla="*/ 149926 h 159713"/>
                <a:gd name="connsiteX4" fmla="*/ 55506 w 144188"/>
                <a:gd name="connsiteY4" fmla="*/ 94220 h 159713"/>
                <a:gd name="connsiteX5" fmla="*/ 66843 w 144188"/>
                <a:gd name="connsiteY5" fmla="*/ 48387 h 159713"/>
                <a:gd name="connsiteX6" fmla="*/ 86682 w 144188"/>
                <a:gd name="connsiteY6" fmla="*/ 19476 h 159713"/>
                <a:gd name="connsiteX7" fmla="*/ 115024 w 144188"/>
                <a:gd name="connsiteY7" fmla="*/ 7841 h 159713"/>
                <a:gd name="connsiteX8" fmla="*/ 129903 w 144188"/>
                <a:gd name="connsiteY8" fmla="*/ 12072 h 159713"/>
                <a:gd name="connsiteX9" fmla="*/ 111481 w 144188"/>
                <a:gd name="connsiteY9" fmla="*/ 31463 h 159713"/>
                <a:gd name="connsiteX10" fmla="*/ 124944 w 144188"/>
                <a:gd name="connsiteY10" fmla="*/ 43803 h 159713"/>
                <a:gd name="connsiteX11" fmla="*/ 144429 w 144188"/>
                <a:gd name="connsiteY11" fmla="*/ 23002 h 159713"/>
                <a:gd name="connsiteX12" fmla="*/ 115024 w 144188"/>
                <a:gd name="connsiteY12" fmla="*/ 85 h 159713"/>
                <a:gd name="connsiteX13" fmla="*/ 69677 w 144188"/>
                <a:gd name="connsiteY13" fmla="*/ 27232 h 159713"/>
                <a:gd name="connsiteX14" fmla="*/ 37439 w 144188"/>
                <a:gd name="connsiteY14" fmla="*/ 85 h 159713"/>
                <a:gd name="connsiteX15" fmla="*/ 11223 w 144188"/>
                <a:gd name="connsiteY15" fmla="*/ 20181 h 159713"/>
                <a:gd name="connsiteX16" fmla="*/ 240 w 144188"/>
                <a:gd name="connsiteY16" fmla="*/ 54380 h 159713"/>
                <a:gd name="connsiteX17" fmla="*/ 4491 w 144188"/>
                <a:gd name="connsiteY17" fmla="*/ 57906 h 159713"/>
                <a:gd name="connsiteX18" fmla="*/ 10514 w 144188"/>
                <a:gd name="connsiteY18" fmla="*/ 49797 h 159713"/>
                <a:gd name="connsiteX19" fmla="*/ 36376 w 144188"/>
                <a:gd name="connsiteY19" fmla="*/ 7841 h 159713"/>
                <a:gd name="connsiteX20" fmla="*/ 47358 w 144188"/>
                <a:gd name="connsiteY20" fmla="*/ 24059 h 159713"/>
                <a:gd name="connsiteX21" fmla="*/ 41690 w 144188"/>
                <a:gd name="connsiteY21" fmla="*/ 53675 h 159713"/>
                <a:gd name="connsiteX22" fmla="*/ 21142 w 144188"/>
                <a:gd name="connsiteY22" fmla="*/ 135118 h 159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4188" h="159713">
                  <a:moveTo>
                    <a:pt x="21142" y="135118"/>
                  </a:moveTo>
                  <a:cubicBezTo>
                    <a:pt x="20079" y="140407"/>
                    <a:pt x="17954" y="148516"/>
                    <a:pt x="17954" y="150279"/>
                  </a:cubicBezTo>
                  <a:cubicBezTo>
                    <a:pt x="17954" y="156625"/>
                    <a:pt x="22913" y="159798"/>
                    <a:pt x="28228" y="159798"/>
                  </a:cubicBezTo>
                  <a:cubicBezTo>
                    <a:pt x="32479" y="159798"/>
                    <a:pt x="38856" y="156978"/>
                    <a:pt x="41336" y="149926"/>
                  </a:cubicBezTo>
                  <a:cubicBezTo>
                    <a:pt x="42044" y="148516"/>
                    <a:pt x="54089" y="100567"/>
                    <a:pt x="55506" y="94220"/>
                  </a:cubicBezTo>
                  <a:cubicBezTo>
                    <a:pt x="58341" y="82586"/>
                    <a:pt x="64718" y="57906"/>
                    <a:pt x="66843" y="48387"/>
                  </a:cubicBezTo>
                  <a:cubicBezTo>
                    <a:pt x="68260" y="43803"/>
                    <a:pt x="78180" y="27232"/>
                    <a:pt x="86682" y="19476"/>
                  </a:cubicBezTo>
                  <a:cubicBezTo>
                    <a:pt x="89517" y="17008"/>
                    <a:pt x="99790" y="7841"/>
                    <a:pt x="115024" y="7841"/>
                  </a:cubicBezTo>
                  <a:cubicBezTo>
                    <a:pt x="124235" y="7841"/>
                    <a:pt x="129549" y="12072"/>
                    <a:pt x="129903" y="12072"/>
                  </a:cubicBezTo>
                  <a:cubicBezTo>
                    <a:pt x="119275" y="13835"/>
                    <a:pt x="111481" y="22296"/>
                    <a:pt x="111481" y="31463"/>
                  </a:cubicBezTo>
                  <a:cubicBezTo>
                    <a:pt x="111481" y="37104"/>
                    <a:pt x="115378" y="43803"/>
                    <a:pt x="124944" y="43803"/>
                  </a:cubicBezTo>
                  <a:cubicBezTo>
                    <a:pt x="134509" y="43803"/>
                    <a:pt x="144429" y="35694"/>
                    <a:pt x="144429" y="23002"/>
                  </a:cubicBezTo>
                  <a:cubicBezTo>
                    <a:pt x="144429" y="10662"/>
                    <a:pt x="133092" y="85"/>
                    <a:pt x="115024" y="85"/>
                  </a:cubicBezTo>
                  <a:cubicBezTo>
                    <a:pt x="91996" y="85"/>
                    <a:pt x="76408" y="17361"/>
                    <a:pt x="69677" y="27232"/>
                  </a:cubicBezTo>
                  <a:cubicBezTo>
                    <a:pt x="66843" y="11367"/>
                    <a:pt x="54089" y="85"/>
                    <a:pt x="37439" y="85"/>
                  </a:cubicBezTo>
                  <a:cubicBezTo>
                    <a:pt x="21142" y="85"/>
                    <a:pt x="14411" y="13835"/>
                    <a:pt x="11223" y="20181"/>
                  </a:cubicBezTo>
                  <a:cubicBezTo>
                    <a:pt x="4846" y="32168"/>
                    <a:pt x="240" y="53323"/>
                    <a:pt x="240" y="54380"/>
                  </a:cubicBezTo>
                  <a:cubicBezTo>
                    <a:pt x="240" y="57906"/>
                    <a:pt x="3783" y="57906"/>
                    <a:pt x="4491" y="57906"/>
                  </a:cubicBezTo>
                  <a:cubicBezTo>
                    <a:pt x="8034" y="57906"/>
                    <a:pt x="8388" y="57553"/>
                    <a:pt x="10514" y="49797"/>
                  </a:cubicBezTo>
                  <a:cubicBezTo>
                    <a:pt x="16537" y="24764"/>
                    <a:pt x="23622" y="7841"/>
                    <a:pt x="36376" y="7841"/>
                  </a:cubicBezTo>
                  <a:cubicBezTo>
                    <a:pt x="42398" y="7841"/>
                    <a:pt x="47358" y="10662"/>
                    <a:pt x="47358" y="24059"/>
                  </a:cubicBezTo>
                  <a:cubicBezTo>
                    <a:pt x="47358" y="31463"/>
                    <a:pt x="46295" y="35342"/>
                    <a:pt x="41690" y="53675"/>
                  </a:cubicBezTo>
                  <a:lnTo>
                    <a:pt x="21142" y="135118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9E33BE2-2321-CD41-B302-7DC763058B24}"/>
                </a:ext>
              </a:extLst>
            </p:cNvPr>
            <p:cNvSpPr/>
            <p:nvPr/>
          </p:nvSpPr>
          <p:spPr>
            <a:xfrm>
              <a:off x="11175593" y="5384872"/>
              <a:ext cx="38615" cy="220002"/>
            </a:xfrm>
            <a:custGeom>
              <a:avLst/>
              <a:gdLst>
                <a:gd name="connsiteX0" fmla="*/ 37798 w 38615"/>
                <a:gd name="connsiteY0" fmla="*/ 18771 h 220002"/>
                <a:gd name="connsiteX1" fmla="*/ 19021 w 38615"/>
                <a:gd name="connsiteY1" fmla="*/ 85 h 220002"/>
                <a:gd name="connsiteX2" fmla="*/ 245 w 38615"/>
                <a:gd name="connsiteY2" fmla="*/ 18771 h 220002"/>
                <a:gd name="connsiteX3" fmla="*/ 19021 w 38615"/>
                <a:gd name="connsiteY3" fmla="*/ 37457 h 220002"/>
                <a:gd name="connsiteX4" fmla="*/ 37798 w 38615"/>
                <a:gd name="connsiteY4" fmla="*/ 18771 h 220002"/>
                <a:gd name="connsiteX5" fmla="*/ 31067 w 38615"/>
                <a:gd name="connsiteY5" fmla="*/ 148163 h 220002"/>
                <a:gd name="connsiteX6" fmla="*/ 8393 w 38615"/>
                <a:gd name="connsiteY6" fmla="*/ 211626 h 220002"/>
                <a:gd name="connsiteX7" fmla="*/ 5913 w 38615"/>
                <a:gd name="connsiteY7" fmla="*/ 216209 h 220002"/>
                <a:gd name="connsiteX8" fmla="*/ 9456 w 38615"/>
                <a:gd name="connsiteY8" fmla="*/ 220087 h 220002"/>
                <a:gd name="connsiteX9" fmla="*/ 38860 w 38615"/>
                <a:gd name="connsiteY9" fmla="*/ 150984 h 220002"/>
                <a:gd name="connsiteX10" fmla="*/ 19021 w 38615"/>
                <a:gd name="connsiteY10" fmla="*/ 114669 h 220002"/>
                <a:gd name="connsiteX11" fmla="*/ 245 w 38615"/>
                <a:gd name="connsiteY11" fmla="*/ 133355 h 220002"/>
                <a:gd name="connsiteX12" fmla="*/ 19021 w 38615"/>
                <a:gd name="connsiteY12" fmla="*/ 152042 h 220002"/>
                <a:gd name="connsiteX13" fmla="*/ 21855 w 38615"/>
                <a:gd name="connsiteY13" fmla="*/ 151689 h 220002"/>
                <a:gd name="connsiteX14" fmla="*/ 31067 w 38615"/>
                <a:gd name="connsiteY14" fmla="*/ 148163 h 2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615" h="220002">
                  <a:moveTo>
                    <a:pt x="37798" y="18771"/>
                  </a:moveTo>
                  <a:cubicBezTo>
                    <a:pt x="37798" y="8546"/>
                    <a:pt x="29295" y="85"/>
                    <a:pt x="19021" y="85"/>
                  </a:cubicBezTo>
                  <a:cubicBezTo>
                    <a:pt x="8747" y="85"/>
                    <a:pt x="245" y="8546"/>
                    <a:pt x="245" y="18771"/>
                  </a:cubicBezTo>
                  <a:cubicBezTo>
                    <a:pt x="245" y="28995"/>
                    <a:pt x="8747" y="37457"/>
                    <a:pt x="19021" y="37457"/>
                  </a:cubicBezTo>
                  <a:cubicBezTo>
                    <a:pt x="29295" y="37457"/>
                    <a:pt x="37798" y="28995"/>
                    <a:pt x="37798" y="18771"/>
                  </a:cubicBezTo>
                  <a:close/>
                  <a:moveTo>
                    <a:pt x="31067" y="148163"/>
                  </a:moveTo>
                  <a:cubicBezTo>
                    <a:pt x="31067" y="158035"/>
                    <a:pt x="31067" y="185536"/>
                    <a:pt x="8393" y="211626"/>
                  </a:cubicBezTo>
                  <a:cubicBezTo>
                    <a:pt x="5913" y="214446"/>
                    <a:pt x="5913" y="215151"/>
                    <a:pt x="5913" y="216209"/>
                  </a:cubicBezTo>
                  <a:cubicBezTo>
                    <a:pt x="5913" y="218677"/>
                    <a:pt x="7685" y="220087"/>
                    <a:pt x="9456" y="220087"/>
                  </a:cubicBezTo>
                  <a:cubicBezTo>
                    <a:pt x="13353" y="220087"/>
                    <a:pt x="38860" y="191882"/>
                    <a:pt x="38860" y="150984"/>
                  </a:cubicBezTo>
                  <a:cubicBezTo>
                    <a:pt x="38860" y="140759"/>
                    <a:pt x="38152" y="114669"/>
                    <a:pt x="19021" y="114669"/>
                  </a:cubicBezTo>
                  <a:cubicBezTo>
                    <a:pt x="6622" y="114669"/>
                    <a:pt x="245" y="124189"/>
                    <a:pt x="245" y="133355"/>
                  </a:cubicBezTo>
                  <a:cubicBezTo>
                    <a:pt x="245" y="142522"/>
                    <a:pt x="6268" y="152042"/>
                    <a:pt x="19021" y="152042"/>
                  </a:cubicBezTo>
                  <a:cubicBezTo>
                    <a:pt x="20793" y="152042"/>
                    <a:pt x="21501" y="152042"/>
                    <a:pt x="21855" y="151689"/>
                  </a:cubicBezTo>
                  <a:cubicBezTo>
                    <a:pt x="24335" y="151336"/>
                    <a:pt x="28232" y="150631"/>
                    <a:pt x="31067" y="148163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5C2CB0F-A61C-140F-B407-5B5A031A7AFA}"/>
                </a:ext>
              </a:extLst>
            </p:cNvPr>
            <p:cNvSpPr/>
            <p:nvPr/>
          </p:nvSpPr>
          <p:spPr>
            <a:xfrm>
              <a:off x="11312853" y="5380993"/>
              <a:ext cx="234527" cy="159713"/>
            </a:xfrm>
            <a:custGeom>
              <a:avLst/>
              <a:gdLst>
                <a:gd name="connsiteX0" fmla="*/ 153649 w 234527"/>
                <a:gd name="connsiteY0" fmla="*/ 36399 h 159713"/>
                <a:gd name="connsiteX1" fmla="*/ 158963 w 234527"/>
                <a:gd name="connsiteY1" fmla="*/ 13482 h 159713"/>
                <a:gd name="connsiteX2" fmla="*/ 148689 w 234527"/>
                <a:gd name="connsiteY2" fmla="*/ 3963 h 159713"/>
                <a:gd name="connsiteX3" fmla="*/ 135581 w 234527"/>
                <a:gd name="connsiteY3" fmla="*/ 13835 h 159713"/>
                <a:gd name="connsiteX4" fmla="*/ 115388 w 234527"/>
                <a:gd name="connsiteY4" fmla="*/ 92810 h 159713"/>
                <a:gd name="connsiteX5" fmla="*/ 112199 w 234527"/>
                <a:gd name="connsiteY5" fmla="*/ 116080 h 159713"/>
                <a:gd name="connsiteX6" fmla="*/ 112553 w 234527"/>
                <a:gd name="connsiteY6" fmla="*/ 122426 h 159713"/>
                <a:gd name="connsiteX7" fmla="*/ 79960 w 234527"/>
                <a:gd name="connsiteY7" fmla="*/ 152042 h 159713"/>
                <a:gd name="connsiteX8" fmla="*/ 51619 w 234527"/>
                <a:gd name="connsiteY8" fmla="*/ 119958 h 159713"/>
                <a:gd name="connsiteX9" fmla="*/ 70041 w 234527"/>
                <a:gd name="connsiteY9" fmla="*/ 51560 h 159713"/>
                <a:gd name="connsiteX10" fmla="*/ 76063 w 234527"/>
                <a:gd name="connsiteY10" fmla="*/ 28995 h 159713"/>
                <a:gd name="connsiteX11" fmla="*/ 47013 w 234527"/>
                <a:gd name="connsiteY11" fmla="*/ 85 h 159713"/>
                <a:gd name="connsiteX12" fmla="*/ 249 w 234527"/>
                <a:gd name="connsiteY12" fmla="*/ 54380 h 159713"/>
                <a:gd name="connsiteX13" fmla="*/ 4501 w 234527"/>
                <a:gd name="connsiteY13" fmla="*/ 57906 h 159713"/>
                <a:gd name="connsiteX14" fmla="*/ 10169 w 234527"/>
                <a:gd name="connsiteY14" fmla="*/ 51560 h 159713"/>
                <a:gd name="connsiteX15" fmla="*/ 45950 w 234527"/>
                <a:gd name="connsiteY15" fmla="*/ 7841 h 159713"/>
                <a:gd name="connsiteX16" fmla="*/ 54807 w 234527"/>
                <a:gd name="connsiteY16" fmla="*/ 19476 h 159713"/>
                <a:gd name="connsiteX17" fmla="*/ 48430 w 234527"/>
                <a:gd name="connsiteY17" fmla="*/ 44156 h 159713"/>
                <a:gd name="connsiteX18" fmla="*/ 28591 w 234527"/>
                <a:gd name="connsiteY18" fmla="*/ 115375 h 159713"/>
                <a:gd name="connsiteX19" fmla="*/ 78898 w 234527"/>
                <a:gd name="connsiteY19" fmla="*/ 159798 h 159713"/>
                <a:gd name="connsiteX20" fmla="*/ 115742 w 234527"/>
                <a:gd name="connsiteY20" fmla="*/ 135118 h 159713"/>
                <a:gd name="connsiteX21" fmla="*/ 160026 w 234527"/>
                <a:gd name="connsiteY21" fmla="*/ 159798 h 159713"/>
                <a:gd name="connsiteX22" fmla="*/ 211395 w 234527"/>
                <a:gd name="connsiteY22" fmla="*/ 116432 h 159713"/>
                <a:gd name="connsiteX23" fmla="*/ 234777 w 234527"/>
                <a:gd name="connsiteY23" fmla="*/ 24764 h 159713"/>
                <a:gd name="connsiteX24" fmla="*/ 219189 w 234527"/>
                <a:gd name="connsiteY24" fmla="*/ 85 h 159713"/>
                <a:gd name="connsiteX25" fmla="*/ 201476 w 234527"/>
                <a:gd name="connsiteY25" fmla="*/ 17008 h 159713"/>
                <a:gd name="connsiteX26" fmla="*/ 206790 w 234527"/>
                <a:gd name="connsiteY26" fmla="*/ 26527 h 159713"/>
                <a:gd name="connsiteX27" fmla="*/ 219543 w 234527"/>
                <a:gd name="connsiteY27" fmla="*/ 56496 h 159713"/>
                <a:gd name="connsiteX28" fmla="*/ 200058 w 234527"/>
                <a:gd name="connsiteY28" fmla="*/ 121016 h 159713"/>
                <a:gd name="connsiteX29" fmla="*/ 161089 w 234527"/>
                <a:gd name="connsiteY29" fmla="*/ 152042 h 159713"/>
                <a:gd name="connsiteX30" fmla="*/ 134872 w 234527"/>
                <a:gd name="connsiteY30" fmla="*/ 121368 h 159713"/>
                <a:gd name="connsiteX31" fmla="*/ 138769 w 234527"/>
                <a:gd name="connsiteY31" fmla="*/ 95631 h 159713"/>
                <a:gd name="connsiteX32" fmla="*/ 153649 w 234527"/>
                <a:gd name="connsiteY32" fmla="*/ 36399 h 159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34527" h="159713">
                  <a:moveTo>
                    <a:pt x="153649" y="36399"/>
                  </a:moveTo>
                  <a:cubicBezTo>
                    <a:pt x="155420" y="28643"/>
                    <a:pt x="158963" y="15598"/>
                    <a:pt x="158963" y="13482"/>
                  </a:cubicBezTo>
                  <a:cubicBezTo>
                    <a:pt x="158963" y="7136"/>
                    <a:pt x="154003" y="3963"/>
                    <a:pt x="148689" y="3963"/>
                  </a:cubicBezTo>
                  <a:cubicBezTo>
                    <a:pt x="144438" y="3963"/>
                    <a:pt x="138061" y="6783"/>
                    <a:pt x="135581" y="13835"/>
                  </a:cubicBezTo>
                  <a:cubicBezTo>
                    <a:pt x="134518" y="16303"/>
                    <a:pt x="117867" y="83643"/>
                    <a:pt x="115388" y="92810"/>
                  </a:cubicBezTo>
                  <a:cubicBezTo>
                    <a:pt x="112908" y="103387"/>
                    <a:pt x="112199" y="109733"/>
                    <a:pt x="112199" y="116080"/>
                  </a:cubicBezTo>
                  <a:cubicBezTo>
                    <a:pt x="112199" y="119958"/>
                    <a:pt x="112199" y="120663"/>
                    <a:pt x="112553" y="122426"/>
                  </a:cubicBezTo>
                  <a:cubicBezTo>
                    <a:pt x="104405" y="141112"/>
                    <a:pt x="93777" y="152042"/>
                    <a:pt x="79960" y="152042"/>
                  </a:cubicBezTo>
                  <a:cubicBezTo>
                    <a:pt x="51619" y="152042"/>
                    <a:pt x="51619" y="125952"/>
                    <a:pt x="51619" y="119958"/>
                  </a:cubicBezTo>
                  <a:cubicBezTo>
                    <a:pt x="51619" y="108676"/>
                    <a:pt x="53390" y="94926"/>
                    <a:pt x="70041" y="51560"/>
                  </a:cubicBezTo>
                  <a:cubicBezTo>
                    <a:pt x="73938" y="40983"/>
                    <a:pt x="76063" y="36047"/>
                    <a:pt x="76063" y="28995"/>
                  </a:cubicBezTo>
                  <a:cubicBezTo>
                    <a:pt x="76063" y="13130"/>
                    <a:pt x="64372" y="85"/>
                    <a:pt x="47013" y="85"/>
                  </a:cubicBezTo>
                  <a:cubicBezTo>
                    <a:pt x="13357" y="85"/>
                    <a:pt x="249" y="51207"/>
                    <a:pt x="249" y="54380"/>
                  </a:cubicBezTo>
                  <a:cubicBezTo>
                    <a:pt x="249" y="57906"/>
                    <a:pt x="3792" y="57906"/>
                    <a:pt x="4501" y="57906"/>
                  </a:cubicBezTo>
                  <a:cubicBezTo>
                    <a:pt x="8043" y="57906"/>
                    <a:pt x="8398" y="57201"/>
                    <a:pt x="10169" y="51560"/>
                  </a:cubicBezTo>
                  <a:cubicBezTo>
                    <a:pt x="19734" y="18771"/>
                    <a:pt x="33551" y="7841"/>
                    <a:pt x="45950" y="7841"/>
                  </a:cubicBezTo>
                  <a:cubicBezTo>
                    <a:pt x="49139" y="7841"/>
                    <a:pt x="54807" y="8194"/>
                    <a:pt x="54807" y="19476"/>
                  </a:cubicBezTo>
                  <a:cubicBezTo>
                    <a:pt x="54807" y="28290"/>
                    <a:pt x="50910" y="38162"/>
                    <a:pt x="48430" y="44156"/>
                  </a:cubicBezTo>
                  <a:cubicBezTo>
                    <a:pt x="32842" y="85759"/>
                    <a:pt x="28591" y="101977"/>
                    <a:pt x="28591" y="115375"/>
                  </a:cubicBezTo>
                  <a:cubicBezTo>
                    <a:pt x="28591" y="147458"/>
                    <a:pt x="52327" y="159798"/>
                    <a:pt x="78898" y="159798"/>
                  </a:cubicBezTo>
                  <a:cubicBezTo>
                    <a:pt x="84920" y="159798"/>
                    <a:pt x="101571" y="159798"/>
                    <a:pt x="115742" y="135118"/>
                  </a:cubicBezTo>
                  <a:cubicBezTo>
                    <a:pt x="124953" y="157683"/>
                    <a:pt x="149398" y="159798"/>
                    <a:pt x="160026" y="159798"/>
                  </a:cubicBezTo>
                  <a:cubicBezTo>
                    <a:pt x="186596" y="159798"/>
                    <a:pt x="202184" y="137586"/>
                    <a:pt x="211395" y="116432"/>
                  </a:cubicBezTo>
                  <a:cubicBezTo>
                    <a:pt x="223440" y="88932"/>
                    <a:pt x="234777" y="41688"/>
                    <a:pt x="234777" y="24764"/>
                  </a:cubicBezTo>
                  <a:cubicBezTo>
                    <a:pt x="234777" y="5373"/>
                    <a:pt x="225212" y="85"/>
                    <a:pt x="219189" y="85"/>
                  </a:cubicBezTo>
                  <a:cubicBezTo>
                    <a:pt x="210332" y="85"/>
                    <a:pt x="201476" y="9251"/>
                    <a:pt x="201476" y="17008"/>
                  </a:cubicBezTo>
                  <a:cubicBezTo>
                    <a:pt x="201476" y="21591"/>
                    <a:pt x="203601" y="23707"/>
                    <a:pt x="206790" y="26527"/>
                  </a:cubicBezTo>
                  <a:cubicBezTo>
                    <a:pt x="210687" y="30406"/>
                    <a:pt x="219543" y="39572"/>
                    <a:pt x="219543" y="56496"/>
                  </a:cubicBezTo>
                  <a:cubicBezTo>
                    <a:pt x="219543" y="68483"/>
                    <a:pt x="209269" y="103035"/>
                    <a:pt x="200058" y="121016"/>
                  </a:cubicBezTo>
                  <a:cubicBezTo>
                    <a:pt x="190847" y="139702"/>
                    <a:pt x="178448" y="152042"/>
                    <a:pt x="161089" y="152042"/>
                  </a:cubicBezTo>
                  <a:cubicBezTo>
                    <a:pt x="144438" y="152042"/>
                    <a:pt x="134872" y="141465"/>
                    <a:pt x="134872" y="121368"/>
                  </a:cubicBezTo>
                  <a:cubicBezTo>
                    <a:pt x="134872" y="111496"/>
                    <a:pt x="137352" y="100567"/>
                    <a:pt x="138769" y="95631"/>
                  </a:cubicBezTo>
                  <a:lnTo>
                    <a:pt x="153649" y="36399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429DD85-9F0F-0367-A776-2BD0E7D53153}"/>
                </a:ext>
              </a:extLst>
            </p:cNvPr>
            <p:cNvSpPr/>
            <p:nvPr/>
          </p:nvSpPr>
          <p:spPr>
            <a:xfrm>
              <a:off x="11567864" y="5480876"/>
              <a:ext cx="115315" cy="111305"/>
            </a:xfrm>
            <a:custGeom>
              <a:avLst/>
              <a:gdLst>
                <a:gd name="connsiteX0" fmla="*/ 46879 w 115315"/>
                <a:gd name="connsiteY0" fmla="*/ 59071 h 111305"/>
                <a:gd name="connsiteX1" fmla="*/ 53326 w 115315"/>
                <a:gd name="connsiteY1" fmla="*/ 34144 h 111305"/>
                <a:gd name="connsiteX2" fmla="*/ 68950 w 115315"/>
                <a:gd name="connsiteY2" fmla="*/ 13907 h 111305"/>
                <a:gd name="connsiteX3" fmla="*/ 89037 w 115315"/>
                <a:gd name="connsiteY3" fmla="*/ 6997 h 111305"/>
                <a:gd name="connsiteX4" fmla="*/ 102676 w 115315"/>
                <a:gd name="connsiteY4" fmla="*/ 10452 h 111305"/>
                <a:gd name="connsiteX5" fmla="*/ 91765 w 115315"/>
                <a:gd name="connsiteY5" fmla="*/ 24026 h 111305"/>
                <a:gd name="connsiteX6" fmla="*/ 101684 w 115315"/>
                <a:gd name="connsiteY6" fmla="*/ 33157 h 111305"/>
                <a:gd name="connsiteX7" fmla="*/ 115572 w 115315"/>
                <a:gd name="connsiteY7" fmla="*/ 18102 h 111305"/>
                <a:gd name="connsiteX8" fmla="*/ 89285 w 115315"/>
                <a:gd name="connsiteY8" fmla="*/ 86 h 111305"/>
                <a:gd name="connsiteX9" fmla="*/ 54318 w 115315"/>
                <a:gd name="connsiteY9" fmla="*/ 17609 h 111305"/>
                <a:gd name="connsiteX10" fmla="*/ 28775 w 115315"/>
                <a:gd name="connsiteY10" fmla="*/ 86 h 111305"/>
                <a:gd name="connsiteX11" fmla="*/ 9432 w 115315"/>
                <a:gd name="connsiteY11" fmla="*/ 12673 h 111305"/>
                <a:gd name="connsiteX12" fmla="*/ 256 w 115315"/>
                <a:gd name="connsiteY12" fmla="*/ 37846 h 111305"/>
                <a:gd name="connsiteX13" fmla="*/ 4472 w 115315"/>
                <a:gd name="connsiteY13" fmla="*/ 41055 h 111305"/>
                <a:gd name="connsiteX14" fmla="*/ 9928 w 115315"/>
                <a:gd name="connsiteY14" fmla="*/ 33651 h 111305"/>
                <a:gd name="connsiteX15" fmla="*/ 28031 w 115315"/>
                <a:gd name="connsiteY15" fmla="*/ 6997 h 111305"/>
                <a:gd name="connsiteX16" fmla="*/ 36215 w 115315"/>
                <a:gd name="connsiteY16" fmla="*/ 19090 h 111305"/>
                <a:gd name="connsiteX17" fmla="*/ 32247 w 115315"/>
                <a:gd name="connsiteY17" fmla="*/ 39574 h 111305"/>
                <a:gd name="connsiteX18" fmla="*/ 26791 w 115315"/>
                <a:gd name="connsiteY18" fmla="*/ 61786 h 111305"/>
                <a:gd name="connsiteX19" fmla="*/ 18856 w 115315"/>
                <a:gd name="connsiteY19" fmla="*/ 93376 h 111305"/>
                <a:gd name="connsiteX20" fmla="*/ 16376 w 115315"/>
                <a:gd name="connsiteY20" fmla="*/ 103494 h 111305"/>
                <a:gd name="connsiteX21" fmla="*/ 24807 w 115315"/>
                <a:gd name="connsiteY21" fmla="*/ 111392 h 111305"/>
                <a:gd name="connsiteX22" fmla="*/ 35471 w 115315"/>
                <a:gd name="connsiteY22" fmla="*/ 104235 h 111305"/>
                <a:gd name="connsiteX23" fmla="*/ 40183 w 115315"/>
                <a:gd name="connsiteY23" fmla="*/ 85725 h 111305"/>
                <a:gd name="connsiteX24" fmla="*/ 46879 w 115315"/>
                <a:gd name="connsiteY24" fmla="*/ 59071 h 11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5315" h="111305">
                  <a:moveTo>
                    <a:pt x="46879" y="59071"/>
                  </a:moveTo>
                  <a:cubicBezTo>
                    <a:pt x="47127" y="57590"/>
                    <a:pt x="52830" y="35378"/>
                    <a:pt x="53326" y="34144"/>
                  </a:cubicBezTo>
                  <a:cubicBezTo>
                    <a:pt x="53822" y="32170"/>
                    <a:pt x="61014" y="19830"/>
                    <a:pt x="68950" y="13907"/>
                  </a:cubicBezTo>
                  <a:cubicBezTo>
                    <a:pt x="71678" y="11932"/>
                    <a:pt x="78373" y="6997"/>
                    <a:pt x="89037" y="6997"/>
                  </a:cubicBezTo>
                  <a:cubicBezTo>
                    <a:pt x="91517" y="6997"/>
                    <a:pt x="97717" y="7243"/>
                    <a:pt x="102676" y="10452"/>
                  </a:cubicBezTo>
                  <a:cubicBezTo>
                    <a:pt x="94741" y="12673"/>
                    <a:pt x="91765" y="19583"/>
                    <a:pt x="91765" y="24026"/>
                  </a:cubicBezTo>
                  <a:cubicBezTo>
                    <a:pt x="91765" y="29455"/>
                    <a:pt x="95981" y="33157"/>
                    <a:pt x="101684" y="33157"/>
                  </a:cubicBezTo>
                  <a:cubicBezTo>
                    <a:pt x="107388" y="33157"/>
                    <a:pt x="115572" y="28468"/>
                    <a:pt x="115572" y="18102"/>
                  </a:cubicBezTo>
                  <a:cubicBezTo>
                    <a:pt x="115572" y="5269"/>
                    <a:pt x="101932" y="86"/>
                    <a:pt x="89285" y="86"/>
                  </a:cubicBezTo>
                  <a:cubicBezTo>
                    <a:pt x="76389" y="86"/>
                    <a:pt x="65230" y="5269"/>
                    <a:pt x="54318" y="17609"/>
                  </a:cubicBezTo>
                  <a:cubicBezTo>
                    <a:pt x="49854" y="2554"/>
                    <a:pt x="34727" y="86"/>
                    <a:pt x="28775" y="86"/>
                  </a:cubicBezTo>
                  <a:cubicBezTo>
                    <a:pt x="19600" y="86"/>
                    <a:pt x="13400" y="5763"/>
                    <a:pt x="9432" y="12673"/>
                  </a:cubicBezTo>
                  <a:cubicBezTo>
                    <a:pt x="3728" y="22298"/>
                    <a:pt x="256" y="36612"/>
                    <a:pt x="256" y="37846"/>
                  </a:cubicBezTo>
                  <a:cubicBezTo>
                    <a:pt x="256" y="41055"/>
                    <a:pt x="3728" y="41055"/>
                    <a:pt x="4472" y="41055"/>
                  </a:cubicBezTo>
                  <a:cubicBezTo>
                    <a:pt x="7944" y="41055"/>
                    <a:pt x="8192" y="40314"/>
                    <a:pt x="9928" y="33651"/>
                  </a:cubicBezTo>
                  <a:cubicBezTo>
                    <a:pt x="13648" y="18596"/>
                    <a:pt x="18360" y="6997"/>
                    <a:pt x="28031" y="6997"/>
                  </a:cubicBezTo>
                  <a:cubicBezTo>
                    <a:pt x="34479" y="6997"/>
                    <a:pt x="36215" y="12426"/>
                    <a:pt x="36215" y="19090"/>
                  </a:cubicBezTo>
                  <a:cubicBezTo>
                    <a:pt x="36215" y="23779"/>
                    <a:pt x="33983" y="32910"/>
                    <a:pt x="32247" y="39574"/>
                  </a:cubicBezTo>
                  <a:cubicBezTo>
                    <a:pt x="30511" y="46237"/>
                    <a:pt x="28031" y="56356"/>
                    <a:pt x="26791" y="61786"/>
                  </a:cubicBezTo>
                  <a:lnTo>
                    <a:pt x="18856" y="93376"/>
                  </a:lnTo>
                  <a:cubicBezTo>
                    <a:pt x="17864" y="96584"/>
                    <a:pt x="16376" y="102754"/>
                    <a:pt x="16376" y="103494"/>
                  </a:cubicBezTo>
                  <a:cubicBezTo>
                    <a:pt x="16376" y="108924"/>
                    <a:pt x="20840" y="111392"/>
                    <a:pt x="24807" y="111392"/>
                  </a:cubicBezTo>
                  <a:cubicBezTo>
                    <a:pt x="28527" y="111392"/>
                    <a:pt x="33487" y="109171"/>
                    <a:pt x="35471" y="104235"/>
                  </a:cubicBezTo>
                  <a:cubicBezTo>
                    <a:pt x="35967" y="102754"/>
                    <a:pt x="38695" y="91895"/>
                    <a:pt x="40183" y="85725"/>
                  </a:cubicBezTo>
                  <a:lnTo>
                    <a:pt x="46879" y="59071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885F6D7-7530-5E78-0F47-5589F5591046}"/>
                </a:ext>
              </a:extLst>
            </p:cNvPr>
            <p:cNvSpPr/>
            <p:nvPr/>
          </p:nvSpPr>
          <p:spPr>
            <a:xfrm>
              <a:off x="11733282" y="5272402"/>
              <a:ext cx="82191" cy="352568"/>
            </a:xfrm>
            <a:custGeom>
              <a:avLst/>
              <a:gdLst>
                <a:gd name="connsiteX0" fmla="*/ 82452 w 82191"/>
                <a:gd name="connsiteY0" fmla="*/ 176369 h 352568"/>
                <a:gd name="connsiteX1" fmla="*/ 59070 w 82191"/>
                <a:gd name="connsiteY1" fmla="*/ 66368 h 352568"/>
                <a:gd name="connsiteX2" fmla="*/ 3804 w 82191"/>
                <a:gd name="connsiteY2" fmla="*/ 85 h 352568"/>
                <a:gd name="connsiteX3" fmla="*/ 261 w 82191"/>
                <a:gd name="connsiteY3" fmla="*/ 3610 h 352568"/>
                <a:gd name="connsiteX4" fmla="*/ 6992 w 82191"/>
                <a:gd name="connsiteY4" fmla="*/ 11719 h 352568"/>
                <a:gd name="connsiteX5" fmla="*/ 61904 w 82191"/>
                <a:gd name="connsiteY5" fmla="*/ 176369 h 352568"/>
                <a:gd name="connsiteX6" fmla="*/ 4866 w 82191"/>
                <a:gd name="connsiteY6" fmla="*/ 343134 h 352568"/>
                <a:gd name="connsiteX7" fmla="*/ 261 w 82191"/>
                <a:gd name="connsiteY7" fmla="*/ 349127 h 352568"/>
                <a:gd name="connsiteX8" fmla="*/ 3804 w 82191"/>
                <a:gd name="connsiteY8" fmla="*/ 352653 h 352568"/>
                <a:gd name="connsiteX9" fmla="*/ 60133 w 82191"/>
                <a:gd name="connsiteY9" fmla="*/ 283902 h 352568"/>
                <a:gd name="connsiteX10" fmla="*/ 82452 w 82191"/>
                <a:gd name="connsiteY10" fmla="*/ 176369 h 35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191" h="352568">
                  <a:moveTo>
                    <a:pt x="82452" y="176369"/>
                  </a:moveTo>
                  <a:cubicBezTo>
                    <a:pt x="82452" y="148868"/>
                    <a:pt x="78555" y="106208"/>
                    <a:pt x="59070" y="66368"/>
                  </a:cubicBezTo>
                  <a:cubicBezTo>
                    <a:pt x="37814" y="23002"/>
                    <a:pt x="7346" y="85"/>
                    <a:pt x="3804" y="85"/>
                  </a:cubicBezTo>
                  <a:cubicBezTo>
                    <a:pt x="1678" y="85"/>
                    <a:pt x="261" y="1495"/>
                    <a:pt x="261" y="3610"/>
                  </a:cubicBezTo>
                  <a:cubicBezTo>
                    <a:pt x="261" y="4668"/>
                    <a:pt x="261" y="5373"/>
                    <a:pt x="6992" y="11719"/>
                  </a:cubicBezTo>
                  <a:cubicBezTo>
                    <a:pt x="41711" y="46624"/>
                    <a:pt x="61904" y="102682"/>
                    <a:pt x="61904" y="176369"/>
                  </a:cubicBezTo>
                  <a:cubicBezTo>
                    <a:pt x="61904" y="236658"/>
                    <a:pt x="48796" y="298710"/>
                    <a:pt x="4866" y="343134"/>
                  </a:cubicBezTo>
                  <a:cubicBezTo>
                    <a:pt x="261" y="347364"/>
                    <a:pt x="261" y="348070"/>
                    <a:pt x="261" y="349127"/>
                  </a:cubicBezTo>
                  <a:cubicBezTo>
                    <a:pt x="261" y="351243"/>
                    <a:pt x="1678" y="352653"/>
                    <a:pt x="3804" y="352653"/>
                  </a:cubicBezTo>
                  <a:cubicBezTo>
                    <a:pt x="7346" y="352653"/>
                    <a:pt x="39231" y="328678"/>
                    <a:pt x="60133" y="283902"/>
                  </a:cubicBezTo>
                  <a:cubicBezTo>
                    <a:pt x="78201" y="245120"/>
                    <a:pt x="82452" y="205985"/>
                    <a:pt x="82452" y="176369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FE4A63C-F88B-8C87-7F71-D211EC986881}"/>
                </a:ext>
              </a:extLst>
            </p:cNvPr>
            <p:cNvSpPr/>
            <p:nvPr/>
          </p:nvSpPr>
          <p:spPr>
            <a:xfrm>
              <a:off x="12566136" y="5384872"/>
              <a:ext cx="173238" cy="224233"/>
            </a:xfrm>
            <a:custGeom>
              <a:avLst/>
              <a:gdLst>
                <a:gd name="connsiteX0" fmla="*/ 140576 w 173238"/>
                <a:gd name="connsiteY0" fmla="*/ 33579 h 224233"/>
                <a:gd name="connsiteX1" fmla="*/ 173523 w 173238"/>
                <a:gd name="connsiteY1" fmla="*/ 11014 h 224233"/>
                <a:gd name="connsiteX2" fmla="*/ 173523 w 173238"/>
                <a:gd name="connsiteY2" fmla="*/ 85 h 224233"/>
                <a:gd name="connsiteX3" fmla="*/ 146953 w 173238"/>
                <a:gd name="connsiteY3" fmla="*/ 1142 h 224233"/>
                <a:gd name="connsiteX4" fmla="*/ 116131 w 173238"/>
                <a:gd name="connsiteY4" fmla="*/ 85 h 224233"/>
                <a:gd name="connsiteX5" fmla="*/ 116131 w 173238"/>
                <a:gd name="connsiteY5" fmla="*/ 11014 h 224233"/>
                <a:gd name="connsiteX6" fmla="*/ 132782 w 173238"/>
                <a:gd name="connsiteY6" fmla="*/ 26175 h 224233"/>
                <a:gd name="connsiteX7" fmla="*/ 130657 w 173238"/>
                <a:gd name="connsiteY7" fmla="*/ 34636 h 224233"/>
                <a:gd name="connsiteX8" fmla="*/ 94875 w 173238"/>
                <a:gd name="connsiteY8" fmla="*/ 121368 h 224233"/>
                <a:gd name="connsiteX9" fmla="*/ 55551 w 173238"/>
                <a:gd name="connsiteY9" fmla="*/ 26527 h 224233"/>
                <a:gd name="connsiteX10" fmla="*/ 53425 w 173238"/>
                <a:gd name="connsiteY10" fmla="*/ 20181 h 224233"/>
                <a:gd name="connsiteX11" fmla="*/ 73265 w 173238"/>
                <a:gd name="connsiteY11" fmla="*/ 11014 h 224233"/>
                <a:gd name="connsiteX12" fmla="*/ 73265 w 173238"/>
                <a:gd name="connsiteY12" fmla="*/ 85 h 224233"/>
                <a:gd name="connsiteX13" fmla="*/ 34649 w 173238"/>
                <a:gd name="connsiteY13" fmla="*/ 1142 h 224233"/>
                <a:gd name="connsiteX14" fmla="*/ 285 w 173238"/>
                <a:gd name="connsiteY14" fmla="*/ 85 h 224233"/>
                <a:gd name="connsiteX15" fmla="*/ 285 w 173238"/>
                <a:gd name="connsiteY15" fmla="*/ 11014 h 224233"/>
                <a:gd name="connsiteX16" fmla="*/ 28981 w 173238"/>
                <a:gd name="connsiteY16" fmla="*/ 23354 h 224233"/>
                <a:gd name="connsiteX17" fmla="*/ 82121 w 173238"/>
                <a:gd name="connsiteY17" fmla="*/ 152042 h 224233"/>
                <a:gd name="connsiteX18" fmla="*/ 73265 w 173238"/>
                <a:gd name="connsiteY18" fmla="*/ 172843 h 224233"/>
                <a:gd name="connsiteX19" fmla="*/ 32878 w 173238"/>
                <a:gd name="connsiteY19" fmla="*/ 216562 h 224233"/>
                <a:gd name="connsiteX20" fmla="*/ 16227 w 173238"/>
                <a:gd name="connsiteY20" fmla="*/ 210215 h 224233"/>
                <a:gd name="connsiteX21" fmla="*/ 30043 w 173238"/>
                <a:gd name="connsiteY21" fmla="*/ 195408 h 224233"/>
                <a:gd name="connsiteX22" fmla="*/ 15164 w 173238"/>
                <a:gd name="connsiteY22" fmla="*/ 180600 h 224233"/>
                <a:gd name="connsiteX23" fmla="*/ 285 w 173238"/>
                <a:gd name="connsiteY23" fmla="*/ 195760 h 224233"/>
                <a:gd name="connsiteX24" fmla="*/ 32878 w 173238"/>
                <a:gd name="connsiteY24" fmla="*/ 224318 h 224233"/>
                <a:gd name="connsiteX25" fmla="*/ 78224 w 173238"/>
                <a:gd name="connsiteY25" fmla="*/ 184125 h 224233"/>
                <a:gd name="connsiteX26" fmla="*/ 140576 w 173238"/>
                <a:gd name="connsiteY26" fmla="*/ 33579 h 224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73238" h="224233">
                  <a:moveTo>
                    <a:pt x="140576" y="33579"/>
                  </a:moveTo>
                  <a:cubicBezTo>
                    <a:pt x="149787" y="11367"/>
                    <a:pt x="167855" y="11014"/>
                    <a:pt x="173523" y="11014"/>
                  </a:cubicBezTo>
                  <a:lnTo>
                    <a:pt x="173523" y="85"/>
                  </a:lnTo>
                  <a:cubicBezTo>
                    <a:pt x="165375" y="790"/>
                    <a:pt x="155101" y="1142"/>
                    <a:pt x="146953" y="1142"/>
                  </a:cubicBezTo>
                  <a:cubicBezTo>
                    <a:pt x="140576" y="1142"/>
                    <a:pt x="123925" y="437"/>
                    <a:pt x="116131" y="85"/>
                  </a:cubicBezTo>
                  <a:lnTo>
                    <a:pt x="116131" y="11014"/>
                  </a:lnTo>
                  <a:cubicBezTo>
                    <a:pt x="127114" y="11367"/>
                    <a:pt x="132782" y="17361"/>
                    <a:pt x="132782" y="26175"/>
                  </a:cubicBezTo>
                  <a:cubicBezTo>
                    <a:pt x="132782" y="29700"/>
                    <a:pt x="132428" y="30406"/>
                    <a:pt x="130657" y="34636"/>
                  </a:cubicBezTo>
                  <a:lnTo>
                    <a:pt x="94875" y="121368"/>
                  </a:lnTo>
                  <a:lnTo>
                    <a:pt x="55551" y="26527"/>
                  </a:lnTo>
                  <a:cubicBezTo>
                    <a:pt x="54134" y="23002"/>
                    <a:pt x="53425" y="21591"/>
                    <a:pt x="53425" y="20181"/>
                  </a:cubicBezTo>
                  <a:cubicBezTo>
                    <a:pt x="53425" y="11014"/>
                    <a:pt x="66533" y="11014"/>
                    <a:pt x="73265" y="11014"/>
                  </a:cubicBezTo>
                  <a:lnTo>
                    <a:pt x="73265" y="85"/>
                  </a:lnTo>
                  <a:cubicBezTo>
                    <a:pt x="64054" y="437"/>
                    <a:pt x="40672" y="1142"/>
                    <a:pt x="34649" y="1142"/>
                  </a:cubicBezTo>
                  <a:cubicBezTo>
                    <a:pt x="25084" y="1142"/>
                    <a:pt x="10913" y="790"/>
                    <a:pt x="285" y="85"/>
                  </a:cubicBezTo>
                  <a:lnTo>
                    <a:pt x="285" y="11014"/>
                  </a:lnTo>
                  <a:cubicBezTo>
                    <a:pt x="17290" y="11014"/>
                    <a:pt x="24021" y="11014"/>
                    <a:pt x="28981" y="23354"/>
                  </a:cubicBezTo>
                  <a:lnTo>
                    <a:pt x="82121" y="152042"/>
                  </a:lnTo>
                  <a:cubicBezTo>
                    <a:pt x="80350" y="156625"/>
                    <a:pt x="75390" y="168260"/>
                    <a:pt x="73265" y="172843"/>
                  </a:cubicBezTo>
                  <a:cubicBezTo>
                    <a:pt x="65471" y="192234"/>
                    <a:pt x="55551" y="216562"/>
                    <a:pt x="32878" y="216562"/>
                  </a:cubicBezTo>
                  <a:cubicBezTo>
                    <a:pt x="31106" y="216562"/>
                    <a:pt x="22958" y="216562"/>
                    <a:pt x="16227" y="210215"/>
                  </a:cubicBezTo>
                  <a:cubicBezTo>
                    <a:pt x="27209" y="208805"/>
                    <a:pt x="30043" y="201049"/>
                    <a:pt x="30043" y="195408"/>
                  </a:cubicBezTo>
                  <a:cubicBezTo>
                    <a:pt x="30043" y="186241"/>
                    <a:pt x="23312" y="180600"/>
                    <a:pt x="15164" y="180600"/>
                  </a:cubicBezTo>
                  <a:cubicBezTo>
                    <a:pt x="8079" y="180600"/>
                    <a:pt x="285" y="185183"/>
                    <a:pt x="285" y="195760"/>
                  </a:cubicBezTo>
                  <a:cubicBezTo>
                    <a:pt x="285" y="211626"/>
                    <a:pt x="15164" y="224318"/>
                    <a:pt x="32878" y="224318"/>
                  </a:cubicBezTo>
                  <a:cubicBezTo>
                    <a:pt x="55197" y="224318"/>
                    <a:pt x="69722" y="204222"/>
                    <a:pt x="78224" y="184125"/>
                  </a:cubicBezTo>
                  <a:lnTo>
                    <a:pt x="140576" y="33579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61D0DE8-F508-66C8-28A9-021B89A6ED85}"/>
                </a:ext>
              </a:extLst>
            </p:cNvPr>
            <p:cNvSpPr/>
            <p:nvPr/>
          </p:nvSpPr>
          <p:spPr>
            <a:xfrm>
              <a:off x="12758074" y="5300961"/>
              <a:ext cx="75814" cy="235868"/>
            </a:xfrm>
            <a:custGeom>
              <a:avLst/>
              <a:gdLst>
                <a:gd name="connsiteX0" fmla="*/ 51305 w 75814"/>
                <a:gd name="connsiteY0" fmla="*/ 80118 h 235868"/>
                <a:gd name="connsiteX1" fmla="*/ 1707 w 75814"/>
                <a:gd name="connsiteY1" fmla="*/ 83996 h 235868"/>
                <a:gd name="connsiteX2" fmla="*/ 1707 w 75814"/>
                <a:gd name="connsiteY2" fmla="*/ 94926 h 235868"/>
                <a:gd name="connsiteX3" fmla="*/ 27923 w 75814"/>
                <a:gd name="connsiteY3" fmla="*/ 114317 h 235868"/>
                <a:gd name="connsiteX4" fmla="*/ 27923 w 75814"/>
                <a:gd name="connsiteY4" fmla="*/ 209158 h 235868"/>
                <a:gd name="connsiteX5" fmla="*/ 290 w 75814"/>
                <a:gd name="connsiteY5" fmla="*/ 225023 h 235868"/>
                <a:gd name="connsiteX6" fmla="*/ 290 w 75814"/>
                <a:gd name="connsiteY6" fmla="*/ 235953 h 235868"/>
                <a:gd name="connsiteX7" fmla="*/ 39260 w 75814"/>
                <a:gd name="connsiteY7" fmla="*/ 234895 h 235868"/>
                <a:gd name="connsiteX8" fmla="*/ 76104 w 75814"/>
                <a:gd name="connsiteY8" fmla="*/ 235953 h 235868"/>
                <a:gd name="connsiteX9" fmla="*/ 76104 w 75814"/>
                <a:gd name="connsiteY9" fmla="*/ 225023 h 235868"/>
                <a:gd name="connsiteX10" fmla="*/ 51305 w 75814"/>
                <a:gd name="connsiteY10" fmla="*/ 209510 h 235868"/>
                <a:gd name="connsiteX11" fmla="*/ 51305 w 75814"/>
                <a:gd name="connsiteY11" fmla="*/ 80118 h 235868"/>
                <a:gd name="connsiteX12" fmla="*/ 52722 w 75814"/>
                <a:gd name="connsiteY12" fmla="*/ 18771 h 235868"/>
                <a:gd name="connsiteX13" fmla="*/ 33946 w 75814"/>
                <a:gd name="connsiteY13" fmla="*/ 85 h 235868"/>
                <a:gd name="connsiteX14" fmla="*/ 15169 w 75814"/>
                <a:gd name="connsiteY14" fmla="*/ 18771 h 235868"/>
                <a:gd name="connsiteX15" fmla="*/ 33946 w 75814"/>
                <a:gd name="connsiteY15" fmla="*/ 37457 h 235868"/>
                <a:gd name="connsiteX16" fmla="*/ 52722 w 75814"/>
                <a:gd name="connsiteY16" fmla="*/ 18771 h 23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5814" h="235868">
                  <a:moveTo>
                    <a:pt x="51305" y="80118"/>
                  </a:moveTo>
                  <a:lnTo>
                    <a:pt x="1707" y="83996"/>
                  </a:lnTo>
                  <a:lnTo>
                    <a:pt x="1707" y="94926"/>
                  </a:lnTo>
                  <a:cubicBezTo>
                    <a:pt x="24735" y="94926"/>
                    <a:pt x="27923" y="97041"/>
                    <a:pt x="27923" y="114317"/>
                  </a:cubicBezTo>
                  <a:lnTo>
                    <a:pt x="27923" y="209158"/>
                  </a:lnTo>
                  <a:cubicBezTo>
                    <a:pt x="27923" y="225023"/>
                    <a:pt x="24026" y="225023"/>
                    <a:pt x="290" y="225023"/>
                  </a:cubicBezTo>
                  <a:lnTo>
                    <a:pt x="290" y="235953"/>
                  </a:lnTo>
                  <a:cubicBezTo>
                    <a:pt x="11627" y="235600"/>
                    <a:pt x="30757" y="234895"/>
                    <a:pt x="39260" y="234895"/>
                  </a:cubicBezTo>
                  <a:cubicBezTo>
                    <a:pt x="51659" y="234895"/>
                    <a:pt x="64059" y="235600"/>
                    <a:pt x="76104" y="235953"/>
                  </a:cubicBezTo>
                  <a:lnTo>
                    <a:pt x="76104" y="225023"/>
                  </a:lnTo>
                  <a:cubicBezTo>
                    <a:pt x="52722" y="225023"/>
                    <a:pt x="51305" y="223260"/>
                    <a:pt x="51305" y="209510"/>
                  </a:cubicBezTo>
                  <a:lnTo>
                    <a:pt x="51305" y="80118"/>
                  </a:lnTo>
                  <a:close/>
                  <a:moveTo>
                    <a:pt x="52722" y="18771"/>
                  </a:moveTo>
                  <a:cubicBezTo>
                    <a:pt x="52722" y="7489"/>
                    <a:pt x="43865" y="85"/>
                    <a:pt x="33946" y="85"/>
                  </a:cubicBezTo>
                  <a:cubicBezTo>
                    <a:pt x="22963" y="85"/>
                    <a:pt x="15169" y="9604"/>
                    <a:pt x="15169" y="18771"/>
                  </a:cubicBezTo>
                  <a:cubicBezTo>
                    <a:pt x="15169" y="28290"/>
                    <a:pt x="22963" y="37457"/>
                    <a:pt x="33946" y="37457"/>
                  </a:cubicBezTo>
                  <a:cubicBezTo>
                    <a:pt x="43865" y="37457"/>
                    <a:pt x="52722" y="30053"/>
                    <a:pt x="52722" y="18771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DB8C4E6-CB05-7D8D-ACFE-8604F6BBB227}"/>
                </a:ext>
              </a:extLst>
            </p:cNvPr>
            <p:cNvSpPr/>
            <p:nvPr/>
          </p:nvSpPr>
          <p:spPr>
            <a:xfrm>
              <a:off x="12854711" y="5378878"/>
              <a:ext cx="137103" cy="161828"/>
            </a:xfrm>
            <a:custGeom>
              <a:avLst/>
              <a:gdLst>
                <a:gd name="connsiteX0" fmla="*/ 30052 w 137103"/>
                <a:gd name="connsiteY0" fmla="*/ 69188 h 161828"/>
                <a:gd name="connsiteX1" fmla="*/ 73981 w 137103"/>
                <a:gd name="connsiteY1" fmla="*/ 7841 h 161828"/>
                <a:gd name="connsiteX2" fmla="*/ 114014 w 137103"/>
                <a:gd name="connsiteY2" fmla="*/ 69188 h 161828"/>
                <a:gd name="connsiteX3" fmla="*/ 30052 w 137103"/>
                <a:gd name="connsiteY3" fmla="*/ 69188 h 161828"/>
                <a:gd name="connsiteX4" fmla="*/ 29697 w 137103"/>
                <a:gd name="connsiteY4" fmla="*/ 76592 h 161828"/>
                <a:gd name="connsiteX5" fmla="*/ 128539 w 137103"/>
                <a:gd name="connsiteY5" fmla="*/ 76592 h 161828"/>
                <a:gd name="connsiteX6" fmla="*/ 137396 w 137103"/>
                <a:gd name="connsiteY6" fmla="*/ 69188 h 161828"/>
                <a:gd name="connsiteX7" fmla="*/ 73981 w 137103"/>
                <a:gd name="connsiteY7" fmla="*/ 85 h 161828"/>
                <a:gd name="connsiteX8" fmla="*/ 293 w 137103"/>
                <a:gd name="connsiteY8" fmla="*/ 80470 h 161828"/>
                <a:gd name="connsiteX9" fmla="*/ 78232 w 137103"/>
                <a:gd name="connsiteY9" fmla="*/ 161914 h 161828"/>
                <a:gd name="connsiteX10" fmla="*/ 137396 w 137103"/>
                <a:gd name="connsiteY10" fmla="*/ 116080 h 161828"/>
                <a:gd name="connsiteX11" fmla="*/ 132790 w 137103"/>
                <a:gd name="connsiteY11" fmla="*/ 111849 h 161828"/>
                <a:gd name="connsiteX12" fmla="*/ 128185 w 137103"/>
                <a:gd name="connsiteY12" fmla="*/ 116785 h 161828"/>
                <a:gd name="connsiteX13" fmla="*/ 80358 w 137103"/>
                <a:gd name="connsiteY13" fmla="*/ 153099 h 161828"/>
                <a:gd name="connsiteX14" fmla="*/ 40325 w 137103"/>
                <a:gd name="connsiteY14" fmla="*/ 129477 h 161828"/>
                <a:gd name="connsiteX15" fmla="*/ 29697 w 137103"/>
                <a:gd name="connsiteY15" fmla="*/ 76592 h 161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103" h="161828">
                  <a:moveTo>
                    <a:pt x="30052" y="69188"/>
                  </a:moveTo>
                  <a:cubicBezTo>
                    <a:pt x="32177" y="16655"/>
                    <a:pt x="61936" y="7841"/>
                    <a:pt x="73981" y="7841"/>
                  </a:cubicBezTo>
                  <a:cubicBezTo>
                    <a:pt x="110471" y="7841"/>
                    <a:pt x="114014" y="55438"/>
                    <a:pt x="114014" y="69188"/>
                  </a:cubicBezTo>
                  <a:lnTo>
                    <a:pt x="30052" y="69188"/>
                  </a:lnTo>
                  <a:close/>
                  <a:moveTo>
                    <a:pt x="29697" y="76592"/>
                  </a:moveTo>
                  <a:lnTo>
                    <a:pt x="128539" y="76592"/>
                  </a:lnTo>
                  <a:cubicBezTo>
                    <a:pt x="136333" y="76592"/>
                    <a:pt x="137396" y="76592"/>
                    <a:pt x="137396" y="69188"/>
                  </a:cubicBezTo>
                  <a:cubicBezTo>
                    <a:pt x="137396" y="34284"/>
                    <a:pt x="118265" y="85"/>
                    <a:pt x="73981" y="85"/>
                  </a:cubicBezTo>
                  <a:cubicBezTo>
                    <a:pt x="32886" y="85"/>
                    <a:pt x="293" y="36399"/>
                    <a:pt x="293" y="80470"/>
                  </a:cubicBezTo>
                  <a:cubicBezTo>
                    <a:pt x="293" y="127714"/>
                    <a:pt x="37491" y="161914"/>
                    <a:pt x="78232" y="161914"/>
                  </a:cubicBezTo>
                  <a:cubicBezTo>
                    <a:pt x="121454" y="161914"/>
                    <a:pt x="137396" y="122778"/>
                    <a:pt x="137396" y="116080"/>
                  </a:cubicBezTo>
                  <a:cubicBezTo>
                    <a:pt x="137396" y="112554"/>
                    <a:pt x="134562" y="111849"/>
                    <a:pt x="132790" y="111849"/>
                  </a:cubicBezTo>
                  <a:cubicBezTo>
                    <a:pt x="129602" y="111849"/>
                    <a:pt x="128893" y="113964"/>
                    <a:pt x="128185" y="116785"/>
                  </a:cubicBezTo>
                  <a:cubicBezTo>
                    <a:pt x="115785" y="153099"/>
                    <a:pt x="83901" y="153099"/>
                    <a:pt x="80358" y="153099"/>
                  </a:cubicBezTo>
                  <a:cubicBezTo>
                    <a:pt x="62644" y="153099"/>
                    <a:pt x="48474" y="142522"/>
                    <a:pt x="40325" y="129477"/>
                  </a:cubicBezTo>
                  <a:cubicBezTo>
                    <a:pt x="29697" y="112554"/>
                    <a:pt x="29697" y="89284"/>
                    <a:pt x="29697" y="76592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8776109-459E-72A8-02FC-9BE568194FC8}"/>
                </a:ext>
              </a:extLst>
            </p:cNvPr>
            <p:cNvSpPr/>
            <p:nvPr/>
          </p:nvSpPr>
          <p:spPr>
            <a:xfrm>
              <a:off x="13013937" y="5292146"/>
              <a:ext cx="78648" cy="244682"/>
            </a:xfrm>
            <a:custGeom>
              <a:avLst/>
              <a:gdLst>
                <a:gd name="connsiteX0" fmla="*/ 51312 w 78648"/>
                <a:gd name="connsiteY0" fmla="*/ 85 h 244682"/>
                <a:gd name="connsiteX1" fmla="*/ 297 w 78648"/>
                <a:gd name="connsiteY1" fmla="*/ 3963 h 244682"/>
                <a:gd name="connsiteX2" fmla="*/ 297 w 78648"/>
                <a:gd name="connsiteY2" fmla="*/ 14893 h 244682"/>
                <a:gd name="connsiteX3" fmla="*/ 27930 w 78648"/>
                <a:gd name="connsiteY3" fmla="*/ 34636 h 244682"/>
                <a:gd name="connsiteX4" fmla="*/ 27930 w 78648"/>
                <a:gd name="connsiteY4" fmla="*/ 217972 h 244682"/>
                <a:gd name="connsiteX5" fmla="*/ 297 w 78648"/>
                <a:gd name="connsiteY5" fmla="*/ 233837 h 244682"/>
                <a:gd name="connsiteX6" fmla="*/ 297 w 78648"/>
                <a:gd name="connsiteY6" fmla="*/ 244767 h 244682"/>
                <a:gd name="connsiteX7" fmla="*/ 39621 w 78648"/>
                <a:gd name="connsiteY7" fmla="*/ 243709 h 244682"/>
                <a:gd name="connsiteX8" fmla="*/ 78945 w 78648"/>
                <a:gd name="connsiteY8" fmla="*/ 244767 h 244682"/>
                <a:gd name="connsiteX9" fmla="*/ 78945 w 78648"/>
                <a:gd name="connsiteY9" fmla="*/ 233837 h 244682"/>
                <a:gd name="connsiteX10" fmla="*/ 51312 w 78648"/>
                <a:gd name="connsiteY10" fmla="*/ 217972 h 244682"/>
                <a:gd name="connsiteX11" fmla="*/ 51312 w 78648"/>
                <a:gd name="connsiteY11" fmla="*/ 85 h 244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648" h="244682">
                  <a:moveTo>
                    <a:pt x="51312" y="85"/>
                  </a:moveTo>
                  <a:lnTo>
                    <a:pt x="297" y="3963"/>
                  </a:lnTo>
                  <a:lnTo>
                    <a:pt x="297" y="14893"/>
                  </a:lnTo>
                  <a:cubicBezTo>
                    <a:pt x="25096" y="14893"/>
                    <a:pt x="27930" y="17361"/>
                    <a:pt x="27930" y="34636"/>
                  </a:cubicBezTo>
                  <a:lnTo>
                    <a:pt x="27930" y="217972"/>
                  </a:lnTo>
                  <a:cubicBezTo>
                    <a:pt x="27930" y="233837"/>
                    <a:pt x="24033" y="233837"/>
                    <a:pt x="297" y="233837"/>
                  </a:cubicBezTo>
                  <a:lnTo>
                    <a:pt x="297" y="244767"/>
                  </a:lnTo>
                  <a:cubicBezTo>
                    <a:pt x="11988" y="244414"/>
                    <a:pt x="30764" y="243709"/>
                    <a:pt x="39621" y="243709"/>
                  </a:cubicBezTo>
                  <a:cubicBezTo>
                    <a:pt x="48478" y="243709"/>
                    <a:pt x="65837" y="244414"/>
                    <a:pt x="78945" y="244767"/>
                  </a:cubicBezTo>
                  <a:lnTo>
                    <a:pt x="78945" y="233837"/>
                  </a:lnTo>
                  <a:cubicBezTo>
                    <a:pt x="55209" y="233837"/>
                    <a:pt x="51312" y="233837"/>
                    <a:pt x="51312" y="217972"/>
                  </a:cubicBezTo>
                  <a:lnTo>
                    <a:pt x="51312" y="85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7D641CD-1D4E-3382-6D57-628EF79278AD}"/>
                </a:ext>
              </a:extLst>
            </p:cNvPr>
            <p:cNvSpPr/>
            <p:nvPr/>
          </p:nvSpPr>
          <p:spPr>
            <a:xfrm>
              <a:off x="13112701" y="5292146"/>
              <a:ext cx="174655" cy="248560"/>
            </a:xfrm>
            <a:custGeom>
              <a:avLst/>
              <a:gdLst>
                <a:gd name="connsiteX0" fmla="*/ 122878 w 174655"/>
                <a:gd name="connsiteY0" fmla="*/ 225376 h 248560"/>
                <a:gd name="connsiteX1" fmla="*/ 122878 w 174655"/>
                <a:gd name="connsiteY1" fmla="*/ 248645 h 248560"/>
                <a:gd name="connsiteX2" fmla="*/ 174956 w 174655"/>
                <a:gd name="connsiteY2" fmla="*/ 244767 h 248560"/>
                <a:gd name="connsiteX3" fmla="*/ 174956 w 174655"/>
                <a:gd name="connsiteY3" fmla="*/ 233837 h 248560"/>
                <a:gd name="connsiteX4" fmla="*/ 147323 w 174655"/>
                <a:gd name="connsiteY4" fmla="*/ 214094 h 248560"/>
                <a:gd name="connsiteX5" fmla="*/ 147323 w 174655"/>
                <a:gd name="connsiteY5" fmla="*/ 85 h 248560"/>
                <a:gd name="connsiteX6" fmla="*/ 96307 w 174655"/>
                <a:gd name="connsiteY6" fmla="*/ 3963 h 248560"/>
                <a:gd name="connsiteX7" fmla="*/ 96307 w 174655"/>
                <a:gd name="connsiteY7" fmla="*/ 14893 h 248560"/>
                <a:gd name="connsiteX8" fmla="*/ 123941 w 174655"/>
                <a:gd name="connsiteY8" fmla="*/ 34636 h 248560"/>
                <a:gd name="connsiteX9" fmla="*/ 123941 w 174655"/>
                <a:gd name="connsiteY9" fmla="*/ 110791 h 248560"/>
                <a:gd name="connsiteX10" fmla="*/ 79302 w 174655"/>
                <a:gd name="connsiteY10" fmla="*/ 88932 h 248560"/>
                <a:gd name="connsiteX11" fmla="*/ 300 w 174655"/>
                <a:gd name="connsiteY11" fmla="*/ 168965 h 248560"/>
                <a:gd name="connsiteX12" fmla="*/ 75405 w 174655"/>
                <a:gd name="connsiteY12" fmla="*/ 248645 h 248560"/>
                <a:gd name="connsiteX13" fmla="*/ 122878 w 174655"/>
                <a:gd name="connsiteY13" fmla="*/ 225376 h 248560"/>
                <a:gd name="connsiteX14" fmla="*/ 122878 w 174655"/>
                <a:gd name="connsiteY14" fmla="*/ 130887 h 248560"/>
                <a:gd name="connsiteX15" fmla="*/ 122878 w 174655"/>
                <a:gd name="connsiteY15" fmla="*/ 203164 h 248560"/>
                <a:gd name="connsiteX16" fmla="*/ 118981 w 174655"/>
                <a:gd name="connsiteY16" fmla="*/ 216209 h 248560"/>
                <a:gd name="connsiteX17" fmla="*/ 77177 w 174655"/>
                <a:gd name="connsiteY17" fmla="*/ 240889 h 248560"/>
                <a:gd name="connsiteX18" fmla="*/ 39978 w 174655"/>
                <a:gd name="connsiteY18" fmla="*/ 218324 h 248560"/>
                <a:gd name="connsiteX19" fmla="*/ 29704 w 174655"/>
                <a:gd name="connsiteY19" fmla="*/ 169317 h 248560"/>
                <a:gd name="connsiteX20" fmla="*/ 40687 w 174655"/>
                <a:gd name="connsiteY20" fmla="*/ 119253 h 248560"/>
                <a:gd name="connsiteX21" fmla="*/ 80720 w 174655"/>
                <a:gd name="connsiteY21" fmla="*/ 96688 h 248560"/>
                <a:gd name="connsiteX22" fmla="*/ 118981 w 174655"/>
                <a:gd name="connsiteY22" fmla="*/ 117842 h 248560"/>
                <a:gd name="connsiteX23" fmla="*/ 122878 w 174655"/>
                <a:gd name="connsiteY23" fmla="*/ 130887 h 248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4655" h="248560">
                  <a:moveTo>
                    <a:pt x="122878" y="225376"/>
                  </a:moveTo>
                  <a:lnTo>
                    <a:pt x="122878" y="248645"/>
                  </a:lnTo>
                  <a:lnTo>
                    <a:pt x="174956" y="244767"/>
                  </a:lnTo>
                  <a:lnTo>
                    <a:pt x="174956" y="233837"/>
                  </a:lnTo>
                  <a:cubicBezTo>
                    <a:pt x="150157" y="233837"/>
                    <a:pt x="147323" y="231369"/>
                    <a:pt x="147323" y="214094"/>
                  </a:cubicBezTo>
                  <a:lnTo>
                    <a:pt x="147323" y="85"/>
                  </a:lnTo>
                  <a:lnTo>
                    <a:pt x="96307" y="3963"/>
                  </a:lnTo>
                  <a:lnTo>
                    <a:pt x="96307" y="14893"/>
                  </a:lnTo>
                  <a:cubicBezTo>
                    <a:pt x="121106" y="14893"/>
                    <a:pt x="123941" y="17361"/>
                    <a:pt x="123941" y="34636"/>
                  </a:cubicBezTo>
                  <a:lnTo>
                    <a:pt x="123941" y="110791"/>
                  </a:lnTo>
                  <a:cubicBezTo>
                    <a:pt x="113667" y="98099"/>
                    <a:pt x="98433" y="88932"/>
                    <a:pt x="79302" y="88932"/>
                  </a:cubicBezTo>
                  <a:cubicBezTo>
                    <a:pt x="37498" y="88932"/>
                    <a:pt x="300" y="123484"/>
                    <a:pt x="300" y="168965"/>
                  </a:cubicBezTo>
                  <a:cubicBezTo>
                    <a:pt x="300" y="213741"/>
                    <a:pt x="35018" y="248645"/>
                    <a:pt x="75405" y="248645"/>
                  </a:cubicBezTo>
                  <a:cubicBezTo>
                    <a:pt x="98079" y="248645"/>
                    <a:pt x="114021" y="236658"/>
                    <a:pt x="122878" y="225376"/>
                  </a:cubicBezTo>
                  <a:close/>
                  <a:moveTo>
                    <a:pt x="122878" y="130887"/>
                  </a:moveTo>
                  <a:lnTo>
                    <a:pt x="122878" y="203164"/>
                  </a:lnTo>
                  <a:cubicBezTo>
                    <a:pt x="122878" y="209510"/>
                    <a:pt x="122878" y="210215"/>
                    <a:pt x="118981" y="216209"/>
                  </a:cubicBezTo>
                  <a:cubicBezTo>
                    <a:pt x="108353" y="233132"/>
                    <a:pt x="92410" y="240889"/>
                    <a:pt x="77177" y="240889"/>
                  </a:cubicBezTo>
                  <a:cubicBezTo>
                    <a:pt x="61235" y="240889"/>
                    <a:pt x="48481" y="231722"/>
                    <a:pt x="39978" y="218324"/>
                  </a:cubicBezTo>
                  <a:cubicBezTo>
                    <a:pt x="30767" y="203869"/>
                    <a:pt x="29704" y="183773"/>
                    <a:pt x="29704" y="169317"/>
                  </a:cubicBezTo>
                  <a:cubicBezTo>
                    <a:pt x="29704" y="156272"/>
                    <a:pt x="30413" y="135118"/>
                    <a:pt x="40687" y="119253"/>
                  </a:cubicBezTo>
                  <a:cubicBezTo>
                    <a:pt x="48127" y="108323"/>
                    <a:pt x="61589" y="96688"/>
                    <a:pt x="80720" y="96688"/>
                  </a:cubicBezTo>
                  <a:cubicBezTo>
                    <a:pt x="93119" y="96688"/>
                    <a:pt x="107998" y="101977"/>
                    <a:pt x="118981" y="117842"/>
                  </a:cubicBezTo>
                  <a:cubicBezTo>
                    <a:pt x="122878" y="123836"/>
                    <a:pt x="122878" y="124541"/>
                    <a:pt x="122878" y="130887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1B8B1BF-23A2-12A0-1A0C-E3F4BCBD5202}"/>
                </a:ext>
              </a:extLst>
            </p:cNvPr>
            <p:cNvSpPr/>
            <p:nvPr/>
          </p:nvSpPr>
          <p:spPr>
            <a:xfrm>
              <a:off x="13332546" y="5272402"/>
              <a:ext cx="82190" cy="352568"/>
            </a:xfrm>
            <a:custGeom>
              <a:avLst/>
              <a:gdLst>
                <a:gd name="connsiteX0" fmla="*/ 82496 w 82190"/>
                <a:gd name="connsiteY0" fmla="*/ 349127 h 352568"/>
                <a:gd name="connsiteX1" fmla="*/ 76474 w 82190"/>
                <a:gd name="connsiteY1" fmla="*/ 341371 h 352568"/>
                <a:gd name="connsiteX2" fmla="*/ 20853 w 82190"/>
                <a:gd name="connsiteY2" fmla="*/ 176369 h 352568"/>
                <a:gd name="connsiteX3" fmla="*/ 77891 w 82190"/>
                <a:gd name="connsiteY3" fmla="*/ 9604 h 352568"/>
                <a:gd name="connsiteX4" fmla="*/ 82496 w 82190"/>
                <a:gd name="connsiteY4" fmla="*/ 3610 h 352568"/>
                <a:gd name="connsiteX5" fmla="*/ 78954 w 82190"/>
                <a:gd name="connsiteY5" fmla="*/ 85 h 352568"/>
                <a:gd name="connsiteX6" fmla="*/ 22625 w 82190"/>
                <a:gd name="connsiteY6" fmla="*/ 68836 h 352568"/>
                <a:gd name="connsiteX7" fmla="*/ 305 w 82190"/>
                <a:gd name="connsiteY7" fmla="*/ 176369 h 352568"/>
                <a:gd name="connsiteX8" fmla="*/ 23687 w 82190"/>
                <a:gd name="connsiteY8" fmla="*/ 286370 h 352568"/>
                <a:gd name="connsiteX9" fmla="*/ 78954 w 82190"/>
                <a:gd name="connsiteY9" fmla="*/ 352653 h 352568"/>
                <a:gd name="connsiteX10" fmla="*/ 82496 w 82190"/>
                <a:gd name="connsiteY10" fmla="*/ 349127 h 35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190" h="352568">
                  <a:moveTo>
                    <a:pt x="82496" y="349127"/>
                  </a:moveTo>
                  <a:cubicBezTo>
                    <a:pt x="82496" y="348070"/>
                    <a:pt x="82496" y="347364"/>
                    <a:pt x="76474" y="341371"/>
                  </a:cubicBezTo>
                  <a:cubicBezTo>
                    <a:pt x="32190" y="296947"/>
                    <a:pt x="20853" y="230312"/>
                    <a:pt x="20853" y="176369"/>
                  </a:cubicBezTo>
                  <a:cubicBezTo>
                    <a:pt x="20853" y="115022"/>
                    <a:pt x="34316" y="53675"/>
                    <a:pt x="77891" y="9604"/>
                  </a:cubicBezTo>
                  <a:cubicBezTo>
                    <a:pt x="82496" y="5373"/>
                    <a:pt x="82496" y="4668"/>
                    <a:pt x="82496" y="3610"/>
                  </a:cubicBezTo>
                  <a:cubicBezTo>
                    <a:pt x="82496" y="1142"/>
                    <a:pt x="81079" y="85"/>
                    <a:pt x="78954" y="85"/>
                  </a:cubicBezTo>
                  <a:cubicBezTo>
                    <a:pt x="75411" y="85"/>
                    <a:pt x="43527" y="24059"/>
                    <a:pt x="22625" y="68836"/>
                  </a:cubicBezTo>
                  <a:cubicBezTo>
                    <a:pt x="4557" y="107618"/>
                    <a:pt x="305" y="146753"/>
                    <a:pt x="305" y="176369"/>
                  </a:cubicBezTo>
                  <a:cubicBezTo>
                    <a:pt x="305" y="203869"/>
                    <a:pt x="4202" y="246530"/>
                    <a:pt x="23687" y="286370"/>
                  </a:cubicBezTo>
                  <a:cubicBezTo>
                    <a:pt x="44944" y="329736"/>
                    <a:pt x="75411" y="352653"/>
                    <a:pt x="78954" y="352653"/>
                  </a:cubicBezTo>
                  <a:cubicBezTo>
                    <a:pt x="81079" y="352653"/>
                    <a:pt x="82496" y="351595"/>
                    <a:pt x="82496" y="349127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1D1CAA3-56ED-885F-2CBF-1171DA150050}"/>
                </a:ext>
              </a:extLst>
            </p:cNvPr>
            <p:cNvSpPr/>
            <p:nvPr/>
          </p:nvSpPr>
          <p:spPr>
            <a:xfrm>
              <a:off x="13446582" y="5377468"/>
              <a:ext cx="194849" cy="230579"/>
            </a:xfrm>
            <a:custGeom>
              <a:avLst/>
              <a:gdLst>
                <a:gd name="connsiteX0" fmla="*/ 193387 w 194849"/>
                <a:gd name="connsiteY0" fmla="*/ 26527 h 230579"/>
                <a:gd name="connsiteX1" fmla="*/ 195159 w 194849"/>
                <a:gd name="connsiteY1" fmla="*/ 18418 h 230579"/>
                <a:gd name="connsiteX2" fmla="*/ 178508 w 194849"/>
                <a:gd name="connsiteY2" fmla="*/ 2905 h 230579"/>
                <a:gd name="connsiteX3" fmla="*/ 153355 w 194849"/>
                <a:gd name="connsiteY3" fmla="*/ 28995 h 230579"/>
                <a:gd name="connsiteX4" fmla="*/ 144144 w 194849"/>
                <a:gd name="connsiteY4" fmla="*/ 65662 h 230579"/>
                <a:gd name="connsiteX5" fmla="*/ 129264 w 194849"/>
                <a:gd name="connsiteY5" fmla="*/ 124189 h 230579"/>
                <a:gd name="connsiteX6" fmla="*/ 115448 w 194849"/>
                <a:gd name="connsiteY6" fmla="*/ 141112 h 230579"/>
                <a:gd name="connsiteX7" fmla="*/ 91357 w 194849"/>
                <a:gd name="connsiteY7" fmla="*/ 149574 h 230579"/>
                <a:gd name="connsiteX8" fmla="*/ 70101 w 194849"/>
                <a:gd name="connsiteY8" fmla="*/ 123836 h 230579"/>
                <a:gd name="connsiteX9" fmla="*/ 91003 w 194849"/>
                <a:gd name="connsiteY9" fmla="*/ 49444 h 230579"/>
                <a:gd name="connsiteX10" fmla="*/ 95608 w 194849"/>
                <a:gd name="connsiteY10" fmla="*/ 31816 h 230579"/>
                <a:gd name="connsiteX11" fmla="*/ 55576 w 194849"/>
                <a:gd name="connsiteY11" fmla="*/ 85 h 230579"/>
                <a:gd name="connsiteX12" fmla="*/ 309 w 194849"/>
                <a:gd name="connsiteY12" fmla="*/ 55085 h 230579"/>
                <a:gd name="connsiteX13" fmla="*/ 8812 w 194849"/>
                <a:gd name="connsiteY13" fmla="*/ 60021 h 230579"/>
                <a:gd name="connsiteX14" fmla="*/ 16960 w 194849"/>
                <a:gd name="connsiteY14" fmla="*/ 55438 h 230579"/>
                <a:gd name="connsiteX15" fmla="*/ 53450 w 194849"/>
                <a:gd name="connsiteY15" fmla="*/ 12777 h 230579"/>
                <a:gd name="connsiteX16" fmla="*/ 59473 w 194849"/>
                <a:gd name="connsiteY16" fmla="*/ 20181 h 230579"/>
                <a:gd name="connsiteX17" fmla="*/ 53450 w 194849"/>
                <a:gd name="connsiteY17" fmla="*/ 43098 h 230579"/>
                <a:gd name="connsiteX18" fmla="*/ 32194 w 194849"/>
                <a:gd name="connsiteY18" fmla="*/ 116432 h 230579"/>
                <a:gd name="connsiteX19" fmla="*/ 88523 w 194849"/>
                <a:gd name="connsiteY19" fmla="*/ 162266 h 230579"/>
                <a:gd name="connsiteX20" fmla="*/ 122533 w 194849"/>
                <a:gd name="connsiteY20" fmla="*/ 151689 h 230579"/>
                <a:gd name="connsiteX21" fmla="*/ 61598 w 194849"/>
                <a:gd name="connsiteY21" fmla="*/ 217972 h 230579"/>
                <a:gd name="connsiteX22" fmla="*/ 39988 w 194849"/>
                <a:gd name="connsiteY22" fmla="*/ 213036 h 230579"/>
                <a:gd name="connsiteX23" fmla="*/ 56993 w 194849"/>
                <a:gd name="connsiteY23" fmla="*/ 189414 h 230579"/>
                <a:gd name="connsiteX24" fmla="*/ 39633 w 194849"/>
                <a:gd name="connsiteY24" fmla="*/ 173196 h 230579"/>
                <a:gd name="connsiteX25" fmla="*/ 14126 w 194849"/>
                <a:gd name="connsiteY25" fmla="*/ 199991 h 230579"/>
                <a:gd name="connsiteX26" fmla="*/ 61598 w 194849"/>
                <a:gd name="connsiteY26" fmla="*/ 230664 h 230579"/>
                <a:gd name="connsiteX27" fmla="*/ 160086 w 194849"/>
                <a:gd name="connsiteY27" fmla="*/ 159798 h 230579"/>
                <a:gd name="connsiteX28" fmla="*/ 193387 w 194849"/>
                <a:gd name="connsiteY28" fmla="*/ 26527 h 230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94849" h="230579">
                  <a:moveTo>
                    <a:pt x="193387" y="26527"/>
                  </a:moveTo>
                  <a:cubicBezTo>
                    <a:pt x="195159" y="20181"/>
                    <a:pt x="195159" y="19476"/>
                    <a:pt x="195159" y="18418"/>
                  </a:cubicBezTo>
                  <a:cubicBezTo>
                    <a:pt x="195159" y="10662"/>
                    <a:pt x="189490" y="2905"/>
                    <a:pt x="178508" y="2905"/>
                  </a:cubicBezTo>
                  <a:cubicBezTo>
                    <a:pt x="160086" y="2905"/>
                    <a:pt x="155834" y="19476"/>
                    <a:pt x="153355" y="28995"/>
                  </a:cubicBezTo>
                  <a:lnTo>
                    <a:pt x="144144" y="65662"/>
                  </a:lnTo>
                  <a:cubicBezTo>
                    <a:pt x="139892" y="82586"/>
                    <a:pt x="133161" y="109733"/>
                    <a:pt x="129264" y="124189"/>
                  </a:cubicBezTo>
                  <a:cubicBezTo>
                    <a:pt x="127493" y="131945"/>
                    <a:pt x="116510" y="140407"/>
                    <a:pt x="115448" y="141112"/>
                  </a:cubicBezTo>
                  <a:cubicBezTo>
                    <a:pt x="111551" y="143580"/>
                    <a:pt x="103048" y="149574"/>
                    <a:pt x="91357" y="149574"/>
                  </a:cubicBezTo>
                  <a:cubicBezTo>
                    <a:pt x="70455" y="149574"/>
                    <a:pt x="70101" y="131945"/>
                    <a:pt x="70101" y="123836"/>
                  </a:cubicBezTo>
                  <a:cubicBezTo>
                    <a:pt x="70101" y="102329"/>
                    <a:pt x="81083" y="74829"/>
                    <a:pt x="91003" y="49444"/>
                  </a:cubicBezTo>
                  <a:cubicBezTo>
                    <a:pt x="94546" y="40277"/>
                    <a:pt x="95608" y="37809"/>
                    <a:pt x="95608" y="31816"/>
                  </a:cubicBezTo>
                  <a:cubicBezTo>
                    <a:pt x="95608" y="11367"/>
                    <a:pt x="75061" y="85"/>
                    <a:pt x="55576" y="85"/>
                  </a:cubicBezTo>
                  <a:cubicBezTo>
                    <a:pt x="18023" y="85"/>
                    <a:pt x="309" y="48034"/>
                    <a:pt x="309" y="55085"/>
                  </a:cubicBezTo>
                  <a:cubicBezTo>
                    <a:pt x="309" y="60021"/>
                    <a:pt x="5623" y="60021"/>
                    <a:pt x="8812" y="60021"/>
                  </a:cubicBezTo>
                  <a:cubicBezTo>
                    <a:pt x="13063" y="60021"/>
                    <a:pt x="15543" y="60021"/>
                    <a:pt x="16960" y="55438"/>
                  </a:cubicBezTo>
                  <a:cubicBezTo>
                    <a:pt x="28651" y="16303"/>
                    <a:pt x="48136" y="12777"/>
                    <a:pt x="53450" y="12777"/>
                  </a:cubicBezTo>
                  <a:cubicBezTo>
                    <a:pt x="55930" y="12777"/>
                    <a:pt x="59473" y="12777"/>
                    <a:pt x="59473" y="20181"/>
                  </a:cubicBezTo>
                  <a:cubicBezTo>
                    <a:pt x="59473" y="28290"/>
                    <a:pt x="55576" y="37457"/>
                    <a:pt x="53450" y="43098"/>
                  </a:cubicBezTo>
                  <a:cubicBezTo>
                    <a:pt x="39633" y="78355"/>
                    <a:pt x="32194" y="98451"/>
                    <a:pt x="32194" y="116432"/>
                  </a:cubicBezTo>
                  <a:cubicBezTo>
                    <a:pt x="32194" y="156625"/>
                    <a:pt x="67621" y="162266"/>
                    <a:pt x="88523" y="162266"/>
                  </a:cubicBezTo>
                  <a:cubicBezTo>
                    <a:pt x="97380" y="162266"/>
                    <a:pt x="109425" y="160856"/>
                    <a:pt x="122533" y="151689"/>
                  </a:cubicBezTo>
                  <a:cubicBezTo>
                    <a:pt x="112613" y="195055"/>
                    <a:pt x="86043" y="217972"/>
                    <a:pt x="61598" y="217972"/>
                  </a:cubicBezTo>
                  <a:cubicBezTo>
                    <a:pt x="56993" y="217972"/>
                    <a:pt x="47073" y="217267"/>
                    <a:pt x="39988" y="213036"/>
                  </a:cubicBezTo>
                  <a:cubicBezTo>
                    <a:pt x="51324" y="208453"/>
                    <a:pt x="56993" y="198933"/>
                    <a:pt x="56993" y="189414"/>
                  </a:cubicBezTo>
                  <a:cubicBezTo>
                    <a:pt x="56993" y="176721"/>
                    <a:pt x="46719" y="173196"/>
                    <a:pt x="39633" y="173196"/>
                  </a:cubicBezTo>
                  <a:cubicBezTo>
                    <a:pt x="26525" y="173196"/>
                    <a:pt x="14126" y="184478"/>
                    <a:pt x="14126" y="199991"/>
                  </a:cubicBezTo>
                  <a:cubicBezTo>
                    <a:pt x="14126" y="217972"/>
                    <a:pt x="32902" y="230664"/>
                    <a:pt x="61598" y="230664"/>
                  </a:cubicBezTo>
                  <a:cubicBezTo>
                    <a:pt x="102340" y="230664"/>
                    <a:pt x="149103" y="203517"/>
                    <a:pt x="160086" y="159798"/>
                  </a:cubicBezTo>
                  <a:lnTo>
                    <a:pt x="193387" y="26527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F19E7DB-50AB-82A4-0FE8-F032CD328BB1}"/>
                </a:ext>
              </a:extLst>
            </p:cNvPr>
            <p:cNvSpPr/>
            <p:nvPr/>
          </p:nvSpPr>
          <p:spPr>
            <a:xfrm>
              <a:off x="13677678" y="5272402"/>
              <a:ext cx="82191" cy="352568"/>
            </a:xfrm>
            <a:custGeom>
              <a:avLst/>
              <a:gdLst>
                <a:gd name="connsiteX0" fmla="*/ 82507 w 82191"/>
                <a:gd name="connsiteY0" fmla="*/ 176369 h 352568"/>
                <a:gd name="connsiteX1" fmla="*/ 59125 w 82191"/>
                <a:gd name="connsiteY1" fmla="*/ 66368 h 352568"/>
                <a:gd name="connsiteX2" fmla="*/ 3858 w 82191"/>
                <a:gd name="connsiteY2" fmla="*/ 85 h 352568"/>
                <a:gd name="connsiteX3" fmla="*/ 316 w 82191"/>
                <a:gd name="connsiteY3" fmla="*/ 3610 h 352568"/>
                <a:gd name="connsiteX4" fmla="*/ 7047 w 82191"/>
                <a:gd name="connsiteY4" fmla="*/ 11719 h 352568"/>
                <a:gd name="connsiteX5" fmla="*/ 61959 w 82191"/>
                <a:gd name="connsiteY5" fmla="*/ 176369 h 352568"/>
                <a:gd name="connsiteX6" fmla="*/ 4921 w 82191"/>
                <a:gd name="connsiteY6" fmla="*/ 343134 h 352568"/>
                <a:gd name="connsiteX7" fmla="*/ 316 w 82191"/>
                <a:gd name="connsiteY7" fmla="*/ 349127 h 352568"/>
                <a:gd name="connsiteX8" fmla="*/ 3858 w 82191"/>
                <a:gd name="connsiteY8" fmla="*/ 352653 h 352568"/>
                <a:gd name="connsiteX9" fmla="*/ 60187 w 82191"/>
                <a:gd name="connsiteY9" fmla="*/ 283902 h 352568"/>
                <a:gd name="connsiteX10" fmla="*/ 82507 w 82191"/>
                <a:gd name="connsiteY10" fmla="*/ 176369 h 35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191" h="352568">
                  <a:moveTo>
                    <a:pt x="82507" y="176369"/>
                  </a:moveTo>
                  <a:cubicBezTo>
                    <a:pt x="82507" y="148868"/>
                    <a:pt x="78610" y="106208"/>
                    <a:pt x="59125" y="66368"/>
                  </a:cubicBezTo>
                  <a:cubicBezTo>
                    <a:pt x="37868" y="23002"/>
                    <a:pt x="7401" y="85"/>
                    <a:pt x="3858" y="85"/>
                  </a:cubicBezTo>
                  <a:cubicBezTo>
                    <a:pt x="1733" y="85"/>
                    <a:pt x="316" y="1495"/>
                    <a:pt x="316" y="3610"/>
                  </a:cubicBezTo>
                  <a:cubicBezTo>
                    <a:pt x="316" y="4668"/>
                    <a:pt x="316" y="5373"/>
                    <a:pt x="7047" y="11719"/>
                  </a:cubicBezTo>
                  <a:cubicBezTo>
                    <a:pt x="41765" y="46624"/>
                    <a:pt x="61959" y="102682"/>
                    <a:pt x="61959" y="176369"/>
                  </a:cubicBezTo>
                  <a:cubicBezTo>
                    <a:pt x="61959" y="236658"/>
                    <a:pt x="48851" y="298710"/>
                    <a:pt x="4921" y="343134"/>
                  </a:cubicBezTo>
                  <a:cubicBezTo>
                    <a:pt x="316" y="347364"/>
                    <a:pt x="316" y="348070"/>
                    <a:pt x="316" y="349127"/>
                  </a:cubicBezTo>
                  <a:cubicBezTo>
                    <a:pt x="316" y="351243"/>
                    <a:pt x="1733" y="352653"/>
                    <a:pt x="3858" y="352653"/>
                  </a:cubicBezTo>
                  <a:cubicBezTo>
                    <a:pt x="7401" y="352653"/>
                    <a:pt x="39285" y="328678"/>
                    <a:pt x="60187" y="283902"/>
                  </a:cubicBezTo>
                  <a:cubicBezTo>
                    <a:pt x="78255" y="245120"/>
                    <a:pt x="82507" y="205985"/>
                    <a:pt x="82507" y="176369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A7929B1-D432-DF40-5151-242DF23FDE09}"/>
                </a:ext>
              </a:extLst>
            </p:cNvPr>
            <p:cNvSpPr/>
            <p:nvPr/>
          </p:nvSpPr>
          <p:spPr>
            <a:xfrm>
              <a:off x="13913503" y="5407436"/>
              <a:ext cx="235590" cy="82500"/>
            </a:xfrm>
            <a:custGeom>
              <a:avLst/>
              <a:gdLst>
                <a:gd name="connsiteX0" fmla="*/ 223868 w 235590"/>
                <a:gd name="connsiteY0" fmla="*/ 14187 h 82500"/>
                <a:gd name="connsiteX1" fmla="*/ 235913 w 235590"/>
                <a:gd name="connsiteY1" fmla="*/ 7136 h 82500"/>
                <a:gd name="connsiteX2" fmla="*/ 224222 w 235590"/>
                <a:gd name="connsiteY2" fmla="*/ 85 h 82500"/>
                <a:gd name="connsiteX3" fmla="*/ 12013 w 235590"/>
                <a:gd name="connsiteY3" fmla="*/ 85 h 82500"/>
                <a:gd name="connsiteX4" fmla="*/ 322 w 235590"/>
                <a:gd name="connsiteY4" fmla="*/ 7136 h 82500"/>
                <a:gd name="connsiteX5" fmla="*/ 12367 w 235590"/>
                <a:gd name="connsiteY5" fmla="*/ 14187 h 82500"/>
                <a:gd name="connsiteX6" fmla="*/ 223868 w 235590"/>
                <a:gd name="connsiteY6" fmla="*/ 14187 h 82500"/>
                <a:gd name="connsiteX7" fmla="*/ 224222 w 235590"/>
                <a:gd name="connsiteY7" fmla="*/ 82586 h 82500"/>
                <a:gd name="connsiteX8" fmla="*/ 235913 w 235590"/>
                <a:gd name="connsiteY8" fmla="*/ 75534 h 82500"/>
                <a:gd name="connsiteX9" fmla="*/ 223868 w 235590"/>
                <a:gd name="connsiteY9" fmla="*/ 68483 h 82500"/>
                <a:gd name="connsiteX10" fmla="*/ 12367 w 235590"/>
                <a:gd name="connsiteY10" fmla="*/ 68483 h 82500"/>
                <a:gd name="connsiteX11" fmla="*/ 322 w 235590"/>
                <a:gd name="connsiteY11" fmla="*/ 75534 h 82500"/>
                <a:gd name="connsiteX12" fmla="*/ 12013 w 235590"/>
                <a:gd name="connsiteY12" fmla="*/ 82586 h 82500"/>
                <a:gd name="connsiteX13" fmla="*/ 224222 w 235590"/>
                <a:gd name="connsiteY13" fmla="*/ 82586 h 8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590" h="82500">
                  <a:moveTo>
                    <a:pt x="223868" y="14187"/>
                  </a:moveTo>
                  <a:cubicBezTo>
                    <a:pt x="229182" y="14187"/>
                    <a:pt x="235913" y="14187"/>
                    <a:pt x="235913" y="7136"/>
                  </a:cubicBezTo>
                  <a:cubicBezTo>
                    <a:pt x="235913" y="85"/>
                    <a:pt x="229182" y="85"/>
                    <a:pt x="224222" y="85"/>
                  </a:cubicBezTo>
                  <a:lnTo>
                    <a:pt x="12013" y="85"/>
                  </a:lnTo>
                  <a:cubicBezTo>
                    <a:pt x="7053" y="85"/>
                    <a:pt x="322" y="85"/>
                    <a:pt x="322" y="7136"/>
                  </a:cubicBezTo>
                  <a:cubicBezTo>
                    <a:pt x="322" y="14187"/>
                    <a:pt x="7053" y="14187"/>
                    <a:pt x="12367" y="14187"/>
                  </a:cubicBezTo>
                  <a:lnTo>
                    <a:pt x="223868" y="14187"/>
                  </a:lnTo>
                  <a:close/>
                  <a:moveTo>
                    <a:pt x="224222" y="82586"/>
                  </a:moveTo>
                  <a:cubicBezTo>
                    <a:pt x="229182" y="82586"/>
                    <a:pt x="235913" y="82586"/>
                    <a:pt x="235913" y="75534"/>
                  </a:cubicBezTo>
                  <a:cubicBezTo>
                    <a:pt x="235913" y="68483"/>
                    <a:pt x="229182" y="68483"/>
                    <a:pt x="223868" y="68483"/>
                  </a:cubicBezTo>
                  <a:lnTo>
                    <a:pt x="12367" y="68483"/>
                  </a:lnTo>
                  <a:cubicBezTo>
                    <a:pt x="7053" y="68483"/>
                    <a:pt x="322" y="68483"/>
                    <a:pt x="322" y="75534"/>
                  </a:cubicBezTo>
                  <a:cubicBezTo>
                    <a:pt x="322" y="82586"/>
                    <a:pt x="7053" y="82586"/>
                    <a:pt x="12013" y="82586"/>
                  </a:cubicBezTo>
                  <a:lnTo>
                    <a:pt x="224222" y="82586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6398710-1BF4-8F5C-292C-91ADD5963B6A}"/>
                </a:ext>
              </a:extLst>
            </p:cNvPr>
            <p:cNvSpPr/>
            <p:nvPr/>
          </p:nvSpPr>
          <p:spPr>
            <a:xfrm>
              <a:off x="14275410" y="5380288"/>
              <a:ext cx="199454" cy="156540"/>
            </a:xfrm>
            <a:custGeom>
              <a:avLst/>
              <a:gdLst>
                <a:gd name="connsiteX0" fmla="*/ 115117 w 199454"/>
                <a:gd name="connsiteY0" fmla="*/ 69893 h 156540"/>
                <a:gd name="connsiteX1" fmla="*/ 156566 w 199454"/>
                <a:gd name="connsiteY1" fmla="*/ 24059 h 156540"/>
                <a:gd name="connsiteX2" fmla="*/ 192702 w 199454"/>
                <a:gd name="connsiteY2" fmla="*/ 16655 h 156540"/>
                <a:gd name="connsiteX3" fmla="*/ 192702 w 199454"/>
                <a:gd name="connsiteY3" fmla="*/ 85 h 156540"/>
                <a:gd name="connsiteX4" fmla="*/ 160109 w 199454"/>
                <a:gd name="connsiteY4" fmla="*/ 1142 h 156540"/>
                <a:gd name="connsiteX5" fmla="*/ 123619 w 199454"/>
                <a:gd name="connsiteY5" fmla="*/ 85 h 156540"/>
                <a:gd name="connsiteX6" fmla="*/ 123619 w 199454"/>
                <a:gd name="connsiteY6" fmla="*/ 16655 h 156540"/>
                <a:gd name="connsiteX7" fmla="*/ 137081 w 199454"/>
                <a:gd name="connsiteY7" fmla="*/ 19829 h 156540"/>
                <a:gd name="connsiteX8" fmla="*/ 134247 w 199454"/>
                <a:gd name="connsiteY8" fmla="*/ 24059 h 156540"/>
                <a:gd name="connsiteX9" fmla="*/ 104489 w 199454"/>
                <a:gd name="connsiteY9" fmla="*/ 57201 h 156540"/>
                <a:gd name="connsiteX10" fmla="*/ 69770 w 199454"/>
                <a:gd name="connsiteY10" fmla="*/ 16655 h 156540"/>
                <a:gd name="connsiteX11" fmla="*/ 83941 w 199454"/>
                <a:gd name="connsiteY11" fmla="*/ 16655 h 156540"/>
                <a:gd name="connsiteX12" fmla="*/ 83941 w 199454"/>
                <a:gd name="connsiteY12" fmla="*/ 85 h 156540"/>
                <a:gd name="connsiteX13" fmla="*/ 41074 w 199454"/>
                <a:gd name="connsiteY13" fmla="*/ 1142 h 156540"/>
                <a:gd name="connsiteX14" fmla="*/ 2104 w 199454"/>
                <a:gd name="connsiteY14" fmla="*/ 85 h 156540"/>
                <a:gd name="connsiteX15" fmla="*/ 2104 w 199454"/>
                <a:gd name="connsiteY15" fmla="*/ 16655 h 156540"/>
                <a:gd name="connsiteX16" fmla="*/ 27257 w 199454"/>
                <a:gd name="connsiteY16" fmla="*/ 16655 h 156540"/>
                <a:gd name="connsiteX17" fmla="*/ 82524 w 199454"/>
                <a:gd name="connsiteY17" fmla="*/ 81528 h 156540"/>
                <a:gd name="connsiteX18" fmla="*/ 36114 w 199454"/>
                <a:gd name="connsiteY18" fmla="*/ 133355 h 156540"/>
                <a:gd name="connsiteX19" fmla="*/ 333 w 199454"/>
                <a:gd name="connsiteY19" fmla="*/ 140054 h 156540"/>
                <a:gd name="connsiteX20" fmla="*/ 333 w 199454"/>
                <a:gd name="connsiteY20" fmla="*/ 156625 h 156540"/>
                <a:gd name="connsiteX21" fmla="*/ 32926 w 199454"/>
                <a:gd name="connsiteY21" fmla="*/ 155567 h 156540"/>
                <a:gd name="connsiteX22" fmla="*/ 69416 w 199454"/>
                <a:gd name="connsiteY22" fmla="*/ 156625 h 156540"/>
                <a:gd name="connsiteX23" fmla="*/ 69416 w 199454"/>
                <a:gd name="connsiteY23" fmla="*/ 140054 h 156540"/>
                <a:gd name="connsiteX24" fmla="*/ 56308 w 199454"/>
                <a:gd name="connsiteY24" fmla="*/ 136176 h 156540"/>
                <a:gd name="connsiteX25" fmla="*/ 58788 w 199454"/>
                <a:gd name="connsiteY25" fmla="*/ 132650 h 156540"/>
                <a:gd name="connsiteX26" fmla="*/ 93152 w 199454"/>
                <a:gd name="connsiteY26" fmla="*/ 94220 h 156540"/>
                <a:gd name="connsiteX27" fmla="*/ 132122 w 199454"/>
                <a:gd name="connsiteY27" fmla="*/ 140054 h 156540"/>
                <a:gd name="connsiteX28" fmla="*/ 118305 w 199454"/>
                <a:gd name="connsiteY28" fmla="*/ 140054 h 156540"/>
                <a:gd name="connsiteX29" fmla="*/ 118305 w 199454"/>
                <a:gd name="connsiteY29" fmla="*/ 156625 h 156540"/>
                <a:gd name="connsiteX30" fmla="*/ 160818 w 199454"/>
                <a:gd name="connsiteY30" fmla="*/ 155567 h 156540"/>
                <a:gd name="connsiteX31" fmla="*/ 199788 w 199454"/>
                <a:gd name="connsiteY31" fmla="*/ 156625 h 156540"/>
                <a:gd name="connsiteX32" fmla="*/ 199788 w 199454"/>
                <a:gd name="connsiteY32" fmla="*/ 140054 h 156540"/>
                <a:gd name="connsiteX33" fmla="*/ 174634 w 199454"/>
                <a:gd name="connsiteY33" fmla="*/ 140054 h 156540"/>
                <a:gd name="connsiteX34" fmla="*/ 115117 w 199454"/>
                <a:gd name="connsiteY34" fmla="*/ 69893 h 15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9454" h="156540">
                  <a:moveTo>
                    <a:pt x="115117" y="69893"/>
                  </a:moveTo>
                  <a:lnTo>
                    <a:pt x="156566" y="24059"/>
                  </a:lnTo>
                  <a:cubicBezTo>
                    <a:pt x="161172" y="19123"/>
                    <a:pt x="163298" y="16655"/>
                    <a:pt x="192702" y="16655"/>
                  </a:cubicBezTo>
                  <a:lnTo>
                    <a:pt x="192702" y="85"/>
                  </a:lnTo>
                  <a:cubicBezTo>
                    <a:pt x="180303" y="790"/>
                    <a:pt x="161881" y="1142"/>
                    <a:pt x="160109" y="1142"/>
                  </a:cubicBezTo>
                  <a:cubicBezTo>
                    <a:pt x="151252" y="1142"/>
                    <a:pt x="133539" y="437"/>
                    <a:pt x="123619" y="85"/>
                  </a:cubicBezTo>
                  <a:lnTo>
                    <a:pt x="123619" y="16655"/>
                  </a:lnTo>
                  <a:cubicBezTo>
                    <a:pt x="128579" y="16655"/>
                    <a:pt x="132830" y="17361"/>
                    <a:pt x="137081" y="19829"/>
                  </a:cubicBezTo>
                  <a:cubicBezTo>
                    <a:pt x="135664" y="21944"/>
                    <a:pt x="135664" y="22649"/>
                    <a:pt x="134247" y="24059"/>
                  </a:cubicBezTo>
                  <a:lnTo>
                    <a:pt x="104489" y="57201"/>
                  </a:lnTo>
                  <a:lnTo>
                    <a:pt x="69770" y="16655"/>
                  </a:lnTo>
                  <a:lnTo>
                    <a:pt x="83941" y="16655"/>
                  </a:lnTo>
                  <a:lnTo>
                    <a:pt x="83941" y="85"/>
                  </a:lnTo>
                  <a:cubicBezTo>
                    <a:pt x="74730" y="437"/>
                    <a:pt x="52411" y="1142"/>
                    <a:pt x="41074" y="1142"/>
                  </a:cubicBezTo>
                  <a:cubicBezTo>
                    <a:pt x="29737" y="1142"/>
                    <a:pt x="13795" y="437"/>
                    <a:pt x="2104" y="85"/>
                  </a:cubicBezTo>
                  <a:lnTo>
                    <a:pt x="2104" y="16655"/>
                  </a:lnTo>
                  <a:lnTo>
                    <a:pt x="27257" y="16655"/>
                  </a:lnTo>
                  <a:lnTo>
                    <a:pt x="82524" y="81528"/>
                  </a:lnTo>
                  <a:lnTo>
                    <a:pt x="36114" y="133355"/>
                  </a:lnTo>
                  <a:cubicBezTo>
                    <a:pt x="30092" y="140054"/>
                    <a:pt x="17338" y="140054"/>
                    <a:pt x="333" y="140054"/>
                  </a:cubicBezTo>
                  <a:lnTo>
                    <a:pt x="333" y="156625"/>
                  </a:lnTo>
                  <a:cubicBezTo>
                    <a:pt x="12732" y="155920"/>
                    <a:pt x="31154" y="155567"/>
                    <a:pt x="32926" y="155567"/>
                  </a:cubicBezTo>
                  <a:cubicBezTo>
                    <a:pt x="41782" y="155567"/>
                    <a:pt x="62330" y="156272"/>
                    <a:pt x="69416" y="156625"/>
                  </a:cubicBezTo>
                  <a:lnTo>
                    <a:pt x="69416" y="140054"/>
                  </a:lnTo>
                  <a:cubicBezTo>
                    <a:pt x="63039" y="140054"/>
                    <a:pt x="56308" y="138291"/>
                    <a:pt x="56308" y="136176"/>
                  </a:cubicBezTo>
                  <a:cubicBezTo>
                    <a:pt x="56308" y="135823"/>
                    <a:pt x="56308" y="135471"/>
                    <a:pt x="58788" y="132650"/>
                  </a:cubicBezTo>
                  <a:lnTo>
                    <a:pt x="93152" y="94220"/>
                  </a:lnTo>
                  <a:lnTo>
                    <a:pt x="132122" y="140054"/>
                  </a:lnTo>
                  <a:lnTo>
                    <a:pt x="118305" y="140054"/>
                  </a:lnTo>
                  <a:lnTo>
                    <a:pt x="118305" y="156625"/>
                  </a:lnTo>
                  <a:cubicBezTo>
                    <a:pt x="127516" y="156272"/>
                    <a:pt x="149127" y="155567"/>
                    <a:pt x="160818" y="155567"/>
                  </a:cubicBezTo>
                  <a:cubicBezTo>
                    <a:pt x="172154" y="155567"/>
                    <a:pt x="188097" y="156272"/>
                    <a:pt x="199788" y="156625"/>
                  </a:cubicBezTo>
                  <a:lnTo>
                    <a:pt x="199788" y="140054"/>
                  </a:lnTo>
                  <a:lnTo>
                    <a:pt x="174634" y="140054"/>
                  </a:lnTo>
                  <a:lnTo>
                    <a:pt x="115117" y="69893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D7B39B0-584C-3E54-2E59-08C01F5F6FA7}"/>
                </a:ext>
              </a:extLst>
            </p:cNvPr>
            <p:cNvSpPr/>
            <p:nvPr/>
          </p:nvSpPr>
          <p:spPr>
            <a:xfrm>
              <a:off x="9222483" y="6407363"/>
              <a:ext cx="235590" cy="82500"/>
            </a:xfrm>
            <a:custGeom>
              <a:avLst/>
              <a:gdLst>
                <a:gd name="connsiteX0" fmla="*/ 223736 w 235590"/>
                <a:gd name="connsiteY0" fmla="*/ 14216 h 82500"/>
                <a:gd name="connsiteX1" fmla="*/ 235781 w 235590"/>
                <a:gd name="connsiteY1" fmla="*/ 7164 h 82500"/>
                <a:gd name="connsiteX2" fmla="*/ 224090 w 235590"/>
                <a:gd name="connsiteY2" fmla="*/ 113 h 82500"/>
                <a:gd name="connsiteX3" fmla="*/ 11881 w 235590"/>
                <a:gd name="connsiteY3" fmla="*/ 113 h 82500"/>
                <a:gd name="connsiteX4" fmla="*/ 190 w 235590"/>
                <a:gd name="connsiteY4" fmla="*/ 7164 h 82500"/>
                <a:gd name="connsiteX5" fmla="*/ 12236 w 235590"/>
                <a:gd name="connsiteY5" fmla="*/ 14216 h 82500"/>
                <a:gd name="connsiteX6" fmla="*/ 223736 w 235590"/>
                <a:gd name="connsiteY6" fmla="*/ 14216 h 82500"/>
                <a:gd name="connsiteX7" fmla="*/ 224090 w 235590"/>
                <a:gd name="connsiteY7" fmla="*/ 82614 h 82500"/>
                <a:gd name="connsiteX8" fmla="*/ 235781 w 235590"/>
                <a:gd name="connsiteY8" fmla="*/ 75563 h 82500"/>
                <a:gd name="connsiteX9" fmla="*/ 223736 w 235590"/>
                <a:gd name="connsiteY9" fmla="*/ 68511 h 82500"/>
                <a:gd name="connsiteX10" fmla="*/ 12236 w 235590"/>
                <a:gd name="connsiteY10" fmla="*/ 68511 h 82500"/>
                <a:gd name="connsiteX11" fmla="*/ 190 w 235590"/>
                <a:gd name="connsiteY11" fmla="*/ 75563 h 82500"/>
                <a:gd name="connsiteX12" fmla="*/ 11881 w 235590"/>
                <a:gd name="connsiteY12" fmla="*/ 82614 h 82500"/>
                <a:gd name="connsiteX13" fmla="*/ 224090 w 235590"/>
                <a:gd name="connsiteY13" fmla="*/ 82614 h 8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590" h="82500">
                  <a:moveTo>
                    <a:pt x="223736" y="14216"/>
                  </a:moveTo>
                  <a:cubicBezTo>
                    <a:pt x="229050" y="14216"/>
                    <a:pt x="235781" y="14216"/>
                    <a:pt x="235781" y="7164"/>
                  </a:cubicBezTo>
                  <a:cubicBezTo>
                    <a:pt x="235781" y="113"/>
                    <a:pt x="229050" y="113"/>
                    <a:pt x="224090" y="113"/>
                  </a:cubicBezTo>
                  <a:lnTo>
                    <a:pt x="11881" y="113"/>
                  </a:lnTo>
                  <a:cubicBezTo>
                    <a:pt x="6921" y="113"/>
                    <a:pt x="190" y="113"/>
                    <a:pt x="190" y="7164"/>
                  </a:cubicBezTo>
                  <a:cubicBezTo>
                    <a:pt x="190" y="14216"/>
                    <a:pt x="6921" y="14216"/>
                    <a:pt x="12236" y="14216"/>
                  </a:cubicBezTo>
                  <a:lnTo>
                    <a:pt x="223736" y="14216"/>
                  </a:lnTo>
                  <a:close/>
                  <a:moveTo>
                    <a:pt x="224090" y="82614"/>
                  </a:moveTo>
                  <a:cubicBezTo>
                    <a:pt x="229050" y="82614"/>
                    <a:pt x="235781" y="82614"/>
                    <a:pt x="235781" y="75563"/>
                  </a:cubicBezTo>
                  <a:cubicBezTo>
                    <a:pt x="235781" y="68511"/>
                    <a:pt x="229050" y="68511"/>
                    <a:pt x="223736" y="68511"/>
                  </a:cubicBezTo>
                  <a:lnTo>
                    <a:pt x="12236" y="68511"/>
                  </a:lnTo>
                  <a:cubicBezTo>
                    <a:pt x="6921" y="68511"/>
                    <a:pt x="190" y="68511"/>
                    <a:pt x="190" y="75563"/>
                  </a:cubicBezTo>
                  <a:cubicBezTo>
                    <a:pt x="190" y="82614"/>
                    <a:pt x="6921" y="82614"/>
                    <a:pt x="11881" y="82614"/>
                  </a:cubicBezTo>
                  <a:lnTo>
                    <a:pt x="224090" y="82614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EF46C79-D497-F8FB-36FD-7C6B0DE0B65F}"/>
                </a:ext>
              </a:extLst>
            </p:cNvPr>
            <p:cNvSpPr/>
            <p:nvPr/>
          </p:nvSpPr>
          <p:spPr>
            <a:xfrm>
              <a:off x="9596435" y="6201813"/>
              <a:ext cx="471535" cy="493595"/>
            </a:xfrm>
            <a:custGeom>
              <a:avLst/>
              <a:gdLst>
                <a:gd name="connsiteX0" fmla="*/ 428869 w 471535"/>
                <a:gd name="connsiteY0" fmla="*/ 493699 h 493595"/>
                <a:gd name="connsiteX1" fmla="*/ 471736 w 471535"/>
                <a:gd name="connsiteY1" fmla="*/ 380877 h 493595"/>
                <a:gd name="connsiteX2" fmla="*/ 462879 w 471535"/>
                <a:gd name="connsiteY2" fmla="*/ 380877 h 493595"/>
                <a:gd name="connsiteX3" fmla="*/ 370769 w 471535"/>
                <a:gd name="connsiteY3" fmla="*/ 452096 h 493595"/>
                <a:gd name="connsiteX4" fmla="*/ 260590 w 471535"/>
                <a:gd name="connsiteY4" fmla="*/ 463026 h 493595"/>
                <a:gd name="connsiteX5" fmla="*/ 46965 w 471535"/>
                <a:gd name="connsiteY5" fmla="*/ 463026 h 493595"/>
                <a:gd name="connsiteX6" fmla="*/ 227289 w 471535"/>
                <a:gd name="connsiteY6" fmla="*/ 252542 h 493595"/>
                <a:gd name="connsiteX7" fmla="*/ 230477 w 471535"/>
                <a:gd name="connsiteY7" fmla="*/ 246901 h 493595"/>
                <a:gd name="connsiteX8" fmla="*/ 227997 w 471535"/>
                <a:gd name="connsiteY8" fmla="*/ 241613 h 493595"/>
                <a:gd name="connsiteX9" fmla="*/ 62907 w 471535"/>
                <a:gd name="connsiteY9" fmla="*/ 17027 h 493595"/>
                <a:gd name="connsiteX10" fmla="*/ 257048 w 471535"/>
                <a:gd name="connsiteY10" fmla="*/ 17027 h 493595"/>
                <a:gd name="connsiteX11" fmla="*/ 339947 w 471535"/>
                <a:gd name="connsiteY11" fmla="*/ 22668 h 493595"/>
                <a:gd name="connsiteX12" fmla="*/ 417887 w 471535"/>
                <a:gd name="connsiteY12" fmla="*/ 49110 h 493595"/>
                <a:gd name="connsiteX13" fmla="*/ 462879 w 471535"/>
                <a:gd name="connsiteY13" fmla="*/ 99175 h 493595"/>
                <a:gd name="connsiteX14" fmla="*/ 471736 w 471535"/>
                <a:gd name="connsiteY14" fmla="*/ 99175 h 493595"/>
                <a:gd name="connsiteX15" fmla="*/ 428869 w 471535"/>
                <a:gd name="connsiteY15" fmla="*/ 103 h 493595"/>
                <a:gd name="connsiteX16" fmla="*/ 10120 w 471535"/>
                <a:gd name="connsiteY16" fmla="*/ 103 h 493595"/>
                <a:gd name="connsiteX17" fmla="*/ 555 w 471535"/>
                <a:gd name="connsiteY17" fmla="*/ 2571 h 493595"/>
                <a:gd name="connsiteX18" fmla="*/ 201 w 471535"/>
                <a:gd name="connsiteY18" fmla="*/ 14206 h 493595"/>
                <a:gd name="connsiteX19" fmla="*/ 187610 w 471535"/>
                <a:gd name="connsiteY19" fmla="*/ 269466 h 493595"/>
                <a:gd name="connsiteX20" fmla="*/ 4098 w 471535"/>
                <a:gd name="connsiteY20" fmla="*/ 483475 h 493595"/>
                <a:gd name="connsiteX21" fmla="*/ 555 w 471535"/>
                <a:gd name="connsiteY21" fmla="*/ 489821 h 493595"/>
                <a:gd name="connsiteX22" fmla="*/ 10120 w 471535"/>
                <a:gd name="connsiteY22" fmla="*/ 493699 h 493595"/>
                <a:gd name="connsiteX23" fmla="*/ 428869 w 471535"/>
                <a:gd name="connsiteY23" fmla="*/ 493699 h 493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71535" h="493595">
                  <a:moveTo>
                    <a:pt x="428869" y="493699"/>
                  </a:moveTo>
                  <a:lnTo>
                    <a:pt x="471736" y="380877"/>
                  </a:lnTo>
                  <a:lnTo>
                    <a:pt x="462879" y="380877"/>
                  </a:lnTo>
                  <a:cubicBezTo>
                    <a:pt x="449063" y="417544"/>
                    <a:pt x="411510" y="441519"/>
                    <a:pt x="370769" y="452096"/>
                  </a:cubicBezTo>
                  <a:cubicBezTo>
                    <a:pt x="363329" y="453859"/>
                    <a:pt x="328610" y="463026"/>
                    <a:pt x="260590" y="463026"/>
                  </a:cubicBezTo>
                  <a:lnTo>
                    <a:pt x="46965" y="463026"/>
                  </a:lnTo>
                  <a:lnTo>
                    <a:pt x="227289" y="252542"/>
                  </a:lnTo>
                  <a:cubicBezTo>
                    <a:pt x="229769" y="249722"/>
                    <a:pt x="230477" y="248664"/>
                    <a:pt x="230477" y="246901"/>
                  </a:cubicBezTo>
                  <a:cubicBezTo>
                    <a:pt x="230477" y="246196"/>
                    <a:pt x="230477" y="245138"/>
                    <a:pt x="227997" y="241613"/>
                  </a:cubicBezTo>
                  <a:lnTo>
                    <a:pt x="62907" y="17027"/>
                  </a:lnTo>
                  <a:lnTo>
                    <a:pt x="257048" y="17027"/>
                  </a:lnTo>
                  <a:cubicBezTo>
                    <a:pt x="304520" y="17027"/>
                    <a:pt x="336759" y="21963"/>
                    <a:pt x="339947" y="22668"/>
                  </a:cubicBezTo>
                  <a:cubicBezTo>
                    <a:pt x="359078" y="25488"/>
                    <a:pt x="389899" y="31482"/>
                    <a:pt x="417887" y="49110"/>
                  </a:cubicBezTo>
                  <a:cubicBezTo>
                    <a:pt x="426744" y="54752"/>
                    <a:pt x="450834" y="70617"/>
                    <a:pt x="462879" y="99175"/>
                  </a:cubicBezTo>
                  <a:lnTo>
                    <a:pt x="471736" y="99175"/>
                  </a:lnTo>
                  <a:lnTo>
                    <a:pt x="428869" y="103"/>
                  </a:lnTo>
                  <a:lnTo>
                    <a:pt x="10120" y="103"/>
                  </a:lnTo>
                  <a:cubicBezTo>
                    <a:pt x="1972" y="103"/>
                    <a:pt x="1618" y="456"/>
                    <a:pt x="555" y="2571"/>
                  </a:cubicBezTo>
                  <a:cubicBezTo>
                    <a:pt x="201" y="3629"/>
                    <a:pt x="201" y="10328"/>
                    <a:pt x="201" y="14206"/>
                  </a:cubicBezTo>
                  <a:lnTo>
                    <a:pt x="187610" y="269466"/>
                  </a:lnTo>
                  <a:lnTo>
                    <a:pt x="4098" y="483475"/>
                  </a:lnTo>
                  <a:cubicBezTo>
                    <a:pt x="555" y="487705"/>
                    <a:pt x="555" y="489468"/>
                    <a:pt x="555" y="489821"/>
                  </a:cubicBezTo>
                  <a:cubicBezTo>
                    <a:pt x="555" y="493699"/>
                    <a:pt x="3743" y="493699"/>
                    <a:pt x="10120" y="493699"/>
                  </a:cubicBezTo>
                  <a:lnTo>
                    <a:pt x="428869" y="493699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DA6B7CB-A81C-E1D1-5C18-74423FB60C86}"/>
                </a:ext>
              </a:extLst>
            </p:cNvPr>
            <p:cNvSpPr/>
            <p:nvPr/>
          </p:nvSpPr>
          <p:spPr>
            <a:xfrm>
              <a:off x="9590539" y="6833373"/>
              <a:ext cx="115315" cy="111305"/>
            </a:xfrm>
            <a:custGeom>
              <a:avLst/>
              <a:gdLst>
                <a:gd name="connsiteX0" fmla="*/ 46823 w 115315"/>
                <a:gd name="connsiteY0" fmla="*/ 59109 h 111305"/>
                <a:gd name="connsiteX1" fmla="*/ 53271 w 115315"/>
                <a:gd name="connsiteY1" fmla="*/ 34182 h 111305"/>
                <a:gd name="connsiteX2" fmla="*/ 68894 w 115315"/>
                <a:gd name="connsiteY2" fmla="*/ 13945 h 111305"/>
                <a:gd name="connsiteX3" fmla="*/ 88981 w 115315"/>
                <a:gd name="connsiteY3" fmla="*/ 7035 h 111305"/>
                <a:gd name="connsiteX4" fmla="*/ 102621 w 115315"/>
                <a:gd name="connsiteY4" fmla="*/ 10490 h 111305"/>
                <a:gd name="connsiteX5" fmla="*/ 91709 w 115315"/>
                <a:gd name="connsiteY5" fmla="*/ 24064 h 111305"/>
                <a:gd name="connsiteX6" fmla="*/ 101629 w 115315"/>
                <a:gd name="connsiteY6" fmla="*/ 33195 h 111305"/>
                <a:gd name="connsiteX7" fmla="*/ 115516 w 115315"/>
                <a:gd name="connsiteY7" fmla="*/ 18141 h 111305"/>
                <a:gd name="connsiteX8" fmla="*/ 89229 w 115315"/>
                <a:gd name="connsiteY8" fmla="*/ 124 h 111305"/>
                <a:gd name="connsiteX9" fmla="*/ 54263 w 115315"/>
                <a:gd name="connsiteY9" fmla="*/ 17647 h 111305"/>
                <a:gd name="connsiteX10" fmla="*/ 28720 w 115315"/>
                <a:gd name="connsiteY10" fmla="*/ 124 h 111305"/>
                <a:gd name="connsiteX11" fmla="*/ 9376 w 115315"/>
                <a:gd name="connsiteY11" fmla="*/ 12711 h 111305"/>
                <a:gd name="connsiteX12" fmla="*/ 201 w 115315"/>
                <a:gd name="connsiteY12" fmla="*/ 37884 h 111305"/>
                <a:gd name="connsiteX13" fmla="*/ 4417 w 115315"/>
                <a:gd name="connsiteY13" fmla="*/ 41093 h 111305"/>
                <a:gd name="connsiteX14" fmla="*/ 9872 w 115315"/>
                <a:gd name="connsiteY14" fmla="*/ 33689 h 111305"/>
                <a:gd name="connsiteX15" fmla="*/ 27976 w 115315"/>
                <a:gd name="connsiteY15" fmla="*/ 7035 h 111305"/>
                <a:gd name="connsiteX16" fmla="*/ 36159 w 115315"/>
                <a:gd name="connsiteY16" fmla="*/ 19128 h 111305"/>
                <a:gd name="connsiteX17" fmla="*/ 32192 w 115315"/>
                <a:gd name="connsiteY17" fmla="*/ 39612 h 111305"/>
                <a:gd name="connsiteX18" fmla="*/ 26736 w 115315"/>
                <a:gd name="connsiteY18" fmla="*/ 61824 h 111305"/>
                <a:gd name="connsiteX19" fmla="*/ 18800 w 115315"/>
                <a:gd name="connsiteY19" fmla="*/ 93414 h 111305"/>
                <a:gd name="connsiteX20" fmla="*/ 16320 w 115315"/>
                <a:gd name="connsiteY20" fmla="*/ 103533 h 111305"/>
                <a:gd name="connsiteX21" fmla="*/ 24752 w 115315"/>
                <a:gd name="connsiteY21" fmla="*/ 111430 h 111305"/>
                <a:gd name="connsiteX22" fmla="*/ 35415 w 115315"/>
                <a:gd name="connsiteY22" fmla="*/ 104273 h 111305"/>
                <a:gd name="connsiteX23" fmla="*/ 40127 w 115315"/>
                <a:gd name="connsiteY23" fmla="*/ 85763 h 111305"/>
                <a:gd name="connsiteX24" fmla="*/ 46823 w 115315"/>
                <a:gd name="connsiteY24" fmla="*/ 59109 h 11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5315" h="111305">
                  <a:moveTo>
                    <a:pt x="46823" y="59109"/>
                  </a:moveTo>
                  <a:cubicBezTo>
                    <a:pt x="47071" y="57628"/>
                    <a:pt x="52775" y="35416"/>
                    <a:pt x="53271" y="34182"/>
                  </a:cubicBezTo>
                  <a:cubicBezTo>
                    <a:pt x="53767" y="32208"/>
                    <a:pt x="60958" y="19868"/>
                    <a:pt x="68894" y="13945"/>
                  </a:cubicBezTo>
                  <a:cubicBezTo>
                    <a:pt x="71622" y="11971"/>
                    <a:pt x="78318" y="7035"/>
                    <a:pt x="88981" y="7035"/>
                  </a:cubicBezTo>
                  <a:cubicBezTo>
                    <a:pt x="91461" y="7035"/>
                    <a:pt x="97661" y="7282"/>
                    <a:pt x="102621" y="10490"/>
                  </a:cubicBezTo>
                  <a:cubicBezTo>
                    <a:pt x="94685" y="12711"/>
                    <a:pt x="91709" y="19621"/>
                    <a:pt x="91709" y="24064"/>
                  </a:cubicBezTo>
                  <a:cubicBezTo>
                    <a:pt x="91709" y="29493"/>
                    <a:pt x="95925" y="33195"/>
                    <a:pt x="101629" y="33195"/>
                  </a:cubicBezTo>
                  <a:cubicBezTo>
                    <a:pt x="107333" y="33195"/>
                    <a:pt x="115516" y="28506"/>
                    <a:pt x="115516" y="18141"/>
                  </a:cubicBezTo>
                  <a:cubicBezTo>
                    <a:pt x="115516" y="5307"/>
                    <a:pt x="101877" y="124"/>
                    <a:pt x="89229" y="124"/>
                  </a:cubicBezTo>
                  <a:cubicBezTo>
                    <a:pt x="76334" y="124"/>
                    <a:pt x="65174" y="5307"/>
                    <a:pt x="54263" y="17647"/>
                  </a:cubicBezTo>
                  <a:cubicBezTo>
                    <a:pt x="49799" y="2592"/>
                    <a:pt x="34671" y="124"/>
                    <a:pt x="28720" y="124"/>
                  </a:cubicBezTo>
                  <a:cubicBezTo>
                    <a:pt x="19544" y="124"/>
                    <a:pt x="13344" y="5801"/>
                    <a:pt x="9376" y="12711"/>
                  </a:cubicBezTo>
                  <a:cubicBezTo>
                    <a:pt x="3673" y="22336"/>
                    <a:pt x="201" y="36650"/>
                    <a:pt x="201" y="37884"/>
                  </a:cubicBezTo>
                  <a:cubicBezTo>
                    <a:pt x="201" y="41093"/>
                    <a:pt x="3673" y="41093"/>
                    <a:pt x="4417" y="41093"/>
                  </a:cubicBezTo>
                  <a:cubicBezTo>
                    <a:pt x="7889" y="41093"/>
                    <a:pt x="8137" y="40352"/>
                    <a:pt x="9872" y="33689"/>
                  </a:cubicBezTo>
                  <a:cubicBezTo>
                    <a:pt x="13592" y="18634"/>
                    <a:pt x="18304" y="7035"/>
                    <a:pt x="27976" y="7035"/>
                  </a:cubicBezTo>
                  <a:cubicBezTo>
                    <a:pt x="34423" y="7035"/>
                    <a:pt x="36159" y="12464"/>
                    <a:pt x="36159" y="19128"/>
                  </a:cubicBezTo>
                  <a:cubicBezTo>
                    <a:pt x="36159" y="23817"/>
                    <a:pt x="33927" y="32949"/>
                    <a:pt x="32192" y="39612"/>
                  </a:cubicBezTo>
                  <a:cubicBezTo>
                    <a:pt x="30456" y="46276"/>
                    <a:pt x="27976" y="56394"/>
                    <a:pt x="26736" y="61824"/>
                  </a:cubicBezTo>
                  <a:lnTo>
                    <a:pt x="18800" y="93414"/>
                  </a:lnTo>
                  <a:cubicBezTo>
                    <a:pt x="17808" y="96622"/>
                    <a:pt x="16320" y="102792"/>
                    <a:pt x="16320" y="103533"/>
                  </a:cubicBezTo>
                  <a:cubicBezTo>
                    <a:pt x="16320" y="108962"/>
                    <a:pt x="20784" y="111430"/>
                    <a:pt x="24752" y="111430"/>
                  </a:cubicBezTo>
                  <a:cubicBezTo>
                    <a:pt x="28472" y="111430"/>
                    <a:pt x="33432" y="109209"/>
                    <a:pt x="35415" y="104273"/>
                  </a:cubicBezTo>
                  <a:cubicBezTo>
                    <a:pt x="35911" y="102792"/>
                    <a:pt x="38639" y="91933"/>
                    <a:pt x="40127" y="85763"/>
                  </a:cubicBezTo>
                  <a:lnTo>
                    <a:pt x="46823" y="59109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F1BA784-473B-77D4-118E-88AD34FBBA00}"/>
                </a:ext>
              </a:extLst>
            </p:cNvPr>
            <p:cNvSpPr/>
            <p:nvPr/>
          </p:nvSpPr>
          <p:spPr>
            <a:xfrm>
              <a:off x="9744834" y="6799809"/>
              <a:ext cx="137138" cy="161158"/>
            </a:xfrm>
            <a:custGeom>
              <a:avLst/>
              <a:gdLst>
                <a:gd name="connsiteX0" fmla="*/ 127424 w 137138"/>
                <a:gd name="connsiteY0" fmla="*/ 86750 h 161158"/>
                <a:gd name="connsiteX1" fmla="*/ 137343 w 137138"/>
                <a:gd name="connsiteY1" fmla="*/ 80827 h 161158"/>
                <a:gd name="connsiteX2" fmla="*/ 127424 w 137138"/>
                <a:gd name="connsiteY2" fmla="*/ 74657 h 161158"/>
                <a:gd name="connsiteX3" fmla="*/ 12604 w 137138"/>
                <a:gd name="connsiteY3" fmla="*/ 74657 h 161158"/>
                <a:gd name="connsiteX4" fmla="*/ 85017 w 137138"/>
                <a:gd name="connsiteY4" fmla="*/ 12217 h 161158"/>
                <a:gd name="connsiteX5" fmla="*/ 127424 w 137138"/>
                <a:gd name="connsiteY5" fmla="*/ 12217 h 161158"/>
                <a:gd name="connsiteX6" fmla="*/ 137343 w 137138"/>
                <a:gd name="connsiteY6" fmla="*/ 6294 h 161158"/>
                <a:gd name="connsiteX7" fmla="*/ 127424 w 137138"/>
                <a:gd name="connsiteY7" fmla="*/ 124 h 161158"/>
                <a:gd name="connsiteX8" fmla="*/ 84025 w 137138"/>
                <a:gd name="connsiteY8" fmla="*/ 124 h 161158"/>
                <a:gd name="connsiteX9" fmla="*/ 205 w 137138"/>
                <a:gd name="connsiteY9" fmla="*/ 80580 h 161158"/>
                <a:gd name="connsiteX10" fmla="*/ 84025 w 137138"/>
                <a:gd name="connsiteY10" fmla="*/ 161283 h 161158"/>
                <a:gd name="connsiteX11" fmla="*/ 127424 w 137138"/>
                <a:gd name="connsiteY11" fmla="*/ 161283 h 161158"/>
                <a:gd name="connsiteX12" fmla="*/ 137343 w 137138"/>
                <a:gd name="connsiteY12" fmla="*/ 155360 h 161158"/>
                <a:gd name="connsiteX13" fmla="*/ 127424 w 137138"/>
                <a:gd name="connsiteY13" fmla="*/ 149190 h 161158"/>
                <a:gd name="connsiteX14" fmla="*/ 85017 w 137138"/>
                <a:gd name="connsiteY14" fmla="*/ 149190 h 161158"/>
                <a:gd name="connsiteX15" fmla="*/ 12604 w 137138"/>
                <a:gd name="connsiteY15" fmla="*/ 86750 h 161158"/>
                <a:gd name="connsiteX16" fmla="*/ 127424 w 137138"/>
                <a:gd name="connsiteY16" fmla="*/ 86750 h 161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7138" h="161158">
                  <a:moveTo>
                    <a:pt x="127424" y="86750"/>
                  </a:moveTo>
                  <a:cubicBezTo>
                    <a:pt x="131391" y="86750"/>
                    <a:pt x="137343" y="86750"/>
                    <a:pt x="137343" y="80827"/>
                  </a:cubicBezTo>
                  <a:cubicBezTo>
                    <a:pt x="137343" y="74657"/>
                    <a:pt x="131639" y="74657"/>
                    <a:pt x="127424" y="74657"/>
                  </a:cubicBezTo>
                  <a:lnTo>
                    <a:pt x="12604" y="74657"/>
                  </a:lnTo>
                  <a:cubicBezTo>
                    <a:pt x="16324" y="38872"/>
                    <a:pt x="46331" y="12217"/>
                    <a:pt x="85017" y="12217"/>
                  </a:cubicBezTo>
                  <a:lnTo>
                    <a:pt x="127424" y="12217"/>
                  </a:lnTo>
                  <a:cubicBezTo>
                    <a:pt x="131391" y="12217"/>
                    <a:pt x="137343" y="12217"/>
                    <a:pt x="137343" y="6294"/>
                  </a:cubicBezTo>
                  <a:cubicBezTo>
                    <a:pt x="137343" y="124"/>
                    <a:pt x="131639" y="124"/>
                    <a:pt x="127424" y="124"/>
                  </a:cubicBezTo>
                  <a:lnTo>
                    <a:pt x="84025" y="124"/>
                  </a:lnTo>
                  <a:cubicBezTo>
                    <a:pt x="37899" y="124"/>
                    <a:pt x="205" y="36157"/>
                    <a:pt x="205" y="80580"/>
                  </a:cubicBezTo>
                  <a:cubicBezTo>
                    <a:pt x="205" y="125991"/>
                    <a:pt x="38395" y="161283"/>
                    <a:pt x="84025" y="161283"/>
                  </a:cubicBezTo>
                  <a:lnTo>
                    <a:pt x="127424" y="161283"/>
                  </a:lnTo>
                  <a:cubicBezTo>
                    <a:pt x="131391" y="161283"/>
                    <a:pt x="137343" y="161283"/>
                    <a:pt x="137343" y="155360"/>
                  </a:cubicBezTo>
                  <a:cubicBezTo>
                    <a:pt x="137343" y="149190"/>
                    <a:pt x="131639" y="149190"/>
                    <a:pt x="127424" y="149190"/>
                  </a:cubicBezTo>
                  <a:lnTo>
                    <a:pt x="85017" y="149190"/>
                  </a:lnTo>
                  <a:cubicBezTo>
                    <a:pt x="46331" y="149190"/>
                    <a:pt x="16324" y="122536"/>
                    <a:pt x="12604" y="86750"/>
                  </a:cubicBezTo>
                  <a:lnTo>
                    <a:pt x="127424" y="86750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2795876-1158-2AD3-8AF0-DDB8BD1BDC61}"/>
                </a:ext>
              </a:extLst>
            </p:cNvPr>
            <p:cNvSpPr/>
            <p:nvPr/>
          </p:nvSpPr>
          <p:spPr>
            <a:xfrm>
              <a:off x="9919876" y="6830658"/>
              <a:ext cx="151769" cy="161405"/>
            </a:xfrm>
            <a:custGeom>
              <a:avLst/>
              <a:gdLst>
                <a:gd name="connsiteX0" fmla="*/ 127925 w 151769"/>
                <a:gd name="connsiteY0" fmla="*/ 112171 h 161405"/>
                <a:gd name="connsiteX1" fmla="*/ 150988 w 151769"/>
                <a:gd name="connsiteY1" fmla="*/ 20609 h 161405"/>
                <a:gd name="connsiteX2" fmla="*/ 151980 w 151769"/>
                <a:gd name="connsiteY2" fmla="*/ 14439 h 161405"/>
                <a:gd name="connsiteX3" fmla="*/ 139085 w 151769"/>
                <a:gd name="connsiteY3" fmla="*/ 2099 h 161405"/>
                <a:gd name="connsiteX4" fmla="*/ 119989 w 151769"/>
                <a:gd name="connsiteY4" fmla="*/ 21349 h 161405"/>
                <a:gd name="connsiteX5" fmla="*/ 113542 w 151769"/>
                <a:gd name="connsiteY5" fmla="*/ 47016 h 161405"/>
                <a:gd name="connsiteX6" fmla="*/ 105854 w 151769"/>
                <a:gd name="connsiteY6" fmla="*/ 77866 h 161405"/>
                <a:gd name="connsiteX7" fmla="*/ 100646 w 151769"/>
                <a:gd name="connsiteY7" fmla="*/ 88725 h 161405"/>
                <a:gd name="connsiteX8" fmla="*/ 74359 w 151769"/>
                <a:gd name="connsiteY8" fmla="*/ 102299 h 161405"/>
                <a:gd name="connsiteX9" fmla="*/ 57496 w 151769"/>
                <a:gd name="connsiteY9" fmla="*/ 84282 h 161405"/>
                <a:gd name="connsiteX10" fmla="*/ 71631 w 151769"/>
                <a:gd name="connsiteY10" fmla="*/ 36157 h 161405"/>
                <a:gd name="connsiteX11" fmla="*/ 75351 w 151769"/>
                <a:gd name="connsiteY11" fmla="*/ 22830 h 161405"/>
                <a:gd name="connsiteX12" fmla="*/ 43360 w 151769"/>
                <a:gd name="connsiteY12" fmla="*/ 124 h 161405"/>
                <a:gd name="connsiteX13" fmla="*/ 210 w 151769"/>
                <a:gd name="connsiteY13" fmla="*/ 38625 h 161405"/>
                <a:gd name="connsiteX14" fmla="*/ 8146 w 151769"/>
                <a:gd name="connsiteY14" fmla="*/ 43067 h 161405"/>
                <a:gd name="connsiteX15" fmla="*/ 16329 w 151769"/>
                <a:gd name="connsiteY15" fmla="*/ 37638 h 161405"/>
                <a:gd name="connsiteX16" fmla="*/ 41872 w 151769"/>
                <a:gd name="connsiteY16" fmla="*/ 11477 h 161405"/>
                <a:gd name="connsiteX17" fmla="*/ 46088 w 151769"/>
                <a:gd name="connsiteY17" fmla="*/ 17400 h 161405"/>
                <a:gd name="connsiteX18" fmla="*/ 42120 w 151769"/>
                <a:gd name="connsiteY18" fmla="*/ 31468 h 161405"/>
                <a:gd name="connsiteX19" fmla="*/ 27737 w 151769"/>
                <a:gd name="connsiteY19" fmla="*/ 79593 h 161405"/>
                <a:gd name="connsiteX20" fmla="*/ 72375 w 151769"/>
                <a:gd name="connsiteY20" fmla="*/ 113651 h 161405"/>
                <a:gd name="connsiteX21" fmla="*/ 98662 w 151769"/>
                <a:gd name="connsiteY21" fmla="*/ 106247 h 161405"/>
                <a:gd name="connsiteX22" fmla="*/ 53032 w 151769"/>
                <a:gd name="connsiteY22" fmla="*/ 150177 h 161405"/>
                <a:gd name="connsiteX23" fmla="*/ 40137 w 151769"/>
                <a:gd name="connsiteY23" fmla="*/ 148203 h 161405"/>
                <a:gd name="connsiteX24" fmla="*/ 48816 w 151769"/>
                <a:gd name="connsiteY24" fmla="*/ 132408 h 161405"/>
                <a:gd name="connsiteX25" fmla="*/ 34929 w 151769"/>
                <a:gd name="connsiteY25" fmla="*/ 119328 h 161405"/>
                <a:gd name="connsiteX26" fmla="*/ 15090 w 151769"/>
                <a:gd name="connsiteY26" fmla="*/ 139812 h 161405"/>
                <a:gd name="connsiteX27" fmla="*/ 52784 w 151769"/>
                <a:gd name="connsiteY27" fmla="*/ 161530 h 161405"/>
                <a:gd name="connsiteX28" fmla="*/ 127925 w 151769"/>
                <a:gd name="connsiteY28" fmla="*/ 112171 h 161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51769" h="161405">
                  <a:moveTo>
                    <a:pt x="127925" y="112171"/>
                  </a:moveTo>
                  <a:lnTo>
                    <a:pt x="150988" y="20609"/>
                  </a:lnTo>
                  <a:cubicBezTo>
                    <a:pt x="151980" y="16660"/>
                    <a:pt x="151980" y="15426"/>
                    <a:pt x="151980" y="14439"/>
                  </a:cubicBezTo>
                  <a:cubicBezTo>
                    <a:pt x="151980" y="5801"/>
                    <a:pt x="145284" y="2099"/>
                    <a:pt x="139085" y="2099"/>
                  </a:cubicBezTo>
                  <a:cubicBezTo>
                    <a:pt x="124949" y="2099"/>
                    <a:pt x="121725" y="14439"/>
                    <a:pt x="119989" y="21349"/>
                  </a:cubicBezTo>
                  <a:lnTo>
                    <a:pt x="113542" y="47016"/>
                  </a:lnTo>
                  <a:lnTo>
                    <a:pt x="105854" y="77866"/>
                  </a:lnTo>
                  <a:cubicBezTo>
                    <a:pt x="104118" y="84529"/>
                    <a:pt x="104118" y="85023"/>
                    <a:pt x="100646" y="88725"/>
                  </a:cubicBezTo>
                  <a:cubicBezTo>
                    <a:pt x="94198" y="95882"/>
                    <a:pt x="85519" y="102299"/>
                    <a:pt x="74359" y="102299"/>
                  </a:cubicBezTo>
                  <a:cubicBezTo>
                    <a:pt x="57496" y="102299"/>
                    <a:pt x="57496" y="89218"/>
                    <a:pt x="57496" y="84282"/>
                  </a:cubicBezTo>
                  <a:cubicBezTo>
                    <a:pt x="57496" y="70709"/>
                    <a:pt x="64192" y="53926"/>
                    <a:pt x="71631" y="36157"/>
                  </a:cubicBezTo>
                  <a:cubicBezTo>
                    <a:pt x="74359" y="29247"/>
                    <a:pt x="75351" y="26532"/>
                    <a:pt x="75351" y="22830"/>
                  </a:cubicBezTo>
                  <a:cubicBezTo>
                    <a:pt x="75351" y="8022"/>
                    <a:pt x="59232" y="124"/>
                    <a:pt x="43360" y="124"/>
                  </a:cubicBezTo>
                  <a:cubicBezTo>
                    <a:pt x="15090" y="124"/>
                    <a:pt x="210" y="31468"/>
                    <a:pt x="210" y="38625"/>
                  </a:cubicBezTo>
                  <a:cubicBezTo>
                    <a:pt x="210" y="43067"/>
                    <a:pt x="4426" y="43067"/>
                    <a:pt x="8146" y="43067"/>
                  </a:cubicBezTo>
                  <a:cubicBezTo>
                    <a:pt x="14346" y="43067"/>
                    <a:pt x="14842" y="42574"/>
                    <a:pt x="16329" y="37638"/>
                  </a:cubicBezTo>
                  <a:cubicBezTo>
                    <a:pt x="20545" y="23570"/>
                    <a:pt x="31209" y="11477"/>
                    <a:pt x="41872" y="11477"/>
                  </a:cubicBezTo>
                  <a:cubicBezTo>
                    <a:pt x="43360" y="11477"/>
                    <a:pt x="46088" y="11477"/>
                    <a:pt x="46088" y="17400"/>
                  </a:cubicBezTo>
                  <a:cubicBezTo>
                    <a:pt x="46088" y="22089"/>
                    <a:pt x="44352" y="26532"/>
                    <a:pt x="42120" y="31468"/>
                  </a:cubicBezTo>
                  <a:cubicBezTo>
                    <a:pt x="32945" y="53680"/>
                    <a:pt x="27737" y="67994"/>
                    <a:pt x="27737" y="79593"/>
                  </a:cubicBezTo>
                  <a:cubicBezTo>
                    <a:pt x="27737" y="106988"/>
                    <a:pt x="51544" y="113651"/>
                    <a:pt x="72375" y="113651"/>
                  </a:cubicBezTo>
                  <a:cubicBezTo>
                    <a:pt x="79815" y="113651"/>
                    <a:pt x="87007" y="112911"/>
                    <a:pt x="98662" y="106247"/>
                  </a:cubicBezTo>
                  <a:cubicBezTo>
                    <a:pt x="92214" y="134876"/>
                    <a:pt x="71135" y="150177"/>
                    <a:pt x="53032" y="150177"/>
                  </a:cubicBezTo>
                  <a:cubicBezTo>
                    <a:pt x="51048" y="150177"/>
                    <a:pt x="45840" y="150177"/>
                    <a:pt x="40137" y="148203"/>
                  </a:cubicBezTo>
                  <a:cubicBezTo>
                    <a:pt x="46832" y="144007"/>
                    <a:pt x="48816" y="135616"/>
                    <a:pt x="48816" y="132408"/>
                  </a:cubicBezTo>
                  <a:cubicBezTo>
                    <a:pt x="48816" y="125251"/>
                    <a:pt x="43360" y="119328"/>
                    <a:pt x="34929" y="119328"/>
                  </a:cubicBezTo>
                  <a:cubicBezTo>
                    <a:pt x="24017" y="119328"/>
                    <a:pt x="15090" y="128706"/>
                    <a:pt x="15090" y="139812"/>
                  </a:cubicBezTo>
                  <a:cubicBezTo>
                    <a:pt x="15090" y="152399"/>
                    <a:pt x="27985" y="161530"/>
                    <a:pt x="52784" y="161530"/>
                  </a:cubicBezTo>
                  <a:cubicBezTo>
                    <a:pt x="82791" y="161530"/>
                    <a:pt x="119741" y="144748"/>
                    <a:pt x="127925" y="112171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1F79AC9-A098-D608-F016-E5ACA4452EA7}"/>
                </a:ext>
              </a:extLst>
            </p:cNvPr>
            <p:cNvSpPr/>
            <p:nvPr/>
          </p:nvSpPr>
          <p:spPr>
            <a:xfrm>
              <a:off x="10159057" y="6292073"/>
              <a:ext cx="78648" cy="244682"/>
            </a:xfrm>
            <a:custGeom>
              <a:avLst/>
              <a:gdLst>
                <a:gd name="connsiteX0" fmla="*/ 51232 w 78648"/>
                <a:gd name="connsiteY0" fmla="*/ 113 h 244682"/>
                <a:gd name="connsiteX1" fmla="*/ 217 w 78648"/>
                <a:gd name="connsiteY1" fmla="*/ 3991 h 244682"/>
                <a:gd name="connsiteX2" fmla="*/ 217 w 78648"/>
                <a:gd name="connsiteY2" fmla="*/ 14921 h 244682"/>
                <a:gd name="connsiteX3" fmla="*/ 27850 w 78648"/>
                <a:gd name="connsiteY3" fmla="*/ 34665 h 244682"/>
                <a:gd name="connsiteX4" fmla="*/ 27850 w 78648"/>
                <a:gd name="connsiteY4" fmla="*/ 218000 h 244682"/>
                <a:gd name="connsiteX5" fmla="*/ 217 w 78648"/>
                <a:gd name="connsiteY5" fmla="*/ 233866 h 244682"/>
                <a:gd name="connsiteX6" fmla="*/ 217 w 78648"/>
                <a:gd name="connsiteY6" fmla="*/ 244795 h 244682"/>
                <a:gd name="connsiteX7" fmla="*/ 39541 w 78648"/>
                <a:gd name="connsiteY7" fmla="*/ 243738 h 244682"/>
                <a:gd name="connsiteX8" fmla="*/ 78865 w 78648"/>
                <a:gd name="connsiteY8" fmla="*/ 244795 h 244682"/>
                <a:gd name="connsiteX9" fmla="*/ 78865 w 78648"/>
                <a:gd name="connsiteY9" fmla="*/ 233866 h 244682"/>
                <a:gd name="connsiteX10" fmla="*/ 51232 w 78648"/>
                <a:gd name="connsiteY10" fmla="*/ 218000 h 244682"/>
                <a:gd name="connsiteX11" fmla="*/ 51232 w 78648"/>
                <a:gd name="connsiteY11" fmla="*/ 113 h 244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648" h="244682">
                  <a:moveTo>
                    <a:pt x="51232" y="113"/>
                  </a:moveTo>
                  <a:lnTo>
                    <a:pt x="217" y="3991"/>
                  </a:lnTo>
                  <a:lnTo>
                    <a:pt x="217" y="14921"/>
                  </a:lnTo>
                  <a:cubicBezTo>
                    <a:pt x="25016" y="14921"/>
                    <a:pt x="27850" y="17389"/>
                    <a:pt x="27850" y="34665"/>
                  </a:cubicBezTo>
                  <a:lnTo>
                    <a:pt x="27850" y="218000"/>
                  </a:lnTo>
                  <a:cubicBezTo>
                    <a:pt x="27850" y="233866"/>
                    <a:pt x="23953" y="233866"/>
                    <a:pt x="217" y="233866"/>
                  </a:cubicBezTo>
                  <a:lnTo>
                    <a:pt x="217" y="244795"/>
                  </a:lnTo>
                  <a:cubicBezTo>
                    <a:pt x="11908" y="244443"/>
                    <a:pt x="30684" y="243738"/>
                    <a:pt x="39541" y="243738"/>
                  </a:cubicBezTo>
                  <a:cubicBezTo>
                    <a:pt x="48398" y="243738"/>
                    <a:pt x="65757" y="244443"/>
                    <a:pt x="78865" y="244795"/>
                  </a:cubicBezTo>
                  <a:lnTo>
                    <a:pt x="78865" y="233866"/>
                  </a:lnTo>
                  <a:cubicBezTo>
                    <a:pt x="55129" y="233866"/>
                    <a:pt x="51232" y="233866"/>
                    <a:pt x="51232" y="218000"/>
                  </a:cubicBezTo>
                  <a:lnTo>
                    <a:pt x="51232" y="113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1C2A92C-69AB-A958-935E-C4F22419778A}"/>
                </a:ext>
              </a:extLst>
            </p:cNvPr>
            <p:cNvSpPr/>
            <p:nvPr/>
          </p:nvSpPr>
          <p:spPr>
            <a:xfrm>
              <a:off x="10255695" y="6378805"/>
              <a:ext cx="156942" cy="161828"/>
            </a:xfrm>
            <a:custGeom>
              <a:avLst/>
              <a:gdLst>
                <a:gd name="connsiteX0" fmla="*/ 157162 w 156942"/>
                <a:gd name="connsiteY0" fmla="*/ 82614 h 161828"/>
                <a:gd name="connsiteX1" fmla="*/ 78868 w 156942"/>
                <a:gd name="connsiteY1" fmla="*/ 113 h 161828"/>
                <a:gd name="connsiteX2" fmla="*/ 220 w 156942"/>
                <a:gd name="connsiteY2" fmla="*/ 82614 h 161828"/>
                <a:gd name="connsiteX3" fmla="*/ 78514 w 156942"/>
                <a:gd name="connsiteY3" fmla="*/ 161942 h 161828"/>
                <a:gd name="connsiteX4" fmla="*/ 157162 w 156942"/>
                <a:gd name="connsiteY4" fmla="*/ 82614 h 161828"/>
                <a:gd name="connsiteX5" fmla="*/ 78868 w 156942"/>
                <a:gd name="connsiteY5" fmla="*/ 153128 h 161828"/>
                <a:gd name="connsiteX6" fmla="*/ 38481 w 156942"/>
                <a:gd name="connsiteY6" fmla="*/ 129505 h 161828"/>
                <a:gd name="connsiteX7" fmla="*/ 29624 w 156942"/>
                <a:gd name="connsiteY7" fmla="*/ 79793 h 161828"/>
                <a:gd name="connsiteX8" fmla="*/ 38127 w 156942"/>
                <a:gd name="connsiteY8" fmla="*/ 31492 h 161828"/>
                <a:gd name="connsiteX9" fmla="*/ 78514 w 156942"/>
                <a:gd name="connsiteY9" fmla="*/ 7869 h 161828"/>
                <a:gd name="connsiteX10" fmla="*/ 118546 w 156942"/>
                <a:gd name="connsiteY10" fmla="*/ 30786 h 161828"/>
                <a:gd name="connsiteX11" fmla="*/ 127757 w 156942"/>
                <a:gd name="connsiteY11" fmla="*/ 79793 h 161828"/>
                <a:gd name="connsiteX12" fmla="*/ 119963 w 156942"/>
                <a:gd name="connsiteY12" fmla="*/ 127038 h 161828"/>
                <a:gd name="connsiteX13" fmla="*/ 78868 w 156942"/>
                <a:gd name="connsiteY13" fmla="*/ 153128 h 161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6942" h="161828">
                  <a:moveTo>
                    <a:pt x="157162" y="82614"/>
                  </a:moveTo>
                  <a:cubicBezTo>
                    <a:pt x="157162" y="37485"/>
                    <a:pt x="121735" y="113"/>
                    <a:pt x="78868" y="113"/>
                  </a:cubicBezTo>
                  <a:cubicBezTo>
                    <a:pt x="34584" y="113"/>
                    <a:pt x="220" y="38543"/>
                    <a:pt x="220" y="82614"/>
                  </a:cubicBezTo>
                  <a:cubicBezTo>
                    <a:pt x="220" y="128095"/>
                    <a:pt x="37064" y="161942"/>
                    <a:pt x="78514" y="161942"/>
                  </a:cubicBezTo>
                  <a:cubicBezTo>
                    <a:pt x="121380" y="161942"/>
                    <a:pt x="157162" y="127390"/>
                    <a:pt x="157162" y="82614"/>
                  </a:cubicBezTo>
                  <a:close/>
                  <a:moveTo>
                    <a:pt x="78868" y="153128"/>
                  </a:moveTo>
                  <a:cubicBezTo>
                    <a:pt x="63634" y="153128"/>
                    <a:pt x="48046" y="145724"/>
                    <a:pt x="38481" y="129505"/>
                  </a:cubicBezTo>
                  <a:cubicBezTo>
                    <a:pt x="29624" y="113992"/>
                    <a:pt x="29624" y="92486"/>
                    <a:pt x="29624" y="79793"/>
                  </a:cubicBezTo>
                  <a:cubicBezTo>
                    <a:pt x="29624" y="66043"/>
                    <a:pt x="29624" y="47005"/>
                    <a:pt x="38127" y="31492"/>
                  </a:cubicBezTo>
                  <a:cubicBezTo>
                    <a:pt x="47692" y="15273"/>
                    <a:pt x="64343" y="7869"/>
                    <a:pt x="78514" y="7869"/>
                  </a:cubicBezTo>
                  <a:cubicBezTo>
                    <a:pt x="94102" y="7869"/>
                    <a:pt x="109335" y="15626"/>
                    <a:pt x="118546" y="30786"/>
                  </a:cubicBezTo>
                  <a:cubicBezTo>
                    <a:pt x="127757" y="45947"/>
                    <a:pt x="127757" y="66396"/>
                    <a:pt x="127757" y="79793"/>
                  </a:cubicBezTo>
                  <a:cubicBezTo>
                    <a:pt x="127757" y="92486"/>
                    <a:pt x="127757" y="111525"/>
                    <a:pt x="119963" y="127038"/>
                  </a:cubicBezTo>
                  <a:cubicBezTo>
                    <a:pt x="112169" y="142903"/>
                    <a:pt x="96581" y="153128"/>
                    <a:pt x="78868" y="153128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0165550-56C2-7B3A-FADA-2B2174EADFE0}"/>
                </a:ext>
              </a:extLst>
            </p:cNvPr>
            <p:cNvSpPr/>
            <p:nvPr/>
          </p:nvSpPr>
          <p:spPr>
            <a:xfrm>
              <a:off x="10432831" y="6377042"/>
              <a:ext cx="161902" cy="232342"/>
            </a:xfrm>
            <a:custGeom>
              <a:avLst/>
              <a:gdLst>
                <a:gd name="connsiteX0" fmla="*/ 68953 w 161902"/>
                <a:gd name="connsiteY0" fmla="*/ 99185 h 232342"/>
                <a:gd name="connsiteX1" fmla="*/ 38132 w 161902"/>
                <a:gd name="connsiteY1" fmla="*/ 55819 h 232342"/>
                <a:gd name="connsiteX2" fmla="*/ 43800 w 161902"/>
                <a:gd name="connsiteY2" fmla="*/ 26203 h 232342"/>
                <a:gd name="connsiteX3" fmla="*/ 68953 w 161902"/>
                <a:gd name="connsiteY3" fmla="*/ 12100 h 232342"/>
                <a:gd name="connsiteX4" fmla="*/ 99775 w 161902"/>
                <a:gd name="connsiteY4" fmla="*/ 55466 h 232342"/>
                <a:gd name="connsiteX5" fmla="*/ 94107 w 161902"/>
                <a:gd name="connsiteY5" fmla="*/ 85082 h 232342"/>
                <a:gd name="connsiteX6" fmla="*/ 68953 w 161902"/>
                <a:gd name="connsiteY6" fmla="*/ 99185 h 232342"/>
                <a:gd name="connsiteX7" fmla="*/ 27858 w 161902"/>
                <a:gd name="connsiteY7" fmla="*/ 112935 h 232342"/>
                <a:gd name="connsiteX8" fmla="*/ 33880 w 161902"/>
                <a:gd name="connsiteY8" fmla="*/ 96364 h 232342"/>
                <a:gd name="connsiteX9" fmla="*/ 68953 w 161902"/>
                <a:gd name="connsiteY9" fmla="*/ 107294 h 232342"/>
                <a:gd name="connsiteX10" fmla="*/ 126345 w 161902"/>
                <a:gd name="connsiteY10" fmla="*/ 55819 h 232342"/>
                <a:gd name="connsiteX11" fmla="*/ 111820 w 161902"/>
                <a:gd name="connsiteY11" fmla="*/ 21620 h 232342"/>
                <a:gd name="connsiteX12" fmla="*/ 143705 w 161902"/>
                <a:gd name="connsiteY12" fmla="*/ 7869 h 232342"/>
                <a:gd name="connsiteX13" fmla="*/ 147247 w 161902"/>
                <a:gd name="connsiteY13" fmla="*/ 8222 h 232342"/>
                <a:gd name="connsiteX14" fmla="*/ 141579 w 161902"/>
                <a:gd name="connsiteY14" fmla="*/ 17741 h 232342"/>
                <a:gd name="connsiteX15" fmla="*/ 151853 w 161902"/>
                <a:gd name="connsiteY15" fmla="*/ 27966 h 232342"/>
                <a:gd name="connsiteX16" fmla="*/ 162127 w 161902"/>
                <a:gd name="connsiteY16" fmla="*/ 17389 h 232342"/>
                <a:gd name="connsiteX17" fmla="*/ 144059 w 161902"/>
                <a:gd name="connsiteY17" fmla="*/ 113 h 232342"/>
                <a:gd name="connsiteX18" fmla="*/ 106506 w 161902"/>
                <a:gd name="connsiteY18" fmla="*/ 16684 h 232342"/>
                <a:gd name="connsiteX19" fmla="*/ 68953 w 161902"/>
                <a:gd name="connsiteY19" fmla="*/ 3991 h 232342"/>
                <a:gd name="connsiteX20" fmla="*/ 11561 w 161902"/>
                <a:gd name="connsiteY20" fmla="*/ 55466 h 232342"/>
                <a:gd name="connsiteX21" fmla="*/ 28212 w 161902"/>
                <a:gd name="connsiteY21" fmla="*/ 91781 h 232342"/>
                <a:gd name="connsiteX22" fmla="*/ 17230 w 161902"/>
                <a:gd name="connsiteY22" fmla="*/ 121044 h 232342"/>
                <a:gd name="connsiteX23" fmla="*/ 32818 w 161902"/>
                <a:gd name="connsiteY23" fmla="*/ 152422 h 232342"/>
                <a:gd name="connsiteX24" fmla="*/ 225 w 161902"/>
                <a:gd name="connsiteY24" fmla="*/ 187679 h 232342"/>
                <a:gd name="connsiteX25" fmla="*/ 78519 w 161902"/>
                <a:gd name="connsiteY25" fmla="*/ 232455 h 232342"/>
                <a:gd name="connsiteX26" fmla="*/ 157167 w 161902"/>
                <a:gd name="connsiteY26" fmla="*/ 186974 h 232342"/>
                <a:gd name="connsiteX27" fmla="*/ 134139 w 161902"/>
                <a:gd name="connsiteY27" fmla="*/ 146781 h 232342"/>
                <a:gd name="connsiteX28" fmla="*/ 73205 w 161902"/>
                <a:gd name="connsiteY28" fmla="*/ 136909 h 232342"/>
                <a:gd name="connsiteX29" fmla="*/ 46634 w 161902"/>
                <a:gd name="connsiteY29" fmla="*/ 136557 h 232342"/>
                <a:gd name="connsiteX30" fmla="*/ 27858 w 161902"/>
                <a:gd name="connsiteY30" fmla="*/ 112935 h 232342"/>
                <a:gd name="connsiteX31" fmla="*/ 78873 w 161902"/>
                <a:gd name="connsiteY31" fmla="*/ 224346 h 232342"/>
                <a:gd name="connsiteX32" fmla="*/ 18647 w 161902"/>
                <a:gd name="connsiteY32" fmla="*/ 187679 h 232342"/>
                <a:gd name="connsiteX33" fmla="*/ 47697 w 161902"/>
                <a:gd name="connsiteY33" fmla="*/ 157358 h 232342"/>
                <a:gd name="connsiteX34" fmla="*/ 68599 w 161902"/>
                <a:gd name="connsiteY34" fmla="*/ 157358 h 232342"/>
                <a:gd name="connsiteX35" fmla="*/ 138745 w 161902"/>
                <a:gd name="connsiteY35" fmla="*/ 187679 h 232342"/>
                <a:gd name="connsiteX36" fmla="*/ 78873 w 161902"/>
                <a:gd name="connsiteY36" fmla="*/ 224346 h 232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61902" h="232342">
                  <a:moveTo>
                    <a:pt x="68953" y="99185"/>
                  </a:moveTo>
                  <a:cubicBezTo>
                    <a:pt x="38132" y="99185"/>
                    <a:pt x="38132" y="63928"/>
                    <a:pt x="38132" y="55819"/>
                  </a:cubicBezTo>
                  <a:cubicBezTo>
                    <a:pt x="38132" y="46299"/>
                    <a:pt x="38486" y="35017"/>
                    <a:pt x="43800" y="26203"/>
                  </a:cubicBezTo>
                  <a:cubicBezTo>
                    <a:pt x="46634" y="21972"/>
                    <a:pt x="54782" y="12100"/>
                    <a:pt x="68953" y="12100"/>
                  </a:cubicBezTo>
                  <a:cubicBezTo>
                    <a:pt x="99775" y="12100"/>
                    <a:pt x="99775" y="47357"/>
                    <a:pt x="99775" y="55466"/>
                  </a:cubicBezTo>
                  <a:cubicBezTo>
                    <a:pt x="99775" y="64986"/>
                    <a:pt x="99421" y="76268"/>
                    <a:pt x="94107" y="85082"/>
                  </a:cubicBezTo>
                  <a:cubicBezTo>
                    <a:pt x="91272" y="89313"/>
                    <a:pt x="83124" y="99185"/>
                    <a:pt x="68953" y="99185"/>
                  </a:cubicBezTo>
                  <a:close/>
                  <a:moveTo>
                    <a:pt x="27858" y="112935"/>
                  </a:moveTo>
                  <a:cubicBezTo>
                    <a:pt x="27858" y="111524"/>
                    <a:pt x="27858" y="103415"/>
                    <a:pt x="33880" y="96364"/>
                  </a:cubicBezTo>
                  <a:cubicBezTo>
                    <a:pt x="47697" y="106236"/>
                    <a:pt x="62222" y="107294"/>
                    <a:pt x="68953" y="107294"/>
                  </a:cubicBezTo>
                  <a:cubicBezTo>
                    <a:pt x="101901" y="107294"/>
                    <a:pt x="126345" y="82966"/>
                    <a:pt x="126345" y="55819"/>
                  </a:cubicBezTo>
                  <a:cubicBezTo>
                    <a:pt x="126345" y="42774"/>
                    <a:pt x="120677" y="29729"/>
                    <a:pt x="111820" y="21620"/>
                  </a:cubicBezTo>
                  <a:cubicBezTo>
                    <a:pt x="124574" y="9632"/>
                    <a:pt x="137328" y="7869"/>
                    <a:pt x="143705" y="7869"/>
                  </a:cubicBezTo>
                  <a:cubicBezTo>
                    <a:pt x="144413" y="7869"/>
                    <a:pt x="146184" y="7869"/>
                    <a:pt x="147247" y="8222"/>
                  </a:cubicBezTo>
                  <a:cubicBezTo>
                    <a:pt x="143350" y="9632"/>
                    <a:pt x="141579" y="13511"/>
                    <a:pt x="141579" y="17741"/>
                  </a:cubicBezTo>
                  <a:cubicBezTo>
                    <a:pt x="141579" y="23735"/>
                    <a:pt x="146184" y="27966"/>
                    <a:pt x="151853" y="27966"/>
                  </a:cubicBezTo>
                  <a:cubicBezTo>
                    <a:pt x="155395" y="27966"/>
                    <a:pt x="162127" y="25498"/>
                    <a:pt x="162127" y="17389"/>
                  </a:cubicBezTo>
                  <a:cubicBezTo>
                    <a:pt x="162127" y="11395"/>
                    <a:pt x="157875" y="113"/>
                    <a:pt x="144059" y="113"/>
                  </a:cubicBezTo>
                  <a:cubicBezTo>
                    <a:pt x="136973" y="113"/>
                    <a:pt x="121385" y="2228"/>
                    <a:pt x="106506" y="16684"/>
                  </a:cubicBezTo>
                  <a:cubicBezTo>
                    <a:pt x="91627" y="5049"/>
                    <a:pt x="76747" y="3991"/>
                    <a:pt x="68953" y="3991"/>
                  </a:cubicBezTo>
                  <a:cubicBezTo>
                    <a:pt x="36006" y="3991"/>
                    <a:pt x="11561" y="28318"/>
                    <a:pt x="11561" y="55466"/>
                  </a:cubicBezTo>
                  <a:cubicBezTo>
                    <a:pt x="11561" y="70979"/>
                    <a:pt x="19355" y="84377"/>
                    <a:pt x="28212" y="91781"/>
                  </a:cubicBezTo>
                  <a:cubicBezTo>
                    <a:pt x="23606" y="97069"/>
                    <a:pt x="17230" y="108704"/>
                    <a:pt x="17230" y="121044"/>
                  </a:cubicBezTo>
                  <a:cubicBezTo>
                    <a:pt x="17230" y="131973"/>
                    <a:pt x="21835" y="145371"/>
                    <a:pt x="32818" y="152422"/>
                  </a:cubicBezTo>
                  <a:cubicBezTo>
                    <a:pt x="11561" y="158416"/>
                    <a:pt x="225" y="173577"/>
                    <a:pt x="225" y="187679"/>
                  </a:cubicBezTo>
                  <a:cubicBezTo>
                    <a:pt x="225" y="213064"/>
                    <a:pt x="35297" y="232455"/>
                    <a:pt x="78519" y="232455"/>
                  </a:cubicBezTo>
                  <a:cubicBezTo>
                    <a:pt x="120323" y="232455"/>
                    <a:pt x="157167" y="214474"/>
                    <a:pt x="157167" y="186974"/>
                  </a:cubicBezTo>
                  <a:cubicBezTo>
                    <a:pt x="157167" y="174634"/>
                    <a:pt x="152207" y="156653"/>
                    <a:pt x="134139" y="146781"/>
                  </a:cubicBezTo>
                  <a:cubicBezTo>
                    <a:pt x="115363" y="136909"/>
                    <a:pt x="94815" y="136909"/>
                    <a:pt x="73205" y="136909"/>
                  </a:cubicBezTo>
                  <a:cubicBezTo>
                    <a:pt x="64348" y="136909"/>
                    <a:pt x="49114" y="136909"/>
                    <a:pt x="46634" y="136557"/>
                  </a:cubicBezTo>
                  <a:cubicBezTo>
                    <a:pt x="35297" y="135147"/>
                    <a:pt x="27858" y="124217"/>
                    <a:pt x="27858" y="112935"/>
                  </a:cubicBezTo>
                  <a:close/>
                  <a:moveTo>
                    <a:pt x="78873" y="224346"/>
                  </a:moveTo>
                  <a:cubicBezTo>
                    <a:pt x="43091" y="224346"/>
                    <a:pt x="18647" y="206365"/>
                    <a:pt x="18647" y="187679"/>
                  </a:cubicBezTo>
                  <a:cubicBezTo>
                    <a:pt x="18647" y="171461"/>
                    <a:pt x="32109" y="158416"/>
                    <a:pt x="47697" y="157358"/>
                  </a:cubicBezTo>
                  <a:lnTo>
                    <a:pt x="68599" y="157358"/>
                  </a:lnTo>
                  <a:cubicBezTo>
                    <a:pt x="99066" y="157358"/>
                    <a:pt x="138745" y="157358"/>
                    <a:pt x="138745" y="187679"/>
                  </a:cubicBezTo>
                  <a:cubicBezTo>
                    <a:pt x="138745" y="206718"/>
                    <a:pt x="113591" y="224346"/>
                    <a:pt x="78873" y="224346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D8E537F-3D5B-A38A-1233-2CE285A83D31}"/>
                </a:ext>
              </a:extLst>
            </p:cNvPr>
            <p:cNvSpPr/>
            <p:nvPr/>
          </p:nvSpPr>
          <p:spPr>
            <a:xfrm>
              <a:off x="10652675" y="6380920"/>
              <a:ext cx="184929" cy="224233"/>
            </a:xfrm>
            <a:custGeom>
              <a:avLst/>
              <a:gdLst>
                <a:gd name="connsiteX0" fmla="*/ 27510 w 184929"/>
                <a:gd name="connsiteY0" fmla="*/ 198961 h 224233"/>
                <a:gd name="connsiteX1" fmla="*/ 8380 w 184929"/>
                <a:gd name="connsiteY1" fmla="*/ 213417 h 224233"/>
                <a:gd name="connsiteX2" fmla="*/ 231 w 184929"/>
                <a:gd name="connsiteY2" fmla="*/ 220116 h 224233"/>
                <a:gd name="connsiteX3" fmla="*/ 4837 w 184929"/>
                <a:gd name="connsiteY3" fmla="*/ 224346 h 224233"/>
                <a:gd name="connsiteX4" fmla="*/ 34596 w 184929"/>
                <a:gd name="connsiteY4" fmla="*/ 223289 h 224233"/>
                <a:gd name="connsiteX5" fmla="*/ 69669 w 184929"/>
                <a:gd name="connsiteY5" fmla="*/ 224346 h 224233"/>
                <a:gd name="connsiteX6" fmla="*/ 76045 w 184929"/>
                <a:gd name="connsiteY6" fmla="*/ 217295 h 224233"/>
                <a:gd name="connsiteX7" fmla="*/ 67543 w 184929"/>
                <a:gd name="connsiteY7" fmla="*/ 213417 h 224233"/>
                <a:gd name="connsiteX8" fmla="*/ 49829 w 184929"/>
                <a:gd name="connsiteY8" fmla="*/ 207776 h 224233"/>
                <a:gd name="connsiteX9" fmla="*/ 67189 w 184929"/>
                <a:gd name="connsiteY9" fmla="*/ 137262 h 224233"/>
                <a:gd name="connsiteX10" fmla="*/ 99782 w 184929"/>
                <a:gd name="connsiteY10" fmla="*/ 159826 h 224233"/>
                <a:gd name="connsiteX11" fmla="*/ 185161 w 184929"/>
                <a:gd name="connsiteY11" fmla="*/ 56524 h 224233"/>
                <a:gd name="connsiteX12" fmla="*/ 138043 w 184929"/>
                <a:gd name="connsiteY12" fmla="*/ 113 h 224233"/>
                <a:gd name="connsiteX13" fmla="*/ 91633 w 184929"/>
                <a:gd name="connsiteY13" fmla="*/ 26556 h 224233"/>
                <a:gd name="connsiteX14" fmla="*/ 59749 w 184929"/>
                <a:gd name="connsiteY14" fmla="*/ 113 h 224233"/>
                <a:gd name="connsiteX15" fmla="*/ 33533 w 184929"/>
                <a:gd name="connsiteY15" fmla="*/ 20209 h 224233"/>
                <a:gd name="connsiteX16" fmla="*/ 22550 w 184929"/>
                <a:gd name="connsiteY16" fmla="*/ 54408 h 224233"/>
                <a:gd name="connsiteX17" fmla="*/ 26802 w 184929"/>
                <a:gd name="connsiteY17" fmla="*/ 57934 h 224233"/>
                <a:gd name="connsiteX18" fmla="*/ 32824 w 184929"/>
                <a:gd name="connsiteY18" fmla="*/ 49825 h 224233"/>
                <a:gd name="connsiteX19" fmla="*/ 58686 w 184929"/>
                <a:gd name="connsiteY19" fmla="*/ 7869 h 224233"/>
                <a:gd name="connsiteX20" fmla="*/ 69669 w 184929"/>
                <a:gd name="connsiteY20" fmla="*/ 24088 h 224233"/>
                <a:gd name="connsiteX21" fmla="*/ 67189 w 184929"/>
                <a:gd name="connsiteY21" fmla="*/ 42069 h 224233"/>
                <a:gd name="connsiteX22" fmla="*/ 27510 w 184929"/>
                <a:gd name="connsiteY22" fmla="*/ 198961 h 224233"/>
                <a:gd name="connsiteX23" fmla="*/ 89862 w 184929"/>
                <a:gd name="connsiteY23" fmla="*/ 45947 h 224233"/>
                <a:gd name="connsiteX24" fmla="*/ 108284 w 184929"/>
                <a:gd name="connsiteY24" fmla="*/ 21267 h 224233"/>
                <a:gd name="connsiteX25" fmla="*/ 136980 w 184929"/>
                <a:gd name="connsiteY25" fmla="*/ 7869 h 224233"/>
                <a:gd name="connsiteX26" fmla="*/ 159654 w 184929"/>
                <a:gd name="connsiteY26" fmla="*/ 41011 h 224233"/>
                <a:gd name="connsiteX27" fmla="*/ 141586 w 184929"/>
                <a:gd name="connsiteY27" fmla="*/ 115755 h 224233"/>
                <a:gd name="connsiteX28" fmla="*/ 99427 w 184929"/>
                <a:gd name="connsiteY28" fmla="*/ 152070 h 224233"/>
                <a:gd name="connsiteX29" fmla="*/ 71440 w 184929"/>
                <a:gd name="connsiteY29" fmla="*/ 120691 h 224233"/>
                <a:gd name="connsiteX30" fmla="*/ 72503 w 184929"/>
                <a:gd name="connsiteY30" fmla="*/ 115050 h 224233"/>
                <a:gd name="connsiteX31" fmla="*/ 89862 w 184929"/>
                <a:gd name="connsiteY31" fmla="*/ 45947 h 224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4929" h="224233">
                  <a:moveTo>
                    <a:pt x="27510" y="198961"/>
                  </a:moveTo>
                  <a:cubicBezTo>
                    <a:pt x="24676" y="210949"/>
                    <a:pt x="23968" y="213417"/>
                    <a:pt x="8380" y="213417"/>
                  </a:cubicBezTo>
                  <a:cubicBezTo>
                    <a:pt x="4128" y="213417"/>
                    <a:pt x="231" y="213417"/>
                    <a:pt x="231" y="220116"/>
                  </a:cubicBezTo>
                  <a:cubicBezTo>
                    <a:pt x="231" y="222936"/>
                    <a:pt x="2003" y="224346"/>
                    <a:pt x="4837" y="224346"/>
                  </a:cubicBezTo>
                  <a:cubicBezTo>
                    <a:pt x="14402" y="224346"/>
                    <a:pt x="24676" y="223289"/>
                    <a:pt x="34596" y="223289"/>
                  </a:cubicBezTo>
                  <a:cubicBezTo>
                    <a:pt x="46287" y="223289"/>
                    <a:pt x="58332" y="224346"/>
                    <a:pt x="69669" y="224346"/>
                  </a:cubicBezTo>
                  <a:cubicBezTo>
                    <a:pt x="71440" y="224346"/>
                    <a:pt x="76045" y="224346"/>
                    <a:pt x="76045" y="217295"/>
                  </a:cubicBezTo>
                  <a:cubicBezTo>
                    <a:pt x="76045" y="213417"/>
                    <a:pt x="72503" y="213417"/>
                    <a:pt x="67543" y="213417"/>
                  </a:cubicBezTo>
                  <a:cubicBezTo>
                    <a:pt x="49829" y="213417"/>
                    <a:pt x="49829" y="210949"/>
                    <a:pt x="49829" y="207776"/>
                  </a:cubicBezTo>
                  <a:cubicBezTo>
                    <a:pt x="49829" y="203545"/>
                    <a:pt x="64709" y="146076"/>
                    <a:pt x="67189" y="137262"/>
                  </a:cubicBezTo>
                  <a:cubicBezTo>
                    <a:pt x="71794" y="147486"/>
                    <a:pt x="81714" y="159826"/>
                    <a:pt x="99782" y="159826"/>
                  </a:cubicBezTo>
                  <a:cubicBezTo>
                    <a:pt x="140877" y="159826"/>
                    <a:pt x="185161" y="108351"/>
                    <a:pt x="185161" y="56524"/>
                  </a:cubicBezTo>
                  <a:cubicBezTo>
                    <a:pt x="185161" y="23382"/>
                    <a:pt x="164968" y="113"/>
                    <a:pt x="138043" y="113"/>
                  </a:cubicBezTo>
                  <a:cubicBezTo>
                    <a:pt x="120329" y="113"/>
                    <a:pt x="103324" y="12805"/>
                    <a:pt x="91633" y="26556"/>
                  </a:cubicBezTo>
                  <a:cubicBezTo>
                    <a:pt x="88091" y="7517"/>
                    <a:pt x="72857" y="113"/>
                    <a:pt x="59749" y="113"/>
                  </a:cubicBezTo>
                  <a:cubicBezTo>
                    <a:pt x="43452" y="113"/>
                    <a:pt x="36721" y="13863"/>
                    <a:pt x="33533" y="20209"/>
                  </a:cubicBezTo>
                  <a:cubicBezTo>
                    <a:pt x="27156" y="32197"/>
                    <a:pt x="22550" y="53351"/>
                    <a:pt x="22550" y="54408"/>
                  </a:cubicBezTo>
                  <a:cubicBezTo>
                    <a:pt x="22550" y="57934"/>
                    <a:pt x="26093" y="57934"/>
                    <a:pt x="26802" y="57934"/>
                  </a:cubicBezTo>
                  <a:cubicBezTo>
                    <a:pt x="30344" y="57934"/>
                    <a:pt x="30699" y="57582"/>
                    <a:pt x="32824" y="49825"/>
                  </a:cubicBezTo>
                  <a:cubicBezTo>
                    <a:pt x="38847" y="24793"/>
                    <a:pt x="45932" y="7869"/>
                    <a:pt x="58686" y="7869"/>
                  </a:cubicBezTo>
                  <a:cubicBezTo>
                    <a:pt x="64709" y="7869"/>
                    <a:pt x="69669" y="10690"/>
                    <a:pt x="69669" y="24088"/>
                  </a:cubicBezTo>
                  <a:cubicBezTo>
                    <a:pt x="69669" y="32197"/>
                    <a:pt x="68606" y="36075"/>
                    <a:pt x="67189" y="42069"/>
                  </a:cubicBezTo>
                  <a:lnTo>
                    <a:pt x="27510" y="198961"/>
                  </a:lnTo>
                  <a:close/>
                  <a:moveTo>
                    <a:pt x="89862" y="45947"/>
                  </a:moveTo>
                  <a:cubicBezTo>
                    <a:pt x="92342" y="36427"/>
                    <a:pt x="101907" y="26556"/>
                    <a:pt x="108284" y="21267"/>
                  </a:cubicBezTo>
                  <a:cubicBezTo>
                    <a:pt x="120684" y="10337"/>
                    <a:pt x="130958" y="7869"/>
                    <a:pt x="136980" y="7869"/>
                  </a:cubicBezTo>
                  <a:cubicBezTo>
                    <a:pt x="151151" y="7869"/>
                    <a:pt x="159654" y="20209"/>
                    <a:pt x="159654" y="41011"/>
                  </a:cubicBezTo>
                  <a:cubicBezTo>
                    <a:pt x="159654" y="61812"/>
                    <a:pt x="147963" y="102358"/>
                    <a:pt x="141586" y="115755"/>
                  </a:cubicBezTo>
                  <a:cubicBezTo>
                    <a:pt x="129540" y="140435"/>
                    <a:pt x="112535" y="152070"/>
                    <a:pt x="99427" y="152070"/>
                  </a:cubicBezTo>
                  <a:cubicBezTo>
                    <a:pt x="76045" y="152070"/>
                    <a:pt x="71440" y="122807"/>
                    <a:pt x="71440" y="120691"/>
                  </a:cubicBezTo>
                  <a:cubicBezTo>
                    <a:pt x="71440" y="119986"/>
                    <a:pt x="71440" y="119281"/>
                    <a:pt x="72503" y="115050"/>
                  </a:cubicBezTo>
                  <a:lnTo>
                    <a:pt x="89862" y="45947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75BDC50A-D308-3F2E-5D6C-D73DA7E644BB}"/>
                </a:ext>
              </a:extLst>
            </p:cNvPr>
            <p:cNvSpPr/>
            <p:nvPr/>
          </p:nvSpPr>
          <p:spPr>
            <a:xfrm>
              <a:off x="10877328" y="6272329"/>
              <a:ext cx="82190" cy="352568"/>
            </a:xfrm>
            <a:custGeom>
              <a:avLst/>
              <a:gdLst>
                <a:gd name="connsiteX0" fmla="*/ 82427 w 82190"/>
                <a:gd name="connsiteY0" fmla="*/ 349156 h 352568"/>
                <a:gd name="connsiteX1" fmla="*/ 76405 w 82190"/>
                <a:gd name="connsiteY1" fmla="*/ 341399 h 352568"/>
                <a:gd name="connsiteX2" fmla="*/ 20784 w 82190"/>
                <a:gd name="connsiteY2" fmla="*/ 176397 h 352568"/>
                <a:gd name="connsiteX3" fmla="*/ 77822 w 82190"/>
                <a:gd name="connsiteY3" fmla="*/ 9632 h 352568"/>
                <a:gd name="connsiteX4" fmla="*/ 82427 w 82190"/>
                <a:gd name="connsiteY4" fmla="*/ 3639 h 352568"/>
                <a:gd name="connsiteX5" fmla="*/ 78885 w 82190"/>
                <a:gd name="connsiteY5" fmla="*/ 113 h 352568"/>
                <a:gd name="connsiteX6" fmla="*/ 22556 w 82190"/>
                <a:gd name="connsiteY6" fmla="*/ 68864 h 352568"/>
                <a:gd name="connsiteX7" fmla="*/ 236 w 82190"/>
                <a:gd name="connsiteY7" fmla="*/ 176397 h 352568"/>
                <a:gd name="connsiteX8" fmla="*/ 23618 w 82190"/>
                <a:gd name="connsiteY8" fmla="*/ 286398 h 352568"/>
                <a:gd name="connsiteX9" fmla="*/ 78885 w 82190"/>
                <a:gd name="connsiteY9" fmla="*/ 352681 h 352568"/>
                <a:gd name="connsiteX10" fmla="*/ 82427 w 82190"/>
                <a:gd name="connsiteY10" fmla="*/ 349156 h 35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190" h="352568">
                  <a:moveTo>
                    <a:pt x="82427" y="349156"/>
                  </a:moveTo>
                  <a:cubicBezTo>
                    <a:pt x="82427" y="348098"/>
                    <a:pt x="82427" y="347393"/>
                    <a:pt x="76405" y="341399"/>
                  </a:cubicBezTo>
                  <a:cubicBezTo>
                    <a:pt x="32121" y="296975"/>
                    <a:pt x="20784" y="230340"/>
                    <a:pt x="20784" y="176397"/>
                  </a:cubicBezTo>
                  <a:cubicBezTo>
                    <a:pt x="20784" y="115050"/>
                    <a:pt x="34246" y="53703"/>
                    <a:pt x="77822" y="9632"/>
                  </a:cubicBezTo>
                  <a:cubicBezTo>
                    <a:pt x="82427" y="5401"/>
                    <a:pt x="82427" y="4696"/>
                    <a:pt x="82427" y="3639"/>
                  </a:cubicBezTo>
                  <a:cubicBezTo>
                    <a:pt x="82427" y="1171"/>
                    <a:pt x="81010" y="113"/>
                    <a:pt x="78885" y="113"/>
                  </a:cubicBezTo>
                  <a:cubicBezTo>
                    <a:pt x="75342" y="113"/>
                    <a:pt x="43457" y="24088"/>
                    <a:pt x="22556" y="68864"/>
                  </a:cubicBezTo>
                  <a:cubicBezTo>
                    <a:pt x="4488" y="107646"/>
                    <a:pt x="236" y="146781"/>
                    <a:pt x="236" y="176397"/>
                  </a:cubicBezTo>
                  <a:cubicBezTo>
                    <a:pt x="236" y="203897"/>
                    <a:pt x="4133" y="246558"/>
                    <a:pt x="23618" y="286398"/>
                  </a:cubicBezTo>
                  <a:cubicBezTo>
                    <a:pt x="44875" y="329764"/>
                    <a:pt x="75342" y="352681"/>
                    <a:pt x="78885" y="352681"/>
                  </a:cubicBezTo>
                  <a:cubicBezTo>
                    <a:pt x="81010" y="352681"/>
                    <a:pt x="82427" y="351624"/>
                    <a:pt x="82427" y="349156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57BF696-6FB4-7FC7-4D5A-C38D0DD805E8}"/>
                </a:ext>
              </a:extLst>
            </p:cNvPr>
            <p:cNvSpPr/>
            <p:nvPr/>
          </p:nvSpPr>
          <p:spPr>
            <a:xfrm>
              <a:off x="10990301" y="6380920"/>
              <a:ext cx="144188" cy="159713"/>
            </a:xfrm>
            <a:custGeom>
              <a:avLst/>
              <a:gdLst>
                <a:gd name="connsiteX0" fmla="*/ 21142 w 144188"/>
                <a:gd name="connsiteY0" fmla="*/ 135147 h 159713"/>
                <a:gd name="connsiteX1" fmla="*/ 17954 w 144188"/>
                <a:gd name="connsiteY1" fmla="*/ 150307 h 159713"/>
                <a:gd name="connsiteX2" fmla="*/ 28228 w 144188"/>
                <a:gd name="connsiteY2" fmla="*/ 159826 h 159713"/>
                <a:gd name="connsiteX3" fmla="*/ 41336 w 144188"/>
                <a:gd name="connsiteY3" fmla="*/ 149954 h 159713"/>
                <a:gd name="connsiteX4" fmla="*/ 55507 w 144188"/>
                <a:gd name="connsiteY4" fmla="*/ 94249 h 159713"/>
                <a:gd name="connsiteX5" fmla="*/ 66843 w 144188"/>
                <a:gd name="connsiteY5" fmla="*/ 48415 h 159713"/>
                <a:gd name="connsiteX6" fmla="*/ 86682 w 144188"/>
                <a:gd name="connsiteY6" fmla="*/ 19504 h 159713"/>
                <a:gd name="connsiteX7" fmla="*/ 115024 w 144188"/>
                <a:gd name="connsiteY7" fmla="*/ 7869 h 159713"/>
                <a:gd name="connsiteX8" fmla="*/ 129904 w 144188"/>
                <a:gd name="connsiteY8" fmla="*/ 12100 h 159713"/>
                <a:gd name="connsiteX9" fmla="*/ 111482 w 144188"/>
                <a:gd name="connsiteY9" fmla="*/ 31492 h 159713"/>
                <a:gd name="connsiteX10" fmla="*/ 124944 w 144188"/>
                <a:gd name="connsiteY10" fmla="*/ 43831 h 159713"/>
                <a:gd name="connsiteX11" fmla="*/ 144429 w 144188"/>
                <a:gd name="connsiteY11" fmla="*/ 23030 h 159713"/>
                <a:gd name="connsiteX12" fmla="*/ 115024 w 144188"/>
                <a:gd name="connsiteY12" fmla="*/ 113 h 159713"/>
                <a:gd name="connsiteX13" fmla="*/ 69677 w 144188"/>
                <a:gd name="connsiteY13" fmla="*/ 27261 h 159713"/>
                <a:gd name="connsiteX14" fmla="*/ 37439 w 144188"/>
                <a:gd name="connsiteY14" fmla="*/ 113 h 159713"/>
                <a:gd name="connsiteX15" fmla="*/ 11223 w 144188"/>
                <a:gd name="connsiteY15" fmla="*/ 20209 h 159713"/>
                <a:gd name="connsiteX16" fmla="*/ 240 w 144188"/>
                <a:gd name="connsiteY16" fmla="*/ 54408 h 159713"/>
                <a:gd name="connsiteX17" fmla="*/ 4491 w 144188"/>
                <a:gd name="connsiteY17" fmla="*/ 57934 h 159713"/>
                <a:gd name="connsiteX18" fmla="*/ 10514 w 144188"/>
                <a:gd name="connsiteY18" fmla="*/ 49825 h 159713"/>
                <a:gd name="connsiteX19" fmla="*/ 36376 w 144188"/>
                <a:gd name="connsiteY19" fmla="*/ 7869 h 159713"/>
                <a:gd name="connsiteX20" fmla="*/ 47358 w 144188"/>
                <a:gd name="connsiteY20" fmla="*/ 24088 h 159713"/>
                <a:gd name="connsiteX21" fmla="*/ 41690 w 144188"/>
                <a:gd name="connsiteY21" fmla="*/ 53703 h 159713"/>
                <a:gd name="connsiteX22" fmla="*/ 21142 w 144188"/>
                <a:gd name="connsiteY22" fmla="*/ 135147 h 159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4188" h="159713">
                  <a:moveTo>
                    <a:pt x="21142" y="135147"/>
                  </a:moveTo>
                  <a:cubicBezTo>
                    <a:pt x="20079" y="140435"/>
                    <a:pt x="17954" y="148544"/>
                    <a:pt x="17954" y="150307"/>
                  </a:cubicBezTo>
                  <a:cubicBezTo>
                    <a:pt x="17954" y="156653"/>
                    <a:pt x="22914" y="159826"/>
                    <a:pt x="28228" y="159826"/>
                  </a:cubicBezTo>
                  <a:cubicBezTo>
                    <a:pt x="32479" y="159826"/>
                    <a:pt x="38856" y="157006"/>
                    <a:pt x="41336" y="149954"/>
                  </a:cubicBezTo>
                  <a:cubicBezTo>
                    <a:pt x="42044" y="148544"/>
                    <a:pt x="54090" y="100595"/>
                    <a:pt x="55507" y="94249"/>
                  </a:cubicBezTo>
                  <a:cubicBezTo>
                    <a:pt x="58341" y="82614"/>
                    <a:pt x="64718" y="57934"/>
                    <a:pt x="66843" y="48415"/>
                  </a:cubicBezTo>
                  <a:cubicBezTo>
                    <a:pt x="68260" y="43831"/>
                    <a:pt x="78180" y="27261"/>
                    <a:pt x="86682" y="19504"/>
                  </a:cubicBezTo>
                  <a:cubicBezTo>
                    <a:pt x="89517" y="17036"/>
                    <a:pt x="99791" y="7869"/>
                    <a:pt x="115024" y="7869"/>
                  </a:cubicBezTo>
                  <a:cubicBezTo>
                    <a:pt x="124235" y="7869"/>
                    <a:pt x="129549" y="12100"/>
                    <a:pt x="129904" y="12100"/>
                  </a:cubicBezTo>
                  <a:cubicBezTo>
                    <a:pt x="119275" y="13863"/>
                    <a:pt x="111482" y="22325"/>
                    <a:pt x="111482" y="31492"/>
                  </a:cubicBezTo>
                  <a:cubicBezTo>
                    <a:pt x="111482" y="37133"/>
                    <a:pt x="115378" y="43831"/>
                    <a:pt x="124944" y="43831"/>
                  </a:cubicBezTo>
                  <a:cubicBezTo>
                    <a:pt x="134509" y="43831"/>
                    <a:pt x="144429" y="35722"/>
                    <a:pt x="144429" y="23030"/>
                  </a:cubicBezTo>
                  <a:cubicBezTo>
                    <a:pt x="144429" y="10690"/>
                    <a:pt x="133092" y="113"/>
                    <a:pt x="115024" y="113"/>
                  </a:cubicBezTo>
                  <a:cubicBezTo>
                    <a:pt x="91997" y="113"/>
                    <a:pt x="76409" y="17389"/>
                    <a:pt x="69677" y="27261"/>
                  </a:cubicBezTo>
                  <a:cubicBezTo>
                    <a:pt x="66843" y="11395"/>
                    <a:pt x="54090" y="113"/>
                    <a:pt x="37439" y="113"/>
                  </a:cubicBezTo>
                  <a:cubicBezTo>
                    <a:pt x="21142" y="113"/>
                    <a:pt x="14411" y="13863"/>
                    <a:pt x="11223" y="20209"/>
                  </a:cubicBezTo>
                  <a:cubicBezTo>
                    <a:pt x="4846" y="32197"/>
                    <a:pt x="240" y="53351"/>
                    <a:pt x="240" y="54408"/>
                  </a:cubicBezTo>
                  <a:cubicBezTo>
                    <a:pt x="240" y="57934"/>
                    <a:pt x="3783" y="57934"/>
                    <a:pt x="4491" y="57934"/>
                  </a:cubicBezTo>
                  <a:cubicBezTo>
                    <a:pt x="8034" y="57934"/>
                    <a:pt x="8388" y="57582"/>
                    <a:pt x="10514" y="49825"/>
                  </a:cubicBezTo>
                  <a:cubicBezTo>
                    <a:pt x="16537" y="24793"/>
                    <a:pt x="23622" y="7869"/>
                    <a:pt x="36376" y="7869"/>
                  </a:cubicBezTo>
                  <a:cubicBezTo>
                    <a:pt x="42399" y="7869"/>
                    <a:pt x="47358" y="10690"/>
                    <a:pt x="47358" y="24088"/>
                  </a:cubicBezTo>
                  <a:cubicBezTo>
                    <a:pt x="47358" y="31492"/>
                    <a:pt x="46296" y="35370"/>
                    <a:pt x="41690" y="53703"/>
                  </a:cubicBezTo>
                  <a:lnTo>
                    <a:pt x="21142" y="135147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5C7CAF6-95E0-4F6C-04DB-AAB67A342D17}"/>
                </a:ext>
              </a:extLst>
            </p:cNvPr>
            <p:cNvSpPr/>
            <p:nvPr/>
          </p:nvSpPr>
          <p:spPr>
            <a:xfrm>
              <a:off x="11180169" y="6384798"/>
              <a:ext cx="38615" cy="220002"/>
            </a:xfrm>
            <a:custGeom>
              <a:avLst/>
              <a:gdLst>
                <a:gd name="connsiteX0" fmla="*/ 37798 w 38615"/>
                <a:gd name="connsiteY0" fmla="*/ 18799 h 220002"/>
                <a:gd name="connsiteX1" fmla="*/ 19021 w 38615"/>
                <a:gd name="connsiteY1" fmla="*/ 113 h 220002"/>
                <a:gd name="connsiteX2" fmla="*/ 245 w 38615"/>
                <a:gd name="connsiteY2" fmla="*/ 18799 h 220002"/>
                <a:gd name="connsiteX3" fmla="*/ 19021 w 38615"/>
                <a:gd name="connsiteY3" fmla="*/ 37485 h 220002"/>
                <a:gd name="connsiteX4" fmla="*/ 37798 w 38615"/>
                <a:gd name="connsiteY4" fmla="*/ 18799 h 220002"/>
                <a:gd name="connsiteX5" fmla="*/ 31067 w 38615"/>
                <a:gd name="connsiteY5" fmla="*/ 148192 h 220002"/>
                <a:gd name="connsiteX6" fmla="*/ 8393 w 38615"/>
                <a:gd name="connsiteY6" fmla="*/ 211654 h 220002"/>
                <a:gd name="connsiteX7" fmla="*/ 5913 w 38615"/>
                <a:gd name="connsiteY7" fmla="*/ 216237 h 220002"/>
                <a:gd name="connsiteX8" fmla="*/ 9456 w 38615"/>
                <a:gd name="connsiteY8" fmla="*/ 220116 h 220002"/>
                <a:gd name="connsiteX9" fmla="*/ 38861 w 38615"/>
                <a:gd name="connsiteY9" fmla="*/ 151012 h 220002"/>
                <a:gd name="connsiteX10" fmla="*/ 19021 w 38615"/>
                <a:gd name="connsiteY10" fmla="*/ 114698 h 220002"/>
                <a:gd name="connsiteX11" fmla="*/ 245 w 38615"/>
                <a:gd name="connsiteY11" fmla="*/ 133384 h 220002"/>
                <a:gd name="connsiteX12" fmla="*/ 19021 w 38615"/>
                <a:gd name="connsiteY12" fmla="*/ 152070 h 220002"/>
                <a:gd name="connsiteX13" fmla="*/ 21856 w 38615"/>
                <a:gd name="connsiteY13" fmla="*/ 151717 h 220002"/>
                <a:gd name="connsiteX14" fmla="*/ 31067 w 38615"/>
                <a:gd name="connsiteY14" fmla="*/ 148192 h 2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615" h="220002">
                  <a:moveTo>
                    <a:pt x="37798" y="18799"/>
                  </a:moveTo>
                  <a:cubicBezTo>
                    <a:pt x="37798" y="8575"/>
                    <a:pt x="29295" y="113"/>
                    <a:pt x="19021" y="113"/>
                  </a:cubicBezTo>
                  <a:cubicBezTo>
                    <a:pt x="8748" y="113"/>
                    <a:pt x="245" y="8575"/>
                    <a:pt x="245" y="18799"/>
                  </a:cubicBezTo>
                  <a:cubicBezTo>
                    <a:pt x="245" y="29024"/>
                    <a:pt x="8748" y="37485"/>
                    <a:pt x="19021" y="37485"/>
                  </a:cubicBezTo>
                  <a:cubicBezTo>
                    <a:pt x="29295" y="37485"/>
                    <a:pt x="37798" y="29024"/>
                    <a:pt x="37798" y="18799"/>
                  </a:cubicBezTo>
                  <a:close/>
                  <a:moveTo>
                    <a:pt x="31067" y="148192"/>
                  </a:moveTo>
                  <a:cubicBezTo>
                    <a:pt x="31067" y="158064"/>
                    <a:pt x="31067" y="185564"/>
                    <a:pt x="8393" y="211654"/>
                  </a:cubicBezTo>
                  <a:cubicBezTo>
                    <a:pt x="5913" y="214474"/>
                    <a:pt x="5913" y="215180"/>
                    <a:pt x="5913" y="216237"/>
                  </a:cubicBezTo>
                  <a:cubicBezTo>
                    <a:pt x="5913" y="218705"/>
                    <a:pt x="7685" y="220116"/>
                    <a:pt x="9456" y="220116"/>
                  </a:cubicBezTo>
                  <a:cubicBezTo>
                    <a:pt x="13353" y="220116"/>
                    <a:pt x="38861" y="191910"/>
                    <a:pt x="38861" y="151012"/>
                  </a:cubicBezTo>
                  <a:cubicBezTo>
                    <a:pt x="38861" y="140788"/>
                    <a:pt x="38152" y="114698"/>
                    <a:pt x="19021" y="114698"/>
                  </a:cubicBezTo>
                  <a:cubicBezTo>
                    <a:pt x="6622" y="114698"/>
                    <a:pt x="245" y="124217"/>
                    <a:pt x="245" y="133384"/>
                  </a:cubicBezTo>
                  <a:cubicBezTo>
                    <a:pt x="245" y="142551"/>
                    <a:pt x="6268" y="152070"/>
                    <a:pt x="19021" y="152070"/>
                  </a:cubicBezTo>
                  <a:cubicBezTo>
                    <a:pt x="20793" y="152070"/>
                    <a:pt x="21501" y="152070"/>
                    <a:pt x="21856" y="151717"/>
                  </a:cubicBezTo>
                  <a:cubicBezTo>
                    <a:pt x="24336" y="151365"/>
                    <a:pt x="28232" y="150660"/>
                    <a:pt x="31067" y="148192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B5CA865-E00A-A0BE-370E-407D65A16426}"/>
                </a:ext>
              </a:extLst>
            </p:cNvPr>
            <p:cNvSpPr/>
            <p:nvPr/>
          </p:nvSpPr>
          <p:spPr>
            <a:xfrm>
              <a:off x="11317428" y="6380920"/>
              <a:ext cx="234527" cy="159713"/>
            </a:xfrm>
            <a:custGeom>
              <a:avLst/>
              <a:gdLst>
                <a:gd name="connsiteX0" fmla="*/ 153649 w 234527"/>
                <a:gd name="connsiteY0" fmla="*/ 36427 h 159713"/>
                <a:gd name="connsiteX1" fmla="*/ 158963 w 234527"/>
                <a:gd name="connsiteY1" fmla="*/ 13511 h 159713"/>
                <a:gd name="connsiteX2" fmla="*/ 148689 w 234527"/>
                <a:gd name="connsiteY2" fmla="*/ 3991 h 159713"/>
                <a:gd name="connsiteX3" fmla="*/ 135581 w 234527"/>
                <a:gd name="connsiteY3" fmla="*/ 13863 h 159713"/>
                <a:gd name="connsiteX4" fmla="*/ 115388 w 234527"/>
                <a:gd name="connsiteY4" fmla="*/ 92838 h 159713"/>
                <a:gd name="connsiteX5" fmla="*/ 112199 w 234527"/>
                <a:gd name="connsiteY5" fmla="*/ 116108 h 159713"/>
                <a:gd name="connsiteX6" fmla="*/ 112553 w 234527"/>
                <a:gd name="connsiteY6" fmla="*/ 122454 h 159713"/>
                <a:gd name="connsiteX7" fmla="*/ 79961 w 234527"/>
                <a:gd name="connsiteY7" fmla="*/ 152070 h 159713"/>
                <a:gd name="connsiteX8" fmla="*/ 51619 w 234527"/>
                <a:gd name="connsiteY8" fmla="*/ 119986 h 159713"/>
                <a:gd name="connsiteX9" fmla="*/ 70041 w 234527"/>
                <a:gd name="connsiteY9" fmla="*/ 51588 h 159713"/>
                <a:gd name="connsiteX10" fmla="*/ 76064 w 234527"/>
                <a:gd name="connsiteY10" fmla="*/ 29024 h 159713"/>
                <a:gd name="connsiteX11" fmla="*/ 47013 w 234527"/>
                <a:gd name="connsiteY11" fmla="*/ 113 h 159713"/>
                <a:gd name="connsiteX12" fmla="*/ 249 w 234527"/>
                <a:gd name="connsiteY12" fmla="*/ 54408 h 159713"/>
                <a:gd name="connsiteX13" fmla="*/ 4501 w 234527"/>
                <a:gd name="connsiteY13" fmla="*/ 57934 h 159713"/>
                <a:gd name="connsiteX14" fmla="*/ 10169 w 234527"/>
                <a:gd name="connsiteY14" fmla="*/ 51588 h 159713"/>
                <a:gd name="connsiteX15" fmla="*/ 45950 w 234527"/>
                <a:gd name="connsiteY15" fmla="*/ 7869 h 159713"/>
                <a:gd name="connsiteX16" fmla="*/ 54807 w 234527"/>
                <a:gd name="connsiteY16" fmla="*/ 19504 h 159713"/>
                <a:gd name="connsiteX17" fmla="*/ 48430 w 234527"/>
                <a:gd name="connsiteY17" fmla="*/ 44184 h 159713"/>
                <a:gd name="connsiteX18" fmla="*/ 28591 w 234527"/>
                <a:gd name="connsiteY18" fmla="*/ 115403 h 159713"/>
                <a:gd name="connsiteX19" fmla="*/ 78898 w 234527"/>
                <a:gd name="connsiteY19" fmla="*/ 159826 h 159713"/>
                <a:gd name="connsiteX20" fmla="*/ 115742 w 234527"/>
                <a:gd name="connsiteY20" fmla="*/ 135147 h 159713"/>
                <a:gd name="connsiteX21" fmla="*/ 160026 w 234527"/>
                <a:gd name="connsiteY21" fmla="*/ 159826 h 159713"/>
                <a:gd name="connsiteX22" fmla="*/ 211395 w 234527"/>
                <a:gd name="connsiteY22" fmla="*/ 116460 h 159713"/>
                <a:gd name="connsiteX23" fmla="*/ 234777 w 234527"/>
                <a:gd name="connsiteY23" fmla="*/ 24793 h 159713"/>
                <a:gd name="connsiteX24" fmla="*/ 219189 w 234527"/>
                <a:gd name="connsiteY24" fmla="*/ 113 h 159713"/>
                <a:gd name="connsiteX25" fmla="*/ 201476 w 234527"/>
                <a:gd name="connsiteY25" fmla="*/ 17036 h 159713"/>
                <a:gd name="connsiteX26" fmla="*/ 206790 w 234527"/>
                <a:gd name="connsiteY26" fmla="*/ 26556 h 159713"/>
                <a:gd name="connsiteX27" fmla="*/ 219543 w 234527"/>
                <a:gd name="connsiteY27" fmla="*/ 56524 h 159713"/>
                <a:gd name="connsiteX28" fmla="*/ 200059 w 234527"/>
                <a:gd name="connsiteY28" fmla="*/ 121044 h 159713"/>
                <a:gd name="connsiteX29" fmla="*/ 161089 w 234527"/>
                <a:gd name="connsiteY29" fmla="*/ 152070 h 159713"/>
                <a:gd name="connsiteX30" fmla="*/ 134873 w 234527"/>
                <a:gd name="connsiteY30" fmla="*/ 121396 h 159713"/>
                <a:gd name="connsiteX31" fmla="*/ 138770 w 234527"/>
                <a:gd name="connsiteY31" fmla="*/ 95659 h 159713"/>
                <a:gd name="connsiteX32" fmla="*/ 153649 w 234527"/>
                <a:gd name="connsiteY32" fmla="*/ 36427 h 159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34527" h="159713">
                  <a:moveTo>
                    <a:pt x="153649" y="36427"/>
                  </a:moveTo>
                  <a:cubicBezTo>
                    <a:pt x="155420" y="28671"/>
                    <a:pt x="158963" y="15626"/>
                    <a:pt x="158963" y="13511"/>
                  </a:cubicBezTo>
                  <a:cubicBezTo>
                    <a:pt x="158963" y="7164"/>
                    <a:pt x="154003" y="3991"/>
                    <a:pt x="148689" y="3991"/>
                  </a:cubicBezTo>
                  <a:cubicBezTo>
                    <a:pt x="144438" y="3991"/>
                    <a:pt x="138061" y="6812"/>
                    <a:pt x="135581" y="13863"/>
                  </a:cubicBezTo>
                  <a:cubicBezTo>
                    <a:pt x="134518" y="16331"/>
                    <a:pt x="117868" y="83672"/>
                    <a:pt x="115388" y="92838"/>
                  </a:cubicBezTo>
                  <a:cubicBezTo>
                    <a:pt x="112908" y="103415"/>
                    <a:pt x="112199" y="109762"/>
                    <a:pt x="112199" y="116108"/>
                  </a:cubicBezTo>
                  <a:cubicBezTo>
                    <a:pt x="112199" y="119986"/>
                    <a:pt x="112199" y="120691"/>
                    <a:pt x="112553" y="122454"/>
                  </a:cubicBezTo>
                  <a:cubicBezTo>
                    <a:pt x="104405" y="141140"/>
                    <a:pt x="93777" y="152070"/>
                    <a:pt x="79961" y="152070"/>
                  </a:cubicBezTo>
                  <a:cubicBezTo>
                    <a:pt x="51619" y="152070"/>
                    <a:pt x="51619" y="125980"/>
                    <a:pt x="51619" y="119986"/>
                  </a:cubicBezTo>
                  <a:cubicBezTo>
                    <a:pt x="51619" y="108704"/>
                    <a:pt x="53390" y="94954"/>
                    <a:pt x="70041" y="51588"/>
                  </a:cubicBezTo>
                  <a:cubicBezTo>
                    <a:pt x="73938" y="41011"/>
                    <a:pt x="76064" y="36075"/>
                    <a:pt x="76064" y="29024"/>
                  </a:cubicBezTo>
                  <a:cubicBezTo>
                    <a:pt x="76064" y="13158"/>
                    <a:pt x="64373" y="113"/>
                    <a:pt x="47013" y="113"/>
                  </a:cubicBezTo>
                  <a:cubicBezTo>
                    <a:pt x="13357" y="113"/>
                    <a:pt x="249" y="51235"/>
                    <a:pt x="249" y="54408"/>
                  </a:cubicBezTo>
                  <a:cubicBezTo>
                    <a:pt x="249" y="57934"/>
                    <a:pt x="3792" y="57934"/>
                    <a:pt x="4501" y="57934"/>
                  </a:cubicBezTo>
                  <a:cubicBezTo>
                    <a:pt x="8043" y="57934"/>
                    <a:pt x="8398" y="57229"/>
                    <a:pt x="10169" y="51588"/>
                  </a:cubicBezTo>
                  <a:cubicBezTo>
                    <a:pt x="19734" y="18799"/>
                    <a:pt x="33551" y="7869"/>
                    <a:pt x="45950" y="7869"/>
                  </a:cubicBezTo>
                  <a:cubicBezTo>
                    <a:pt x="49139" y="7869"/>
                    <a:pt x="54807" y="8222"/>
                    <a:pt x="54807" y="19504"/>
                  </a:cubicBezTo>
                  <a:cubicBezTo>
                    <a:pt x="54807" y="28318"/>
                    <a:pt x="50910" y="38190"/>
                    <a:pt x="48430" y="44184"/>
                  </a:cubicBezTo>
                  <a:cubicBezTo>
                    <a:pt x="32842" y="85787"/>
                    <a:pt x="28591" y="102005"/>
                    <a:pt x="28591" y="115403"/>
                  </a:cubicBezTo>
                  <a:cubicBezTo>
                    <a:pt x="28591" y="147486"/>
                    <a:pt x="52327" y="159826"/>
                    <a:pt x="78898" y="159826"/>
                  </a:cubicBezTo>
                  <a:cubicBezTo>
                    <a:pt x="84920" y="159826"/>
                    <a:pt x="101571" y="159826"/>
                    <a:pt x="115742" y="135147"/>
                  </a:cubicBezTo>
                  <a:cubicBezTo>
                    <a:pt x="124953" y="157711"/>
                    <a:pt x="149398" y="159826"/>
                    <a:pt x="160026" y="159826"/>
                  </a:cubicBezTo>
                  <a:cubicBezTo>
                    <a:pt x="186596" y="159826"/>
                    <a:pt x="202184" y="137615"/>
                    <a:pt x="211395" y="116460"/>
                  </a:cubicBezTo>
                  <a:cubicBezTo>
                    <a:pt x="223440" y="88960"/>
                    <a:pt x="234777" y="41716"/>
                    <a:pt x="234777" y="24793"/>
                  </a:cubicBezTo>
                  <a:cubicBezTo>
                    <a:pt x="234777" y="5401"/>
                    <a:pt x="225212" y="113"/>
                    <a:pt x="219189" y="113"/>
                  </a:cubicBezTo>
                  <a:cubicBezTo>
                    <a:pt x="210332" y="113"/>
                    <a:pt x="201476" y="9280"/>
                    <a:pt x="201476" y="17036"/>
                  </a:cubicBezTo>
                  <a:cubicBezTo>
                    <a:pt x="201476" y="21620"/>
                    <a:pt x="203601" y="23735"/>
                    <a:pt x="206790" y="26556"/>
                  </a:cubicBezTo>
                  <a:cubicBezTo>
                    <a:pt x="210687" y="30434"/>
                    <a:pt x="219543" y="39601"/>
                    <a:pt x="219543" y="56524"/>
                  </a:cubicBezTo>
                  <a:cubicBezTo>
                    <a:pt x="219543" y="68511"/>
                    <a:pt x="209270" y="103063"/>
                    <a:pt x="200059" y="121044"/>
                  </a:cubicBezTo>
                  <a:cubicBezTo>
                    <a:pt x="190848" y="139730"/>
                    <a:pt x="178448" y="152070"/>
                    <a:pt x="161089" y="152070"/>
                  </a:cubicBezTo>
                  <a:cubicBezTo>
                    <a:pt x="144438" y="152070"/>
                    <a:pt x="134873" y="141493"/>
                    <a:pt x="134873" y="121396"/>
                  </a:cubicBezTo>
                  <a:cubicBezTo>
                    <a:pt x="134873" y="111525"/>
                    <a:pt x="137352" y="100595"/>
                    <a:pt x="138770" y="95659"/>
                  </a:cubicBezTo>
                  <a:lnTo>
                    <a:pt x="153649" y="36427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8078F36-4E67-00BC-F513-5C240C1EF988}"/>
                </a:ext>
              </a:extLst>
            </p:cNvPr>
            <p:cNvSpPr/>
            <p:nvPr/>
          </p:nvSpPr>
          <p:spPr>
            <a:xfrm>
              <a:off x="11572439" y="6480802"/>
              <a:ext cx="115315" cy="111305"/>
            </a:xfrm>
            <a:custGeom>
              <a:avLst/>
              <a:gdLst>
                <a:gd name="connsiteX0" fmla="*/ 46879 w 115315"/>
                <a:gd name="connsiteY0" fmla="*/ 59099 h 111305"/>
                <a:gd name="connsiteX1" fmla="*/ 53326 w 115315"/>
                <a:gd name="connsiteY1" fmla="*/ 34173 h 111305"/>
                <a:gd name="connsiteX2" fmla="*/ 68950 w 115315"/>
                <a:gd name="connsiteY2" fmla="*/ 13935 h 111305"/>
                <a:gd name="connsiteX3" fmla="*/ 89037 w 115315"/>
                <a:gd name="connsiteY3" fmla="*/ 7025 h 111305"/>
                <a:gd name="connsiteX4" fmla="*/ 102676 w 115315"/>
                <a:gd name="connsiteY4" fmla="*/ 10480 h 111305"/>
                <a:gd name="connsiteX5" fmla="*/ 91765 w 115315"/>
                <a:gd name="connsiteY5" fmla="*/ 24054 h 111305"/>
                <a:gd name="connsiteX6" fmla="*/ 101685 w 115315"/>
                <a:gd name="connsiteY6" fmla="*/ 33185 h 111305"/>
                <a:gd name="connsiteX7" fmla="*/ 115572 w 115315"/>
                <a:gd name="connsiteY7" fmla="*/ 18131 h 111305"/>
                <a:gd name="connsiteX8" fmla="*/ 89285 w 115315"/>
                <a:gd name="connsiteY8" fmla="*/ 114 h 111305"/>
                <a:gd name="connsiteX9" fmla="*/ 54318 w 115315"/>
                <a:gd name="connsiteY9" fmla="*/ 17637 h 111305"/>
                <a:gd name="connsiteX10" fmla="*/ 28775 w 115315"/>
                <a:gd name="connsiteY10" fmla="*/ 114 h 111305"/>
                <a:gd name="connsiteX11" fmla="*/ 9432 w 115315"/>
                <a:gd name="connsiteY11" fmla="*/ 12701 h 111305"/>
                <a:gd name="connsiteX12" fmla="*/ 257 w 115315"/>
                <a:gd name="connsiteY12" fmla="*/ 37875 h 111305"/>
                <a:gd name="connsiteX13" fmla="*/ 4472 w 115315"/>
                <a:gd name="connsiteY13" fmla="*/ 41083 h 111305"/>
                <a:gd name="connsiteX14" fmla="*/ 9928 w 115315"/>
                <a:gd name="connsiteY14" fmla="*/ 33679 h 111305"/>
                <a:gd name="connsiteX15" fmla="*/ 28031 w 115315"/>
                <a:gd name="connsiteY15" fmla="*/ 7025 h 111305"/>
                <a:gd name="connsiteX16" fmla="*/ 36215 w 115315"/>
                <a:gd name="connsiteY16" fmla="*/ 19118 h 111305"/>
                <a:gd name="connsiteX17" fmla="*/ 32247 w 115315"/>
                <a:gd name="connsiteY17" fmla="*/ 39602 h 111305"/>
                <a:gd name="connsiteX18" fmla="*/ 26792 w 115315"/>
                <a:gd name="connsiteY18" fmla="*/ 61814 h 111305"/>
                <a:gd name="connsiteX19" fmla="*/ 18856 w 115315"/>
                <a:gd name="connsiteY19" fmla="*/ 93404 h 111305"/>
                <a:gd name="connsiteX20" fmla="*/ 16376 w 115315"/>
                <a:gd name="connsiteY20" fmla="*/ 103523 h 111305"/>
                <a:gd name="connsiteX21" fmla="*/ 24808 w 115315"/>
                <a:gd name="connsiteY21" fmla="*/ 111420 h 111305"/>
                <a:gd name="connsiteX22" fmla="*/ 35471 w 115315"/>
                <a:gd name="connsiteY22" fmla="*/ 104263 h 111305"/>
                <a:gd name="connsiteX23" fmla="*/ 40183 w 115315"/>
                <a:gd name="connsiteY23" fmla="*/ 85753 h 111305"/>
                <a:gd name="connsiteX24" fmla="*/ 46879 w 115315"/>
                <a:gd name="connsiteY24" fmla="*/ 59099 h 11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5315" h="111305">
                  <a:moveTo>
                    <a:pt x="46879" y="59099"/>
                  </a:moveTo>
                  <a:cubicBezTo>
                    <a:pt x="47127" y="57618"/>
                    <a:pt x="52830" y="35407"/>
                    <a:pt x="53326" y="34173"/>
                  </a:cubicBezTo>
                  <a:cubicBezTo>
                    <a:pt x="53822" y="32198"/>
                    <a:pt x="61014" y="19858"/>
                    <a:pt x="68950" y="13935"/>
                  </a:cubicBezTo>
                  <a:cubicBezTo>
                    <a:pt x="71678" y="11961"/>
                    <a:pt x="78373" y="7025"/>
                    <a:pt x="89037" y="7025"/>
                  </a:cubicBezTo>
                  <a:cubicBezTo>
                    <a:pt x="91517" y="7025"/>
                    <a:pt x="97717" y="7272"/>
                    <a:pt x="102676" y="10480"/>
                  </a:cubicBezTo>
                  <a:cubicBezTo>
                    <a:pt x="94741" y="12701"/>
                    <a:pt x="91765" y="19611"/>
                    <a:pt x="91765" y="24054"/>
                  </a:cubicBezTo>
                  <a:cubicBezTo>
                    <a:pt x="91765" y="29483"/>
                    <a:pt x="95981" y="33185"/>
                    <a:pt x="101685" y="33185"/>
                  </a:cubicBezTo>
                  <a:cubicBezTo>
                    <a:pt x="107388" y="33185"/>
                    <a:pt x="115572" y="28496"/>
                    <a:pt x="115572" y="18131"/>
                  </a:cubicBezTo>
                  <a:cubicBezTo>
                    <a:pt x="115572" y="5297"/>
                    <a:pt x="101933" y="114"/>
                    <a:pt x="89285" y="114"/>
                  </a:cubicBezTo>
                  <a:cubicBezTo>
                    <a:pt x="76390" y="114"/>
                    <a:pt x="65230" y="5297"/>
                    <a:pt x="54318" y="17637"/>
                  </a:cubicBezTo>
                  <a:cubicBezTo>
                    <a:pt x="49855" y="2582"/>
                    <a:pt x="34727" y="114"/>
                    <a:pt x="28775" y="114"/>
                  </a:cubicBezTo>
                  <a:cubicBezTo>
                    <a:pt x="19600" y="114"/>
                    <a:pt x="13400" y="5791"/>
                    <a:pt x="9432" y="12701"/>
                  </a:cubicBezTo>
                  <a:cubicBezTo>
                    <a:pt x="3728" y="22326"/>
                    <a:pt x="257" y="36641"/>
                    <a:pt x="257" y="37875"/>
                  </a:cubicBezTo>
                  <a:cubicBezTo>
                    <a:pt x="257" y="41083"/>
                    <a:pt x="3728" y="41083"/>
                    <a:pt x="4472" y="41083"/>
                  </a:cubicBezTo>
                  <a:cubicBezTo>
                    <a:pt x="7944" y="41083"/>
                    <a:pt x="8192" y="40342"/>
                    <a:pt x="9928" y="33679"/>
                  </a:cubicBezTo>
                  <a:cubicBezTo>
                    <a:pt x="13648" y="18624"/>
                    <a:pt x="18360" y="7025"/>
                    <a:pt x="28031" y="7025"/>
                  </a:cubicBezTo>
                  <a:cubicBezTo>
                    <a:pt x="34479" y="7025"/>
                    <a:pt x="36215" y="12454"/>
                    <a:pt x="36215" y="19118"/>
                  </a:cubicBezTo>
                  <a:cubicBezTo>
                    <a:pt x="36215" y="23807"/>
                    <a:pt x="33983" y="32939"/>
                    <a:pt x="32247" y="39602"/>
                  </a:cubicBezTo>
                  <a:cubicBezTo>
                    <a:pt x="30511" y="46266"/>
                    <a:pt x="28031" y="56384"/>
                    <a:pt x="26792" y="61814"/>
                  </a:cubicBezTo>
                  <a:lnTo>
                    <a:pt x="18856" y="93404"/>
                  </a:lnTo>
                  <a:cubicBezTo>
                    <a:pt x="17864" y="96612"/>
                    <a:pt x="16376" y="102782"/>
                    <a:pt x="16376" y="103523"/>
                  </a:cubicBezTo>
                  <a:cubicBezTo>
                    <a:pt x="16376" y="108952"/>
                    <a:pt x="20840" y="111420"/>
                    <a:pt x="24808" y="111420"/>
                  </a:cubicBezTo>
                  <a:cubicBezTo>
                    <a:pt x="28527" y="111420"/>
                    <a:pt x="33487" y="109199"/>
                    <a:pt x="35471" y="104263"/>
                  </a:cubicBezTo>
                  <a:cubicBezTo>
                    <a:pt x="35967" y="102782"/>
                    <a:pt x="38695" y="91923"/>
                    <a:pt x="40183" y="85753"/>
                  </a:cubicBezTo>
                  <a:lnTo>
                    <a:pt x="46879" y="59099"/>
                  </a:ln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2EB62B8-244B-B6C5-2BED-BFEA8BD612EF}"/>
                </a:ext>
              </a:extLst>
            </p:cNvPr>
            <p:cNvSpPr/>
            <p:nvPr/>
          </p:nvSpPr>
          <p:spPr>
            <a:xfrm>
              <a:off x="11737857" y="6272329"/>
              <a:ext cx="82191" cy="352568"/>
            </a:xfrm>
            <a:custGeom>
              <a:avLst/>
              <a:gdLst>
                <a:gd name="connsiteX0" fmla="*/ 82452 w 82191"/>
                <a:gd name="connsiteY0" fmla="*/ 176397 h 352568"/>
                <a:gd name="connsiteX1" fmla="*/ 59070 w 82191"/>
                <a:gd name="connsiteY1" fmla="*/ 66396 h 352568"/>
                <a:gd name="connsiteX2" fmla="*/ 3804 w 82191"/>
                <a:gd name="connsiteY2" fmla="*/ 113 h 352568"/>
                <a:gd name="connsiteX3" fmla="*/ 261 w 82191"/>
                <a:gd name="connsiteY3" fmla="*/ 3639 h 352568"/>
                <a:gd name="connsiteX4" fmla="*/ 6992 w 82191"/>
                <a:gd name="connsiteY4" fmla="*/ 11748 h 352568"/>
                <a:gd name="connsiteX5" fmla="*/ 61904 w 82191"/>
                <a:gd name="connsiteY5" fmla="*/ 176397 h 352568"/>
                <a:gd name="connsiteX6" fmla="*/ 4867 w 82191"/>
                <a:gd name="connsiteY6" fmla="*/ 343162 h 352568"/>
                <a:gd name="connsiteX7" fmla="*/ 261 w 82191"/>
                <a:gd name="connsiteY7" fmla="*/ 349156 h 352568"/>
                <a:gd name="connsiteX8" fmla="*/ 3804 w 82191"/>
                <a:gd name="connsiteY8" fmla="*/ 352681 h 352568"/>
                <a:gd name="connsiteX9" fmla="*/ 60133 w 82191"/>
                <a:gd name="connsiteY9" fmla="*/ 283930 h 352568"/>
                <a:gd name="connsiteX10" fmla="*/ 82452 w 82191"/>
                <a:gd name="connsiteY10" fmla="*/ 176397 h 35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191" h="352568">
                  <a:moveTo>
                    <a:pt x="82452" y="176397"/>
                  </a:moveTo>
                  <a:cubicBezTo>
                    <a:pt x="82452" y="148897"/>
                    <a:pt x="78555" y="106236"/>
                    <a:pt x="59070" y="66396"/>
                  </a:cubicBezTo>
                  <a:cubicBezTo>
                    <a:pt x="37814" y="23030"/>
                    <a:pt x="7346" y="113"/>
                    <a:pt x="3804" y="113"/>
                  </a:cubicBezTo>
                  <a:cubicBezTo>
                    <a:pt x="1678" y="113"/>
                    <a:pt x="261" y="1523"/>
                    <a:pt x="261" y="3639"/>
                  </a:cubicBezTo>
                  <a:cubicBezTo>
                    <a:pt x="261" y="4696"/>
                    <a:pt x="261" y="5401"/>
                    <a:pt x="6992" y="11748"/>
                  </a:cubicBezTo>
                  <a:cubicBezTo>
                    <a:pt x="41711" y="46652"/>
                    <a:pt x="61904" y="102710"/>
                    <a:pt x="61904" y="176397"/>
                  </a:cubicBezTo>
                  <a:cubicBezTo>
                    <a:pt x="61904" y="236686"/>
                    <a:pt x="48796" y="298738"/>
                    <a:pt x="4867" y="343162"/>
                  </a:cubicBezTo>
                  <a:cubicBezTo>
                    <a:pt x="261" y="347393"/>
                    <a:pt x="261" y="348098"/>
                    <a:pt x="261" y="349156"/>
                  </a:cubicBezTo>
                  <a:cubicBezTo>
                    <a:pt x="261" y="351271"/>
                    <a:pt x="1678" y="352681"/>
                    <a:pt x="3804" y="352681"/>
                  </a:cubicBezTo>
                  <a:cubicBezTo>
                    <a:pt x="7346" y="352681"/>
                    <a:pt x="39231" y="328707"/>
                    <a:pt x="60133" y="283930"/>
                  </a:cubicBezTo>
                  <a:cubicBezTo>
                    <a:pt x="78201" y="245148"/>
                    <a:pt x="82452" y="206013"/>
                    <a:pt x="82452" y="176397"/>
                  </a:cubicBezTo>
                  <a:close/>
                </a:path>
              </a:pathLst>
            </a:custGeom>
            <a:solidFill>
              <a:srgbClr val="000000"/>
            </a:solidFill>
            <a:ln w="35421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6F1DCF-936E-F5BA-31BA-E5F340799E62}"/>
              </a:ext>
            </a:extLst>
          </p:cNvPr>
          <p:cNvCxnSpPr>
            <a:cxnSpLocks/>
          </p:cNvCxnSpPr>
          <p:nvPr/>
        </p:nvCxnSpPr>
        <p:spPr>
          <a:xfrm flipV="1">
            <a:off x="4729496" y="4356729"/>
            <a:ext cx="77108" cy="268362"/>
          </a:xfrm>
          <a:prstGeom prst="straightConnector1">
            <a:avLst/>
          </a:prstGeom>
          <a:ln>
            <a:solidFill>
              <a:srgbClr val="2683C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292">
            <a:extLst>
              <a:ext uri="{FF2B5EF4-FFF2-40B4-BE49-F238E27FC236}">
                <a16:creationId xmlns:a16="http://schemas.microsoft.com/office/drawing/2014/main" id="{628B72BA-0E6E-9E9B-4948-6B8A51BA6B31}"/>
              </a:ext>
            </a:extLst>
          </p:cNvPr>
          <p:cNvSpPr txBox="1"/>
          <p:nvPr/>
        </p:nvSpPr>
        <p:spPr>
          <a:xfrm>
            <a:off x="4262136" y="4635251"/>
            <a:ext cx="5687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288CD2"/>
                </a:solidFill>
                <a:latin typeface="Nunito" pitchFamily="2" charset="0"/>
              </a:rPr>
              <a:t>rules applied in generating the parse tree</a:t>
            </a:r>
          </a:p>
        </p:txBody>
      </p:sp>
    </p:spTree>
    <p:extLst>
      <p:ext uri="{BB962C8B-B14F-4D97-AF65-F5344CB8AC3E}">
        <p14:creationId xmlns:p14="http://schemas.microsoft.com/office/powerpoint/2010/main" val="6549412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1BB54-0F64-CB3E-F5F9-832304DEA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CKY with PCFG Formalism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328B0-750F-9283-6716-081995508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29</a:t>
            </a:fld>
            <a:endParaRPr lang="en-CA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E7C6DF3D-B8BD-4B15-DFD9-59F59883B9A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85381" y="1665547"/>
                <a:ext cx="10515600" cy="500890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Nunito" pitchFamily="2" charset="0"/>
                  </a:rPr>
                  <a:t>         :  the maximum possible log probability that words within range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[ℓ,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latin typeface="Nunito" pitchFamily="2" charset="0"/>
                  </a:rPr>
                  <a:t> are the outcome of a nonterminal label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Nunito" pitchFamily="2" charset="0"/>
                  </a:rPr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400" dirty="0">
                  <a:latin typeface="Nunito" pitchFamily="2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400" dirty="0">
                  <a:latin typeface="Nunito" pitchFamily="2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400" dirty="0">
                  <a:latin typeface="Nunito" pitchFamily="2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400" dirty="0">
                  <a:latin typeface="Nunito" pitchFamily="2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400" dirty="0">
                  <a:latin typeface="Nunito" pitchFamily="2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Nunito" pitchFamily="2" charset="0"/>
                  </a:rPr>
                  <a:t>Edge case: set the appropriate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, ℓ</m:t>
                        </m:r>
                      </m:sub>
                    </m:sSub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latin typeface="Nunito" pitchFamily="2" charset="0"/>
                  </a:rPr>
                  <a:t> when word </a:t>
                </a:r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latin typeface="Nunito" pitchFamily="2" charset="0"/>
                  </a:rPr>
                  <a:t> could have label </a:t>
                </a:r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2400" dirty="0">
                    <a:latin typeface="Nunito" pitchFamily="2" charset="0"/>
                  </a:rPr>
                  <a:t>, and otherwise </a:t>
                </a:r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lang="en-US" sz="2400" dirty="0">
                    <a:latin typeface="Nunito" pitchFamily="2" charset="0"/>
                  </a:rPr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Nunito" pitchFamily="2" charset="0"/>
                  </a:rPr>
                  <a:t>See </a:t>
                </a:r>
                <a:r>
                  <a:rPr lang="en-US" sz="2400" dirty="0">
                    <a:latin typeface="Nunito" pitchFamily="2" charset="0"/>
                    <a:hlinkClick r:id="rId2"/>
                  </a:rPr>
                  <a:t>SLP: Chapter 18</a:t>
                </a:r>
                <a:r>
                  <a:rPr lang="en-US" sz="2400" dirty="0">
                    <a:latin typeface="Nunito" pitchFamily="2" charset="0"/>
                  </a:rPr>
                  <a:t> for a running example.</a:t>
                </a:r>
              </a:p>
            </p:txBody>
          </p:sp>
        </mc:Choice>
        <mc:Fallback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E7C6DF3D-B8BD-4B15-DFD9-59F59883B9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381" y="1665547"/>
                <a:ext cx="10515600" cy="5008906"/>
              </a:xfrm>
              <a:prstGeom prst="rect">
                <a:avLst/>
              </a:prstGeom>
              <a:blipFill>
                <a:blip r:embed="rId3"/>
                <a:stretch>
                  <a:fillRect l="-870" t="-85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 descr="\documentclass{article}&#10;\usepackage{amsmath,bm,amssymb}&#10;\pagestyle{empty}&#10;\begin{document}&#10;&#10;\newcommand{\score}{\textrm{score}}&#10;\newcommand{\classify}{\textrm{classify}}&#10;\newcommand{\bx}{\mathbf{x}}&#10;&#10;\begin{align*}&#10;f_{\ell,r,b}&#10;\end{align*}&#10;&#10;&#10;\end{document}" title="IguanaTex Vector Display">
            <a:extLst>
              <a:ext uri="{FF2B5EF4-FFF2-40B4-BE49-F238E27FC236}">
                <a16:creationId xmlns:a16="http://schemas.microsoft.com/office/drawing/2014/main" id="{F6F2F872-804D-4D30-0336-FE3C057FA708}"/>
              </a:ext>
            </a:extLst>
          </p:cNvPr>
          <p:cNvGrpSpPr>
            <a:grpSpLocks noChangeAspect="1"/>
          </p:cNvGrpSpPr>
          <p:nvPr/>
        </p:nvGrpSpPr>
        <p:grpSpPr>
          <a:xfrm>
            <a:off x="617317" y="1665547"/>
            <a:ext cx="690779" cy="341994"/>
            <a:chOff x="10602720" y="5232506"/>
            <a:chExt cx="690779" cy="341994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6B8D7F9-672D-E691-0FBD-1AB385D030CE}"/>
                </a:ext>
              </a:extLst>
            </p:cNvPr>
            <p:cNvSpPr/>
            <p:nvPr/>
          </p:nvSpPr>
          <p:spPr>
            <a:xfrm>
              <a:off x="10602720" y="5232506"/>
              <a:ext cx="178991" cy="314327"/>
            </a:xfrm>
            <a:custGeom>
              <a:avLst/>
              <a:gdLst>
                <a:gd name="connsiteX0" fmla="*/ 112855 w 178991"/>
                <a:gd name="connsiteY0" fmla="*/ 105436 h 314327"/>
                <a:gd name="connsiteX1" fmla="*/ 143703 w 178991"/>
                <a:gd name="connsiteY1" fmla="*/ 105436 h 314327"/>
                <a:gd name="connsiteX2" fmla="*/ 154464 w 178991"/>
                <a:gd name="connsiteY2" fmla="*/ 98528 h 314327"/>
                <a:gd name="connsiteX3" fmla="*/ 144779 w 178991"/>
                <a:gd name="connsiteY3" fmla="*/ 94728 h 314327"/>
                <a:gd name="connsiteX4" fmla="*/ 115007 w 178991"/>
                <a:gd name="connsiteY4" fmla="*/ 94728 h 314327"/>
                <a:gd name="connsiteX5" fmla="*/ 122540 w 178991"/>
                <a:gd name="connsiteY5" fmla="*/ 55351 h 314327"/>
                <a:gd name="connsiteX6" fmla="*/ 131149 w 178991"/>
                <a:gd name="connsiteY6" fmla="*/ 19428 h 314327"/>
                <a:gd name="connsiteX7" fmla="*/ 148008 w 178991"/>
                <a:gd name="connsiteY7" fmla="*/ 7684 h 314327"/>
                <a:gd name="connsiteX8" fmla="*/ 165584 w 178991"/>
                <a:gd name="connsiteY8" fmla="*/ 13901 h 314327"/>
                <a:gd name="connsiteX9" fmla="*/ 146214 w 178991"/>
                <a:gd name="connsiteY9" fmla="*/ 32554 h 314327"/>
                <a:gd name="connsiteX10" fmla="*/ 159486 w 178991"/>
                <a:gd name="connsiteY10" fmla="*/ 44643 h 314327"/>
                <a:gd name="connsiteX11" fmla="*/ 179215 w 178991"/>
                <a:gd name="connsiteY11" fmla="*/ 23918 h 314327"/>
                <a:gd name="connsiteX12" fmla="*/ 148008 w 178991"/>
                <a:gd name="connsiteY12" fmla="*/ 85 h 314327"/>
                <a:gd name="connsiteX13" fmla="*/ 102453 w 178991"/>
                <a:gd name="connsiteY13" fmla="*/ 40498 h 314327"/>
                <a:gd name="connsiteX14" fmla="*/ 90616 w 178991"/>
                <a:gd name="connsiteY14" fmla="*/ 94728 h 314327"/>
                <a:gd name="connsiteX15" fmla="*/ 65865 w 178991"/>
                <a:gd name="connsiteY15" fmla="*/ 94728 h 314327"/>
                <a:gd name="connsiteX16" fmla="*/ 55104 w 178991"/>
                <a:gd name="connsiteY16" fmla="*/ 101291 h 314327"/>
                <a:gd name="connsiteX17" fmla="*/ 65148 w 178991"/>
                <a:gd name="connsiteY17" fmla="*/ 105436 h 314327"/>
                <a:gd name="connsiteX18" fmla="*/ 88822 w 178991"/>
                <a:gd name="connsiteY18" fmla="*/ 105436 h 314327"/>
                <a:gd name="connsiteX19" fmla="*/ 61920 w 178991"/>
                <a:gd name="connsiteY19" fmla="*/ 241875 h 314327"/>
                <a:gd name="connsiteX20" fmla="*/ 30713 w 178991"/>
                <a:gd name="connsiteY20" fmla="*/ 306813 h 314327"/>
                <a:gd name="connsiteX21" fmla="*/ 13495 w 178991"/>
                <a:gd name="connsiteY21" fmla="*/ 300595 h 314327"/>
                <a:gd name="connsiteX22" fmla="*/ 33224 w 178991"/>
                <a:gd name="connsiteY22" fmla="*/ 281943 h 314327"/>
                <a:gd name="connsiteX23" fmla="*/ 19952 w 178991"/>
                <a:gd name="connsiteY23" fmla="*/ 269854 h 314327"/>
                <a:gd name="connsiteX24" fmla="*/ 223 w 178991"/>
                <a:gd name="connsiteY24" fmla="*/ 290578 h 314327"/>
                <a:gd name="connsiteX25" fmla="*/ 30713 w 178991"/>
                <a:gd name="connsiteY25" fmla="*/ 314412 h 314327"/>
                <a:gd name="connsiteX26" fmla="*/ 71246 w 178991"/>
                <a:gd name="connsiteY26" fmla="*/ 280907 h 314327"/>
                <a:gd name="connsiteX27" fmla="*/ 91333 w 178991"/>
                <a:gd name="connsiteY27" fmla="*/ 214933 h 314327"/>
                <a:gd name="connsiteX28" fmla="*/ 112855 w 178991"/>
                <a:gd name="connsiteY28" fmla="*/ 105436 h 31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8991" h="314327">
                  <a:moveTo>
                    <a:pt x="112855" y="105436"/>
                  </a:moveTo>
                  <a:lnTo>
                    <a:pt x="143703" y="105436"/>
                  </a:lnTo>
                  <a:cubicBezTo>
                    <a:pt x="150877" y="105436"/>
                    <a:pt x="154464" y="105436"/>
                    <a:pt x="154464" y="98528"/>
                  </a:cubicBezTo>
                  <a:cubicBezTo>
                    <a:pt x="154464" y="94728"/>
                    <a:pt x="150877" y="94728"/>
                    <a:pt x="144779" y="94728"/>
                  </a:cubicBezTo>
                  <a:lnTo>
                    <a:pt x="115007" y="94728"/>
                  </a:lnTo>
                  <a:lnTo>
                    <a:pt x="122540" y="55351"/>
                  </a:lnTo>
                  <a:cubicBezTo>
                    <a:pt x="123975" y="48097"/>
                    <a:pt x="128997" y="23573"/>
                    <a:pt x="131149" y="19428"/>
                  </a:cubicBezTo>
                  <a:cubicBezTo>
                    <a:pt x="134377" y="12865"/>
                    <a:pt x="140475" y="7684"/>
                    <a:pt x="148008" y="7684"/>
                  </a:cubicBezTo>
                  <a:cubicBezTo>
                    <a:pt x="149443" y="7684"/>
                    <a:pt x="158769" y="7684"/>
                    <a:pt x="165584" y="13901"/>
                  </a:cubicBezTo>
                  <a:cubicBezTo>
                    <a:pt x="149801" y="15283"/>
                    <a:pt x="146214" y="27372"/>
                    <a:pt x="146214" y="32554"/>
                  </a:cubicBezTo>
                  <a:cubicBezTo>
                    <a:pt x="146214" y="40498"/>
                    <a:pt x="152671" y="44643"/>
                    <a:pt x="159486" y="44643"/>
                  </a:cubicBezTo>
                  <a:cubicBezTo>
                    <a:pt x="168812" y="44643"/>
                    <a:pt x="179215" y="37044"/>
                    <a:pt x="179215" y="23918"/>
                  </a:cubicBezTo>
                  <a:cubicBezTo>
                    <a:pt x="179215" y="8029"/>
                    <a:pt x="162714" y="85"/>
                    <a:pt x="148008" y="85"/>
                  </a:cubicBezTo>
                  <a:cubicBezTo>
                    <a:pt x="135812" y="85"/>
                    <a:pt x="113214" y="6302"/>
                    <a:pt x="102453" y="40498"/>
                  </a:cubicBezTo>
                  <a:cubicBezTo>
                    <a:pt x="100301" y="47752"/>
                    <a:pt x="99225" y="51206"/>
                    <a:pt x="90616" y="94728"/>
                  </a:cubicBezTo>
                  <a:lnTo>
                    <a:pt x="65865" y="94728"/>
                  </a:lnTo>
                  <a:cubicBezTo>
                    <a:pt x="59050" y="94728"/>
                    <a:pt x="55104" y="94728"/>
                    <a:pt x="55104" y="101291"/>
                  </a:cubicBezTo>
                  <a:cubicBezTo>
                    <a:pt x="55104" y="105436"/>
                    <a:pt x="58333" y="105436"/>
                    <a:pt x="65148" y="105436"/>
                  </a:cubicBezTo>
                  <a:lnTo>
                    <a:pt x="88822" y="105436"/>
                  </a:lnTo>
                  <a:lnTo>
                    <a:pt x="61920" y="241875"/>
                  </a:lnTo>
                  <a:cubicBezTo>
                    <a:pt x="55463" y="275380"/>
                    <a:pt x="49365" y="306813"/>
                    <a:pt x="30713" y="306813"/>
                  </a:cubicBezTo>
                  <a:cubicBezTo>
                    <a:pt x="29278" y="306813"/>
                    <a:pt x="20311" y="306813"/>
                    <a:pt x="13495" y="300595"/>
                  </a:cubicBezTo>
                  <a:cubicBezTo>
                    <a:pt x="29995" y="299559"/>
                    <a:pt x="33224" y="287124"/>
                    <a:pt x="33224" y="281943"/>
                  </a:cubicBezTo>
                  <a:cubicBezTo>
                    <a:pt x="33224" y="273999"/>
                    <a:pt x="26767" y="269854"/>
                    <a:pt x="19952" y="269854"/>
                  </a:cubicBezTo>
                  <a:cubicBezTo>
                    <a:pt x="10626" y="269854"/>
                    <a:pt x="223" y="277453"/>
                    <a:pt x="223" y="290578"/>
                  </a:cubicBezTo>
                  <a:cubicBezTo>
                    <a:pt x="223" y="306122"/>
                    <a:pt x="16006" y="314412"/>
                    <a:pt x="30713" y="314412"/>
                  </a:cubicBezTo>
                  <a:cubicBezTo>
                    <a:pt x="50441" y="314412"/>
                    <a:pt x="64789" y="294033"/>
                    <a:pt x="71246" y="280907"/>
                  </a:cubicBezTo>
                  <a:cubicBezTo>
                    <a:pt x="82724" y="259146"/>
                    <a:pt x="90974" y="217351"/>
                    <a:pt x="91333" y="214933"/>
                  </a:cubicBezTo>
                  <a:lnTo>
                    <a:pt x="112855" y="105436"/>
                  </a:lnTo>
                  <a:close/>
                </a:path>
              </a:pathLst>
            </a:custGeom>
            <a:solidFill>
              <a:srgbClr val="000000"/>
            </a:solidFill>
            <a:ln w="3571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C7821FA4-373C-F59E-4D1A-10A6C3AE6B49}"/>
                </a:ext>
              </a:extLst>
            </p:cNvPr>
            <p:cNvSpPr/>
            <p:nvPr/>
          </p:nvSpPr>
          <p:spPr>
            <a:xfrm>
              <a:off x="10765099" y="5357615"/>
              <a:ext cx="104453" cy="173121"/>
            </a:xfrm>
            <a:custGeom>
              <a:avLst/>
              <a:gdLst>
                <a:gd name="connsiteX0" fmla="*/ 24333 w 104453"/>
                <a:gd name="connsiteY0" fmla="*/ 137181 h 173121"/>
                <a:gd name="connsiteX1" fmla="*/ 56472 w 104453"/>
                <a:gd name="connsiteY1" fmla="*/ 173208 h 173121"/>
                <a:gd name="connsiteX2" fmla="*/ 82586 w 104453"/>
                <a:gd name="connsiteY2" fmla="*/ 164504 h 173121"/>
                <a:gd name="connsiteX3" fmla="*/ 99911 w 104453"/>
                <a:gd name="connsiteY3" fmla="*/ 150238 h 173121"/>
                <a:gd name="connsiteX4" fmla="*/ 95894 w 104453"/>
                <a:gd name="connsiteY4" fmla="*/ 145644 h 173121"/>
                <a:gd name="connsiteX5" fmla="*/ 90370 w 104453"/>
                <a:gd name="connsiteY5" fmla="*/ 149271 h 173121"/>
                <a:gd name="connsiteX6" fmla="*/ 56723 w 104453"/>
                <a:gd name="connsiteY6" fmla="*/ 166438 h 173121"/>
                <a:gd name="connsiteX7" fmla="*/ 39649 w 104453"/>
                <a:gd name="connsiteY7" fmla="*/ 133554 h 173121"/>
                <a:gd name="connsiteX8" fmla="*/ 40152 w 104453"/>
                <a:gd name="connsiteY8" fmla="*/ 125334 h 173121"/>
                <a:gd name="connsiteX9" fmla="*/ 43416 w 104453"/>
                <a:gd name="connsiteY9" fmla="*/ 119772 h 173121"/>
                <a:gd name="connsiteX10" fmla="*/ 104682 w 104453"/>
                <a:gd name="connsiteY10" fmla="*/ 21122 h 173121"/>
                <a:gd name="connsiteX11" fmla="*/ 88110 w 104453"/>
                <a:gd name="connsiteY11" fmla="*/ 86 h 173121"/>
                <a:gd name="connsiteX12" fmla="*/ 46429 w 104453"/>
                <a:gd name="connsiteY12" fmla="*/ 38531 h 173121"/>
                <a:gd name="connsiteX13" fmla="*/ 26844 w 104453"/>
                <a:gd name="connsiteY13" fmla="*/ 90999 h 173121"/>
                <a:gd name="connsiteX14" fmla="*/ 23077 w 104453"/>
                <a:gd name="connsiteY14" fmla="*/ 127510 h 173121"/>
                <a:gd name="connsiteX15" fmla="*/ 4497 w 104453"/>
                <a:gd name="connsiteY15" fmla="*/ 143468 h 173121"/>
                <a:gd name="connsiteX16" fmla="*/ 228 w 104453"/>
                <a:gd name="connsiteY16" fmla="*/ 148545 h 173121"/>
                <a:gd name="connsiteX17" fmla="*/ 4497 w 104453"/>
                <a:gd name="connsiteY17" fmla="*/ 152898 h 173121"/>
                <a:gd name="connsiteX18" fmla="*/ 14791 w 104453"/>
                <a:gd name="connsiteY18" fmla="*/ 145160 h 173121"/>
                <a:gd name="connsiteX19" fmla="*/ 24333 w 104453"/>
                <a:gd name="connsiteY19" fmla="*/ 137181 h 173121"/>
                <a:gd name="connsiteX20" fmla="*/ 42411 w 104453"/>
                <a:gd name="connsiteY20" fmla="*/ 109617 h 173121"/>
                <a:gd name="connsiteX21" fmla="*/ 87859 w 104453"/>
                <a:gd name="connsiteY21" fmla="*/ 6856 h 173121"/>
                <a:gd name="connsiteX22" fmla="*/ 96647 w 104453"/>
                <a:gd name="connsiteY22" fmla="*/ 19429 h 173121"/>
                <a:gd name="connsiteX23" fmla="*/ 75053 w 104453"/>
                <a:gd name="connsiteY23" fmla="*/ 73590 h 173121"/>
                <a:gd name="connsiteX24" fmla="*/ 42411 w 104453"/>
                <a:gd name="connsiteY24" fmla="*/ 109617 h 173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4453" h="173121">
                  <a:moveTo>
                    <a:pt x="24333" y="137181"/>
                  </a:moveTo>
                  <a:cubicBezTo>
                    <a:pt x="26844" y="152898"/>
                    <a:pt x="35130" y="173208"/>
                    <a:pt x="56472" y="173208"/>
                  </a:cubicBezTo>
                  <a:cubicBezTo>
                    <a:pt x="64507" y="173208"/>
                    <a:pt x="73547" y="170065"/>
                    <a:pt x="82586" y="164504"/>
                  </a:cubicBezTo>
                  <a:cubicBezTo>
                    <a:pt x="86854" y="162086"/>
                    <a:pt x="99911" y="153139"/>
                    <a:pt x="99911" y="150238"/>
                  </a:cubicBezTo>
                  <a:cubicBezTo>
                    <a:pt x="99911" y="148787"/>
                    <a:pt x="98153" y="145644"/>
                    <a:pt x="95894" y="145644"/>
                  </a:cubicBezTo>
                  <a:cubicBezTo>
                    <a:pt x="94638" y="145644"/>
                    <a:pt x="94136" y="145644"/>
                    <a:pt x="90370" y="149271"/>
                  </a:cubicBezTo>
                  <a:cubicBezTo>
                    <a:pt x="79573" y="158459"/>
                    <a:pt x="68023" y="166438"/>
                    <a:pt x="56723" y="166438"/>
                  </a:cubicBezTo>
                  <a:cubicBezTo>
                    <a:pt x="39649" y="166438"/>
                    <a:pt x="39649" y="138148"/>
                    <a:pt x="39649" y="133554"/>
                  </a:cubicBezTo>
                  <a:cubicBezTo>
                    <a:pt x="39649" y="130411"/>
                    <a:pt x="39649" y="129928"/>
                    <a:pt x="40152" y="125334"/>
                  </a:cubicBezTo>
                  <a:cubicBezTo>
                    <a:pt x="40403" y="122916"/>
                    <a:pt x="40403" y="122432"/>
                    <a:pt x="43416" y="119772"/>
                  </a:cubicBezTo>
                  <a:cubicBezTo>
                    <a:pt x="57226" y="107199"/>
                    <a:pt x="104682" y="63193"/>
                    <a:pt x="104682" y="21122"/>
                  </a:cubicBezTo>
                  <a:cubicBezTo>
                    <a:pt x="104682" y="17495"/>
                    <a:pt x="104682" y="86"/>
                    <a:pt x="88110" y="86"/>
                  </a:cubicBezTo>
                  <a:cubicBezTo>
                    <a:pt x="67269" y="86"/>
                    <a:pt x="50446" y="31277"/>
                    <a:pt x="46429" y="38531"/>
                  </a:cubicBezTo>
                  <a:cubicBezTo>
                    <a:pt x="35381" y="59083"/>
                    <a:pt x="29606" y="78910"/>
                    <a:pt x="26844" y="90999"/>
                  </a:cubicBezTo>
                  <a:cubicBezTo>
                    <a:pt x="23077" y="107199"/>
                    <a:pt x="23077" y="115662"/>
                    <a:pt x="23077" y="127510"/>
                  </a:cubicBezTo>
                  <a:cubicBezTo>
                    <a:pt x="21320" y="129202"/>
                    <a:pt x="7008" y="141533"/>
                    <a:pt x="4497" y="143468"/>
                  </a:cubicBezTo>
                  <a:cubicBezTo>
                    <a:pt x="479" y="146853"/>
                    <a:pt x="228" y="147095"/>
                    <a:pt x="228" y="148545"/>
                  </a:cubicBezTo>
                  <a:cubicBezTo>
                    <a:pt x="228" y="150238"/>
                    <a:pt x="2488" y="152898"/>
                    <a:pt x="4497" y="152898"/>
                  </a:cubicBezTo>
                  <a:cubicBezTo>
                    <a:pt x="6254" y="152898"/>
                    <a:pt x="13034" y="146853"/>
                    <a:pt x="14791" y="145160"/>
                  </a:cubicBezTo>
                  <a:lnTo>
                    <a:pt x="24333" y="137181"/>
                  </a:lnTo>
                  <a:close/>
                  <a:moveTo>
                    <a:pt x="42411" y="109617"/>
                  </a:moveTo>
                  <a:cubicBezTo>
                    <a:pt x="46931" y="84955"/>
                    <a:pt x="66767" y="6856"/>
                    <a:pt x="87859" y="6856"/>
                  </a:cubicBezTo>
                  <a:cubicBezTo>
                    <a:pt x="93634" y="6856"/>
                    <a:pt x="96647" y="10725"/>
                    <a:pt x="96647" y="19429"/>
                  </a:cubicBezTo>
                  <a:cubicBezTo>
                    <a:pt x="96647" y="22331"/>
                    <a:pt x="96647" y="43850"/>
                    <a:pt x="75053" y="73590"/>
                  </a:cubicBezTo>
                  <a:cubicBezTo>
                    <a:pt x="62247" y="90999"/>
                    <a:pt x="48438" y="104056"/>
                    <a:pt x="42411" y="109617"/>
                  </a:cubicBezTo>
                  <a:close/>
                </a:path>
              </a:pathLst>
            </a:custGeom>
            <a:solidFill>
              <a:srgbClr val="000000"/>
            </a:solidFill>
            <a:ln w="3571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EAFD494-AAFC-3AC8-4EC4-52C1E678CCDA}"/>
                </a:ext>
              </a:extLst>
            </p:cNvPr>
            <p:cNvSpPr/>
            <p:nvPr/>
          </p:nvSpPr>
          <p:spPr>
            <a:xfrm>
              <a:off x="10907512" y="5500029"/>
              <a:ext cx="31888" cy="74471"/>
            </a:xfrm>
            <a:custGeom>
              <a:avLst/>
              <a:gdLst>
                <a:gd name="connsiteX0" fmla="*/ 25090 w 31888"/>
                <a:gd name="connsiteY0" fmla="*/ 24023 h 74471"/>
                <a:gd name="connsiteX1" fmla="*/ 5505 w 31888"/>
                <a:gd name="connsiteY1" fmla="*/ 68271 h 74471"/>
                <a:gd name="connsiteX2" fmla="*/ 3747 w 31888"/>
                <a:gd name="connsiteY2" fmla="*/ 71173 h 74471"/>
                <a:gd name="connsiteX3" fmla="*/ 7262 w 31888"/>
                <a:gd name="connsiteY3" fmla="*/ 74558 h 74471"/>
                <a:gd name="connsiteX4" fmla="*/ 32120 w 31888"/>
                <a:gd name="connsiteY4" fmla="*/ 26441 h 74471"/>
                <a:gd name="connsiteX5" fmla="*/ 14544 w 31888"/>
                <a:gd name="connsiteY5" fmla="*/ 86 h 74471"/>
                <a:gd name="connsiteX6" fmla="*/ 232 w 31888"/>
                <a:gd name="connsiteY6" fmla="*/ 13868 h 74471"/>
                <a:gd name="connsiteX7" fmla="*/ 14795 w 31888"/>
                <a:gd name="connsiteY7" fmla="*/ 27892 h 74471"/>
                <a:gd name="connsiteX8" fmla="*/ 25090 w 31888"/>
                <a:gd name="connsiteY8" fmla="*/ 24023 h 7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88" h="74471">
                  <a:moveTo>
                    <a:pt x="25090" y="24023"/>
                  </a:moveTo>
                  <a:cubicBezTo>
                    <a:pt x="25090" y="37322"/>
                    <a:pt x="22579" y="52796"/>
                    <a:pt x="5505" y="68271"/>
                  </a:cubicBezTo>
                  <a:cubicBezTo>
                    <a:pt x="4500" y="69238"/>
                    <a:pt x="3747" y="69964"/>
                    <a:pt x="3747" y="71173"/>
                  </a:cubicBezTo>
                  <a:cubicBezTo>
                    <a:pt x="3747" y="72865"/>
                    <a:pt x="5756" y="74558"/>
                    <a:pt x="7262" y="74558"/>
                  </a:cubicBezTo>
                  <a:cubicBezTo>
                    <a:pt x="10777" y="74558"/>
                    <a:pt x="32120" y="55214"/>
                    <a:pt x="32120" y="26441"/>
                  </a:cubicBezTo>
                  <a:cubicBezTo>
                    <a:pt x="32120" y="11450"/>
                    <a:pt x="26094" y="86"/>
                    <a:pt x="14544" y="86"/>
                  </a:cubicBezTo>
                  <a:cubicBezTo>
                    <a:pt x="6258" y="86"/>
                    <a:pt x="232" y="6373"/>
                    <a:pt x="232" y="13868"/>
                  </a:cubicBezTo>
                  <a:cubicBezTo>
                    <a:pt x="232" y="21606"/>
                    <a:pt x="6007" y="27892"/>
                    <a:pt x="14795" y="27892"/>
                  </a:cubicBezTo>
                  <a:cubicBezTo>
                    <a:pt x="20821" y="27892"/>
                    <a:pt x="24838" y="24023"/>
                    <a:pt x="25090" y="24023"/>
                  </a:cubicBezTo>
                  <a:close/>
                </a:path>
              </a:pathLst>
            </a:custGeom>
            <a:solidFill>
              <a:srgbClr val="000000"/>
            </a:solidFill>
            <a:ln w="3571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60DAD77-0912-B47F-CC90-ABDE73A6210E}"/>
                </a:ext>
              </a:extLst>
            </p:cNvPr>
            <p:cNvSpPr/>
            <p:nvPr/>
          </p:nvSpPr>
          <p:spPr>
            <a:xfrm>
              <a:off x="10976383" y="5421206"/>
              <a:ext cx="116756" cy="109047"/>
            </a:xfrm>
            <a:custGeom>
              <a:avLst/>
              <a:gdLst>
                <a:gd name="connsiteX0" fmla="*/ 47439 w 116756"/>
                <a:gd name="connsiteY0" fmla="*/ 57874 h 109047"/>
                <a:gd name="connsiteX1" fmla="*/ 53967 w 116756"/>
                <a:gd name="connsiteY1" fmla="*/ 33453 h 109047"/>
                <a:gd name="connsiteX2" fmla="*/ 69786 w 116756"/>
                <a:gd name="connsiteY2" fmla="*/ 13626 h 109047"/>
                <a:gd name="connsiteX3" fmla="*/ 90124 w 116756"/>
                <a:gd name="connsiteY3" fmla="*/ 6856 h 109047"/>
                <a:gd name="connsiteX4" fmla="*/ 103934 w 116756"/>
                <a:gd name="connsiteY4" fmla="*/ 10241 h 109047"/>
                <a:gd name="connsiteX5" fmla="*/ 92886 w 116756"/>
                <a:gd name="connsiteY5" fmla="*/ 23540 h 109047"/>
                <a:gd name="connsiteX6" fmla="*/ 102930 w 116756"/>
                <a:gd name="connsiteY6" fmla="*/ 32486 h 109047"/>
                <a:gd name="connsiteX7" fmla="*/ 116991 w 116756"/>
                <a:gd name="connsiteY7" fmla="*/ 17737 h 109047"/>
                <a:gd name="connsiteX8" fmla="*/ 90375 w 116756"/>
                <a:gd name="connsiteY8" fmla="*/ 86 h 109047"/>
                <a:gd name="connsiteX9" fmla="*/ 54972 w 116756"/>
                <a:gd name="connsiteY9" fmla="*/ 17253 h 109047"/>
                <a:gd name="connsiteX10" fmla="*/ 29109 w 116756"/>
                <a:gd name="connsiteY10" fmla="*/ 86 h 109047"/>
                <a:gd name="connsiteX11" fmla="*/ 9524 w 116756"/>
                <a:gd name="connsiteY11" fmla="*/ 12417 h 109047"/>
                <a:gd name="connsiteX12" fmla="*/ 234 w 116756"/>
                <a:gd name="connsiteY12" fmla="*/ 37080 h 109047"/>
                <a:gd name="connsiteX13" fmla="*/ 4502 w 116756"/>
                <a:gd name="connsiteY13" fmla="*/ 40223 h 109047"/>
                <a:gd name="connsiteX14" fmla="*/ 10026 w 116756"/>
                <a:gd name="connsiteY14" fmla="*/ 32970 h 109047"/>
                <a:gd name="connsiteX15" fmla="*/ 28356 w 116756"/>
                <a:gd name="connsiteY15" fmla="*/ 6856 h 109047"/>
                <a:gd name="connsiteX16" fmla="*/ 36642 w 116756"/>
                <a:gd name="connsiteY16" fmla="*/ 18704 h 109047"/>
                <a:gd name="connsiteX17" fmla="*/ 32625 w 116756"/>
                <a:gd name="connsiteY17" fmla="*/ 38773 h 109047"/>
                <a:gd name="connsiteX18" fmla="*/ 27101 w 116756"/>
                <a:gd name="connsiteY18" fmla="*/ 60534 h 109047"/>
                <a:gd name="connsiteX19" fmla="*/ 19066 w 116756"/>
                <a:gd name="connsiteY19" fmla="*/ 91483 h 109047"/>
                <a:gd name="connsiteX20" fmla="*/ 16555 w 116756"/>
                <a:gd name="connsiteY20" fmla="*/ 101396 h 109047"/>
                <a:gd name="connsiteX21" fmla="*/ 25092 w 116756"/>
                <a:gd name="connsiteY21" fmla="*/ 109134 h 109047"/>
                <a:gd name="connsiteX22" fmla="*/ 35889 w 116756"/>
                <a:gd name="connsiteY22" fmla="*/ 102122 h 109047"/>
                <a:gd name="connsiteX23" fmla="*/ 40659 w 116756"/>
                <a:gd name="connsiteY23" fmla="*/ 83987 h 109047"/>
                <a:gd name="connsiteX24" fmla="*/ 47439 w 116756"/>
                <a:gd name="connsiteY24" fmla="*/ 57874 h 109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6756" h="109047">
                  <a:moveTo>
                    <a:pt x="47439" y="57874"/>
                  </a:moveTo>
                  <a:cubicBezTo>
                    <a:pt x="47690" y="56423"/>
                    <a:pt x="53465" y="34662"/>
                    <a:pt x="53967" y="33453"/>
                  </a:cubicBezTo>
                  <a:cubicBezTo>
                    <a:pt x="54469" y="31519"/>
                    <a:pt x="61751" y="19429"/>
                    <a:pt x="69786" y="13626"/>
                  </a:cubicBezTo>
                  <a:cubicBezTo>
                    <a:pt x="72548" y="11692"/>
                    <a:pt x="79327" y="6856"/>
                    <a:pt x="90124" y="6856"/>
                  </a:cubicBezTo>
                  <a:cubicBezTo>
                    <a:pt x="92635" y="6856"/>
                    <a:pt x="98912" y="7098"/>
                    <a:pt x="103934" y="10241"/>
                  </a:cubicBezTo>
                  <a:cubicBezTo>
                    <a:pt x="95899" y="12417"/>
                    <a:pt x="92886" y="19188"/>
                    <a:pt x="92886" y="23540"/>
                  </a:cubicBezTo>
                  <a:cubicBezTo>
                    <a:pt x="92886" y="28859"/>
                    <a:pt x="97155" y="32486"/>
                    <a:pt x="102930" y="32486"/>
                  </a:cubicBezTo>
                  <a:cubicBezTo>
                    <a:pt x="108705" y="32486"/>
                    <a:pt x="116991" y="27892"/>
                    <a:pt x="116991" y="17737"/>
                  </a:cubicBezTo>
                  <a:cubicBezTo>
                    <a:pt x="116991" y="5164"/>
                    <a:pt x="103181" y="86"/>
                    <a:pt x="90375" y="86"/>
                  </a:cubicBezTo>
                  <a:cubicBezTo>
                    <a:pt x="77319" y="86"/>
                    <a:pt x="66020" y="5164"/>
                    <a:pt x="54972" y="17253"/>
                  </a:cubicBezTo>
                  <a:cubicBezTo>
                    <a:pt x="50452" y="2504"/>
                    <a:pt x="35135" y="86"/>
                    <a:pt x="29109" y="86"/>
                  </a:cubicBezTo>
                  <a:cubicBezTo>
                    <a:pt x="19819" y="86"/>
                    <a:pt x="13542" y="5647"/>
                    <a:pt x="9524" y="12417"/>
                  </a:cubicBezTo>
                  <a:cubicBezTo>
                    <a:pt x="3749" y="21847"/>
                    <a:pt x="234" y="35871"/>
                    <a:pt x="234" y="37080"/>
                  </a:cubicBezTo>
                  <a:cubicBezTo>
                    <a:pt x="234" y="40223"/>
                    <a:pt x="3749" y="40223"/>
                    <a:pt x="4502" y="40223"/>
                  </a:cubicBezTo>
                  <a:cubicBezTo>
                    <a:pt x="8018" y="40223"/>
                    <a:pt x="8269" y="39498"/>
                    <a:pt x="10026" y="32970"/>
                  </a:cubicBezTo>
                  <a:cubicBezTo>
                    <a:pt x="13793" y="18220"/>
                    <a:pt x="18564" y="6856"/>
                    <a:pt x="28356" y="6856"/>
                  </a:cubicBezTo>
                  <a:cubicBezTo>
                    <a:pt x="34884" y="6856"/>
                    <a:pt x="36642" y="12176"/>
                    <a:pt x="36642" y="18704"/>
                  </a:cubicBezTo>
                  <a:cubicBezTo>
                    <a:pt x="36642" y="23298"/>
                    <a:pt x="34382" y="32244"/>
                    <a:pt x="32625" y="38773"/>
                  </a:cubicBezTo>
                  <a:cubicBezTo>
                    <a:pt x="30867" y="45301"/>
                    <a:pt x="28356" y="55214"/>
                    <a:pt x="27101" y="60534"/>
                  </a:cubicBezTo>
                  <a:lnTo>
                    <a:pt x="19066" y="91483"/>
                  </a:lnTo>
                  <a:cubicBezTo>
                    <a:pt x="18061" y="94626"/>
                    <a:pt x="16555" y="100671"/>
                    <a:pt x="16555" y="101396"/>
                  </a:cubicBezTo>
                  <a:cubicBezTo>
                    <a:pt x="16555" y="106716"/>
                    <a:pt x="21074" y="109134"/>
                    <a:pt x="25092" y="109134"/>
                  </a:cubicBezTo>
                  <a:cubicBezTo>
                    <a:pt x="28858" y="109134"/>
                    <a:pt x="33880" y="106957"/>
                    <a:pt x="35889" y="102122"/>
                  </a:cubicBezTo>
                  <a:cubicBezTo>
                    <a:pt x="36391" y="100671"/>
                    <a:pt x="39153" y="90032"/>
                    <a:pt x="40659" y="83987"/>
                  </a:cubicBezTo>
                  <a:lnTo>
                    <a:pt x="47439" y="57874"/>
                  </a:lnTo>
                  <a:close/>
                </a:path>
              </a:pathLst>
            </a:custGeom>
            <a:solidFill>
              <a:srgbClr val="000000"/>
            </a:solidFill>
            <a:ln w="3571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4C578707-FEFE-5F36-7F7D-ECE1E8E634D5}"/>
                </a:ext>
              </a:extLst>
            </p:cNvPr>
            <p:cNvSpPr/>
            <p:nvPr/>
          </p:nvSpPr>
          <p:spPr>
            <a:xfrm>
              <a:off x="11118166" y="5500029"/>
              <a:ext cx="31888" cy="74471"/>
            </a:xfrm>
            <a:custGeom>
              <a:avLst/>
              <a:gdLst>
                <a:gd name="connsiteX0" fmla="*/ 25095 w 31888"/>
                <a:gd name="connsiteY0" fmla="*/ 24023 h 74471"/>
                <a:gd name="connsiteX1" fmla="*/ 5510 w 31888"/>
                <a:gd name="connsiteY1" fmla="*/ 68271 h 74471"/>
                <a:gd name="connsiteX2" fmla="*/ 3753 w 31888"/>
                <a:gd name="connsiteY2" fmla="*/ 71173 h 74471"/>
                <a:gd name="connsiteX3" fmla="*/ 7268 w 31888"/>
                <a:gd name="connsiteY3" fmla="*/ 74558 h 74471"/>
                <a:gd name="connsiteX4" fmla="*/ 32126 w 31888"/>
                <a:gd name="connsiteY4" fmla="*/ 26441 h 74471"/>
                <a:gd name="connsiteX5" fmla="*/ 14550 w 31888"/>
                <a:gd name="connsiteY5" fmla="*/ 86 h 74471"/>
                <a:gd name="connsiteX6" fmla="*/ 237 w 31888"/>
                <a:gd name="connsiteY6" fmla="*/ 13868 h 74471"/>
                <a:gd name="connsiteX7" fmla="*/ 14801 w 31888"/>
                <a:gd name="connsiteY7" fmla="*/ 27892 h 74471"/>
                <a:gd name="connsiteX8" fmla="*/ 25095 w 31888"/>
                <a:gd name="connsiteY8" fmla="*/ 24023 h 7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88" h="74471">
                  <a:moveTo>
                    <a:pt x="25095" y="24023"/>
                  </a:moveTo>
                  <a:cubicBezTo>
                    <a:pt x="25095" y="37322"/>
                    <a:pt x="22584" y="52796"/>
                    <a:pt x="5510" y="68271"/>
                  </a:cubicBezTo>
                  <a:cubicBezTo>
                    <a:pt x="4506" y="69238"/>
                    <a:pt x="3753" y="69964"/>
                    <a:pt x="3753" y="71173"/>
                  </a:cubicBezTo>
                  <a:cubicBezTo>
                    <a:pt x="3753" y="72865"/>
                    <a:pt x="5761" y="74558"/>
                    <a:pt x="7268" y="74558"/>
                  </a:cubicBezTo>
                  <a:cubicBezTo>
                    <a:pt x="10783" y="74558"/>
                    <a:pt x="32126" y="55214"/>
                    <a:pt x="32126" y="26441"/>
                  </a:cubicBezTo>
                  <a:cubicBezTo>
                    <a:pt x="32126" y="11450"/>
                    <a:pt x="26100" y="86"/>
                    <a:pt x="14550" y="86"/>
                  </a:cubicBezTo>
                  <a:cubicBezTo>
                    <a:pt x="6264" y="86"/>
                    <a:pt x="237" y="6373"/>
                    <a:pt x="237" y="13868"/>
                  </a:cubicBezTo>
                  <a:cubicBezTo>
                    <a:pt x="237" y="21606"/>
                    <a:pt x="6013" y="27892"/>
                    <a:pt x="14801" y="27892"/>
                  </a:cubicBezTo>
                  <a:cubicBezTo>
                    <a:pt x="20827" y="27892"/>
                    <a:pt x="24844" y="24023"/>
                    <a:pt x="25095" y="24023"/>
                  </a:cubicBezTo>
                  <a:close/>
                </a:path>
              </a:pathLst>
            </a:custGeom>
            <a:solidFill>
              <a:srgbClr val="000000"/>
            </a:solidFill>
            <a:ln w="3571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02899064-07F4-22A1-B20C-85440B3107EC}"/>
                </a:ext>
              </a:extLst>
            </p:cNvPr>
            <p:cNvSpPr/>
            <p:nvPr/>
          </p:nvSpPr>
          <p:spPr>
            <a:xfrm>
              <a:off x="11191808" y="5360033"/>
              <a:ext cx="101691" cy="170220"/>
            </a:xfrm>
            <a:custGeom>
              <a:avLst/>
              <a:gdLst>
                <a:gd name="connsiteX0" fmla="*/ 49956 w 101691"/>
                <a:gd name="connsiteY0" fmla="*/ 7340 h 170220"/>
                <a:gd name="connsiteX1" fmla="*/ 50960 w 101691"/>
                <a:gd name="connsiteY1" fmla="*/ 3471 h 170220"/>
                <a:gd name="connsiteX2" fmla="*/ 46943 w 101691"/>
                <a:gd name="connsiteY2" fmla="*/ 86 h 170220"/>
                <a:gd name="connsiteX3" fmla="*/ 14803 w 101691"/>
                <a:gd name="connsiteY3" fmla="*/ 2504 h 170220"/>
                <a:gd name="connsiteX4" fmla="*/ 9279 w 101691"/>
                <a:gd name="connsiteY4" fmla="*/ 8065 h 170220"/>
                <a:gd name="connsiteX5" fmla="*/ 15807 w 101691"/>
                <a:gd name="connsiteY5" fmla="*/ 11450 h 170220"/>
                <a:gd name="connsiteX6" fmla="*/ 27860 w 101691"/>
                <a:gd name="connsiteY6" fmla="*/ 15077 h 170220"/>
                <a:gd name="connsiteX7" fmla="*/ 23842 w 101691"/>
                <a:gd name="connsiteY7" fmla="*/ 32002 h 170220"/>
                <a:gd name="connsiteX8" fmla="*/ 18067 w 101691"/>
                <a:gd name="connsiteY8" fmla="*/ 54247 h 170220"/>
                <a:gd name="connsiteX9" fmla="*/ 1495 w 101691"/>
                <a:gd name="connsiteY9" fmla="*/ 118563 h 170220"/>
                <a:gd name="connsiteX10" fmla="*/ 240 w 101691"/>
                <a:gd name="connsiteY10" fmla="*/ 130411 h 170220"/>
                <a:gd name="connsiteX11" fmla="*/ 37150 w 101691"/>
                <a:gd name="connsiteY11" fmla="*/ 170307 h 170220"/>
                <a:gd name="connsiteX12" fmla="*/ 101931 w 101691"/>
                <a:gd name="connsiteY12" fmla="*/ 101638 h 170220"/>
                <a:gd name="connsiteX13" fmla="*/ 64268 w 101691"/>
                <a:gd name="connsiteY13" fmla="*/ 61259 h 170220"/>
                <a:gd name="connsiteX14" fmla="*/ 32630 w 101691"/>
                <a:gd name="connsiteY14" fmla="*/ 74558 h 170220"/>
                <a:gd name="connsiteX15" fmla="*/ 49956 w 101691"/>
                <a:gd name="connsiteY15" fmla="*/ 7340 h 170220"/>
                <a:gd name="connsiteX16" fmla="*/ 37401 w 101691"/>
                <a:gd name="connsiteY16" fmla="*/ 163536 h 170220"/>
                <a:gd name="connsiteX17" fmla="*/ 18067 w 101691"/>
                <a:gd name="connsiteY17" fmla="*/ 138874 h 170220"/>
                <a:gd name="connsiteX18" fmla="*/ 27358 w 101691"/>
                <a:gd name="connsiteY18" fmla="*/ 94384 h 170220"/>
                <a:gd name="connsiteX19" fmla="*/ 33635 w 101691"/>
                <a:gd name="connsiteY19" fmla="*/ 83987 h 170220"/>
                <a:gd name="connsiteX20" fmla="*/ 63515 w 101691"/>
                <a:gd name="connsiteY20" fmla="*/ 68029 h 170220"/>
                <a:gd name="connsiteX21" fmla="*/ 81844 w 101691"/>
                <a:gd name="connsiteY21" fmla="*/ 91483 h 170220"/>
                <a:gd name="connsiteX22" fmla="*/ 68787 w 101691"/>
                <a:gd name="connsiteY22" fmla="*/ 140083 h 170220"/>
                <a:gd name="connsiteX23" fmla="*/ 37401 w 101691"/>
                <a:gd name="connsiteY23" fmla="*/ 163536 h 170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1691" h="170220">
                  <a:moveTo>
                    <a:pt x="49956" y="7340"/>
                  </a:moveTo>
                  <a:cubicBezTo>
                    <a:pt x="50207" y="6856"/>
                    <a:pt x="50960" y="3713"/>
                    <a:pt x="50960" y="3471"/>
                  </a:cubicBezTo>
                  <a:cubicBezTo>
                    <a:pt x="50960" y="2262"/>
                    <a:pt x="49956" y="86"/>
                    <a:pt x="46943" y="86"/>
                  </a:cubicBezTo>
                  <a:cubicBezTo>
                    <a:pt x="41921" y="86"/>
                    <a:pt x="21080" y="2021"/>
                    <a:pt x="14803" y="2504"/>
                  </a:cubicBezTo>
                  <a:cubicBezTo>
                    <a:pt x="12794" y="2746"/>
                    <a:pt x="9279" y="2988"/>
                    <a:pt x="9279" y="8065"/>
                  </a:cubicBezTo>
                  <a:cubicBezTo>
                    <a:pt x="9279" y="11450"/>
                    <a:pt x="12794" y="11450"/>
                    <a:pt x="15807" y="11450"/>
                  </a:cubicBezTo>
                  <a:cubicBezTo>
                    <a:pt x="27860" y="11450"/>
                    <a:pt x="27860" y="13143"/>
                    <a:pt x="27860" y="15077"/>
                  </a:cubicBezTo>
                  <a:cubicBezTo>
                    <a:pt x="27860" y="16770"/>
                    <a:pt x="25349" y="26441"/>
                    <a:pt x="23842" y="32002"/>
                  </a:cubicBezTo>
                  <a:lnTo>
                    <a:pt x="18067" y="54247"/>
                  </a:lnTo>
                  <a:cubicBezTo>
                    <a:pt x="15807" y="62468"/>
                    <a:pt x="1997" y="115420"/>
                    <a:pt x="1495" y="118563"/>
                  </a:cubicBezTo>
                  <a:cubicBezTo>
                    <a:pt x="240" y="124366"/>
                    <a:pt x="240" y="127510"/>
                    <a:pt x="240" y="130411"/>
                  </a:cubicBezTo>
                  <a:cubicBezTo>
                    <a:pt x="240" y="154832"/>
                    <a:pt x="16310" y="170307"/>
                    <a:pt x="37150" y="170307"/>
                  </a:cubicBezTo>
                  <a:cubicBezTo>
                    <a:pt x="68536" y="170307"/>
                    <a:pt x="101931" y="137423"/>
                    <a:pt x="101931" y="101638"/>
                  </a:cubicBezTo>
                  <a:cubicBezTo>
                    <a:pt x="101931" y="73349"/>
                    <a:pt x="81593" y="61259"/>
                    <a:pt x="64268" y="61259"/>
                  </a:cubicBezTo>
                  <a:cubicBezTo>
                    <a:pt x="51211" y="61259"/>
                    <a:pt x="40163" y="68271"/>
                    <a:pt x="32630" y="74558"/>
                  </a:cubicBezTo>
                  <a:lnTo>
                    <a:pt x="49956" y="7340"/>
                  </a:lnTo>
                  <a:close/>
                  <a:moveTo>
                    <a:pt x="37401" y="163536"/>
                  </a:moveTo>
                  <a:cubicBezTo>
                    <a:pt x="25098" y="163536"/>
                    <a:pt x="18067" y="153139"/>
                    <a:pt x="18067" y="138874"/>
                  </a:cubicBezTo>
                  <a:cubicBezTo>
                    <a:pt x="18067" y="129928"/>
                    <a:pt x="20327" y="121707"/>
                    <a:pt x="27358" y="94384"/>
                  </a:cubicBezTo>
                  <a:cubicBezTo>
                    <a:pt x="28864" y="89790"/>
                    <a:pt x="28864" y="89307"/>
                    <a:pt x="33635" y="83987"/>
                  </a:cubicBezTo>
                  <a:cubicBezTo>
                    <a:pt x="43176" y="73349"/>
                    <a:pt x="54475" y="68029"/>
                    <a:pt x="63515" y="68029"/>
                  </a:cubicBezTo>
                  <a:cubicBezTo>
                    <a:pt x="73307" y="68029"/>
                    <a:pt x="81844" y="75041"/>
                    <a:pt x="81844" y="91483"/>
                  </a:cubicBezTo>
                  <a:cubicBezTo>
                    <a:pt x="81844" y="101396"/>
                    <a:pt x="76320" y="126059"/>
                    <a:pt x="68787" y="140083"/>
                  </a:cubicBezTo>
                  <a:cubicBezTo>
                    <a:pt x="62761" y="151930"/>
                    <a:pt x="50207" y="163536"/>
                    <a:pt x="37401" y="163536"/>
                  </a:cubicBezTo>
                  <a:close/>
                </a:path>
              </a:pathLst>
            </a:custGeom>
            <a:solidFill>
              <a:srgbClr val="000000"/>
            </a:solidFill>
            <a:ln w="3571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</p:grpSp>
      <p:grpSp>
        <p:nvGrpSpPr>
          <p:cNvPr id="9" name="Group 8" descr="\documentclass{article}&#10;\usepackage{amsmath,bm,amssymb}&#10;\pagestyle{empty}&#10;\begin{document}&#10;&#10;\newcommand{\score}{\textrm{score}}&#10;\newcommand{\classify}{\textrm{classify}}&#10;\newcommand{\bx}{\mathbf{x}}&#10;&#10;\begin{align*}&#10;f_{\ell,r,b} = \max_{\left(b \rightarrow a~c\right)\in \mathcal{R}_b}\max_{\ell\leq m&lt;r} \log p(b\rightarrow a~c) + f_{\ell,m,a} + f_{m+1,r,c}&#10;\end{align*}&#10;&#10;&#10;\end{document}" title="IguanaTex Vector Display">
            <a:extLst>
              <a:ext uri="{FF2B5EF4-FFF2-40B4-BE49-F238E27FC236}">
                <a16:creationId xmlns:a16="http://schemas.microsoft.com/office/drawing/2014/main" id="{5FDD2B0E-BA0F-02E2-5B77-85F0C5C22BD6}"/>
              </a:ext>
            </a:extLst>
          </p:cNvPr>
          <p:cNvGrpSpPr>
            <a:grpSpLocks noChangeAspect="1"/>
          </p:cNvGrpSpPr>
          <p:nvPr/>
        </p:nvGrpSpPr>
        <p:grpSpPr>
          <a:xfrm>
            <a:off x="1509725" y="2968095"/>
            <a:ext cx="8894331" cy="563546"/>
            <a:chOff x="5640409" y="5990190"/>
            <a:chExt cx="8894331" cy="56354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41ADC5F-75D2-1237-B65F-74E14292122A}"/>
                </a:ext>
              </a:extLst>
            </p:cNvPr>
            <p:cNvSpPr/>
            <p:nvPr/>
          </p:nvSpPr>
          <p:spPr>
            <a:xfrm>
              <a:off x="5640409" y="6005884"/>
              <a:ext cx="176255" cy="317349"/>
            </a:xfrm>
            <a:custGeom>
              <a:avLst/>
              <a:gdLst>
                <a:gd name="connsiteX0" fmla="*/ 111018 w 176255"/>
                <a:gd name="connsiteY0" fmla="*/ 106449 h 317349"/>
                <a:gd name="connsiteX1" fmla="*/ 141394 w 176255"/>
                <a:gd name="connsiteY1" fmla="*/ 106449 h 317349"/>
                <a:gd name="connsiteX2" fmla="*/ 151991 w 176255"/>
                <a:gd name="connsiteY2" fmla="*/ 99474 h 317349"/>
                <a:gd name="connsiteX3" fmla="*/ 142454 w 176255"/>
                <a:gd name="connsiteY3" fmla="*/ 95638 h 317349"/>
                <a:gd name="connsiteX4" fmla="*/ 113137 w 176255"/>
                <a:gd name="connsiteY4" fmla="*/ 95638 h 317349"/>
                <a:gd name="connsiteX5" fmla="*/ 120555 w 176255"/>
                <a:gd name="connsiteY5" fmla="*/ 55882 h 317349"/>
                <a:gd name="connsiteX6" fmla="*/ 129032 w 176255"/>
                <a:gd name="connsiteY6" fmla="*/ 19614 h 317349"/>
                <a:gd name="connsiteX7" fmla="*/ 145633 w 176255"/>
                <a:gd name="connsiteY7" fmla="*/ 7757 h 317349"/>
                <a:gd name="connsiteX8" fmla="*/ 162941 w 176255"/>
                <a:gd name="connsiteY8" fmla="*/ 14034 h 317349"/>
                <a:gd name="connsiteX9" fmla="*/ 143867 w 176255"/>
                <a:gd name="connsiteY9" fmla="*/ 32866 h 317349"/>
                <a:gd name="connsiteX10" fmla="*/ 156936 w 176255"/>
                <a:gd name="connsiteY10" fmla="*/ 45072 h 317349"/>
                <a:gd name="connsiteX11" fmla="*/ 176363 w 176255"/>
                <a:gd name="connsiteY11" fmla="*/ 24147 h 317349"/>
                <a:gd name="connsiteX12" fmla="*/ 145633 w 176255"/>
                <a:gd name="connsiteY12" fmla="*/ 85 h 317349"/>
                <a:gd name="connsiteX13" fmla="*/ 100774 w 176255"/>
                <a:gd name="connsiteY13" fmla="*/ 40887 h 317349"/>
                <a:gd name="connsiteX14" fmla="*/ 89118 w 176255"/>
                <a:gd name="connsiteY14" fmla="*/ 95638 h 317349"/>
                <a:gd name="connsiteX15" fmla="*/ 64746 w 176255"/>
                <a:gd name="connsiteY15" fmla="*/ 95638 h 317349"/>
                <a:gd name="connsiteX16" fmla="*/ 54150 w 176255"/>
                <a:gd name="connsiteY16" fmla="*/ 102264 h 317349"/>
                <a:gd name="connsiteX17" fmla="*/ 64040 w 176255"/>
                <a:gd name="connsiteY17" fmla="*/ 106449 h 317349"/>
                <a:gd name="connsiteX18" fmla="*/ 87352 w 176255"/>
                <a:gd name="connsiteY18" fmla="*/ 106449 h 317349"/>
                <a:gd name="connsiteX19" fmla="*/ 60861 w 176255"/>
                <a:gd name="connsiteY19" fmla="*/ 244200 h 317349"/>
                <a:gd name="connsiteX20" fmla="*/ 30131 w 176255"/>
                <a:gd name="connsiteY20" fmla="*/ 309762 h 317349"/>
                <a:gd name="connsiteX21" fmla="*/ 13177 w 176255"/>
                <a:gd name="connsiteY21" fmla="*/ 303485 h 317349"/>
                <a:gd name="connsiteX22" fmla="*/ 32604 w 176255"/>
                <a:gd name="connsiteY22" fmla="*/ 284653 h 317349"/>
                <a:gd name="connsiteX23" fmla="*/ 19535 w 176255"/>
                <a:gd name="connsiteY23" fmla="*/ 272448 h 317349"/>
                <a:gd name="connsiteX24" fmla="*/ 108 w 176255"/>
                <a:gd name="connsiteY24" fmla="*/ 293372 h 317349"/>
                <a:gd name="connsiteX25" fmla="*/ 30131 w 176255"/>
                <a:gd name="connsiteY25" fmla="*/ 317434 h 317349"/>
                <a:gd name="connsiteX26" fmla="*/ 70045 w 176255"/>
                <a:gd name="connsiteY26" fmla="*/ 283607 h 317349"/>
                <a:gd name="connsiteX27" fmla="*/ 89825 w 176255"/>
                <a:gd name="connsiteY27" fmla="*/ 216998 h 317349"/>
                <a:gd name="connsiteX28" fmla="*/ 111018 w 176255"/>
                <a:gd name="connsiteY28" fmla="*/ 106449 h 31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255" h="317349">
                  <a:moveTo>
                    <a:pt x="111018" y="106449"/>
                  </a:moveTo>
                  <a:lnTo>
                    <a:pt x="141394" y="106449"/>
                  </a:lnTo>
                  <a:cubicBezTo>
                    <a:pt x="148459" y="106449"/>
                    <a:pt x="151991" y="106449"/>
                    <a:pt x="151991" y="99474"/>
                  </a:cubicBezTo>
                  <a:cubicBezTo>
                    <a:pt x="151991" y="95638"/>
                    <a:pt x="148459" y="95638"/>
                    <a:pt x="142454" y="95638"/>
                  </a:cubicBezTo>
                  <a:lnTo>
                    <a:pt x="113137" y="95638"/>
                  </a:lnTo>
                  <a:lnTo>
                    <a:pt x="120555" y="55882"/>
                  </a:lnTo>
                  <a:cubicBezTo>
                    <a:pt x="121967" y="48559"/>
                    <a:pt x="126913" y="23799"/>
                    <a:pt x="129032" y="19614"/>
                  </a:cubicBezTo>
                  <a:cubicBezTo>
                    <a:pt x="132211" y="12988"/>
                    <a:pt x="138215" y="7757"/>
                    <a:pt x="145633" y="7757"/>
                  </a:cubicBezTo>
                  <a:cubicBezTo>
                    <a:pt x="147046" y="7757"/>
                    <a:pt x="156230" y="7757"/>
                    <a:pt x="162941" y="14034"/>
                  </a:cubicBezTo>
                  <a:cubicBezTo>
                    <a:pt x="147399" y="15429"/>
                    <a:pt x="143867" y="27635"/>
                    <a:pt x="143867" y="32866"/>
                  </a:cubicBezTo>
                  <a:cubicBezTo>
                    <a:pt x="143867" y="40887"/>
                    <a:pt x="150225" y="45072"/>
                    <a:pt x="156936" y="45072"/>
                  </a:cubicBezTo>
                  <a:cubicBezTo>
                    <a:pt x="166120" y="45072"/>
                    <a:pt x="176363" y="37399"/>
                    <a:pt x="176363" y="24147"/>
                  </a:cubicBezTo>
                  <a:cubicBezTo>
                    <a:pt x="176363" y="8106"/>
                    <a:pt x="160115" y="85"/>
                    <a:pt x="145633" y="85"/>
                  </a:cubicBezTo>
                  <a:cubicBezTo>
                    <a:pt x="133624" y="85"/>
                    <a:pt x="111371" y="6362"/>
                    <a:pt x="100774" y="40887"/>
                  </a:cubicBezTo>
                  <a:cubicBezTo>
                    <a:pt x="98655" y="48210"/>
                    <a:pt x="97596" y="51698"/>
                    <a:pt x="89118" y="95638"/>
                  </a:cubicBezTo>
                  <a:lnTo>
                    <a:pt x="64746" y="95638"/>
                  </a:lnTo>
                  <a:cubicBezTo>
                    <a:pt x="58035" y="95638"/>
                    <a:pt x="54150" y="95638"/>
                    <a:pt x="54150" y="102264"/>
                  </a:cubicBezTo>
                  <a:cubicBezTo>
                    <a:pt x="54150" y="106449"/>
                    <a:pt x="57329" y="106449"/>
                    <a:pt x="64040" y="106449"/>
                  </a:cubicBezTo>
                  <a:lnTo>
                    <a:pt x="87352" y="106449"/>
                  </a:lnTo>
                  <a:lnTo>
                    <a:pt x="60861" y="244200"/>
                  </a:lnTo>
                  <a:cubicBezTo>
                    <a:pt x="54503" y="278027"/>
                    <a:pt x="48498" y="309762"/>
                    <a:pt x="30131" y="309762"/>
                  </a:cubicBezTo>
                  <a:cubicBezTo>
                    <a:pt x="28718" y="309762"/>
                    <a:pt x="19888" y="309762"/>
                    <a:pt x="13177" y="303485"/>
                  </a:cubicBezTo>
                  <a:cubicBezTo>
                    <a:pt x="29425" y="302439"/>
                    <a:pt x="32604" y="289884"/>
                    <a:pt x="32604" y="284653"/>
                  </a:cubicBezTo>
                  <a:cubicBezTo>
                    <a:pt x="32604" y="276632"/>
                    <a:pt x="26246" y="272448"/>
                    <a:pt x="19535" y="272448"/>
                  </a:cubicBezTo>
                  <a:cubicBezTo>
                    <a:pt x="10351" y="272448"/>
                    <a:pt x="108" y="280120"/>
                    <a:pt x="108" y="293372"/>
                  </a:cubicBezTo>
                  <a:cubicBezTo>
                    <a:pt x="108" y="309065"/>
                    <a:pt x="15649" y="317434"/>
                    <a:pt x="30131" y="317434"/>
                  </a:cubicBezTo>
                  <a:cubicBezTo>
                    <a:pt x="49558" y="317434"/>
                    <a:pt x="63687" y="296859"/>
                    <a:pt x="70045" y="283607"/>
                  </a:cubicBezTo>
                  <a:cubicBezTo>
                    <a:pt x="81348" y="261637"/>
                    <a:pt x="89472" y="219440"/>
                    <a:pt x="89825" y="216998"/>
                  </a:cubicBezTo>
                  <a:lnTo>
                    <a:pt x="111018" y="106449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F0EC3E4-4445-221E-8DAA-BD2EE392151E}"/>
                </a:ext>
              </a:extLst>
            </p:cNvPr>
            <p:cNvSpPr/>
            <p:nvPr/>
          </p:nvSpPr>
          <p:spPr>
            <a:xfrm>
              <a:off x="5800306" y="6132195"/>
              <a:ext cx="102856" cy="174786"/>
            </a:xfrm>
            <a:custGeom>
              <a:avLst/>
              <a:gdLst>
                <a:gd name="connsiteX0" fmla="*/ 23849 w 102856"/>
                <a:gd name="connsiteY0" fmla="*/ 138499 h 174786"/>
                <a:gd name="connsiteX1" fmla="*/ 55497 w 102856"/>
                <a:gd name="connsiteY1" fmla="*/ 174873 h 174786"/>
                <a:gd name="connsiteX2" fmla="*/ 81211 w 102856"/>
                <a:gd name="connsiteY2" fmla="*/ 166085 h 174786"/>
                <a:gd name="connsiteX3" fmla="*/ 98271 w 102856"/>
                <a:gd name="connsiteY3" fmla="*/ 151682 h 174786"/>
                <a:gd name="connsiteX4" fmla="*/ 94315 w 102856"/>
                <a:gd name="connsiteY4" fmla="*/ 147044 h 174786"/>
                <a:gd name="connsiteX5" fmla="*/ 88876 w 102856"/>
                <a:gd name="connsiteY5" fmla="*/ 150705 h 174786"/>
                <a:gd name="connsiteX6" fmla="*/ 55744 w 102856"/>
                <a:gd name="connsiteY6" fmla="*/ 168037 h 174786"/>
                <a:gd name="connsiteX7" fmla="*/ 38931 w 102856"/>
                <a:gd name="connsiteY7" fmla="*/ 134838 h 174786"/>
                <a:gd name="connsiteX8" fmla="*/ 39426 w 102856"/>
                <a:gd name="connsiteY8" fmla="*/ 126538 h 174786"/>
                <a:gd name="connsiteX9" fmla="*/ 42640 w 102856"/>
                <a:gd name="connsiteY9" fmla="*/ 120923 h 174786"/>
                <a:gd name="connsiteX10" fmla="*/ 102969 w 102856"/>
                <a:gd name="connsiteY10" fmla="*/ 21324 h 174786"/>
                <a:gd name="connsiteX11" fmla="*/ 86651 w 102856"/>
                <a:gd name="connsiteY11" fmla="*/ 86 h 174786"/>
                <a:gd name="connsiteX12" fmla="*/ 45607 w 102856"/>
                <a:gd name="connsiteY12" fmla="*/ 38900 h 174786"/>
                <a:gd name="connsiteX13" fmla="*/ 26321 w 102856"/>
                <a:gd name="connsiteY13" fmla="*/ 91873 h 174786"/>
                <a:gd name="connsiteX14" fmla="*/ 22612 w 102856"/>
                <a:gd name="connsiteY14" fmla="*/ 128735 h 174786"/>
                <a:gd name="connsiteX15" fmla="*/ 4316 w 102856"/>
                <a:gd name="connsiteY15" fmla="*/ 144846 h 174786"/>
                <a:gd name="connsiteX16" fmla="*/ 113 w 102856"/>
                <a:gd name="connsiteY16" fmla="*/ 149973 h 174786"/>
                <a:gd name="connsiteX17" fmla="*/ 4316 w 102856"/>
                <a:gd name="connsiteY17" fmla="*/ 154367 h 174786"/>
                <a:gd name="connsiteX18" fmla="*/ 14453 w 102856"/>
                <a:gd name="connsiteY18" fmla="*/ 146555 h 174786"/>
                <a:gd name="connsiteX19" fmla="*/ 23849 w 102856"/>
                <a:gd name="connsiteY19" fmla="*/ 138499 h 174786"/>
                <a:gd name="connsiteX20" fmla="*/ 41651 w 102856"/>
                <a:gd name="connsiteY20" fmla="*/ 110670 h 174786"/>
                <a:gd name="connsiteX21" fmla="*/ 86403 w 102856"/>
                <a:gd name="connsiteY21" fmla="*/ 6921 h 174786"/>
                <a:gd name="connsiteX22" fmla="*/ 95057 w 102856"/>
                <a:gd name="connsiteY22" fmla="*/ 19615 h 174786"/>
                <a:gd name="connsiteX23" fmla="*/ 73794 w 102856"/>
                <a:gd name="connsiteY23" fmla="*/ 74297 h 174786"/>
                <a:gd name="connsiteX24" fmla="*/ 41651 w 102856"/>
                <a:gd name="connsiteY24" fmla="*/ 110670 h 174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2856" h="174786">
                  <a:moveTo>
                    <a:pt x="23849" y="138499"/>
                  </a:moveTo>
                  <a:cubicBezTo>
                    <a:pt x="26321" y="154367"/>
                    <a:pt x="34480" y="174873"/>
                    <a:pt x="55497" y="174873"/>
                  </a:cubicBezTo>
                  <a:cubicBezTo>
                    <a:pt x="63409" y="174873"/>
                    <a:pt x="72310" y="171699"/>
                    <a:pt x="81211" y="166085"/>
                  </a:cubicBezTo>
                  <a:cubicBezTo>
                    <a:pt x="85414" y="163643"/>
                    <a:pt x="98271" y="154611"/>
                    <a:pt x="98271" y="151682"/>
                  </a:cubicBezTo>
                  <a:cubicBezTo>
                    <a:pt x="98271" y="150217"/>
                    <a:pt x="96541" y="147044"/>
                    <a:pt x="94315" y="147044"/>
                  </a:cubicBezTo>
                  <a:cubicBezTo>
                    <a:pt x="93079" y="147044"/>
                    <a:pt x="92585" y="147044"/>
                    <a:pt x="88876" y="150705"/>
                  </a:cubicBezTo>
                  <a:cubicBezTo>
                    <a:pt x="78244" y="159982"/>
                    <a:pt x="66870" y="168037"/>
                    <a:pt x="55744" y="168037"/>
                  </a:cubicBezTo>
                  <a:cubicBezTo>
                    <a:pt x="38931" y="168037"/>
                    <a:pt x="38931" y="139476"/>
                    <a:pt x="38931" y="134838"/>
                  </a:cubicBezTo>
                  <a:cubicBezTo>
                    <a:pt x="38931" y="131664"/>
                    <a:pt x="38931" y="131176"/>
                    <a:pt x="39426" y="126538"/>
                  </a:cubicBezTo>
                  <a:cubicBezTo>
                    <a:pt x="39673" y="124097"/>
                    <a:pt x="39673" y="123608"/>
                    <a:pt x="42640" y="120923"/>
                  </a:cubicBezTo>
                  <a:cubicBezTo>
                    <a:pt x="56239" y="108229"/>
                    <a:pt x="102969" y="63800"/>
                    <a:pt x="102969" y="21324"/>
                  </a:cubicBezTo>
                  <a:cubicBezTo>
                    <a:pt x="102969" y="17662"/>
                    <a:pt x="102969" y="86"/>
                    <a:pt x="86651" y="86"/>
                  </a:cubicBezTo>
                  <a:cubicBezTo>
                    <a:pt x="66129" y="86"/>
                    <a:pt x="49563" y="31577"/>
                    <a:pt x="45607" y="38900"/>
                  </a:cubicBezTo>
                  <a:cubicBezTo>
                    <a:pt x="34728" y="59650"/>
                    <a:pt x="29041" y="79668"/>
                    <a:pt x="26321" y="91873"/>
                  </a:cubicBezTo>
                  <a:cubicBezTo>
                    <a:pt x="22612" y="108229"/>
                    <a:pt x="22612" y="116773"/>
                    <a:pt x="22612" y="128735"/>
                  </a:cubicBezTo>
                  <a:cubicBezTo>
                    <a:pt x="20882" y="130444"/>
                    <a:pt x="6788" y="142894"/>
                    <a:pt x="4316" y="144846"/>
                  </a:cubicBezTo>
                  <a:cubicBezTo>
                    <a:pt x="360" y="148264"/>
                    <a:pt x="113" y="148508"/>
                    <a:pt x="113" y="149973"/>
                  </a:cubicBezTo>
                  <a:cubicBezTo>
                    <a:pt x="113" y="151682"/>
                    <a:pt x="2338" y="154367"/>
                    <a:pt x="4316" y="154367"/>
                  </a:cubicBezTo>
                  <a:cubicBezTo>
                    <a:pt x="6047" y="154367"/>
                    <a:pt x="12722" y="148264"/>
                    <a:pt x="14453" y="146555"/>
                  </a:cubicBezTo>
                  <a:lnTo>
                    <a:pt x="23849" y="138499"/>
                  </a:lnTo>
                  <a:close/>
                  <a:moveTo>
                    <a:pt x="41651" y="110670"/>
                  </a:moveTo>
                  <a:cubicBezTo>
                    <a:pt x="46101" y="85771"/>
                    <a:pt x="65634" y="6921"/>
                    <a:pt x="86403" y="6921"/>
                  </a:cubicBezTo>
                  <a:cubicBezTo>
                    <a:pt x="92090" y="6921"/>
                    <a:pt x="95057" y="10827"/>
                    <a:pt x="95057" y="19615"/>
                  </a:cubicBezTo>
                  <a:cubicBezTo>
                    <a:pt x="95057" y="22545"/>
                    <a:pt x="95057" y="44271"/>
                    <a:pt x="73794" y="74297"/>
                  </a:cubicBezTo>
                  <a:cubicBezTo>
                    <a:pt x="61184" y="91873"/>
                    <a:pt x="47585" y="105056"/>
                    <a:pt x="41651" y="110670"/>
                  </a:cubicBez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D54F28A-0E7B-CDB9-02B9-3992BF2AC076}"/>
                </a:ext>
              </a:extLst>
            </p:cNvPr>
            <p:cNvSpPr/>
            <p:nvPr/>
          </p:nvSpPr>
          <p:spPr>
            <a:xfrm>
              <a:off x="5940542" y="6275979"/>
              <a:ext cx="31400" cy="75187"/>
            </a:xfrm>
            <a:custGeom>
              <a:avLst/>
              <a:gdLst>
                <a:gd name="connsiteX0" fmla="*/ 24594 w 31400"/>
                <a:gd name="connsiteY0" fmla="*/ 24254 h 75187"/>
                <a:gd name="connsiteX1" fmla="*/ 5308 w 31400"/>
                <a:gd name="connsiteY1" fmla="*/ 68927 h 75187"/>
                <a:gd name="connsiteX2" fmla="*/ 3577 w 31400"/>
                <a:gd name="connsiteY2" fmla="*/ 71856 h 75187"/>
                <a:gd name="connsiteX3" fmla="*/ 7039 w 31400"/>
                <a:gd name="connsiteY3" fmla="*/ 75274 h 75187"/>
                <a:gd name="connsiteX4" fmla="*/ 31517 w 31400"/>
                <a:gd name="connsiteY4" fmla="*/ 26695 h 75187"/>
                <a:gd name="connsiteX5" fmla="*/ 14209 w 31400"/>
                <a:gd name="connsiteY5" fmla="*/ 86 h 75187"/>
                <a:gd name="connsiteX6" fmla="*/ 116 w 31400"/>
                <a:gd name="connsiteY6" fmla="*/ 14001 h 75187"/>
                <a:gd name="connsiteX7" fmla="*/ 14456 w 31400"/>
                <a:gd name="connsiteY7" fmla="*/ 28159 h 75187"/>
                <a:gd name="connsiteX8" fmla="*/ 24594 w 31400"/>
                <a:gd name="connsiteY8" fmla="*/ 24254 h 75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400" h="75187">
                  <a:moveTo>
                    <a:pt x="24594" y="24254"/>
                  </a:moveTo>
                  <a:cubicBezTo>
                    <a:pt x="24594" y="37680"/>
                    <a:pt x="22121" y="53303"/>
                    <a:pt x="5308" y="68927"/>
                  </a:cubicBezTo>
                  <a:cubicBezTo>
                    <a:pt x="4319" y="69903"/>
                    <a:pt x="3577" y="70636"/>
                    <a:pt x="3577" y="71856"/>
                  </a:cubicBezTo>
                  <a:cubicBezTo>
                    <a:pt x="3577" y="73565"/>
                    <a:pt x="5555" y="75274"/>
                    <a:pt x="7039" y="75274"/>
                  </a:cubicBezTo>
                  <a:cubicBezTo>
                    <a:pt x="10500" y="75274"/>
                    <a:pt x="31517" y="55744"/>
                    <a:pt x="31517" y="26695"/>
                  </a:cubicBezTo>
                  <a:cubicBezTo>
                    <a:pt x="31517" y="11560"/>
                    <a:pt x="25583" y="86"/>
                    <a:pt x="14209" y="86"/>
                  </a:cubicBezTo>
                  <a:cubicBezTo>
                    <a:pt x="6050" y="86"/>
                    <a:pt x="116" y="6433"/>
                    <a:pt x="116" y="14001"/>
                  </a:cubicBezTo>
                  <a:cubicBezTo>
                    <a:pt x="116" y="21812"/>
                    <a:pt x="5803" y="28159"/>
                    <a:pt x="14456" y="28159"/>
                  </a:cubicBezTo>
                  <a:cubicBezTo>
                    <a:pt x="20391" y="28159"/>
                    <a:pt x="24347" y="24254"/>
                    <a:pt x="24594" y="24254"/>
                  </a:cubicBez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A5B2021-E531-71D5-BE5B-6DA22F73C3BC}"/>
                </a:ext>
              </a:extLst>
            </p:cNvPr>
            <p:cNvSpPr/>
            <p:nvPr/>
          </p:nvSpPr>
          <p:spPr>
            <a:xfrm>
              <a:off x="6008360" y="6196397"/>
              <a:ext cx="114972" cy="110095"/>
            </a:xfrm>
            <a:custGeom>
              <a:avLst/>
              <a:gdLst>
                <a:gd name="connsiteX0" fmla="*/ 46602 w 114972"/>
                <a:gd name="connsiteY0" fmla="*/ 58430 h 110095"/>
                <a:gd name="connsiteX1" fmla="*/ 53030 w 114972"/>
                <a:gd name="connsiteY1" fmla="*/ 33774 h 110095"/>
                <a:gd name="connsiteX2" fmla="*/ 68607 w 114972"/>
                <a:gd name="connsiteY2" fmla="*/ 13757 h 110095"/>
                <a:gd name="connsiteX3" fmla="*/ 88634 w 114972"/>
                <a:gd name="connsiteY3" fmla="*/ 6921 h 110095"/>
                <a:gd name="connsiteX4" fmla="*/ 102233 w 114972"/>
                <a:gd name="connsiteY4" fmla="*/ 10339 h 110095"/>
                <a:gd name="connsiteX5" fmla="*/ 91354 w 114972"/>
                <a:gd name="connsiteY5" fmla="*/ 23765 h 110095"/>
                <a:gd name="connsiteX6" fmla="*/ 101244 w 114972"/>
                <a:gd name="connsiteY6" fmla="*/ 32798 h 110095"/>
                <a:gd name="connsiteX7" fmla="*/ 115090 w 114972"/>
                <a:gd name="connsiteY7" fmla="*/ 17907 h 110095"/>
                <a:gd name="connsiteX8" fmla="*/ 88882 w 114972"/>
                <a:gd name="connsiteY8" fmla="*/ 86 h 110095"/>
                <a:gd name="connsiteX9" fmla="*/ 54019 w 114972"/>
                <a:gd name="connsiteY9" fmla="*/ 17418 h 110095"/>
                <a:gd name="connsiteX10" fmla="*/ 28552 w 114972"/>
                <a:gd name="connsiteY10" fmla="*/ 86 h 110095"/>
                <a:gd name="connsiteX11" fmla="*/ 9267 w 114972"/>
                <a:gd name="connsiteY11" fmla="*/ 12536 h 110095"/>
                <a:gd name="connsiteX12" fmla="*/ 118 w 114972"/>
                <a:gd name="connsiteY12" fmla="*/ 37436 h 110095"/>
                <a:gd name="connsiteX13" fmla="*/ 4321 w 114972"/>
                <a:gd name="connsiteY13" fmla="*/ 40609 h 110095"/>
                <a:gd name="connsiteX14" fmla="*/ 9761 w 114972"/>
                <a:gd name="connsiteY14" fmla="*/ 33286 h 110095"/>
                <a:gd name="connsiteX15" fmla="*/ 27810 w 114972"/>
                <a:gd name="connsiteY15" fmla="*/ 6921 h 110095"/>
                <a:gd name="connsiteX16" fmla="*/ 35970 w 114972"/>
                <a:gd name="connsiteY16" fmla="*/ 18883 h 110095"/>
                <a:gd name="connsiteX17" fmla="*/ 32014 w 114972"/>
                <a:gd name="connsiteY17" fmla="*/ 39145 h 110095"/>
                <a:gd name="connsiteX18" fmla="*/ 26574 w 114972"/>
                <a:gd name="connsiteY18" fmla="*/ 61115 h 110095"/>
                <a:gd name="connsiteX19" fmla="*/ 18662 w 114972"/>
                <a:gd name="connsiteY19" fmla="*/ 92362 h 110095"/>
                <a:gd name="connsiteX20" fmla="*/ 16190 w 114972"/>
                <a:gd name="connsiteY20" fmla="*/ 102370 h 110095"/>
                <a:gd name="connsiteX21" fmla="*/ 24596 w 114972"/>
                <a:gd name="connsiteY21" fmla="*/ 110182 h 110095"/>
                <a:gd name="connsiteX22" fmla="*/ 35228 w 114972"/>
                <a:gd name="connsiteY22" fmla="*/ 103103 h 110095"/>
                <a:gd name="connsiteX23" fmla="*/ 39926 w 114972"/>
                <a:gd name="connsiteY23" fmla="*/ 84794 h 110095"/>
                <a:gd name="connsiteX24" fmla="*/ 46602 w 114972"/>
                <a:gd name="connsiteY24" fmla="*/ 58430 h 11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4972" h="110095">
                  <a:moveTo>
                    <a:pt x="46602" y="58430"/>
                  </a:moveTo>
                  <a:cubicBezTo>
                    <a:pt x="46849" y="56965"/>
                    <a:pt x="52536" y="34995"/>
                    <a:pt x="53030" y="33774"/>
                  </a:cubicBezTo>
                  <a:cubicBezTo>
                    <a:pt x="53525" y="31821"/>
                    <a:pt x="60695" y="19615"/>
                    <a:pt x="68607" y="13757"/>
                  </a:cubicBezTo>
                  <a:cubicBezTo>
                    <a:pt x="71327" y="11804"/>
                    <a:pt x="78003" y="6921"/>
                    <a:pt x="88634" y="6921"/>
                  </a:cubicBezTo>
                  <a:cubicBezTo>
                    <a:pt x="91107" y="6921"/>
                    <a:pt x="97288" y="7166"/>
                    <a:pt x="102233" y="10339"/>
                  </a:cubicBezTo>
                  <a:cubicBezTo>
                    <a:pt x="94321" y="12536"/>
                    <a:pt x="91354" y="19371"/>
                    <a:pt x="91354" y="23765"/>
                  </a:cubicBezTo>
                  <a:cubicBezTo>
                    <a:pt x="91354" y="29136"/>
                    <a:pt x="95557" y="32798"/>
                    <a:pt x="101244" y="32798"/>
                  </a:cubicBezTo>
                  <a:cubicBezTo>
                    <a:pt x="106931" y="32798"/>
                    <a:pt x="115090" y="28159"/>
                    <a:pt x="115090" y="17907"/>
                  </a:cubicBezTo>
                  <a:cubicBezTo>
                    <a:pt x="115090" y="5213"/>
                    <a:pt x="101491" y="86"/>
                    <a:pt x="88882" y="86"/>
                  </a:cubicBezTo>
                  <a:cubicBezTo>
                    <a:pt x="76025" y="86"/>
                    <a:pt x="64898" y="5213"/>
                    <a:pt x="54019" y="17418"/>
                  </a:cubicBezTo>
                  <a:cubicBezTo>
                    <a:pt x="49569" y="2527"/>
                    <a:pt x="34486" y="86"/>
                    <a:pt x="28552" y="86"/>
                  </a:cubicBezTo>
                  <a:cubicBezTo>
                    <a:pt x="19404" y="86"/>
                    <a:pt x="13223" y="5701"/>
                    <a:pt x="9267" y="12536"/>
                  </a:cubicBezTo>
                  <a:cubicBezTo>
                    <a:pt x="3580" y="22057"/>
                    <a:pt x="118" y="36215"/>
                    <a:pt x="118" y="37436"/>
                  </a:cubicBezTo>
                  <a:cubicBezTo>
                    <a:pt x="118" y="40609"/>
                    <a:pt x="3580" y="40609"/>
                    <a:pt x="4321" y="40609"/>
                  </a:cubicBezTo>
                  <a:cubicBezTo>
                    <a:pt x="7783" y="40609"/>
                    <a:pt x="8030" y="39877"/>
                    <a:pt x="9761" y="33286"/>
                  </a:cubicBezTo>
                  <a:cubicBezTo>
                    <a:pt x="13470" y="18395"/>
                    <a:pt x="18168" y="6921"/>
                    <a:pt x="27810" y="6921"/>
                  </a:cubicBezTo>
                  <a:cubicBezTo>
                    <a:pt x="34239" y="6921"/>
                    <a:pt x="35970" y="12292"/>
                    <a:pt x="35970" y="18883"/>
                  </a:cubicBezTo>
                  <a:cubicBezTo>
                    <a:pt x="35970" y="23521"/>
                    <a:pt x="33744" y="32554"/>
                    <a:pt x="32014" y="39145"/>
                  </a:cubicBezTo>
                  <a:cubicBezTo>
                    <a:pt x="30283" y="45736"/>
                    <a:pt x="27810" y="55744"/>
                    <a:pt x="26574" y="61115"/>
                  </a:cubicBezTo>
                  <a:lnTo>
                    <a:pt x="18662" y="92362"/>
                  </a:lnTo>
                  <a:cubicBezTo>
                    <a:pt x="17673" y="95535"/>
                    <a:pt x="16190" y="101638"/>
                    <a:pt x="16190" y="102370"/>
                  </a:cubicBezTo>
                  <a:cubicBezTo>
                    <a:pt x="16190" y="107741"/>
                    <a:pt x="20640" y="110182"/>
                    <a:pt x="24596" y="110182"/>
                  </a:cubicBezTo>
                  <a:cubicBezTo>
                    <a:pt x="28305" y="110182"/>
                    <a:pt x="33250" y="107985"/>
                    <a:pt x="35228" y="103103"/>
                  </a:cubicBezTo>
                  <a:cubicBezTo>
                    <a:pt x="35722" y="101638"/>
                    <a:pt x="38442" y="90897"/>
                    <a:pt x="39926" y="84794"/>
                  </a:cubicBezTo>
                  <a:lnTo>
                    <a:pt x="46602" y="58430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DBB6D2B-29A2-B564-64A2-BFA8F3A4CC72}"/>
                </a:ext>
              </a:extLst>
            </p:cNvPr>
            <p:cNvSpPr/>
            <p:nvPr/>
          </p:nvSpPr>
          <p:spPr>
            <a:xfrm>
              <a:off x="6147977" y="6275979"/>
              <a:ext cx="31400" cy="75187"/>
            </a:xfrm>
            <a:custGeom>
              <a:avLst/>
              <a:gdLst>
                <a:gd name="connsiteX0" fmla="*/ 24600 w 31400"/>
                <a:gd name="connsiteY0" fmla="*/ 24254 h 75187"/>
                <a:gd name="connsiteX1" fmla="*/ 5314 w 31400"/>
                <a:gd name="connsiteY1" fmla="*/ 68927 h 75187"/>
                <a:gd name="connsiteX2" fmla="*/ 3583 w 31400"/>
                <a:gd name="connsiteY2" fmla="*/ 71856 h 75187"/>
                <a:gd name="connsiteX3" fmla="*/ 7045 w 31400"/>
                <a:gd name="connsiteY3" fmla="*/ 75274 h 75187"/>
                <a:gd name="connsiteX4" fmla="*/ 31523 w 31400"/>
                <a:gd name="connsiteY4" fmla="*/ 26695 h 75187"/>
                <a:gd name="connsiteX5" fmla="*/ 14215 w 31400"/>
                <a:gd name="connsiteY5" fmla="*/ 86 h 75187"/>
                <a:gd name="connsiteX6" fmla="*/ 122 w 31400"/>
                <a:gd name="connsiteY6" fmla="*/ 14001 h 75187"/>
                <a:gd name="connsiteX7" fmla="*/ 14462 w 31400"/>
                <a:gd name="connsiteY7" fmla="*/ 28159 h 75187"/>
                <a:gd name="connsiteX8" fmla="*/ 24600 w 31400"/>
                <a:gd name="connsiteY8" fmla="*/ 24254 h 75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400" h="75187">
                  <a:moveTo>
                    <a:pt x="24600" y="24254"/>
                  </a:moveTo>
                  <a:cubicBezTo>
                    <a:pt x="24600" y="37680"/>
                    <a:pt x="22127" y="53303"/>
                    <a:pt x="5314" y="68927"/>
                  </a:cubicBezTo>
                  <a:cubicBezTo>
                    <a:pt x="4325" y="69903"/>
                    <a:pt x="3583" y="70636"/>
                    <a:pt x="3583" y="71856"/>
                  </a:cubicBezTo>
                  <a:cubicBezTo>
                    <a:pt x="3583" y="73565"/>
                    <a:pt x="5561" y="75274"/>
                    <a:pt x="7045" y="75274"/>
                  </a:cubicBezTo>
                  <a:cubicBezTo>
                    <a:pt x="10506" y="75274"/>
                    <a:pt x="31523" y="55744"/>
                    <a:pt x="31523" y="26695"/>
                  </a:cubicBezTo>
                  <a:cubicBezTo>
                    <a:pt x="31523" y="11560"/>
                    <a:pt x="25589" y="86"/>
                    <a:pt x="14215" y="86"/>
                  </a:cubicBezTo>
                  <a:cubicBezTo>
                    <a:pt x="6056" y="86"/>
                    <a:pt x="122" y="6433"/>
                    <a:pt x="122" y="14001"/>
                  </a:cubicBezTo>
                  <a:cubicBezTo>
                    <a:pt x="122" y="21812"/>
                    <a:pt x="5808" y="28159"/>
                    <a:pt x="14462" y="28159"/>
                  </a:cubicBezTo>
                  <a:cubicBezTo>
                    <a:pt x="20396" y="28159"/>
                    <a:pt x="24352" y="24254"/>
                    <a:pt x="24600" y="24254"/>
                  </a:cubicBez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7823CB-7AE0-A289-9CC7-142CB7A82455}"/>
                </a:ext>
              </a:extLst>
            </p:cNvPr>
            <p:cNvSpPr/>
            <p:nvPr/>
          </p:nvSpPr>
          <p:spPr>
            <a:xfrm>
              <a:off x="6220493" y="6134636"/>
              <a:ext cx="100136" cy="171857"/>
            </a:xfrm>
            <a:custGeom>
              <a:avLst/>
              <a:gdLst>
                <a:gd name="connsiteX0" fmla="*/ 49080 w 100136"/>
                <a:gd name="connsiteY0" fmla="*/ 7410 h 171857"/>
                <a:gd name="connsiteX1" fmla="*/ 50069 w 100136"/>
                <a:gd name="connsiteY1" fmla="*/ 3504 h 171857"/>
                <a:gd name="connsiteX2" fmla="*/ 46113 w 100136"/>
                <a:gd name="connsiteY2" fmla="*/ 86 h 171857"/>
                <a:gd name="connsiteX3" fmla="*/ 14465 w 100136"/>
                <a:gd name="connsiteY3" fmla="*/ 2527 h 171857"/>
                <a:gd name="connsiteX4" fmla="*/ 9025 w 100136"/>
                <a:gd name="connsiteY4" fmla="*/ 8142 h 171857"/>
                <a:gd name="connsiteX5" fmla="*/ 15454 w 100136"/>
                <a:gd name="connsiteY5" fmla="*/ 11560 h 171857"/>
                <a:gd name="connsiteX6" fmla="*/ 27322 w 100136"/>
                <a:gd name="connsiteY6" fmla="*/ 15221 h 171857"/>
                <a:gd name="connsiteX7" fmla="*/ 23366 w 100136"/>
                <a:gd name="connsiteY7" fmla="*/ 32309 h 171857"/>
                <a:gd name="connsiteX8" fmla="*/ 17679 w 100136"/>
                <a:gd name="connsiteY8" fmla="*/ 54768 h 171857"/>
                <a:gd name="connsiteX9" fmla="*/ 1360 w 100136"/>
                <a:gd name="connsiteY9" fmla="*/ 119703 h 171857"/>
                <a:gd name="connsiteX10" fmla="*/ 124 w 100136"/>
                <a:gd name="connsiteY10" fmla="*/ 131664 h 171857"/>
                <a:gd name="connsiteX11" fmla="*/ 36470 w 100136"/>
                <a:gd name="connsiteY11" fmla="*/ 171943 h 171857"/>
                <a:gd name="connsiteX12" fmla="*/ 100261 w 100136"/>
                <a:gd name="connsiteY12" fmla="*/ 102615 h 171857"/>
                <a:gd name="connsiteX13" fmla="*/ 63173 w 100136"/>
                <a:gd name="connsiteY13" fmla="*/ 61847 h 171857"/>
                <a:gd name="connsiteX14" fmla="*/ 32020 w 100136"/>
                <a:gd name="connsiteY14" fmla="*/ 75274 h 171857"/>
                <a:gd name="connsiteX15" fmla="*/ 49080 w 100136"/>
                <a:gd name="connsiteY15" fmla="*/ 7410 h 171857"/>
                <a:gd name="connsiteX16" fmla="*/ 36717 w 100136"/>
                <a:gd name="connsiteY16" fmla="*/ 165108 h 171857"/>
                <a:gd name="connsiteX17" fmla="*/ 17679 w 100136"/>
                <a:gd name="connsiteY17" fmla="*/ 140208 h 171857"/>
                <a:gd name="connsiteX18" fmla="*/ 26827 w 100136"/>
                <a:gd name="connsiteY18" fmla="*/ 95291 h 171857"/>
                <a:gd name="connsiteX19" fmla="*/ 33009 w 100136"/>
                <a:gd name="connsiteY19" fmla="*/ 84794 h 171857"/>
                <a:gd name="connsiteX20" fmla="*/ 62432 w 100136"/>
                <a:gd name="connsiteY20" fmla="*/ 68683 h 171857"/>
                <a:gd name="connsiteX21" fmla="*/ 80481 w 100136"/>
                <a:gd name="connsiteY21" fmla="*/ 92362 h 171857"/>
                <a:gd name="connsiteX22" fmla="*/ 67624 w 100136"/>
                <a:gd name="connsiteY22" fmla="*/ 141429 h 171857"/>
                <a:gd name="connsiteX23" fmla="*/ 36717 w 100136"/>
                <a:gd name="connsiteY23" fmla="*/ 165108 h 171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0136" h="171857">
                  <a:moveTo>
                    <a:pt x="49080" y="7410"/>
                  </a:moveTo>
                  <a:cubicBezTo>
                    <a:pt x="49327" y="6921"/>
                    <a:pt x="50069" y="3748"/>
                    <a:pt x="50069" y="3504"/>
                  </a:cubicBezTo>
                  <a:cubicBezTo>
                    <a:pt x="50069" y="2283"/>
                    <a:pt x="49080" y="86"/>
                    <a:pt x="46113" y="86"/>
                  </a:cubicBezTo>
                  <a:cubicBezTo>
                    <a:pt x="41168" y="86"/>
                    <a:pt x="20646" y="2039"/>
                    <a:pt x="14465" y="2527"/>
                  </a:cubicBezTo>
                  <a:cubicBezTo>
                    <a:pt x="12487" y="2771"/>
                    <a:pt x="9025" y="3016"/>
                    <a:pt x="9025" y="8142"/>
                  </a:cubicBezTo>
                  <a:cubicBezTo>
                    <a:pt x="9025" y="11560"/>
                    <a:pt x="12487" y="11560"/>
                    <a:pt x="15454" y="11560"/>
                  </a:cubicBezTo>
                  <a:cubicBezTo>
                    <a:pt x="27322" y="11560"/>
                    <a:pt x="27322" y="13268"/>
                    <a:pt x="27322" y="15221"/>
                  </a:cubicBezTo>
                  <a:cubicBezTo>
                    <a:pt x="27322" y="16930"/>
                    <a:pt x="24849" y="26695"/>
                    <a:pt x="23366" y="32309"/>
                  </a:cubicBezTo>
                  <a:lnTo>
                    <a:pt x="17679" y="54768"/>
                  </a:lnTo>
                  <a:cubicBezTo>
                    <a:pt x="15454" y="63068"/>
                    <a:pt x="1855" y="116529"/>
                    <a:pt x="1360" y="119703"/>
                  </a:cubicBezTo>
                  <a:cubicBezTo>
                    <a:pt x="124" y="125561"/>
                    <a:pt x="124" y="128735"/>
                    <a:pt x="124" y="131664"/>
                  </a:cubicBezTo>
                  <a:cubicBezTo>
                    <a:pt x="124" y="156320"/>
                    <a:pt x="15948" y="171943"/>
                    <a:pt x="36470" y="171943"/>
                  </a:cubicBezTo>
                  <a:cubicBezTo>
                    <a:pt x="67377" y="171943"/>
                    <a:pt x="100261" y="138744"/>
                    <a:pt x="100261" y="102615"/>
                  </a:cubicBezTo>
                  <a:cubicBezTo>
                    <a:pt x="100261" y="74053"/>
                    <a:pt x="80234" y="61847"/>
                    <a:pt x="63173" y="61847"/>
                  </a:cubicBezTo>
                  <a:cubicBezTo>
                    <a:pt x="50316" y="61847"/>
                    <a:pt x="39437" y="68927"/>
                    <a:pt x="32020" y="75274"/>
                  </a:cubicBezTo>
                  <a:lnTo>
                    <a:pt x="49080" y="7410"/>
                  </a:lnTo>
                  <a:close/>
                  <a:moveTo>
                    <a:pt x="36717" y="165108"/>
                  </a:moveTo>
                  <a:cubicBezTo>
                    <a:pt x="24602" y="165108"/>
                    <a:pt x="17679" y="154611"/>
                    <a:pt x="17679" y="140208"/>
                  </a:cubicBezTo>
                  <a:cubicBezTo>
                    <a:pt x="17679" y="131176"/>
                    <a:pt x="19904" y="122876"/>
                    <a:pt x="26827" y="95291"/>
                  </a:cubicBezTo>
                  <a:cubicBezTo>
                    <a:pt x="28311" y="90653"/>
                    <a:pt x="28311" y="90165"/>
                    <a:pt x="33009" y="84794"/>
                  </a:cubicBezTo>
                  <a:cubicBezTo>
                    <a:pt x="42404" y="74053"/>
                    <a:pt x="53530" y="68683"/>
                    <a:pt x="62432" y="68683"/>
                  </a:cubicBezTo>
                  <a:cubicBezTo>
                    <a:pt x="72074" y="68683"/>
                    <a:pt x="80481" y="75762"/>
                    <a:pt x="80481" y="92362"/>
                  </a:cubicBezTo>
                  <a:cubicBezTo>
                    <a:pt x="80481" y="102370"/>
                    <a:pt x="75041" y="127270"/>
                    <a:pt x="67624" y="141429"/>
                  </a:cubicBezTo>
                  <a:cubicBezTo>
                    <a:pt x="61690" y="153391"/>
                    <a:pt x="49327" y="165108"/>
                    <a:pt x="36717" y="165108"/>
                  </a:cubicBez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6C2E040-6EFA-8F65-01A2-307B6DD9C6C9}"/>
                </a:ext>
              </a:extLst>
            </p:cNvPr>
            <p:cNvSpPr/>
            <p:nvPr/>
          </p:nvSpPr>
          <p:spPr>
            <a:xfrm>
              <a:off x="6463941" y="6123756"/>
              <a:ext cx="234889" cy="81604"/>
            </a:xfrm>
            <a:custGeom>
              <a:avLst/>
              <a:gdLst>
                <a:gd name="connsiteX0" fmla="*/ 223011 w 234889"/>
                <a:gd name="connsiteY0" fmla="*/ 14034 h 81604"/>
                <a:gd name="connsiteX1" fmla="*/ 235020 w 234889"/>
                <a:gd name="connsiteY1" fmla="*/ 7059 h 81604"/>
                <a:gd name="connsiteX2" fmla="*/ 223364 w 234889"/>
                <a:gd name="connsiteY2" fmla="*/ 85 h 81604"/>
                <a:gd name="connsiteX3" fmla="*/ 11787 w 234889"/>
                <a:gd name="connsiteY3" fmla="*/ 85 h 81604"/>
                <a:gd name="connsiteX4" fmla="*/ 131 w 234889"/>
                <a:gd name="connsiteY4" fmla="*/ 7059 h 81604"/>
                <a:gd name="connsiteX5" fmla="*/ 12140 w 234889"/>
                <a:gd name="connsiteY5" fmla="*/ 14034 h 81604"/>
                <a:gd name="connsiteX6" fmla="*/ 223011 w 234889"/>
                <a:gd name="connsiteY6" fmla="*/ 14034 h 81604"/>
                <a:gd name="connsiteX7" fmla="*/ 223364 w 234889"/>
                <a:gd name="connsiteY7" fmla="*/ 81689 h 81604"/>
                <a:gd name="connsiteX8" fmla="*/ 235020 w 234889"/>
                <a:gd name="connsiteY8" fmla="*/ 74714 h 81604"/>
                <a:gd name="connsiteX9" fmla="*/ 223011 w 234889"/>
                <a:gd name="connsiteY9" fmla="*/ 67739 h 81604"/>
                <a:gd name="connsiteX10" fmla="*/ 12140 w 234889"/>
                <a:gd name="connsiteY10" fmla="*/ 67739 h 81604"/>
                <a:gd name="connsiteX11" fmla="*/ 131 w 234889"/>
                <a:gd name="connsiteY11" fmla="*/ 74714 h 81604"/>
                <a:gd name="connsiteX12" fmla="*/ 11787 w 234889"/>
                <a:gd name="connsiteY12" fmla="*/ 81689 h 81604"/>
                <a:gd name="connsiteX13" fmla="*/ 223364 w 234889"/>
                <a:gd name="connsiteY13" fmla="*/ 81689 h 8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889" h="81604">
                  <a:moveTo>
                    <a:pt x="223011" y="14034"/>
                  </a:moveTo>
                  <a:cubicBezTo>
                    <a:pt x="228309" y="14034"/>
                    <a:pt x="235020" y="14034"/>
                    <a:pt x="235020" y="7059"/>
                  </a:cubicBezTo>
                  <a:cubicBezTo>
                    <a:pt x="235020" y="85"/>
                    <a:pt x="228309" y="85"/>
                    <a:pt x="223364" y="85"/>
                  </a:cubicBezTo>
                  <a:lnTo>
                    <a:pt x="11787" y="85"/>
                  </a:lnTo>
                  <a:cubicBezTo>
                    <a:pt x="6842" y="85"/>
                    <a:pt x="131" y="85"/>
                    <a:pt x="131" y="7059"/>
                  </a:cubicBezTo>
                  <a:cubicBezTo>
                    <a:pt x="131" y="14034"/>
                    <a:pt x="6842" y="14034"/>
                    <a:pt x="12140" y="14034"/>
                  </a:cubicBezTo>
                  <a:lnTo>
                    <a:pt x="223011" y="14034"/>
                  </a:lnTo>
                  <a:close/>
                  <a:moveTo>
                    <a:pt x="223364" y="81689"/>
                  </a:moveTo>
                  <a:cubicBezTo>
                    <a:pt x="228309" y="81689"/>
                    <a:pt x="235020" y="81689"/>
                    <a:pt x="235020" y="74714"/>
                  </a:cubicBezTo>
                  <a:cubicBezTo>
                    <a:pt x="235020" y="67739"/>
                    <a:pt x="228309" y="67739"/>
                    <a:pt x="223011" y="67739"/>
                  </a:cubicBezTo>
                  <a:lnTo>
                    <a:pt x="12140" y="67739"/>
                  </a:lnTo>
                  <a:cubicBezTo>
                    <a:pt x="6842" y="67739"/>
                    <a:pt x="131" y="67739"/>
                    <a:pt x="131" y="74714"/>
                  </a:cubicBezTo>
                  <a:cubicBezTo>
                    <a:pt x="131" y="81689"/>
                    <a:pt x="6842" y="81689"/>
                    <a:pt x="11787" y="81689"/>
                  </a:cubicBezTo>
                  <a:lnTo>
                    <a:pt x="223364" y="81689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4C20CF4-BCBE-7351-1EB4-492FFA16E7B6}"/>
                </a:ext>
              </a:extLst>
            </p:cNvPr>
            <p:cNvSpPr/>
            <p:nvPr/>
          </p:nvSpPr>
          <p:spPr>
            <a:xfrm>
              <a:off x="7292700" y="6097601"/>
              <a:ext cx="275862" cy="154141"/>
            </a:xfrm>
            <a:custGeom>
              <a:avLst/>
              <a:gdLst>
                <a:gd name="connsiteX0" fmla="*/ 27705 w 275862"/>
                <a:gd name="connsiteY0" fmla="*/ 34261 h 154141"/>
                <a:gd name="connsiteX1" fmla="*/ 27705 w 275862"/>
                <a:gd name="connsiteY1" fmla="*/ 127722 h 154141"/>
                <a:gd name="connsiteX2" fmla="*/ 154 w 275862"/>
                <a:gd name="connsiteY2" fmla="*/ 143415 h 154141"/>
                <a:gd name="connsiteX3" fmla="*/ 154 w 275862"/>
                <a:gd name="connsiteY3" fmla="*/ 154226 h 154141"/>
                <a:gd name="connsiteX4" fmla="*/ 40068 w 275862"/>
                <a:gd name="connsiteY4" fmla="*/ 153180 h 154141"/>
                <a:gd name="connsiteX5" fmla="*/ 79628 w 275862"/>
                <a:gd name="connsiteY5" fmla="*/ 154226 h 154141"/>
                <a:gd name="connsiteX6" fmla="*/ 79628 w 275862"/>
                <a:gd name="connsiteY6" fmla="*/ 143415 h 154141"/>
                <a:gd name="connsiteX7" fmla="*/ 52077 w 275862"/>
                <a:gd name="connsiteY7" fmla="*/ 127722 h 154141"/>
                <a:gd name="connsiteX8" fmla="*/ 52077 w 275862"/>
                <a:gd name="connsiteY8" fmla="*/ 63555 h 154141"/>
                <a:gd name="connsiteX9" fmla="*/ 99762 w 275862"/>
                <a:gd name="connsiteY9" fmla="*/ 7757 h 154141"/>
                <a:gd name="connsiteX10" fmla="*/ 125900 w 275862"/>
                <a:gd name="connsiteY10" fmla="*/ 46467 h 154141"/>
                <a:gd name="connsiteX11" fmla="*/ 125900 w 275862"/>
                <a:gd name="connsiteY11" fmla="*/ 127722 h 154141"/>
                <a:gd name="connsiteX12" fmla="*/ 98349 w 275862"/>
                <a:gd name="connsiteY12" fmla="*/ 143415 h 154141"/>
                <a:gd name="connsiteX13" fmla="*/ 98349 w 275862"/>
                <a:gd name="connsiteY13" fmla="*/ 154226 h 154141"/>
                <a:gd name="connsiteX14" fmla="*/ 138262 w 275862"/>
                <a:gd name="connsiteY14" fmla="*/ 153180 h 154141"/>
                <a:gd name="connsiteX15" fmla="*/ 177823 w 275862"/>
                <a:gd name="connsiteY15" fmla="*/ 154226 h 154141"/>
                <a:gd name="connsiteX16" fmla="*/ 177823 w 275862"/>
                <a:gd name="connsiteY16" fmla="*/ 143415 h 154141"/>
                <a:gd name="connsiteX17" fmla="*/ 150272 w 275862"/>
                <a:gd name="connsiteY17" fmla="*/ 127722 h 154141"/>
                <a:gd name="connsiteX18" fmla="*/ 150272 w 275862"/>
                <a:gd name="connsiteY18" fmla="*/ 63555 h 154141"/>
                <a:gd name="connsiteX19" fmla="*/ 197956 w 275862"/>
                <a:gd name="connsiteY19" fmla="*/ 7757 h 154141"/>
                <a:gd name="connsiteX20" fmla="*/ 224094 w 275862"/>
                <a:gd name="connsiteY20" fmla="*/ 46467 h 154141"/>
                <a:gd name="connsiteX21" fmla="*/ 224094 w 275862"/>
                <a:gd name="connsiteY21" fmla="*/ 127722 h 154141"/>
                <a:gd name="connsiteX22" fmla="*/ 196543 w 275862"/>
                <a:gd name="connsiteY22" fmla="*/ 143415 h 154141"/>
                <a:gd name="connsiteX23" fmla="*/ 196543 w 275862"/>
                <a:gd name="connsiteY23" fmla="*/ 154226 h 154141"/>
                <a:gd name="connsiteX24" fmla="*/ 236457 w 275862"/>
                <a:gd name="connsiteY24" fmla="*/ 153180 h 154141"/>
                <a:gd name="connsiteX25" fmla="*/ 276017 w 275862"/>
                <a:gd name="connsiteY25" fmla="*/ 154226 h 154141"/>
                <a:gd name="connsiteX26" fmla="*/ 276017 w 275862"/>
                <a:gd name="connsiteY26" fmla="*/ 143415 h 154141"/>
                <a:gd name="connsiteX27" fmla="*/ 248466 w 275862"/>
                <a:gd name="connsiteY27" fmla="*/ 132953 h 154141"/>
                <a:gd name="connsiteX28" fmla="*/ 248466 w 275862"/>
                <a:gd name="connsiteY28" fmla="*/ 66345 h 154141"/>
                <a:gd name="connsiteX29" fmla="*/ 237516 w 275862"/>
                <a:gd name="connsiteY29" fmla="*/ 12988 h 154141"/>
                <a:gd name="connsiteX30" fmla="*/ 200428 w 275862"/>
                <a:gd name="connsiteY30" fmla="*/ 85 h 154141"/>
                <a:gd name="connsiteX31" fmla="*/ 149212 w 275862"/>
                <a:gd name="connsiteY31" fmla="*/ 34261 h 154141"/>
                <a:gd name="connsiteX32" fmla="*/ 102234 w 275862"/>
                <a:gd name="connsiteY32" fmla="*/ 85 h 154141"/>
                <a:gd name="connsiteX33" fmla="*/ 49958 w 275862"/>
                <a:gd name="connsiteY33" fmla="*/ 36702 h 154141"/>
                <a:gd name="connsiteX34" fmla="*/ 49958 w 275862"/>
                <a:gd name="connsiteY34" fmla="*/ 85 h 154141"/>
                <a:gd name="connsiteX35" fmla="*/ 154 w 275862"/>
                <a:gd name="connsiteY35" fmla="*/ 3921 h 154141"/>
                <a:gd name="connsiteX36" fmla="*/ 154 w 275862"/>
                <a:gd name="connsiteY36" fmla="*/ 14732 h 154141"/>
                <a:gd name="connsiteX37" fmla="*/ 27705 w 275862"/>
                <a:gd name="connsiteY37" fmla="*/ 34261 h 154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75862" h="154141">
                  <a:moveTo>
                    <a:pt x="27705" y="34261"/>
                  </a:moveTo>
                  <a:lnTo>
                    <a:pt x="27705" y="127722"/>
                  </a:lnTo>
                  <a:cubicBezTo>
                    <a:pt x="27705" y="143415"/>
                    <a:pt x="23820" y="143415"/>
                    <a:pt x="154" y="143415"/>
                  </a:cubicBezTo>
                  <a:lnTo>
                    <a:pt x="154" y="154226"/>
                  </a:lnTo>
                  <a:cubicBezTo>
                    <a:pt x="12517" y="153877"/>
                    <a:pt x="30531" y="153180"/>
                    <a:pt x="40068" y="153180"/>
                  </a:cubicBezTo>
                  <a:cubicBezTo>
                    <a:pt x="49252" y="153180"/>
                    <a:pt x="67619" y="153877"/>
                    <a:pt x="79628" y="154226"/>
                  </a:cubicBezTo>
                  <a:lnTo>
                    <a:pt x="79628" y="143415"/>
                  </a:lnTo>
                  <a:cubicBezTo>
                    <a:pt x="55963" y="143415"/>
                    <a:pt x="52077" y="143415"/>
                    <a:pt x="52077" y="127722"/>
                  </a:cubicBezTo>
                  <a:lnTo>
                    <a:pt x="52077" y="63555"/>
                  </a:lnTo>
                  <a:cubicBezTo>
                    <a:pt x="52077" y="27286"/>
                    <a:pt x="77156" y="7757"/>
                    <a:pt x="99762" y="7757"/>
                  </a:cubicBezTo>
                  <a:cubicBezTo>
                    <a:pt x="122014" y="7757"/>
                    <a:pt x="125900" y="26589"/>
                    <a:pt x="125900" y="46467"/>
                  </a:cubicBezTo>
                  <a:lnTo>
                    <a:pt x="125900" y="127722"/>
                  </a:lnTo>
                  <a:cubicBezTo>
                    <a:pt x="125900" y="143415"/>
                    <a:pt x="122014" y="143415"/>
                    <a:pt x="98349" y="143415"/>
                  </a:cubicBezTo>
                  <a:lnTo>
                    <a:pt x="98349" y="154226"/>
                  </a:lnTo>
                  <a:cubicBezTo>
                    <a:pt x="110711" y="153877"/>
                    <a:pt x="128725" y="153180"/>
                    <a:pt x="138262" y="153180"/>
                  </a:cubicBezTo>
                  <a:cubicBezTo>
                    <a:pt x="147446" y="153180"/>
                    <a:pt x="165813" y="153877"/>
                    <a:pt x="177823" y="154226"/>
                  </a:cubicBezTo>
                  <a:lnTo>
                    <a:pt x="177823" y="143415"/>
                  </a:lnTo>
                  <a:cubicBezTo>
                    <a:pt x="154157" y="143415"/>
                    <a:pt x="150272" y="143415"/>
                    <a:pt x="150272" y="127722"/>
                  </a:cubicBezTo>
                  <a:lnTo>
                    <a:pt x="150272" y="63555"/>
                  </a:lnTo>
                  <a:cubicBezTo>
                    <a:pt x="150272" y="27286"/>
                    <a:pt x="175350" y="7757"/>
                    <a:pt x="197956" y="7757"/>
                  </a:cubicBezTo>
                  <a:cubicBezTo>
                    <a:pt x="220209" y="7757"/>
                    <a:pt x="224094" y="26589"/>
                    <a:pt x="224094" y="46467"/>
                  </a:cubicBezTo>
                  <a:lnTo>
                    <a:pt x="224094" y="127722"/>
                  </a:lnTo>
                  <a:cubicBezTo>
                    <a:pt x="224094" y="143415"/>
                    <a:pt x="220209" y="143415"/>
                    <a:pt x="196543" y="143415"/>
                  </a:cubicBezTo>
                  <a:lnTo>
                    <a:pt x="196543" y="154226"/>
                  </a:lnTo>
                  <a:cubicBezTo>
                    <a:pt x="208906" y="153877"/>
                    <a:pt x="226920" y="153180"/>
                    <a:pt x="236457" y="153180"/>
                  </a:cubicBezTo>
                  <a:cubicBezTo>
                    <a:pt x="245640" y="153180"/>
                    <a:pt x="264008" y="153877"/>
                    <a:pt x="276017" y="154226"/>
                  </a:cubicBezTo>
                  <a:lnTo>
                    <a:pt x="276017" y="143415"/>
                  </a:lnTo>
                  <a:cubicBezTo>
                    <a:pt x="257650" y="143415"/>
                    <a:pt x="248819" y="143415"/>
                    <a:pt x="248466" y="132953"/>
                  </a:cubicBezTo>
                  <a:lnTo>
                    <a:pt x="248466" y="66345"/>
                  </a:lnTo>
                  <a:cubicBezTo>
                    <a:pt x="248466" y="36353"/>
                    <a:pt x="248466" y="25542"/>
                    <a:pt x="237516" y="12988"/>
                  </a:cubicBezTo>
                  <a:cubicBezTo>
                    <a:pt x="232571" y="7059"/>
                    <a:pt x="220915" y="85"/>
                    <a:pt x="200428" y="85"/>
                  </a:cubicBezTo>
                  <a:cubicBezTo>
                    <a:pt x="170758" y="85"/>
                    <a:pt x="155217" y="21009"/>
                    <a:pt x="149212" y="34261"/>
                  </a:cubicBezTo>
                  <a:cubicBezTo>
                    <a:pt x="144267" y="3921"/>
                    <a:pt x="118129" y="85"/>
                    <a:pt x="102234" y="85"/>
                  </a:cubicBezTo>
                  <a:cubicBezTo>
                    <a:pt x="76449" y="85"/>
                    <a:pt x="59848" y="15080"/>
                    <a:pt x="49958" y="36702"/>
                  </a:cubicBezTo>
                  <a:lnTo>
                    <a:pt x="49958" y="85"/>
                  </a:lnTo>
                  <a:lnTo>
                    <a:pt x="154" y="3921"/>
                  </a:lnTo>
                  <a:lnTo>
                    <a:pt x="154" y="14732"/>
                  </a:lnTo>
                  <a:cubicBezTo>
                    <a:pt x="24880" y="14732"/>
                    <a:pt x="27705" y="17173"/>
                    <a:pt x="27705" y="34261"/>
                  </a:cubicBez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1380EB4-05A3-E411-B8D8-3FE0854019E6}"/>
                </a:ext>
              </a:extLst>
            </p:cNvPr>
            <p:cNvSpPr/>
            <p:nvPr/>
          </p:nvSpPr>
          <p:spPr>
            <a:xfrm>
              <a:off x="7590580" y="6095509"/>
              <a:ext cx="159300" cy="160069"/>
            </a:xfrm>
            <a:custGeom>
              <a:avLst/>
              <a:gdLst>
                <a:gd name="connsiteX0" fmla="*/ 102949 w 159300"/>
                <a:gd name="connsiteY0" fmla="*/ 129814 h 160069"/>
                <a:gd name="connsiteX1" fmla="*/ 130500 w 159300"/>
                <a:gd name="connsiteY1" fmla="*/ 158411 h 160069"/>
                <a:gd name="connsiteX2" fmla="*/ 159464 w 159300"/>
                <a:gd name="connsiteY2" fmla="*/ 125281 h 160069"/>
                <a:gd name="connsiteX3" fmla="*/ 159464 w 159300"/>
                <a:gd name="connsiteY3" fmla="*/ 105752 h 160069"/>
                <a:gd name="connsiteX4" fmla="*/ 150633 w 159300"/>
                <a:gd name="connsiteY4" fmla="*/ 105752 h 160069"/>
                <a:gd name="connsiteX5" fmla="*/ 150633 w 159300"/>
                <a:gd name="connsiteY5" fmla="*/ 125281 h 160069"/>
                <a:gd name="connsiteX6" fmla="*/ 137917 w 159300"/>
                <a:gd name="connsiteY6" fmla="*/ 147600 h 160069"/>
                <a:gd name="connsiteX7" fmla="*/ 124848 w 159300"/>
                <a:gd name="connsiteY7" fmla="*/ 130163 h 160069"/>
                <a:gd name="connsiteX8" fmla="*/ 124848 w 159300"/>
                <a:gd name="connsiteY8" fmla="*/ 60416 h 160069"/>
                <a:gd name="connsiteX9" fmla="*/ 112133 w 159300"/>
                <a:gd name="connsiteY9" fmla="*/ 19265 h 160069"/>
                <a:gd name="connsiteX10" fmla="*/ 63742 w 159300"/>
                <a:gd name="connsiteY10" fmla="*/ 85 h 160069"/>
                <a:gd name="connsiteX11" fmla="*/ 10406 w 159300"/>
                <a:gd name="connsiteY11" fmla="*/ 39492 h 160069"/>
                <a:gd name="connsiteX12" fmla="*/ 26654 w 159300"/>
                <a:gd name="connsiteY12" fmla="*/ 55882 h 160069"/>
                <a:gd name="connsiteX13" fmla="*/ 42902 w 159300"/>
                <a:gd name="connsiteY13" fmla="*/ 39841 h 160069"/>
                <a:gd name="connsiteX14" fmla="*/ 24888 w 159300"/>
                <a:gd name="connsiteY14" fmla="*/ 23799 h 160069"/>
                <a:gd name="connsiteX15" fmla="*/ 63035 w 159300"/>
                <a:gd name="connsiteY15" fmla="*/ 7757 h 160069"/>
                <a:gd name="connsiteX16" fmla="*/ 100476 w 159300"/>
                <a:gd name="connsiteY16" fmla="*/ 52395 h 160069"/>
                <a:gd name="connsiteX17" fmla="*/ 100476 w 159300"/>
                <a:gd name="connsiteY17" fmla="*/ 65298 h 160069"/>
                <a:gd name="connsiteX18" fmla="*/ 35484 w 159300"/>
                <a:gd name="connsiteY18" fmla="*/ 77853 h 160069"/>
                <a:gd name="connsiteX19" fmla="*/ 163 w 159300"/>
                <a:gd name="connsiteY19" fmla="*/ 123188 h 160069"/>
                <a:gd name="connsiteX20" fmla="*/ 56677 w 159300"/>
                <a:gd name="connsiteY20" fmla="*/ 160155 h 160069"/>
                <a:gd name="connsiteX21" fmla="*/ 102949 w 159300"/>
                <a:gd name="connsiteY21" fmla="*/ 129814 h 160069"/>
                <a:gd name="connsiteX22" fmla="*/ 100476 w 159300"/>
                <a:gd name="connsiteY22" fmla="*/ 72622 h 160069"/>
                <a:gd name="connsiteX23" fmla="*/ 100476 w 159300"/>
                <a:gd name="connsiteY23" fmla="*/ 107495 h 160069"/>
                <a:gd name="connsiteX24" fmla="*/ 59150 w 159300"/>
                <a:gd name="connsiteY24" fmla="*/ 152482 h 160069"/>
                <a:gd name="connsiteX25" fmla="*/ 27360 w 159300"/>
                <a:gd name="connsiteY25" fmla="*/ 122840 h 160069"/>
                <a:gd name="connsiteX26" fmla="*/ 100476 w 159300"/>
                <a:gd name="connsiteY26" fmla="*/ 72622 h 160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9300" h="160069">
                  <a:moveTo>
                    <a:pt x="102949" y="129814"/>
                  </a:moveTo>
                  <a:cubicBezTo>
                    <a:pt x="104362" y="143764"/>
                    <a:pt x="113899" y="158411"/>
                    <a:pt x="130500" y="158411"/>
                  </a:cubicBezTo>
                  <a:cubicBezTo>
                    <a:pt x="137917" y="158411"/>
                    <a:pt x="159464" y="153529"/>
                    <a:pt x="159464" y="125281"/>
                  </a:cubicBezTo>
                  <a:lnTo>
                    <a:pt x="159464" y="105752"/>
                  </a:lnTo>
                  <a:lnTo>
                    <a:pt x="150633" y="105752"/>
                  </a:lnTo>
                  <a:lnTo>
                    <a:pt x="150633" y="125281"/>
                  </a:lnTo>
                  <a:cubicBezTo>
                    <a:pt x="150633" y="145508"/>
                    <a:pt x="141803" y="147600"/>
                    <a:pt x="137917" y="147600"/>
                  </a:cubicBezTo>
                  <a:cubicBezTo>
                    <a:pt x="126261" y="147600"/>
                    <a:pt x="124848" y="131907"/>
                    <a:pt x="124848" y="130163"/>
                  </a:cubicBezTo>
                  <a:lnTo>
                    <a:pt x="124848" y="60416"/>
                  </a:lnTo>
                  <a:cubicBezTo>
                    <a:pt x="124848" y="45769"/>
                    <a:pt x="124848" y="32168"/>
                    <a:pt x="112133" y="19265"/>
                  </a:cubicBezTo>
                  <a:cubicBezTo>
                    <a:pt x="98357" y="5664"/>
                    <a:pt x="80696" y="85"/>
                    <a:pt x="63742" y="85"/>
                  </a:cubicBezTo>
                  <a:cubicBezTo>
                    <a:pt x="34778" y="85"/>
                    <a:pt x="10406" y="16475"/>
                    <a:pt x="10406" y="39492"/>
                  </a:cubicBezTo>
                  <a:cubicBezTo>
                    <a:pt x="10406" y="49954"/>
                    <a:pt x="17470" y="55882"/>
                    <a:pt x="26654" y="55882"/>
                  </a:cubicBezTo>
                  <a:cubicBezTo>
                    <a:pt x="36544" y="55882"/>
                    <a:pt x="42902" y="48908"/>
                    <a:pt x="42902" y="39841"/>
                  </a:cubicBezTo>
                  <a:cubicBezTo>
                    <a:pt x="42902" y="35656"/>
                    <a:pt x="41136" y="24147"/>
                    <a:pt x="24888" y="23799"/>
                  </a:cubicBezTo>
                  <a:cubicBezTo>
                    <a:pt x="34425" y="11593"/>
                    <a:pt x="51732" y="7757"/>
                    <a:pt x="63035" y="7757"/>
                  </a:cubicBezTo>
                  <a:cubicBezTo>
                    <a:pt x="80343" y="7757"/>
                    <a:pt x="100476" y="21358"/>
                    <a:pt x="100476" y="52395"/>
                  </a:cubicBezTo>
                  <a:lnTo>
                    <a:pt x="100476" y="65298"/>
                  </a:lnTo>
                  <a:cubicBezTo>
                    <a:pt x="82462" y="66345"/>
                    <a:pt x="57737" y="67391"/>
                    <a:pt x="35484" y="77853"/>
                  </a:cubicBezTo>
                  <a:cubicBezTo>
                    <a:pt x="8993" y="89710"/>
                    <a:pt x="163" y="107844"/>
                    <a:pt x="163" y="123188"/>
                  </a:cubicBezTo>
                  <a:cubicBezTo>
                    <a:pt x="163" y="151436"/>
                    <a:pt x="34425" y="160155"/>
                    <a:pt x="56677" y="160155"/>
                  </a:cubicBezTo>
                  <a:cubicBezTo>
                    <a:pt x="79990" y="160155"/>
                    <a:pt x="96238" y="146205"/>
                    <a:pt x="102949" y="129814"/>
                  </a:cubicBezTo>
                  <a:close/>
                  <a:moveTo>
                    <a:pt x="100476" y="72622"/>
                  </a:moveTo>
                  <a:lnTo>
                    <a:pt x="100476" y="107495"/>
                  </a:lnTo>
                  <a:cubicBezTo>
                    <a:pt x="100476" y="140625"/>
                    <a:pt x="75045" y="152482"/>
                    <a:pt x="59150" y="152482"/>
                  </a:cubicBezTo>
                  <a:cubicBezTo>
                    <a:pt x="41842" y="152482"/>
                    <a:pt x="27360" y="140277"/>
                    <a:pt x="27360" y="122840"/>
                  </a:cubicBezTo>
                  <a:cubicBezTo>
                    <a:pt x="27360" y="103659"/>
                    <a:pt x="42196" y="74714"/>
                    <a:pt x="100476" y="72622"/>
                  </a:cubicBez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B3B6321-7601-FA8F-0C4B-DF00B23CE946}"/>
                </a:ext>
              </a:extLst>
            </p:cNvPr>
            <p:cNvSpPr/>
            <p:nvPr/>
          </p:nvSpPr>
          <p:spPr>
            <a:xfrm>
              <a:off x="7756593" y="6101437"/>
              <a:ext cx="178021" cy="150305"/>
            </a:xfrm>
            <a:custGeom>
              <a:avLst/>
              <a:gdLst>
                <a:gd name="connsiteX0" fmla="*/ 97302 w 178021"/>
                <a:gd name="connsiteY0" fmla="*/ 68437 h 150305"/>
                <a:gd name="connsiteX1" fmla="*/ 129798 w 178021"/>
                <a:gd name="connsiteY1" fmla="*/ 29030 h 150305"/>
                <a:gd name="connsiteX2" fmla="*/ 171831 w 178021"/>
                <a:gd name="connsiteY2" fmla="*/ 10896 h 150305"/>
                <a:gd name="connsiteX3" fmla="*/ 171831 w 178021"/>
                <a:gd name="connsiteY3" fmla="*/ 85 h 150305"/>
                <a:gd name="connsiteX4" fmla="*/ 142867 w 178021"/>
                <a:gd name="connsiteY4" fmla="*/ 1131 h 150305"/>
                <a:gd name="connsiteX5" fmla="*/ 108959 w 178021"/>
                <a:gd name="connsiteY5" fmla="*/ 85 h 150305"/>
                <a:gd name="connsiteX6" fmla="*/ 108959 w 178021"/>
                <a:gd name="connsiteY6" fmla="*/ 10896 h 150305"/>
                <a:gd name="connsiteX7" fmla="*/ 119202 w 178021"/>
                <a:gd name="connsiteY7" fmla="*/ 21706 h 150305"/>
                <a:gd name="connsiteX8" fmla="*/ 113904 w 178021"/>
                <a:gd name="connsiteY8" fmla="*/ 33912 h 150305"/>
                <a:gd name="connsiteX9" fmla="*/ 92004 w 178021"/>
                <a:gd name="connsiteY9" fmla="*/ 61113 h 150305"/>
                <a:gd name="connsiteX10" fmla="*/ 64453 w 178021"/>
                <a:gd name="connsiteY10" fmla="*/ 25891 h 150305"/>
                <a:gd name="connsiteX11" fmla="*/ 61274 w 178021"/>
                <a:gd name="connsiteY11" fmla="*/ 19614 h 150305"/>
                <a:gd name="connsiteX12" fmla="*/ 73637 w 178021"/>
                <a:gd name="connsiteY12" fmla="*/ 10896 h 150305"/>
                <a:gd name="connsiteX13" fmla="*/ 73637 w 178021"/>
                <a:gd name="connsiteY13" fmla="*/ 85 h 150305"/>
                <a:gd name="connsiteX14" fmla="*/ 35489 w 178021"/>
                <a:gd name="connsiteY14" fmla="*/ 1131 h 150305"/>
                <a:gd name="connsiteX15" fmla="*/ 1934 w 178021"/>
                <a:gd name="connsiteY15" fmla="*/ 85 h 150305"/>
                <a:gd name="connsiteX16" fmla="*/ 1934 w 178021"/>
                <a:gd name="connsiteY16" fmla="*/ 10896 h 150305"/>
                <a:gd name="connsiteX17" fmla="*/ 43613 w 178021"/>
                <a:gd name="connsiteY17" fmla="*/ 32168 h 150305"/>
                <a:gd name="connsiteX18" fmla="*/ 78582 w 178021"/>
                <a:gd name="connsiteY18" fmla="*/ 77155 h 150305"/>
                <a:gd name="connsiteX19" fmla="*/ 45379 w 178021"/>
                <a:gd name="connsiteY19" fmla="*/ 118655 h 150305"/>
                <a:gd name="connsiteX20" fmla="*/ 168 w 178021"/>
                <a:gd name="connsiteY20" fmla="*/ 139579 h 150305"/>
                <a:gd name="connsiteX21" fmla="*/ 168 w 178021"/>
                <a:gd name="connsiteY21" fmla="*/ 150390 h 150305"/>
                <a:gd name="connsiteX22" fmla="*/ 29485 w 178021"/>
                <a:gd name="connsiteY22" fmla="*/ 149344 h 150305"/>
                <a:gd name="connsiteX23" fmla="*/ 63040 w 178021"/>
                <a:gd name="connsiteY23" fmla="*/ 150390 h 150305"/>
                <a:gd name="connsiteX24" fmla="*/ 63040 w 178021"/>
                <a:gd name="connsiteY24" fmla="*/ 139579 h 150305"/>
                <a:gd name="connsiteX25" fmla="*/ 52797 w 178021"/>
                <a:gd name="connsiteY25" fmla="*/ 128768 h 150305"/>
                <a:gd name="connsiteX26" fmla="*/ 84587 w 178021"/>
                <a:gd name="connsiteY26" fmla="*/ 84479 h 150305"/>
                <a:gd name="connsiteX27" fmla="*/ 111431 w 178021"/>
                <a:gd name="connsiteY27" fmla="*/ 119352 h 150305"/>
                <a:gd name="connsiteX28" fmla="*/ 118849 w 178021"/>
                <a:gd name="connsiteY28" fmla="*/ 130861 h 150305"/>
                <a:gd name="connsiteX29" fmla="*/ 106133 w 178021"/>
                <a:gd name="connsiteY29" fmla="*/ 139579 h 150305"/>
                <a:gd name="connsiteX30" fmla="*/ 106133 w 178021"/>
                <a:gd name="connsiteY30" fmla="*/ 150390 h 150305"/>
                <a:gd name="connsiteX31" fmla="*/ 144280 w 178021"/>
                <a:gd name="connsiteY31" fmla="*/ 149344 h 150305"/>
                <a:gd name="connsiteX32" fmla="*/ 178189 w 178021"/>
                <a:gd name="connsiteY32" fmla="*/ 150390 h 150305"/>
                <a:gd name="connsiteX33" fmla="*/ 178189 w 178021"/>
                <a:gd name="connsiteY33" fmla="*/ 139579 h 150305"/>
                <a:gd name="connsiteX34" fmla="*/ 144633 w 178021"/>
                <a:gd name="connsiteY34" fmla="*/ 128768 h 150305"/>
                <a:gd name="connsiteX35" fmla="*/ 97302 w 178021"/>
                <a:gd name="connsiteY35" fmla="*/ 68437 h 1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8021" h="150305">
                  <a:moveTo>
                    <a:pt x="97302" y="68437"/>
                  </a:moveTo>
                  <a:cubicBezTo>
                    <a:pt x="107899" y="55185"/>
                    <a:pt x="121321" y="38097"/>
                    <a:pt x="129798" y="29030"/>
                  </a:cubicBezTo>
                  <a:cubicBezTo>
                    <a:pt x="140748" y="16475"/>
                    <a:pt x="155230" y="11244"/>
                    <a:pt x="171831" y="10896"/>
                  </a:cubicBezTo>
                  <a:lnTo>
                    <a:pt x="171831" y="85"/>
                  </a:lnTo>
                  <a:cubicBezTo>
                    <a:pt x="162648" y="782"/>
                    <a:pt x="152051" y="1131"/>
                    <a:pt x="142867" y="1131"/>
                  </a:cubicBezTo>
                  <a:cubicBezTo>
                    <a:pt x="132271" y="1131"/>
                    <a:pt x="113550" y="433"/>
                    <a:pt x="108959" y="85"/>
                  </a:cubicBezTo>
                  <a:lnTo>
                    <a:pt x="108959" y="10896"/>
                  </a:lnTo>
                  <a:cubicBezTo>
                    <a:pt x="116376" y="11593"/>
                    <a:pt x="119202" y="16127"/>
                    <a:pt x="119202" y="21706"/>
                  </a:cubicBezTo>
                  <a:cubicBezTo>
                    <a:pt x="119202" y="27286"/>
                    <a:pt x="115670" y="31820"/>
                    <a:pt x="113904" y="33912"/>
                  </a:cubicBezTo>
                  <a:lnTo>
                    <a:pt x="92004" y="61113"/>
                  </a:lnTo>
                  <a:lnTo>
                    <a:pt x="64453" y="25891"/>
                  </a:lnTo>
                  <a:cubicBezTo>
                    <a:pt x="61274" y="22404"/>
                    <a:pt x="61274" y="21706"/>
                    <a:pt x="61274" y="19614"/>
                  </a:cubicBezTo>
                  <a:cubicBezTo>
                    <a:pt x="61274" y="14383"/>
                    <a:pt x="66572" y="11244"/>
                    <a:pt x="73637" y="10896"/>
                  </a:cubicBezTo>
                  <a:lnTo>
                    <a:pt x="73637" y="85"/>
                  </a:lnTo>
                  <a:cubicBezTo>
                    <a:pt x="64453" y="433"/>
                    <a:pt x="41141" y="1131"/>
                    <a:pt x="35489" y="1131"/>
                  </a:cubicBezTo>
                  <a:cubicBezTo>
                    <a:pt x="28072" y="1131"/>
                    <a:pt x="11471" y="782"/>
                    <a:pt x="1934" y="85"/>
                  </a:cubicBezTo>
                  <a:lnTo>
                    <a:pt x="1934" y="10896"/>
                  </a:lnTo>
                  <a:cubicBezTo>
                    <a:pt x="26659" y="10896"/>
                    <a:pt x="27012" y="11244"/>
                    <a:pt x="43613" y="32168"/>
                  </a:cubicBezTo>
                  <a:lnTo>
                    <a:pt x="78582" y="77155"/>
                  </a:lnTo>
                  <a:lnTo>
                    <a:pt x="45379" y="118655"/>
                  </a:lnTo>
                  <a:cubicBezTo>
                    <a:pt x="28425" y="138882"/>
                    <a:pt x="7585" y="139579"/>
                    <a:pt x="168" y="139579"/>
                  </a:cubicBezTo>
                  <a:lnTo>
                    <a:pt x="168" y="150390"/>
                  </a:lnTo>
                  <a:cubicBezTo>
                    <a:pt x="9351" y="149692"/>
                    <a:pt x="20301" y="149344"/>
                    <a:pt x="29485" y="149344"/>
                  </a:cubicBezTo>
                  <a:cubicBezTo>
                    <a:pt x="39728" y="149344"/>
                    <a:pt x="54563" y="150041"/>
                    <a:pt x="63040" y="150390"/>
                  </a:cubicBezTo>
                  <a:lnTo>
                    <a:pt x="63040" y="139579"/>
                  </a:lnTo>
                  <a:cubicBezTo>
                    <a:pt x="55270" y="138533"/>
                    <a:pt x="52797" y="133999"/>
                    <a:pt x="52797" y="128768"/>
                  </a:cubicBezTo>
                  <a:cubicBezTo>
                    <a:pt x="52797" y="121096"/>
                    <a:pt x="63040" y="109588"/>
                    <a:pt x="84587" y="84479"/>
                  </a:cubicBezTo>
                  <a:lnTo>
                    <a:pt x="111431" y="119352"/>
                  </a:lnTo>
                  <a:cubicBezTo>
                    <a:pt x="114257" y="123188"/>
                    <a:pt x="118849" y="128768"/>
                    <a:pt x="118849" y="130861"/>
                  </a:cubicBezTo>
                  <a:cubicBezTo>
                    <a:pt x="118849" y="133999"/>
                    <a:pt x="115670" y="139230"/>
                    <a:pt x="106133" y="139579"/>
                  </a:cubicBezTo>
                  <a:lnTo>
                    <a:pt x="106133" y="150390"/>
                  </a:lnTo>
                  <a:cubicBezTo>
                    <a:pt x="116729" y="150041"/>
                    <a:pt x="136509" y="149344"/>
                    <a:pt x="144280" y="149344"/>
                  </a:cubicBezTo>
                  <a:cubicBezTo>
                    <a:pt x="153817" y="149344"/>
                    <a:pt x="167593" y="149692"/>
                    <a:pt x="178189" y="150390"/>
                  </a:cubicBezTo>
                  <a:lnTo>
                    <a:pt x="178189" y="139579"/>
                  </a:lnTo>
                  <a:cubicBezTo>
                    <a:pt x="159115" y="139579"/>
                    <a:pt x="152757" y="138882"/>
                    <a:pt x="144633" y="128768"/>
                  </a:cubicBezTo>
                  <a:lnTo>
                    <a:pt x="97302" y="68437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B1FA056-C3E0-DC5C-246F-FD8694280E7D}"/>
                </a:ext>
              </a:extLst>
            </p:cNvPr>
            <p:cNvSpPr/>
            <p:nvPr/>
          </p:nvSpPr>
          <p:spPr>
            <a:xfrm>
              <a:off x="6845434" y="6309865"/>
              <a:ext cx="64285" cy="243871"/>
            </a:xfrm>
            <a:custGeom>
              <a:avLst/>
              <a:gdLst>
                <a:gd name="connsiteX0" fmla="*/ 59482 w 64285"/>
                <a:gd name="connsiteY0" fmla="*/ 92 h 243871"/>
                <a:gd name="connsiteX1" fmla="*/ 141 w 64285"/>
                <a:gd name="connsiteY1" fmla="*/ 121905 h 243871"/>
                <a:gd name="connsiteX2" fmla="*/ 59482 w 64285"/>
                <a:gd name="connsiteY2" fmla="*/ 243963 h 243871"/>
                <a:gd name="connsiteX3" fmla="*/ 64427 w 64285"/>
                <a:gd name="connsiteY3" fmla="*/ 241033 h 243871"/>
                <a:gd name="connsiteX4" fmla="*/ 61954 w 64285"/>
                <a:gd name="connsiteY4" fmla="*/ 237372 h 243871"/>
                <a:gd name="connsiteX5" fmla="*/ 16954 w 64285"/>
                <a:gd name="connsiteY5" fmla="*/ 122149 h 243871"/>
                <a:gd name="connsiteX6" fmla="*/ 62696 w 64285"/>
                <a:gd name="connsiteY6" fmla="*/ 5950 h 243871"/>
                <a:gd name="connsiteX7" fmla="*/ 64427 w 64285"/>
                <a:gd name="connsiteY7" fmla="*/ 3021 h 243871"/>
                <a:gd name="connsiteX8" fmla="*/ 59482 w 64285"/>
                <a:gd name="connsiteY8" fmla="*/ 92 h 243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285" h="243871">
                  <a:moveTo>
                    <a:pt x="59482" y="92"/>
                  </a:moveTo>
                  <a:cubicBezTo>
                    <a:pt x="12504" y="32803"/>
                    <a:pt x="141" y="84555"/>
                    <a:pt x="141" y="121905"/>
                  </a:cubicBezTo>
                  <a:cubicBezTo>
                    <a:pt x="141" y="156325"/>
                    <a:pt x="10526" y="209787"/>
                    <a:pt x="59482" y="243963"/>
                  </a:cubicBezTo>
                  <a:cubicBezTo>
                    <a:pt x="61460" y="243963"/>
                    <a:pt x="64427" y="243963"/>
                    <a:pt x="64427" y="241033"/>
                  </a:cubicBezTo>
                  <a:cubicBezTo>
                    <a:pt x="64427" y="239569"/>
                    <a:pt x="63685" y="239080"/>
                    <a:pt x="61954" y="237372"/>
                  </a:cubicBezTo>
                  <a:cubicBezTo>
                    <a:pt x="29070" y="208078"/>
                    <a:pt x="16954" y="166578"/>
                    <a:pt x="16954" y="122149"/>
                  </a:cubicBezTo>
                  <a:cubicBezTo>
                    <a:pt x="16954" y="56238"/>
                    <a:pt x="42421" y="24015"/>
                    <a:pt x="62696" y="5950"/>
                  </a:cubicBezTo>
                  <a:cubicBezTo>
                    <a:pt x="63685" y="4974"/>
                    <a:pt x="64427" y="4242"/>
                    <a:pt x="64427" y="3021"/>
                  </a:cubicBezTo>
                  <a:cubicBezTo>
                    <a:pt x="64427" y="92"/>
                    <a:pt x="61460" y="92"/>
                    <a:pt x="59482" y="92"/>
                  </a:cubicBez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3D06FD1-B7AD-DA79-06E3-89BB515888A0}"/>
                </a:ext>
              </a:extLst>
            </p:cNvPr>
            <p:cNvSpPr/>
            <p:nvPr/>
          </p:nvSpPr>
          <p:spPr>
            <a:xfrm>
              <a:off x="6943699" y="6323535"/>
              <a:ext cx="100136" cy="171857"/>
            </a:xfrm>
            <a:custGeom>
              <a:avLst/>
              <a:gdLst>
                <a:gd name="connsiteX0" fmla="*/ 49100 w 100136"/>
                <a:gd name="connsiteY0" fmla="*/ 7415 h 171857"/>
                <a:gd name="connsiteX1" fmla="*/ 50089 w 100136"/>
                <a:gd name="connsiteY1" fmla="*/ 3509 h 171857"/>
                <a:gd name="connsiteX2" fmla="*/ 46133 w 100136"/>
                <a:gd name="connsiteY2" fmla="*/ 92 h 171857"/>
                <a:gd name="connsiteX3" fmla="*/ 14485 w 100136"/>
                <a:gd name="connsiteY3" fmla="*/ 2533 h 171857"/>
                <a:gd name="connsiteX4" fmla="*/ 9046 w 100136"/>
                <a:gd name="connsiteY4" fmla="*/ 8147 h 171857"/>
                <a:gd name="connsiteX5" fmla="*/ 15474 w 100136"/>
                <a:gd name="connsiteY5" fmla="*/ 11565 h 171857"/>
                <a:gd name="connsiteX6" fmla="*/ 27342 w 100136"/>
                <a:gd name="connsiteY6" fmla="*/ 15227 h 171857"/>
                <a:gd name="connsiteX7" fmla="*/ 23386 w 100136"/>
                <a:gd name="connsiteY7" fmla="*/ 32315 h 171857"/>
                <a:gd name="connsiteX8" fmla="*/ 17699 w 100136"/>
                <a:gd name="connsiteY8" fmla="*/ 54773 h 171857"/>
                <a:gd name="connsiteX9" fmla="*/ 1381 w 100136"/>
                <a:gd name="connsiteY9" fmla="*/ 119708 h 171857"/>
                <a:gd name="connsiteX10" fmla="*/ 144 w 100136"/>
                <a:gd name="connsiteY10" fmla="*/ 131670 h 171857"/>
                <a:gd name="connsiteX11" fmla="*/ 36490 w 100136"/>
                <a:gd name="connsiteY11" fmla="*/ 171949 h 171857"/>
                <a:gd name="connsiteX12" fmla="*/ 100281 w 100136"/>
                <a:gd name="connsiteY12" fmla="*/ 102620 h 171857"/>
                <a:gd name="connsiteX13" fmla="*/ 63194 w 100136"/>
                <a:gd name="connsiteY13" fmla="*/ 61853 h 171857"/>
                <a:gd name="connsiteX14" fmla="*/ 32040 w 100136"/>
                <a:gd name="connsiteY14" fmla="*/ 75279 h 171857"/>
                <a:gd name="connsiteX15" fmla="*/ 49100 w 100136"/>
                <a:gd name="connsiteY15" fmla="*/ 7415 h 171857"/>
                <a:gd name="connsiteX16" fmla="*/ 36738 w 100136"/>
                <a:gd name="connsiteY16" fmla="*/ 165113 h 171857"/>
                <a:gd name="connsiteX17" fmla="*/ 17699 w 100136"/>
                <a:gd name="connsiteY17" fmla="*/ 140214 h 171857"/>
                <a:gd name="connsiteX18" fmla="*/ 26848 w 100136"/>
                <a:gd name="connsiteY18" fmla="*/ 95297 h 171857"/>
                <a:gd name="connsiteX19" fmla="*/ 33029 w 100136"/>
                <a:gd name="connsiteY19" fmla="*/ 84800 h 171857"/>
                <a:gd name="connsiteX20" fmla="*/ 62452 w 100136"/>
                <a:gd name="connsiteY20" fmla="*/ 68688 h 171857"/>
                <a:gd name="connsiteX21" fmla="*/ 80501 w 100136"/>
                <a:gd name="connsiteY21" fmla="*/ 92367 h 171857"/>
                <a:gd name="connsiteX22" fmla="*/ 67644 w 100136"/>
                <a:gd name="connsiteY22" fmla="*/ 141434 h 171857"/>
                <a:gd name="connsiteX23" fmla="*/ 36738 w 100136"/>
                <a:gd name="connsiteY23" fmla="*/ 165113 h 171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0136" h="171857">
                  <a:moveTo>
                    <a:pt x="49100" y="7415"/>
                  </a:moveTo>
                  <a:cubicBezTo>
                    <a:pt x="49348" y="6927"/>
                    <a:pt x="50089" y="3753"/>
                    <a:pt x="50089" y="3509"/>
                  </a:cubicBezTo>
                  <a:cubicBezTo>
                    <a:pt x="50089" y="2289"/>
                    <a:pt x="49100" y="92"/>
                    <a:pt x="46133" y="92"/>
                  </a:cubicBezTo>
                  <a:cubicBezTo>
                    <a:pt x="41188" y="92"/>
                    <a:pt x="20666" y="2044"/>
                    <a:pt x="14485" y="2533"/>
                  </a:cubicBezTo>
                  <a:cubicBezTo>
                    <a:pt x="12507" y="2777"/>
                    <a:pt x="9046" y="3021"/>
                    <a:pt x="9046" y="8147"/>
                  </a:cubicBezTo>
                  <a:cubicBezTo>
                    <a:pt x="9046" y="11565"/>
                    <a:pt x="12507" y="11565"/>
                    <a:pt x="15474" y="11565"/>
                  </a:cubicBezTo>
                  <a:cubicBezTo>
                    <a:pt x="27342" y="11565"/>
                    <a:pt x="27342" y="13274"/>
                    <a:pt x="27342" y="15227"/>
                  </a:cubicBezTo>
                  <a:cubicBezTo>
                    <a:pt x="27342" y="16936"/>
                    <a:pt x="24870" y="26700"/>
                    <a:pt x="23386" y="32315"/>
                  </a:cubicBezTo>
                  <a:lnTo>
                    <a:pt x="17699" y="54773"/>
                  </a:lnTo>
                  <a:cubicBezTo>
                    <a:pt x="15474" y="63073"/>
                    <a:pt x="1875" y="116535"/>
                    <a:pt x="1381" y="119708"/>
                  </a:cubicBezTo>
                  <a:cubicBezTo>
                    <a:pt x="144" y="125567"/>
                    <a:pt x="144" y="128740"/>
                    <a:pt x="144" y="131670"/>
                  </a:cubicBezTo>
                  <a:cubicBezTo>
                    <a:pt x="144" y="156325"/>
                    <a:pt x="15969" y="171949"/>
                    <a:pt x="36490" y="171949"/>
                  </a:cubicBezTo>
                  <a:cubicBezTo>
                    <a:pt x="67397" y="171949"/>
                    <a:pt x="100281" y="138749"/>
                    <a:pt x="100281" y="102620"/>
                  </a:cubicBezTo>
                  <a:cubicBezTo>
                    <a:pt x="100281" y="74058"/>
                    <a:pt x="80254" y="61853"/>
                    <a:pt x="63194" y="61853"/>
                  </a:cubicBezTo>
                  <a:cubicBezTo>
                    <a:pt x="50337" y="61853"/>
                    <a:pt x="39458" y="68932"/>
                    <a:pt x="32040" y="75279"/>
                  </a:cubicBezTo>
                  <a:lnTo>
                    <a:pt x="49100" y="7415"/>
                  </a:lnTo>
                  <a:close/>
                  <a:moveTo>
                    <a:pt x="36738" y="165113"/>
                  </a:moveTo>
                  <a:cubicBezTo>
                    <a:pt x="24622" y="165113"/>
                    <a:pt x="17699" y="154617"/>
                    <a:pt x="17699" y="140214"/>
                  </a:cubicBezTo>
                  <a:cubicBezTo>
                    <a:pt x="17699" y="131181"/>
                    <a:pt x="19925" y="122882"/>
                    <a:pt x="26848" y="95297"/>
                  </a:cubicBezTo>
                  <a:cubicBezTo>
                    <a:pt x="28331" y="90658"/>
                    <a:pt x="28331" y="90170"/>
                    <a:pt x="33029" y="84800"/>
                  </a:cubicBezTo>
                  <a:cubicBezTo>
                    <a:pt x="42425" y="74058"/>
                    <a:pt x="53551" y="68688"/>
                    <a:pt x="62452" y="68688"/>
                  </a:cubicBezTo>
                  <a:cubicBezTo>
                    <a:pt x="72095" y="68688"/>
                    <a:pt x="80501" y="75767"/>
                    <a:pt x="80501" y="92367"/>
                  </a:cubicBezTo>
                  <a:cubicBezTo>
                    <a:pt x="80501" y="102376"/>
                    <a:pt x="75062" y="127276"/>
                    <a:pt x="67644" y="141434"/>
                  </a:cubicBezTo>
                  <a:cubicBezTo>
                    <a:pt x="61710" y="153396"/>
                    <a:pt x="49348" y="165113"/>
                    <a:pt x="36738" y="165113"/>
                  </a:cubicBez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F683EF4-D008-A950-509A-198C162823DA}"/>
                </a:ext>
              </a:extLst>
            </p:cNvPr>
            <p:cNvSpPr/>
            <p:nvPr/>
          </p:nvSpPr>
          <p:spPr>
            <a:xfrm>
              <a:off x="7070634" y="6367476"/>
              <a:ext cx="243295" cy="128648"/>
            </a:xfrm>
            <a:custGeom>
              <a:avLst/>
              <a:gdLst>
                <a:gd name="connsiteX0" fmla="*/ 208581 w 243295"/>
                <a:gd name="connsiteY0" fmla="*/ 70397 h 128648"/>
                <a:gd name="connsiteX1" fmla="*/ 173224 w 243295"/>
                <a:gd name="connsiteY1" fmla="*/ 125079 h 128648"/>
                <a:gd name="connsiteX2" fmla="*/ 179158 w 243295"/>
                <a:gd name="connsiteY2" fmla="*/ 128740 h 128648"/>
                <a:gd name="connsiteX3" fmla="*/ 185587 w 243295"/>
                <a:gd name="connsiteY3" fmla="*/ 124590 h 128648"/>
                <a:gd name="connsiteX4" fmla="*/ 203883 w 243295"/>
                <a:gd name="connsiteY4" fmla="*/ 89438 h 128648"/>
                <a:gd name="connsiteX5" fmla="*/ 240971 w 243295"/>
                <a:gd name="connsiteY5" fmla="*/ 67711 h 128648"/>
                <a:gd name="connsiteX6" fmla="*/ 243444 w 243295"/>
                <a:gd name="connsiteY6" fmla="*/ 64538 h 128648"/>
                <a:gd name="connsiteX7" fmla="*/ 238746 w 243295"/>
                <a:gd name="connsiteY7" fmla="*/ 60632 h 128648"/>
                <a:gd name="connsiteX8" fmla="*/ 185340 w 243295"/>
                <a:gd name="connsiteY8" fmla="*/ 3021 h 128648"/>
                <a:gd name="connsiteX9" fmla="*/ 179158 w 243295"/>
                <a:gd name="connsiteY9" fmla="*/ 92 h 128648"/>
                <a:gd name="connsiteX10" fmla="*/ 173224 w 243295"/>
                <a:gd name="connsiteY10" fmla="*/ 3753 h 128648"/>
                <a:gd name="connsiteX11" fmla="*/ 187812 w 243295"/>
                <a:gd name="connsiteY11" fmla="*/ 37441 h 128648"/>
                <a:gd name="connsiteX12" fmla="*/ 208581 w 243295"/>
                <a:gd name="connsiteY12" fmla="*/ 58435 h 128648"/>
                <a:gd name="connsiteX13" fmla="*/ 10038 w 243295"/>
                <a:gd name="connsiteY13" fmla="*/ 58435 h 128648"/>
                <a:gd name="connsiteX14" fmla="*/ 148 w 243295"/>
                <a:gd name="connsiteY14" fmla="*/ 64294 h 128648"/>
                <a:gd name="connsiteX15" fmla="*/ 10038 w 243295"/>
                <a:gd name="connsiteY15" fmla="*/ 70397 h 128648"/>
                <a:gd name="connsiteX16" fmla="*/ 208581 w 243295"/>
                <a:gd name="connsiteY16" fmla="*/ 70397 h 128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3295" h="128648">
                  <a:moveTo>
                    <a:pt x="208581" y="70397"/>
                  </a:moveTo>
                  <a:cubicBezTo>
                    <a:pt x="177428" y="92855"/>
                    <a:pt x="173224" y="124834"/>
                    <a:pt x="173224" y="125079"/>
                  </a:cubicBezTo>
                  <a:cubicBezTo>
                    <a:pt x="173224" y="128740"/>
                    <a:pt x="175697" y="128740"/>
                    <a:pt x="179158" y="128740"/>
                  </a:cubicBezTo>
                  <a:cubicBezTo>
                    <a:pt x="183609" y="128740"/>
                    <a:pt x="184351" y="128740"/>
                    <a:pt x="185587" y="124590"/>
                  </a:cubicBezTo>
                  <a:cubicBezTo>
                    <a:pt x="187070" y="118487"/>
                    <a:pt x="191026" y="102864"/>
                    <a:pt x="203883" y="89438"/>
                  </a:cubicBezTo>
                  <a:cubicBezTo>
                    <a:pt x="218224" y="74547"/>
                    <a:pt x="230587" y="70885"/>
                    <a:pt x="240971" y="67711"/>
                  </a:cubicBezTo>
                  <a:cubicBezTo>
                    <a:pt x="242455" y="67223"/>
                    <a:pt x="243444" y="65759"/>
                    <a:pt x="243444" y="64538"/>
                  </a:cubicBezTo>
                  <a:cubicBezTo>
                    <a:pt x="243444" y="62097"/>
                    <a:pt x="241960" y="61609"/>
                    <a:pt x="238746" y="60632"/>
                  </a:cubicBezTo>
                  <a:cubicBezTo>
                    <a:pt x="203142" y="49403"/>
                    <a:pt x="190532" y="24503"/>
                    <a:pt x="185340" y="3021"/>
                  </a:cubicBezTo>
                  <a:cubicBezTo>
                    <a:pt x="184351" y="92"/>
                    <a:pt x="182620" y="92"/>
                    <a:pt x="179158" y="92"/>
                  </a:cubicBezTo>
                  <a:cubicBezTo>
                    <a:pt x="175697" y="92"/>
                    <a:pt x="173224" y="92"/>
                    <a:pt x="173224" y="3753"/>
                  </a:cubicBezTo>
                  <a:cubicBezTo>
                    <a:pt x="173224" y="4242"/>
                    <a:pt x="175697" y="20597"/>
                    <a:pt x="187812" y="37441"/>
                  </a:cubicBezTo>
                  <a:cubicBezTo>
                    <a:pt x="193499" y="45741"/>
                    <a:pt x="200422" y="52576"/>
                    <a:pt x="208581" y="58435"/>
                  </a:cubicBezTo>
                  <a:lnTo>
                    <a:pt x="10038" y="58435"/>
                  </a:lnTo>
                  <a:cubicBezTo>
                    <a:pt x="6082" y="58435"/>
                    <a:pt x="148" y="58435"/>
                    <a:pt x="148" y="64294"/>
                  </a:cubicBezTo>
                  <a:cubicBezTo>
                    <a:pt x="148" y="70397"/>
                    <a:pt x="5835" y="70397"/>
                    <a:pt x="10038" y="70397"/>
                  </a:cubicBezTo>
                  <a:lnTo>
                    <a:pt x="208581" y="70397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DF46F46-B313-9EA6-9961-41E8E2688975}"/>
                </a:ext>
              </a:extLst>
            </p:cNvPr>
            <p:cNvSpPr/>
            <p:nvPr/>
          </p:nvSpPr>
          <p:spPr>
            <a:xfrm>
              <a:off x="7348272" y="6385296"/>
              <a:ext cx="126098" cy="110095"/>
            </a:xfrm>
            <a:custGeom>
              <a:avLst/>
              <a:gdLst>
                <a:gd name="connsiteX0" fmla="*/ 89414 w 126098"/>
                <a:gd name="connsiteY0" fmla="*/ 14494 h 110095"/>
                <a:gd name="connsiteX1" fmla="*/ 63947 w 126098"/>
                <a:gd name="connsiteY1" fmla="*/ 92 h 110095"/>
                <a:gd name="connsiteX2" fmla="*/ 156 w 126098"/>
                <a:gd name="connsiteY2" fmla="*/ 69664 h 110095"/>
                <a:gd name="connsiteX3" fmla="*/ 37491 w 126098"/>
                <a:gd name="connsiteY3" fmla="*/ 110188 h 110095"/>
                <a:gd name="connsiteX4" fmla="*/ 72601 w 126098"/>
                <a:gd name="connsiteY4" fmla="*/ 93099 h 110095"/>
                <a:gd name="connsiteX5" fmla="*/ 98068 w 126098"/>
                <a:gd name="connsiteY5" fmla="*/ 110188 h 110095"/>
                <a:gd name="connsiteX6" fmla="*/ 117601 w 126098"/>
                <a:gd name="connsiteY6" fmla="*/ 97249 h 110095"/>
                <a:gd name="connsiteX7" fmla="*/ 126254 w 126098"/>
                <a:gd name="connsiteY7" fmla="*/ 72838 h 110095"/>
                <a:gd name="connsiteX8" fmla="*/ 122298 w 126098"/>
                <a:gd name="connsiteY8" fmla="*/ 69664 h 110095"/>
                <a:gd name="connsiteX9" fmla="*/ 116859 w 126098"/>
                <a:gd name="connsiteY9" fmla="*/ 77232 h 110095"/>
                <a:gd name="connsiteX10" fmla="*/ 98809 w 126098"/>
                <a:gd name="connsiteY10" fmla="*/ 103352 h 110095"/>
                <a:gd name="connsiteX11" fmla="*/ 90650 w 126098"/>
                <a:gd name="connsiteY11" fmla="*/ 91391 h 110095"/>
                <a:gd name="connsiteX12" fmla="*/ 94359 w 126098"/>
                <a:gd name="connsiteY12" fmla="*/ 72106 h 110095"/>
                <a:gd name="connsiteX13" fmla="*/ 99798 w 126098"/>
                <a:gd name="connsiteY13" fmla="*/ 50135 h 110095"/>
                <a:gd name="connsiteX14" fmla="*/ 104743 w 126098"/>
                <a:gd name="connsiteY14" fmla="*/ 31582 h 110095"/>
                <a:gd name="connsiteX15" fmla="*/ 109194 w 126098"/>
                <a:gd name="connsiteY15" fmla="*/ 12541 h 110095"/>
                <a:gd name="connsiteX16" fmla="*/ 100787 w 126098"/>
                <a:gd name="connsiteY16" fmla="*/ 4730 h 110095"/>
                <a:gd name="connsiteX17" fmla="*/ 89414 w 126098"/>
                <a:gd name="connsiteY17" fmla="*/ 14494 h 110095"/>
                <a:gd name="connsiteX18" fmla="*/ 73590 w 126098"/>
                <a:gd name="connsiteY18" fmla="*/ 77232 h 110095"/>
                <a:gd name="connsiteX19" fmla="*/ 60980 w 126098"/>
                <a:gd name="connsiteY19" fmla="*/ 93588 h 110095"/>
                <a:gd name="connsiteX20" fmla="*/ 38233 w 126098"/>
                <a:gd name="connsiteY20" fmla="*/ 103352 h 110095"/>
                <a:gd name="connsiteX21" fmla="*/ 20183 w 126098"/>
                <a:gd name="connsiteY21" fmla="*/ 79673 h 110095"/>
                <a:gd name="connsiteX22" fmla="*/ 33040 w 126098"/>
                <a:gd name="connsiteY22" fmla="*/ 30118 h 110095"/>
                <a:gd name="connsiteX23" fmla="*/ 63947 w 126098"/>
                <a:gd name="connsiteY23" fmla="*/ 6927 h 110095"/>
                <a:gd name="connsiteX24" fmla="*/ 85952 w 126098"/>
                <a:gd name="connsiteY24" fmla="*/ 28165 h 110095"/>
                <a:gd name="connsiteX25" fmla="*/ 85211 w 126098"/>
                <a:gd name="connsiteY25" fmla="*/ 31582 h 110095"/>
                <a:gd name="connsiteX26" fmla="*/ 73590 w 126098"/>
                <a:gd name="connsiteY26" fmla="*/ 77232 h 11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6098" h="110095">
                  <a:moveTo>
                    <a:pt x="89414" y="14494"/>
                  </a:moveTo>
                  <a:cubicBezTo>
                    <a:pt x="84222" y="6439"/>
                    <a:pt x="75815" y="92"/>
                    <a:pt x="63947" y="92"/>
                  </a:cubicBezTo>
                  <a:cubicBezTo>
                    <a:pt x="32299" y="92"/>
                    <a:pt x="156" y="34512"/>
                    <a:pt x="156" y="69664"/>
                  </a:cubicBezTo>
                  <a:cubicBezTo>
                    <a:pt x="156" y="93344"/>
                    <a:pt x="16227" y="110188"/>
                    <a:pt x="37491" y="110188"/>
                  </a:cubicBezTo>
                  <a:cubicBezTo>
                    <a:pt x="50843" y="110188"/>
                    <a:pt x="62711" y="102620"/>
                    <a:pt x="72601" y="93099"/>
                  </a:cubicBezTo>
                  <a:cubicBezTo>
                    <a:pt x="77298" y="107746"/>
                    <a:pt x="91639" y="110188"/>
                    <a:pt x="98068" y="110188"/>
                  </a:cubicBezTo>
                  <a:cubicBezTo>
                    <a:pt x="106969" y="110188"/>
                    <a:pt x="113150" y="104817"/>
                    <a:pt x="117601" y="97249"/>
                  </a:cubicBezTo>
                  <a:cubicBezTo>
                    <a:pt x="123040" y="87729"/>
                    <a:pt x="126254" y="73814"/>
                    <a:pt x="126254" y="72838"/>
                  </a:cubicBezTo>
                  <a:cubicBezTo>
                    <a:pt x="126254" y="69664"/>
                    <a:pt x="123040" y="69664"/>
                    <a:pt x="122298" y="69664"/>
                  </a:cubicBezTo>
                  <a:cubicBezTo>
                    <a:pt x="118837" y="69664"/>
                    <a:pt x="118590" y="70641"/>
                    <a:pt x="116859" y="77232"/>
                  </a:cubicBezTo>
                  <a:cubicBezTo>
                    <a:pt x="113892" y="88950"/>
                    <a:pt x="109194" y="103352"/>
                    <a:pt x="98809" y="103352"/>
                  </a:cubicBezTo>
                  <a:cubicBezTo>
                    <a:pt x="92381" y="103352"/>
                    <a:pt x="90650" y="97982"/>
                    <a:pt x="90650" y="91391"/>
                  </a:cubicBezTo>
                  <a:cubicBezTo>
                    <a:pt x="90650" y="87241"/>
                    <a:pt x="92628" y="78453"/>
                    <a:pt x="94359" y="72106"/>
                  </a:cubicBezTo>
                  <a:cubicBezTo>
                    <a:pt x="96090" y="65514"/>
                    <a:pt x="98562" y="55506"/>
                    <a:pt x="99798" y="50135"/>
                  </a:cubicBezTo>
                  <a:lnTo>
                    <a:pt x="104743" y="31582"/>
                  </a:lnTo>
                  <a:cubicBezTo>
                    <a:pt x="106227" y="25235"/>
                    <a:pt x="109194" y="13762"/>
                    <a:pt x="109194" y="12541"/>
                  </a:cubicBezTo>
                  <a:cubicBezTo>
                    <a:pt x="109194" y="7171"/>
                    <a:pt x="104743" y="4730"/>
                    <a:pt x="100787" y="4730"/>
                  </a:cubicBezTo>
                  <a:cubicBezTo>
                    <a:pt x="96584" y="4730"/>
                    <a:pt x="90897" y="7659"/>
                    <a:pt x="89414" y="14494"/>
                  </a:cubicBezTo>
                  <a:close/>
                  <a:moveTo>
                    <a:pt x="73590" y="77232"/>
                  </a:moveTo>
                  <a:cubicBezTo>
                    <a:pt x="71859" y="84067"/>
                    <a:pt x="66419" y="88950"/>
                    <a:pt x="60980" y="93588"/>
                  </a:cubicBezTo>
                  <a:cubicBezTo>
                    <a:pt x="58755" y="95541"/>
                    <a:pt x="48865" y="103352"/>
                    <a:pt x="38233" y="103352"/>
                  </a:cubicBezTo>
                  <a:cubicBezTo>
                    <a:pt x="29084" y="103352"/>
                    <a:pt x="20183" y="97005"/>
                    <a:pt x="20183" y="79673"/>
                  </a:cubicBezTo>
                  <a:cubicBezTo>
                    <a:pt x="20183" y="66735"/>
                    <a:pt x="27354" y="39882"/>
                    <a:pt x="33040" y="30118"/>
                  </a:cubicBezTo>
                  <a:cubicBezTo>
                    <a:pt x="44414" y="10589"/>
                    <a:pt x="57024" y="6927"/>
                    <a:pt x="63947" y="6927"/>
                  </a:cubicBezTo>
                  <a:cubicBezTo>
                    <a:pt x="81255" y="6927"/>
                    <a:pt x="85952" y="25480"/>
                    <a:pt x="85952" y="28165"/>
                  </a:cubicBezTo>
                  <a:cubicBezTo>
                    <a:pt x="85952" y="29141"/>
                    <a:pt x="85458" y="30850"/>
                    <a:pt x="85211" y="31582"/>
                  </a:cubicBezTo>
                  <a:lnTo>
                    <a:pt x="73590" y="77232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A62AA1-B594-F693-868B-8BE84F0A0A05}"/>
                </a:ext>
              </a:extLst>
            </p:cNvPr>
            <p:cNvSpPr/>
            <p:nvPr/>
          </p:nvSpPr>
          <p:spPr>
            <a:xfrm>
              <a:off x="7619471" y="6385296"/>
              <a:ext cx="107060" cy="110095"/>
            </a:xfrm>
            <a:custGeom>
              <a:avLst/>
              <a:gdLst>
                <a:gd name="connsiteX0" fmla="*/ 93130 w 107060"/>
                <a:gd name="connsiteY0" fmla="*/ 14250 h 110095"/>
                <a:gd name="connsiteX1" fmla="*/ 80520 w 107060"/>
                <a:gd name="connsiteY1" fmla="*/ 27921 h 110095"/>
                <a:gd name="connsiteX2" fmla="*/ 90163 w 107060"/>
                <a:gd name="connsiteY2" fmla="*/ 36953 h 110095"/>
                <a:gd name="connsiteX3" fmla="*/ 104257 w 107060"/>
                <a:gd name="connsiteY3" fmla="*/ 21330 h 110095"/>
                <a:gd name="connsiteX4" fmla="*/ 71619 w 107060"/>
                <a:gd name="connsiteY4" fmla="*/ 92 h 110095"/>
                <a:gd name="connsiteX5" fmla="*/ 164 w 107060"/>
                <a:gd name="connsiteY5" fmla="*/ 67711 h 110095"/>
                <a:gd name="connsiteX6" fmla="*/ 45905 w 107060"/>
                <a:gd name="connsiteY6" fmla="*/ 110188 h 110095"/>
                <a:gd name="connsiteX7" fmla="*/ 107224 w 107060"/>
                <a:gd name="connsiteY7" fmla="*/ 82603 h 110095"/>
                <a:gd name="connsiteX8" fmla="*/ 103020 w 107060"/>
                <a:gd name="connsiteY8" fmla="*/ 78453 h 110095"/>
                <a:gd name="connsiteX9" fmla="*/ 99064 w 107060"/>
                <a:gd name="connsiteY9" fmla="*/ 80894 h 110095"/>
                <a:gd name="connsiteX10" fmla="*/ 46400 w 107060"/>
                <a:gd name="connsiteY10" fmla="*/ 103352 h 110095"/>
                <a:gd name="connsiteX11" fmla="*/ 20685 w 107060"/>
                <a:gd name="connsiteY11" fmla="*/ 76256 h 110095"/>
                <a:gd name="connsiteX12" fmla="*/ 37004 w 107060"/>
                <a:gd name="connsiteY12" fmla="*/ 25724 h 110095"/>
                <a:gd name="connsiteX13" fmla="*/ 71619 w 107060"/>
                <a:gd name="connsiteY13" fmla="*/ 6927 h 110095"/>
                <a:gd name="connsiteX14" fmla="*/ 93130 w 107060"/>
                <a:gd name="connsiteY14" fmla="*/ 14250 h 11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7060" h="110095">
                  <a:moveTo>
                    <a:pt x="93130" y="14250"/>
                  </a:moveTo>
                  <a:cubicBezTo>
                    <a:pt x="84229" y="15715"/>
                    <a:pt x="80520" y="22550"/>
                    <a:pt x="80520" y="27921"/>
                  </a:cubicBezTo>
                  <a:cubicBezTo>
                    <a:pt x="80520" y="34512"/>
                    <a:pt x="85713" y="36953"/>
                    <a:pt x="90163" y="36953"/>
                  </a:cubicBezTo>
                  <a:cubicBezTo>
                    <a:pt x="95603" y="36953"/>
                    <a:pt x="104257" y="33047"/>
                    <a:pt x="104257" y="21330"/>
                  </a:cubicBezTo>
                  <a:cubicBezTo>
                    <a:pt x="104257" y="4730"/>
                    <a:pt x="84971" y="92"/>
                    <a:pt x="71619" y="92"/>
                  </a:cubicBezTo>
                  <a:cubicBezTo>
                    <a:pt x="34532" y="92"/>
                    <a:pt x="164" y="33779"/>
                    <a:pt x="164" y="67711"/>
                  </a:cubicBezTo>
                  <a:cubicBezTo>
                    <a:pt x="164" y="88705"/>
                    <a:pt x="14999" y="110188"/>
                    <a:pt x="45905" y="110188"/>
                  </a:cubicBezTo>
                  <a:cubicBezTo>
                    <a:pt x="87691" y="110188"/>
                    <a:pt x="107224" y="86020"/>
                    <a:pt x="107224" y="82603"/>
                  </a:cubicBezTo>
                  <a:cubicBezTo>
                    <a:pt x="107224" y="81138"/>
                    <a:pt x="104998" y="78453"/>
                    <a:pt x="103020" y="78453"/>
                  </a:cubicBezTo>
                  <a:cubicBezTo>
                    <a:pt x="101537" y="78453"/>
                    <a:pt x="101042" y="78941"/>
                    <a:pt x="99064" y="80894"/>
                  </a:cubicBezTo>
                  <a:cubicBezTo>
                    <a:pt x="79779" y="103352"/>
                    <a:pt x="50850" y="103352"/>
                    <a:pt x="46400" y="103352"/>
                  </a:cubicBezTo>
                  <a:cubicBezTo>
                    <a:pt x="28597" y="103352"/>
                    <a:pt x="20685" y="91391"/>
                    <a:pt x="20685" y="76256"/>
                  </a:cubicBezTo>
                  <a:cubicBezTo>
                    <a:pt x="20685" y="69176"/>
                    <a:pt x="24147" y="42568"/>
                    <a:pt x="37004" y="25724"/>
                  </a:cubicBezTo>
                  <a:cubicBezTo>
                    <a:pt x="46400" y="13762"/>
                    <a:pt x="59257" y="6927"/>
                    <a:pt x="71619" y="6927"/>
                  </a:cubicBezTo>
                  <a:cubicBezTo>
                    <a:pt x="75081" y="6927"/>
                    <a:pt x="86949" y="7415"/>
                    <a:pt x="93130" y="14250"/>
                  </a:cubicBez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9CC9DC0-C52F-CFB3-DCD7-95DD1DAB8652}"/>
                </a:ext>
              </a:extLst>
            </p:cNvPr>
            <p:cNvSpPr/>
            <p:nvPr/>
          </p:nvSpPr>
          <p:spPr>
            <a:xfrm>
              <a:off x="7747927" y="6309865"/>
              <a:ext cx="64038" cy="243871"/>
            </a:xfrm>
            <a:custGeom>
              <a:avLst/>
              <a:gdLst>
                <a:gd name="connsiteX0" fmla="*/ 4865 w 64038"/>
                <a:gd name="connsiteY0" fmla="*/ 92 h 243871"/>
                <a:gd name="connsiteX1" fmla="*/ 167 w 64038"/>
                <a:gd name="connsiteY1" fmla="*/ 3021 h 243871"/>
                <a:gd name="connsiteX2" fmla="*/ 2392 w 64038"/>
                <a:gd name="connsiteY2" fmla="*/ 6683 h 243871"/>
                <a:gd name="connsiteX3" fmla="*/ 47392 w 64038"/>
                <a:gd name="connsiteY3" fmla="*/ 121905 h 243871"/>
                <a:gd name="connsiteX4" fmla="*/ 4618 w 64038"/>
                <a:gd name="connsiteY4" fmla="*/ 235419 h 243871"/>
                <a:gd name="connsiteX5" fmla="*/ 167 w 64038"/>
                <a:gd name="connsiteY5" fmla="*/ 241033 h 243871"/>
                <a:gd name="connsiteX6" fmla="*/ 3381 w 64038"/>
                <a:gd name="connsiteY6" fmla="*/ 243963 h 243871"/>
                <a:gd name="connsiteX7" fmla="*/ 46156 w 64038"/>
                <a:gd name="connsiteY7" fmla="*/ 197337 h 243871"/>
                <a:gd name="connsiteX8" fmla="*/ 64205 w 64038"/>
                <a:gd name="connsiteY8" fmla="*/ 122149 h 243871"/>
                <a:gd name="connsiteX9" fmla="*/ 4865 w 64038"/>
                <a:gd name="connsiteY9" fmla="*/ 92 h 243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038" h="243871">
                  <a:moveTo>
                    <a:pt x="4865" y="92"/>
                  </a:moveTo>
                  <a:cubicBezTo>
                    <a:pt x="3134" y="92"/>
                    <a:pt x="167" y="92"/>
                    <a:pt x="167" y="3021"/>
                  </a:cubicBezTo>
                  <a:cubicBezTo>
                    <a:pt x="167" y="4242"/>
                    <a:pt x="909" y="4974"/>
                    <a:pt x="2392" y="6683"/>
                  </a:cubicBezTo>
                  <a:cubicBezTo>
                    <a:pt x="23656" y="25968"/>
                    <a:pt x="47392" y="58923"/>
                    <a:pt x="47392" y="121905"/>
                  </a:cubicBezTo>
                  <a:cubicBezTo>
                    <a:pt x="47392" y="172925"/>
                    <a:pt x="31321" y="211495"/>
                    <a:pt x="4618" y="235419"/>
                  </a:cubicBezTo>
                  <a:cubicBezTo>
                    <a:pt x="414" y="239569"/>
                    <a:pt x="167" y="239813"/>
                    <a:pt x="167" y="241033"/>
                  </a:cubicBezTo>
                  <a:cubicBezTo>
                    <a:pt x="167" y="242254"/>
                    <a:pt x="909" y="243963"/>
                    <a:pt x="3381" y="243963"/>
                  </a:cubicBezTo>
                  <a:cubicBezTo>
                    <a:pt x="6348" y="243963"/>
                    <a:pt x="29837" y="227851"/>
                    <a:pt x="46156" y="197337"/>
                  </a:cubicBezTo>
                  <a:cubicBezTo>
                    <a:pt x="57035" y="177075"/>
                    <a:pt x="64205" y="150711"/>
                    <a:pt x="64205" y="122149"/>
                  </a:cubicBezTo>
                  <a:cubicBezTo>
                    <a:pt x="64205" y="87729"/>
                    <a:pt x="53821" y="34268"/>
                    <a:pt x="4865" y="92"/>
                  </a:cubicBez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F72F194-CF8B-016F-D01B-AAB143B0454E}"/>
                </a:ext>
              </a:extLst>
            </p:cNvPr>
            <p:cNvSpPr/>
            <p:nvPr/>
          </p:nvSpPr>
          <p:spPr>
            <a:xfrm>
              <a:off x="7867455" y="6352097"/>
              <a:ext cx="136730" cy="159407"/>
            </a:xfrm>
            <a:custGeom>
              <a:avLst/>
              <a:gdLst>
                <a:gd name="connsiteX0" fmla="*/ 127010 w 136730"/>
                <a:gd name="connsiteY0" fmla="*/ 85776 h 159407"/>
                <a:gd name="connsiteX1" fmla="*/ 136901 w 136730"/>
                <a:gd name="connsiteY1" fmla="*/ 79917 h 159407"/>
                <a:gd name="connsiteX2" fmla="*/ 127010 w 136730"/>
                <a:gd name="connsiteY2" fmla="*/ 73814 h 159407"/>
                <a:gd name="connsiteX3" fmla="*/ 12533 w 136730"/>
                <a:gd name="connsiteY3" fmla="*/ 73814 h 159407"/>
                <a:gd name="connsiteX4" fmla="*/ 84730 w 136730"/>
                <a:gd name="connsiteY4" fmla="*/ 12053 h 159407"/>
                <a:gd name="connsiteX5" fmla="*/ 127010 w 136730"/>
                <a:gd name="connsiteY5" fmla="*/ 12053 h 159407"/>
                <a:gd name="connsiteX6" fmla="*/ 136901 w 136730"/>
                <a:gd name="connsiteY6" fmla="*/ 6194 h 159407"/>
                <a:gd name="connsiteX7" fmla="*/ 127010 w 136730"/>
                <a:gd name="connsiteY7" fmla="*/ 92 h 159407"/>
                <a:gd name="connsiteX8" fmla="*/ 83741 w 136730"/>
                <a:gd name="connsiteY8" fmla="*/ 92 h 159407"/>
                <a:gd name="connsiteX9" fmla="*/ 170 w 136730"/>
                <a:gd name="connsiteY9" fmla="*/ 79673 h 159407"/>
                <a:gd name="connsiteX10" fmla="*/ 83741 w 136730"/>
                <a:gd name="connsiteY10" fmla="*/ 159499 h 159407"/>
                <a:gd name="connsiteX11" fmla="*/ 127010 w 136730"/>
                <a:gd name="connsiteY11" fmla="*/ 159499 h 159407"/>
                <a:gd name="connsiteX12" fmla="*/ 136901 w 136730"/>
                <a:gd name="connsiteY12" fmla="*/ 153640 h 159407"/>
                <a:gd name="connsiteX13" fmla="*/ 127010 w 136730"/>
                <a:gd name="connsiteY13" fmla="*/ 147537 h 159407"/>
                <a:gd name="connsiteX14" fmla="*/ 84730 w 136730"/>
                <a:gd name="connsiteY14" fmla="*/ 147537 h 159407"/>
                <a:gd name="connsiteX15" fmla="*/ 12533 w 136730"/>
                <a:gd name="connsiteY15" fmla="*/ 85776 h 159407"/>
                <a:gd name="connsiteX16" fmla="*/ 127010 w 136730"/>
                <a:gd name="connsiteY16" fmla="*/ 85776 h 15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6730" h="159407">
                  <a:moveTo>
                    <a:pt x="127010" y="85776"/>
                  </a:moveTo>
                  <a:cubicBezTo>
                    <a:pt x="130966" y="85776"/>
                    <a:pt x="136901" y="85776"/>
                    <a:pt x="136901" y="79917"/>
                  </a:cubicBezTo>
                  <a:cubicBezTo>
                    <a:pt x="136901" y="73814"/>
                    <a:pt x="131214" y="73814"/>
                    <a:pt x="127010" y="73814"/>
                  </a:cubicBezTo>
                  <a:lnTo>
                    <a:pt x="12533" y="73814"/>
                  </a:lnTo>
                  <a:cubicBezTo>
                    <a:pt x="16242" y="38418"/>
                    <a:pt x="46159" y="12053"/>
                    <a:pt x="84730" y="12053"/>
                  </a:cubicBezTo>
                  <a:lnTo>
                    <a:pt x="127010" y="12053"/>
                  </a:lnTo>
                  <a:cubicBezTo>
                    <a:pt x="130966" y="12053"/>
                    <a:pt x="136901" y="12053"/>
                    <a:pt x="136901" y="6194"/>
                  </a:cubicBezTo>
                  <a:cubicBezTo>
                    <a:pt x="136901" y="92"/>
                    <a:pt x="131214" y="92"/>
                    <a:pt x="127010" y="92"/>
                  </a:cubicBezTo>
                  <a:lnTo>
                    <a:pt x="83741" y="92"/>
                  </a:lnTo>
                  <a:cubicBezTo>
                    <a:pt x="37752" y="92"/>
                    <a:pt x="170" y="35732"/>
                    <a:pt x="170" y="79673"/>
                  </a:cubicBezTo>
                  <a:cubicBezTo>
                    <a:pt x="170" y="124590"/>
                    <a:pt x="38247" y="159499"/>
                    <a:pt x="83741" y="159499"/>
                  </a:cubicBezTo>
                  <a:lnTo>
                    <a:pt x="127010" y="159499"/>
                  </a:lnTo>
                  <a:cubicBezTo>
                    <a:pt x="130966" y="159499"/>
                    <a:pt x="136901" y="159499"/>
                    <a:pt x="136901" y="153640"/>
                  </a:cubicBezTo>
                  <a:cubicBezTo>
                    <a:pt x="136901" y="147537"/>
                    <a:pt x="131214" y="147537"/>
                    <a:pt x="127010" y="147537"/>
                  </a:cubicBezTo>
                  <a:lnTo>
                    <a:pt x="84730" y="147537"/>
                  </a:lnTo>
                  <a:cubicBezTo>
                    <a:pt x="46159" y="147537"/>
                    <a:pt x="16242" y="121173"/>
                    <a:pt x="12533" y="85776"/>
                  </a:cubicBezTo>
                  <a:lnTo>
                    <a:pt x="127010" y="85776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FE8E7EF-B4BC-6DA0-FA9A-58623CC7D779}"/>
                </a:ext>
              </a:extLst>
            </p:cNvPr>
            <p:cNvSpPr/>
            <p:nvPr/>
          </p:nvSpPr>
          <p:spPr>
            <a:xfrm>
              <a:off x="8040740" y="6326220"/>
              <a:ext cx="226482" cy="171612"/>
            </a:xfrm>
            <a:custGeom>
              <a:avLst/>
              <a:gdLst>
                <a:gd name="connsiteX0" fmla="*/ 110203 w 226482"/>
                <a:gd name="connsiteY0" fmla="*/ 14983 h 171612"/>
                <a:gd name="connsiteX1" fmla="*/ 172016 w 226482"/>
                <a:gd name="connsiteY1" fmla="*/ 41347 h 171612"/>
                <a:gd name="connsiteX2" fmla="*/ 115395 w 226482"/>
                <a:gd name="connsiteY2" fmla="*/ 85288 h 171612"/>
                <a:gd name="connsiteX3" fmla="*/ 100560 w 226482"/>
                <a:gd name="connsiteY3" fmla="*/ 89438 h 171612"/>
                <a:gd name="connsiteX4" fmla="*/ 92401 w 226482"/>
                <a:gd name="connsiteY4" fmla="*/ 97982 h 171612"/>
                <a:gd name="connsiteX5" fmla="*/ 95120 w 226482"/>
                <a:gd name="connsiteY5" fmla="*/ 100179 h 171612"/>
                <a:gd name="connsiteX6" fmla="*/ 126274 w 226482"/>
                <a:gd name="connsiteY6" fmla="*/ 134843 h 171612"/>
                <a:gd name="connsiteX7" fmla="*/ 163362 w 226482"/>
                <a:gd name="connsiteY7" fmla="*/ 171705 h 171612"/>
                <a:gd name="connsiteX8" fmla="*/ 226658 w 226482"/>
                <a:gd name="connsiteY8" fmla="*/ 136308 h 171612"/>
                <a:gd name="connsiteX9" fmla="*/ 223691 w 226482"/>
                <a:gd name="connsiteY9" fmla="*/ 134355 h 171612"/>
                <a:gd name="connsiteX10" fmla="*/ 204900 w 226482"/>
                <a:gd name="connsiteY10" fmla="*/ 144852 h 171612"/>
                <a:gd name="connsiteX11" fmla="*/ 180917 w 226482"/>
                <a:gd name="connsiteY11" fmla="*/ 156814 h 171612"/>
                <a:gd name="connsiteX12" fmla="*/ 148032 w 226482"/>
                <a:gd name="connsiteY12" fmla="*/ 120440 h 171612"/>
                <a:gd name="connsiteX13" fmla="*/ 131219 w 226482"/>
                <a:gd name="connsiteY13" fmla="*/ 94808 h 171612"/>
                <a:gd name="connsiteX14" fmla="*/ 195010 w 226482"/>
                <a:gd name="connsiteY14" fmla="*/ 30362 h 171612"/>
                <a:gd name="connsiteX15" fmla="*/ 108719 w 226482"/>
                <a:gd name="connsiteY15" fmla="*/ 92 h 171612"/>
                <a:gd name="connsiteX16" fmla="*/ 40478 w 226482"/>
                <a:gd name="connsiteY16" fmla="*/ 8636 h 171612"/>
                <a:gd name="connsiteX17" fmla="*/ 176 w 226482"/>
                <a:gd name="connsiteY17" fmla="*/ 46718 h 171612"/>
                <a:gd name="connsiteX18" fmla="*/ 3143 w 226482"/>
                <a:gd name="connsiteY18" fmla="*/ 48915 h 171612"/>
                <a:gd name="connsiteX19" fmla="*/ 23170 w 226482"/>
                <a:gd name="connsiteY19" fmla="*/ 35488 h 171612"/>
                <a:gd name="connsiteX20" fmla="*/ 69406 w 226482"/>
                <a:gd name="connsiteY20" fmla="*/ 14983 h 171612"/>
                <a:gd name="connsiteX21" fmla="*/ 32071 w 226482"/>
                <a:gd name="connsiteY21" fmla="*/ 164381 h 171612"/>
                <a:gd name="connsiteX22" fmla="*/ 30093 w 226482"/>
                <a:gd name="connsiteY22" fmla="*/ 169507 h 171612"/>
                <a:gd name="connsiteX23" fmla="*/ 33060 w 226482"/>
                <a:gd name="connsiteY23" fmla="*/ 171705 h 171612"/>
                <a:gd name="connsiteX24" fmla="*/ 51604 w 226482"/>
                <a:gd name="connsiteY24" fmla="*/ 161452 h 171612"/>
                <a:gd name="connsiteX25" fmla="*/ 91412 w 226482"/>
                <a:gd name="connsiteY25" fmla="*/ 14983 h 171612"/>
                <a:gd name="connsiteX26" fmla="*/ 110203 w 226482"/>
                <a:gd name="connsiteY26" fmla="*/ 14983 h 171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6482" h="171612">
                  <a:moveTo>
                    <a:pt x="110203" y="14983"/>
                  </a:moveTo>
                  <a:cubicBezTo>
                    <a:pt x="160395" y="14983"/>
                    <a:pt x="172016" y="25235"/>
                    <a:pt x="172016" y="41347"/>
                  </a:cubicBezTo>
                  <a:cubicBezTo>
                    <a:pt x="172016" y="60876"/>
                    <a:pt x="157181" y="84067"/>
                    <a:pt x="115395" y="85288"/>
                  </a:cubicBezTo>
                  <a:cubicBezTo>
                    <a:pt x="110203" y="85532"/>
                    <a:pt x="107236" y="85532"/>
                    <a:pt x="100560" y="89438"/>
                  </a:cubicBezTo>
                  <a:cubicBezTo>
                    <a:pt x="96604" y="91879"/>
                    <a:pt x="92401" y="95541"/>
                    <a:pt x="92401" y="97982"/>
                  </a:cubicBezTo>
                  <a:cubicBezTo>
                    <a:pt x="92401" y="99446"/>
                    <a:pt x="93142" y="99935"/>
                    <a:pt x="95120" y="100179"/>
                  </a:cubicBezTo>
                  <a:cubicBezTo>
                    <a:pt x="105999" y="101888"/>
                    <a:pt x="111686" y="108479"/>
                    <a:pt x="126274" y="134843"/>
                  </a:cubicBezTo>
                  <a:cubicBezTo>
                    <a:pt x="139626" y="159255"/>
                    <a:pt x="147785" y="171705"/>
                    <a:pt x="163362" y="171705"/>
                  </a:cubicBezTo>
                  <a:cubicBezTo>
                    <a:pt x="195505" y="171705"/>
                    <a:pt x="226658" y="141434"/>
                    <a:pt x="226658" y="136308"/>
                  </a:cubicBezTo>
                  <a:cubicBezTo>
                    <a:pt x="226658" y="136064"/>
                    <a:pt x="226411" y="134355"/>
                    <a:pt x="223691" y="134355"/>
                  </a:cubicBezTo>
                  <a:cubicBezTo>
                    <a:pt x="221466" y="134355"/>
                    <a:pt x="212070" y="136552"/>
                    <a:pt x="204900" y="144852"/>
                  </a:cubicBezTo>
                  <a:cubicBezTo>
                    <a:pt x="201686" y="148514"/>
                    <a:pt x="194268" y="156814"/>
                    <a:pt x="180917" y="156814"/>
                  </a:cubicBezTo>
                  <a:cubicBezTo>
                    <a:pt x="167565" y="156814"/>
                    <a:pt x="158664" y="140214"/>
                    <a:pt x="148032" y="120440"/>
                  </a:cubicBezTo>
                  <a:cubicBezTo>
                    <a:pt x="138637" y="103596"/>
                    <a:pt x="134433" y="98226"/>
                    <a:pt x="131219" y="94808"/>
                  </a:cubicBezTo>
                  <a:cubicBezTo>
                    <a:pt x="175230" y="79673"/>
                    <a:pt x="195010" y="52820"/>
                    <a:pt x="195010" y="30362"/>
                  </a:cubicBezTo>
                  <a:cubicBezTo>
                    <a:pt x="195010" y="92"/>
                    <a:pt x="156439" y="92"/>
                    <a:pt x="108719" y="92"/>
                  </a:cubicBezTo>
                  <a:cubicBezTo>
                    <a:pt x="77565" y="92"/>
                    <a:pt x="62483" y="92"/>
                    <a:pt x="40478" y="8636"/>
                  </a:cubicBezTo>
                  <a:cubicBezTo>
                    <a:pt x="7593" y="21574"/>
                    <a:pt x="176" y="42812"/>
                    <a:pt x="176" y="46718"/>
                  </a:cubicBezTo>
                  <a:cubicBezTo>
                    <a:pt x="176" y="48671"/>
                    <a:pt x="1906" y="48915"/>
                    <a:pt x="3143" y="48915"/>
                  </a:cubicBezTo>
                  <a:cubicBezTo>
                    <a:pt x="6851" y="48915"/>
                    <a:pt x="20203" y="44032"/>
                    <a:pt x="23170" y="35488"/>
                  </a:cubicBezTo>
                  <a:cubicBezTo>
                    <a:pt x="26384" y="25724"/>
                    <a:pt x="29599" y="16936"/>
                    <a:pt x="69406" y="14983"/>
                  </a:cubicBezTo>
                  <a:cubicBezTo>
                    <a:pt x="64708" y="81382"/>
                    <a:pt x="46164" y="131181"/>
                    <a:pt x="32071" y="164381"/>
                  </a:cubicBezTo>
                  <a:cubicBezTo>
                    <a:pt x="30093" y="168775"/>
                    <a:pt x="30093" y="169263"/>
                    <a:pt x="30093" y="169507"/>
                  </a:cubicBezTo>
                  <a:cubicBezTo>
                    <a:pt x="30093" y="171216"/>
                    <a:pt x="31329" y="171705"/>
                    <a:pt x="33060" y="171705"/>
                  </a:cubicBezTo>
                  <a:cubicBezTo>
                    <a:pt x="38500" y="171705"/>
                    <a:pt x="48884" y="165602"/>
                    <a:pt x="51604" y="161452"/>
                  </a:cubicBezTo>
                  <a:cubicBezTo>
                    <a:pt x="52098" y="160719"/>
                    <a:pt x="84736" y="94564"/>
                    <a:pt x="91412" y="14983"/>
                  </a:cubicBezTo>
                  <a:lnTo>
                    <a:pt x="110203" y="14983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D8454EB-9B73-F7D0-2A68-AD79E0A36D1D}"/>
                </a:ext>
              </a:extLst>
            </p:cNvPr>
            <p:cNvSpPr/>
            <p:nvPr/>
          </p:nvSpPr>
          <p:spPr>
            <a:xfrm>
              <a:off x="8293264" y="6409057"/>
              <a:ext cx="79827" cy="122816"/>
            </a:xfrm>
            <a:custGeom>
              <a:avLst/>
              <a:gdLst>
                <a:gd name="connsiteX0" fmla="*/ 36211 w 79827"/>
                <a:gd name="connsiteY0" fmla="*/ 6606 h 122816"/>
                <a:gd name="connsiteX1" fmla="*/ 36917 w 79827"/>
                <a:gd name="connsiteY1" fmla="*/ 2944 h 122816"/>
                <a:gd name="connsiteX2" fmla="*/ 31442 w 79827"/>
                <a:gd name="connsiteY2" fmla="*/ 154 h 122816"/>
                <a:gd name="connsiteX3" fmla="*/ 9719 w 79827"/>
                <a:gd name="connsiteY3" fmla="*/ 1723 h 122816"/>
                <a:gd name="connsiteX4" fmla="*/ 5481 w 79827"/>
                <a:gd name="connsiteY4" fmla="*/ 2770 h 122816"/>
                <a:gd name="connsiteX5" fmla="*/ 4244 w 79827"/>
                <a:gd name="connsiteY5" fmla="*/ 6780 h 122816"/>
                <a:gd name="connsiteX6" fmla="*/ 9543 w 79827"/>
                <a:gd name="connsiteY6" fmla="*/ 9744 h 122816"/>
                <a:gd name="connsiteX7" fmla="*/ 15547 w 79827"/>
                <a:gd name="connsiteY7" fmla="*/ 10093 h 122816"/>
                <a:gd name="connsiteX8" fmla="*/ 19080 w 79827"/>
                <a:gd name="connsiteY8" fmla="*/ 12360 h 122816"/>
                <a:gd name="connsiteX9" fmla="*/ 16254 w 79827"/>
                <a:gd name="connsiteY9" fmla="*/ 24042 h 122816"/>
                <a:gd name="connsiteX10" fmla="*/ 1595 w 79827"/>
                <a:gd name="connsiteY10" fmla="*/ 82456 h 122816"/>
                <a:gd name="connsiteX11" fmla="*/ 182 w 79827"/>
                <a:gd name="connsiteY11" fmla="*/ 92743 h 122816"/>
                <a:gd name="connsiteX12" fmla="*/ 30206 w 79827"/>
                <a:gd name="connsiteY12" fmla="*/ 122909 h 122816"/>
                <a:gd name="connsiteX13" fmla="*/ 80009 w 79827"/>
                <a:gd name="connsiteY13" fmla="*/ 74260 h 122816"/>
                <a:gd name="connsiteX14" fmla="*/ 49103 w 79827"/>
                <a:gd name="connsiteY14" fmla="*/ 43920 h 122816"/>
                <a:gd name="connsiteX15" fmla="*/ 24378 w 79827"/>
                <a:gd name="connsiteY15" fmla="*/ 53336 h 122816"/>
                <a:gd name="connsiteX16" fmla="*/ 36211 w 79827"/>
                <a:gd name="connsiteY16" fmla="*/ 6606 h 122816"/>
                <a:gd name="connsiteX17" fmla="*/ 30559 w 79827"/>
                <a:gd name="connsiteY17" fmla="*/ 116981 h 122816"/>
                <a:gd name="connsiteX18" fmla="*/ 14311 w 79827"/>
                <a:gd name="connsiteY18" fmla="*/ 98323 h 122816"/>
                <a:gd name="connsiteX19" fmla="*/ 17137 w 79827"/>
                <a:gd name="connsiteY19" fmla="*/ 81235 h 122816"/>
                <a:gd name="connsiteX20" fmla="*/ 20846 w 79827"/>
                <a:gd name="connsiteY20" fmla="*/ 66763 h 122816"/>
                <a:gd name="connsiteX21" fmla="*/ 48573 w 79827"/>
                <a:gd name="connsiteY21" fmla="*/ 49849 h 122816"/>
                <a:gd name="connsiteX22" fmla="*/ 64115 w 79827"/>
                <a:gd name="connsiteY22" fmla="*/ 67634 h 122816"/>
                <a:gd name="connsiteX23" fmla="*/ 55108 w 79827"/>
                <a:gd name="connsiteY23" fmla="*/ 100590 h 122816"/>
                <a:gd name="connsiteX24" fmla="*/ 30559 w 79827"/>
                <a:gd name="connsiteY24" fmla="*/ 116981 h 122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9827" h="122816">
                  <a:moveTo>
                    <a:pt x="36211" y="6606"/>
                  </a:moveTo>
                  <a:cubicBezTo>
                    <a:pt x="36917" y="4165"/>
                    <a:pt x="36917" y="3816"/>
                    <a:pt x="36917" y="2944"/>
                  </a:cubicBezTo>
                  <a:cubicBezTo>
                    <a:pt x="36917" y="-20"/>
                    <a:pt x="34268" y="-20"/>
                    <a:pt x="31442" y="154"/>
                  </a:cubicBezTo>
                  <a:lnTo>
                    <a:pt x="9719" y="1723"/>
                  </a:lnTo>
                  <a:cubicBezTo>
                    <a:pt x="6717" y="1898"/>
                    <a:pt x="6364" y="2072"/>
                    <a:pt x="5481" y="2770"/>
                  </a:cubicBezTo>
                  <a:cubicBezTo>
                    <a:pt x="4774" y="3641"/>
                    <a:pt x="4244" y="5734"/>
                    <a:pt x="4244" y="6780"/>
                  </a:cubicBezTo>
                  <a:cubicBezTo>
                    <a:pt x="4244" y="9744"/>
                    <a:pt x="7070" y="9744"/>
                    <a:pt x="9543" y="9744"/>
                  </a:cubicBezTo>
                  <a:cubicBezTo>
                    <a:pt x="9719" y="9744"/>
                    <a:pt x="12898" y="9744"/>
                    <a:pt x="15547" y="10093"/>
                  </a:cubicBezTo>
                  <a:cubicBezTo>
                    <a:pt x="18903" y="10442"/>
                    <a:pt x="19080" y="10965"/>
                    <a:pt x="19080" y="12360"/>
                  </a:cubicBezTo>
                  <a:cubicBezTo>
                    <a:pt x="19080" y="13406"/>
                    <a:pt x="17313" y="20206"/>
                    <a:pt x="16254" y="24042"/>
                  </a:cubicBezTo>
                  <a:lnTo>
                    <a:pt x="1595" y="82456"/>
                  </a:lnTo>
                  <a:cubicBezTo>
                    <a:pt x="712" y="86117"/>
                    <a:pt x="182" y="88907"/>
                    <a:pt x="182" y="92743"/>
                  </a:cubicBezTo>
                  <a:cubicBezTo>
                    <a:pt x="182" y="110878"/>
                    <a:pt x="13251" y="122909"/>
                    <a:pt x="30206" y="122909"/>
                  </a:cubicBezTo>
                  <a:cubicBezTo>
                    <a:pt x="55814" y="122909"/>
                    <a:pt x="80009" y="98498"/>
                    <a:pt x="80009" y="74260"/>
                  </a:cubicBezTo>
                  <a:cubicBezTo>
                    <a:pt x="80009" y="56998"/>
                    <a:pt x="67294" y="43920"/>
                    <a:pt x="49103" y="43920"/>
                  </a:cubicBezTo>
                  <a:cubicBezTo>
                    <a:pt x="41685" y="43920"/>
                    <a:pt x="33032" y="46710"/>
                    <a:pt x="24378" y="53336"/>
                  </a:cubicBezTo>
                  <a:lnTo>
                    <a:pt x="36211" y="6606"/>
                  </a:lnTo>
                  <a:close/>
                  <a:moveTo>
                    <a:pt x="30559" y="116981"/>
                  </a:moveTo>
                  <a:cubicBezTo>
                    <a:pt x="22965" y="116981"/>
                    <a:pt x="14311" y="112447"/>
                    <a:pt x="14311" y="98323"/>
                  </a:cubicBezTo>
                  <a:cubicBezTo>
                    <a:pt x="14311" y="92743"/>
                    <a:pt x="15724" y="87164"/>
                    <a:pt x="17137" y="81235"/>
                  </a:cubicBezTo>
                  <a:cubicBezTo>
                    <a:pt x="17667" y="79143"/>
                    <a:pt x="20669" y="67809"/>
                    <a:pt x="20846" y="66763"/>
                  </a:cubicBezTo>
                  <a:cubicBezTo>
                    <a:pt x="21375" y="65019"/>
                    <a:pt x="33738" y="49849"/>
                    <a:pt x="48573" y="49849"/>
                  </a:cubicBezTo>
                  <a:cubicBezTo>
                    <a:pt x="56167" y="49849"/>
                    <a:pt x="64115" y="54383"/>
                    <a:pt x="64115" y="67634"/>
                  </a:cubicBezTo>
                  <a:cubicBezTo>
                    <a:pt x="64115" y="74086"/>
                    <a:pt x="60759" y="90477"/>
                    <a:pt x="55108" y="100590"/>
                  </a:cubicBezTo>
                  <a:cubicBezTo>
                    <a:pt x="49103" y="110878"/>
                    <a:pt x="39213" y="116981"/>
                    <a:pt x="30559" y="116981"/>
                  </a:cubicBez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67B9D04-65A1-B242-FF54-C81A8D7AE11D}"/>
                </a:ext>
              </a:extLst>
            </p:cNvPr>
            <p:cNvSpPr/>
            <p:nvPr/>
          </p:nvSpPr>
          <p:spPr>
            <a:xfrm>
              <a:off x="8619231" y="6097601"/>
              <a:ext cx="275862" cy="154141"/>
            </a:xfrm>
            <a:custGeom>
              <a:avLst/>
              <a:gdLst>
                <a:gd name="connsiteX0" fmla="*/ 27743 w 275862"/>
                <a:gd name="connsiteY0" fmla="*/ 34261 h 154141"/>
                <a:gd name="connsiteX1" fmla="*/ 27743 w 275862"/>
                <a:gd name="connsiteY1" fmla="*/ 127722 h 154141"/>
                <a:gd name="connsiteX2" fmla="*/ 192 w 275862"/>
                <a:gd name="connsiteY2" fmla="*/ 143415 h 154141"/>
                <a:gd name="connsiteX3" fmla="*/ 192 w 275862"/>
                <a:gd name="connsiteY3" fmla="*/ 154226 h 154141"/>
                <a:gd name="connsiteX4" fmla="*/ 40105 w 275862"/>
                <a:gd name="connsiteY4" fmla="*/ 153180 h 154141"/>
                <a:gd name="connsiteX5" fmla="*/ 79666 w 275862"/>
                <a:gd name="connsiteY5" fmla="*/ 154226 h 154141"/>
                <a:gd name="connsiteX6" fmla="*/ 79666 w 275862"/>
                <a:gd name="connsiteY6" fmla="*/ 143415 h 154141"/>
                <a:gd name="connsiteX7" fmla="*/ 52115 w 275862"/>
                <a:gd name="connsiteY7" fmla="*/ 127722 h 154141"/>
                <a:gd name="connsiteX8" fmla="*/ 52115 w 275862"/>
                <a:gd name="connsiteY8" fmla="*/ 63555 h 154141"/>
                <a:gd name="connsiteX9" fmla="*/ 99799 w 275862"/>
                <a:gd name="connsiteY9" fmla="*/ 7757 h 154141"/>
                <a:gd name="connsiteX10" fmla="*/ 125937 w 275862"/>
                <a:gd name="connsiteY10" fmla="*/ 46467 h 154141"/>
                <a:gd name="connsiteX11" fmla="*/ 125937 w 275862"/>
                <a:gd name="connsiteY11" fmla="*/ 127722 h 154141"/>
                <a:gd name="connsiteX12" fmla="*/ 98386 w 275862"/>
                <a:gd name="connsiteY12" fmla="*/ 143415 h 154141"/>
                <a:gd name="connsiteX13" fmla="*/ 98386 w 275862"/>
                <a:gd name="connsiteY13" fmla="*/ 154226 h 154141"/>
                <a:gd name="connsiteX14" fmla="*/ 138300 w 275862"/>
                <a:gd name="connsiteY14" fmla="*/ 153180 h 154141"/>
                <a:gd name="connsiteX15" fmla="*/ 177860 w 275862"/>
                <a:gd name="connsiteY15" fmla="*/ 154226 h 154141"/>
                <a:gd name="connsiteX16" fmla="*/ 177860 w 275862"/>
                <a:gd name="connsiteY16" fmla="*/ 143415 h 154141"/>
                <a:gd name="connsiteX17" fmla="*/ 150309 w 275862"/>
                <a:gd name="connsiteY17" fmla="*/ 127722 h 154141"/>
                <a:gd name="connsiteX18" fmla="*/ 150309 w 275862"/>
                <a:gd name="connsiteY18" fmla="*/ 63555 h 154141"/>
                <a:gd name="connsiteX19" fmla="*/ 197993 w 275862"/>
                <a:gd name="connsiteY19" fmla="*/ 7757 h 154141"/>
                <a:gd name="connsiteX20" fmla="*/ 224131 w 275862"/>
                <a:gd name="connsiteY20" fmla="*/ 46467 h 154141"/>
                <a:gd name="connsiteX21" fmla="*/ 224131 w 275862"/>
                <a:gd name="connsiteY21" fmla="*/ 127722 h 154141"/>
                <a:gd name="connsiteX22" fmla="*/ 196580 w 275862"/>
                <a:gd name="connsiteY22" fmla="*/ 143415 h 154141"/>
                <a:gd name="connsiteX23" fmla="*/ 196580 w 275862"/>
                <a:gd name="connsiteY23" fmla="*/ 154226 h 154141"/>
                <a:gd name="connsiteX24" fmla="*/ 236494 w 275862"/>
                <a:gd name="connsiteY24" fmla="*/ 153180 h 154141"/>
                <a:gd name="connsiteX25" fmla="*/ 276054 w 275862"/>
                <a:gd name="connsiteY25" fmla="*/ 154226 h 154141"/>
                <a:gd name="connsiteX26" fmla="*/ 276054 w 275862"/>
                <a:gd name="connsiteY26" fmla="*/ 143415 h 154141"/>
                <a:gd name="connsiteX27" fmla="*/ 248503 w 275862"/>
                <a:gd name="connsiteY27" fmla="*/ 132953 h 154141"/>
                <a:gd name="connsiteX28" fmla="*/ 248503 w 275862"/>
                <a:gd name="connsiteY28" fmla="*/ 66345 h 154141"/>
                <a:gd name="connsiteX29" fmla="*/ 237554 w 275862"/>
                <a:gd name="connsiteY29" fmla="*/ 12988 h 154141"/>
                <a:gd name="connsiteX30" fmla="*/ 200466 w 275862"/>
                <a:gd name="connsiteY30" fmla="*/ 85 h 154141"/>
                <a:gd name="connsiteX31" fmla="*/ 149249 w 275862"/>
                <a:gd name="connsiteY31" fmla="*/ 34261 h 154141"/>
                <a:gd name="connsiteX32" fmla="*/ 102272 w 275862"/>
                <a:gd name="connsiteY32" fmla="*/ 85 h 154141"/>
                <a:gd name="connsiteX33" fmla="*/ 49995 w 275862"/>
                <a:gd name="connsiteY33" fmla="*/ 36702 h 154141"/>
                <a:gd name="connsiteX34" fmla="*/ 49995 w 275862"/>
                <a:gd name="connsiteY34" fmla="*/ 85 h 154141"/>
                <a:gd name="connsiteX35" fmla="*/ 192 w 275862"/>
                <a:gd name="connsiteY35" fmla="*/ 3921 h 154141"/>
                <a:gd name="connsiteX36" fmla="*/ 192 w 275862"/>
                <a:gd name="connsiteY36" fmla="*/ 14732 h 154141"/>
                <a:gd name="connsiteX37" fmla="*/ 27743 w 275862"/>
                <a:gd name="connsiteY37" fmla="*/ 34261 h 154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75862" h="154141">
                  <a:moveTo>
                    <a:pt x="27743" y="34261"/>
                  </a:moveTo>
                  <a:lnTo>
                    <a:pt x="27743" y="127722"/>
                  </a:lnTo>
                  <a:cubicBezTo>
                    <a:pt x="27743" y="143415"/>
                    <a:pt x="23857" y="143415"/>
                    <a:pt x="192" y="143415"/>
                  </a:cubicBezTo>
                  <a:lnTo>
                    <a:pt x="192" y="154226"/>
                  </a:lnTo>
                  <a:cubicBezTo>
                    <a:pt x="12554" y="153877"/>
                    <a:pt x="30569" y="153180"/>
                    <a:pt x="40105" y="153180"/>
                  </a:cubicBezTo>
                  <a:cubicBezTo>
                    <a:pt x="49289" y="153180"/>
                    <a:pt x="67656" y="153877"/>
                    <a:pt x="79666" y="154226"/>
                  </a:cubicBezTo>
                  <a:lnTo>
                    <a:pt x="79666" y="143415"/>
                  </a:lnTo>
                  <a:cubicBezTo>
                    <a:pt x="56000" y="143415"/>
                    <a:pt x="52115" y="143415"/>
                    <a:pt x="52115" y="127722"/>
                  </a:cubicBezTo>
                  <a:lnTo>
                    <a:pt x="52115" y="63555"/>
                  </a:lnTo>
                  <a:cubicBezTo>
                    <a:pt x="52115" y="27286"/>
                    <a:pt x="77193" y="7757"/>
                    <a:pt x="99799" y="7757"/>
                  </a:cubicBezTo>
                  <a:cubicBezTo>
                    <a:pt x="122052" y="7757"/>
                    <a:pt x="125937" y="26589"/>
                    <a:pt x="125937" y="46467"/>
                  </a:cubicBezTo>
                  <a:lnTo>
                    <a:pt x="125937" y="127722"/>
                  </a:lnTo>
                  <a:cubicBezTo>
                    <a:pt x="125937" y="143415"/>
                    <a:pt x="122052" y="143415"/>
                    <a:pt x="98386" y="143415"/>
                  </a:cubicBezTo>
                  <a:lnTo>
                    <a:pt x="98386" y="154226"/>
                  </a:lnTo>
                  <a:cubicBezTo>
                    <a:pt x="110749" y="153877"/>
                    <a:pt x="128763" y="153180"/>
                    <a:pt x="138300" y="153180"/>
                  </a:cubicBezTo>
                  <a:cubicBezTo>
                    <a:pt x="147483" y="153180"/>
                    <a:pt x="165851" y="153877"/>
                    <a:pt x="177860" y="154226"/>
                  </a:cubicBezTo>
                  <a:lnTo>
                    <a:pt x="177860" y="143415"/>
                  </a:lnTo>
                  <a:cubicBezTo>
                    <a:pt x="154194" y="143415"/>
                    <a:pt x="150309" y="143415"/>
                    <a:pt x="150309" y="127722"/>
                  </a:cubicBezTo>
                  <a:lnTo>
                    <a:pt x="150309" y="63555"/>
                  </a:lnTo>
                  <a:cubicBezTo>
                    <a:pt x="150309" y="27286"/>
                    <a:pt x="175387" y="7757"/>
                    <a:pt x="197993" y="7757"/>
                  </a:cubicBezTo>
                  <a:cubicBezTo>
                    <a:pt x="220246" y="7757"/>
                    <a:pt x="224131" y="26589"/>
                    <a:pt x="224131" y="46467"/>
                  </a:cubicBezTo>
                  <a:lnTo>
                    <a:pt x="224131" y="127722"/>
                  </a:lnTo>
                  <a:cubicBezTo>
                    <a:pt x="224131" y="143415"/>
                    <a:pt x="220246" y="143415"/>
                    <a:pt x="196580" y="143415"/>
                  </a:cubicBezTo>
                  <a:lnTo>
                    <a:pt x="196580" y="154226"/>
                  </a:lnTo>
                  <a:cubicBezTo>
                    <a:pt x="208943" y="153877"/>
                    <a:pt x="226957" y="153180"/>
                    <a:pt x="236494" y="153180"/>
                  </a:cubicBezTo>
                  <a:cubicBezTo>
                    <a:pt x="245678" y="153180"/>
                    <a:pt x="264045" y="153877"/>
                    <a:pt x="276054" y="154226"/>
                  </a:cubicBezTo>
                  <a:lnTo>
                    <a:pt x="276054" y="143415"/>
                  </a:lnTo>
                  <a:cubicBezTo>
                    <a:pt x="257687" y="143415"/>
                    <a:pt x="248857" y="143415"/>
                    <a:pt x="248503" y="132953"/>
                  </a:cubicBezTo>
                  <a:lnTo>
                    <a:pt x="248503" y="66345"/>
                  </a:lnTo>
                  <a:cubicBezTo>
                    <a:pt x="248503" y="36353"/>
                    <a:pt x="248503" y="25542"/>
                    <a:pt x="237554" y="12988"/>
                  </a:cubicBezTo>
                  <a:cubicBezTo>
                    <a:pt x="232609" y="7059"/>
                    <a:pt x="220952" y="85"/>
                    <a:pt x="200466" y="85"/>
                  </a:cubicBezTo>
                  <a:cubicBezTo>
                    <a:pt x="170796" y="85"/>
                    <a:pt x="155254" y="21009"/>
                    <a:pt x="149249" y="34261"/>
                  </a:cubicBezTo>
                  <a:cubicBezTo>
                    <a:pt x="144304" y="3921"/>
                    <a:pt x="118166" y="85"/>
                    <a:pt x="102272" y="85"/>
                  </a:cubicBezTo>
                  <a:cubicBezTo>
                    <a:pt x="76487" y="85"/>
                    <a:pt x="59886" y="15080"/>
                    <a:pt x="49995" y="36702"/>
                  </a:cubicBezTo>
                  <a:lnTo>
                    <a:pt x="49995" y="85"/>
                  </a:lnTo>
                  <a:lnTo>
                    <a:pt x="192" y="3921"/>
                  </a:lnTo>
                  <a:lnTo>
                    <a:pt x="192" y="14732"/>
                  </a:lnTo>
                  <a:cubicBezTo>
                    <a:pt x="24917" y="14732"/>
                    <a:pt x="27743" y="17173"/>
                    <a:pt x="27743" y="34261"/>
                  </a:cubicBez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D219439-DF8D-D2D7-DF8E-C0EB7459A7FF}"/>
                </a:ext>
              </a:extLst>
            </p:cNvPr>
            <p:cNvSpPr/>
            <p:nvPr/>
          </p:nvSpPr>
          <p:spPr>
            <a:xfrm>
              <a:off x="8917111" y="6095509"/>
              <a:ext cx="159300" cy="160069"/>
            </a:xfrm>
            <a:custGeom>
              <a:avLst/>
              <a:gdLst>
                <a:gd name="connsiteX0" fmla="*/ 102986 w 159300"/>
                <a:gd name="connsiteY0" fmla="*/ 129814 h 160069"/>
                <a:gd name="connsiteX1" fmla="*/ 130537 w 159300"/>
                <a:gd name="connsiteY1" fmla="*/ 158411 h 160069"/>
                <a:gd name="connsiteX2" fmla="*/ 159501 w 159300"/>
                <a:gd name="connsiteY2" fmla="*/ 125281 h 160069"/>
                <a:gd name="connsiteX3" fmla="*/ 159501 w 159300"/>
                <a:gd name="connsiteY3" fmla="*/ 105752 h 160069"/>
                <a:gd name="connsiteX4" fmla="*/ 150671 w 159300"/>
                <a:gd name="connsiteY4" fmla="*/ 105752 h 160069"/>
                <a:gd name="connsiteX5" fmla="*/ 150671 w 159300"/>
                <a:gd name="connsiteY5" fmla="*/ 125281 h 160069"/>
                <a:gd name="connsiteX6" fmla="*/ 137955 w 159300"/>
                <a:gd name="connsiteY6" fmla="*/ 147600 h 160069"/>
                <a:gd name="connsiteX7" fmla="*/ 124886 w 159300"/>
                <a:gd name="connsiteY7" fmla="*/ 130163 h 160069"/>
                <a:gd name="connsiteX8" fmla="*/ 124886 w 159300"/>
                <a:gd name="connsiteY8" fmla="*/ 60416 h 160069"/>
                <a:gd name="connsiteX9" fmla="*/ 112170 w 159300"/>
                <a:gd name="connsiteY9" fmla="*/ 19265 h 160069"/>
                <a:gd name="connsiteX10" fmla="*/ 63779 w 159300"/>
                <a:gd name="connsiteY10" fmla="*/ 85 h 160069"/>
                <a:gd name="connsiteX11" fmla="*/ 10443 w 159300"/>
                <a:gd name="connsiteY11" fmla="*/ 39492 h 160069"/>
                <a:gd name="connsiteX12" fmla="*/ 26691 w 159300"/>
                <a:gd name="connsiteY12" fmla="*/ 55882 h 160069"/>
                <a:gd name="connsiteX13" fmla="*/ 42939 w 159300"/>
                <a:gd name="connsiteY13" fmla="*/ 39841 h 160069"/>
                <a:gd name="connsiteX14" fmla="*/ 24925 w 159300"/>
                <a:gd name="connsiteY14" fmla="*/ 23799 h 160069"/>
                <a:gd name="connsiteX15" fmla="*/ 63073 w 159300"/>
                <a:gd name="connsiteY15" fmla="*/ 7757 h 160069"/>
                <a:gd name="connsiteX16" fmla="*/ 100514 w 159300"/>
                <a:gd name="connsiteY16" fmla="*/ 52395 h 160069"/>
                <a:gd name="connsiteX17" fmla="*/ 100514 w 159300"/>
                <a:gd name="connsiteY17" fmla="*/ 65298 h 160069"/>
                <a:gd name="connsiteX18" fmla="*/ 35522 w 159300"/>
                <a:gd name="connsiteY18" fmla="*/ 77853 h 160069"/>
                <a:gd name="connsiteX19" fmla="*/ 200 w 159300"/>
                <a:gd name="connsiteY19" fmla="*/ 123188 h 160069"/>
                <a:gd name="connsiteX20" fmla="*/ 56715 w 159300"/>
                <a:gd name="connsiteY20" fmla="*/ 160155 h 160069"/>
                <a:gd name="connsiteX21" fmla="*/ 102986 w 159300"/>
                <a:gd name="connsiteY21" fmla="*/ 129814 h 160069"/>
                <a:gd name="connsiteX22" fmla="*/ 100514 w 159300"/>
                <a:gd name="connsiteY22" fmla="*/ 72622 h 160069"/>
                <a:gd name="connsiteX23" fmla="*/ 100514 w 159300"/>
                <a:gd name="connsiteY23" fmla="*/ 107495 h 160069"/>
                <a:gd name="connsiteX24" fmla="*/ 59187 w 159300"/>
                <a:gd name="connsiteY24" fmla="*/ 152482 h 160069"/>
                <a:gd name="connsiteX25" fmla="*/ 27398 w 159300"/>
                <a:gd name="connsiteY25" fmla="*/ 122840 h 160069"/>
                <a:gd name="connsiteX26" fmla="*/ 100514 w 159300"/>
                <a:gd name="connsiteY26" fmla="*/ 72622 h 160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9300" h="160069">
                  <a:moveTo>
                    <a:pt x="102986" y="129814"/>
                  </a:moveTo>
                  <a:cubicBezTo>
                    <a:pt x="104399" y="143764"/>
                    <a:pt x="113936" y="158411"/>
                    <a:pt x="130537" y="158411"/>
                  </a:cubicBezTo>
                  <a:cubicBezTo>
                    <a:pt x="137955" y="158411"/>
                    <a:pt x="159501" y="153529"/>
                    <a:pt x="159501" y="125281"/>
                  </a:cubicBezTo>
                  <a:lnTo>
                    <a:pt x="159501" y="105752"/>
                  </a:lnTo>
                  <a:lnTo>
                    <a:pt x="150671" y="105752"/>
                  </a:lnTo>
                  <a:lnTo>
                    <a:pt x="150671" y="125281"/>
                  </a:lnTo>
                  <a:cubicBezTo>
                    <a:pt x="150671" y="145508"/>
                    <a:pt x="141840" y="147600"/>
                    <a:pt x="137955" y="147600"/>
                  </a:cubicBezTo>
                  <a:cubicBezTo>
                    <a:pt x="126299" y="147600"/>
                    <a:pt x="124886" y="131907"/>
                    <a:pt x="124886" y="130163"/>
                  </a:cubicBezTo>
                  <a:lnTo>
                    <a:pt x="124886" y="60416"/>
                  </a:lnTo>
                  <a:cubicBezTo>
                    <a:pt x="124886" y="45769"/>
                    <a:pt x="124886" y="32168"/>
                    <a:pt x="112170" y="19265"/>
                  </a:cubicBezTo>
                  <a:cubicBezTo>
                    <a:pt x="98394" y="5664"/>
                    <a:pt x="80734" y="85"/>
                    <a:pt x="63779" y="85"/>
                  </a:cubicBezTo>
                  <a:cubicBezTo>
                    <a:pt x="34815" y="85"/>
                    <a:pt x="10443" y="16475"/>
                    <a:pt x="10443" y="39492"/>
                  </a:cubicBezTo>
                  <a:cubicBezTo>
                    <a:pt x="10443" y="49954"/>
                    <a:pt x="17508" y="55882"/>
                    <a:pt x="26691" y="55882"/>
                  </a:cubicBezTo>
                  <a:cubicBezTo>
                    <a:pt x="36582" y="55882"/>
                    <a:pt x="42939" y="48908"/>
                    <a:pt x="42939" y="39841"/>
                  </a:cubicBezTo>
                  <a:cubicBezTo>
                    <a:pt x="42939" y="35656"/>
                    <a:pt x="41173" y="24147"/>
                    <a:pt x="24925" y="23799"/>
                  </a:cubicBezTo>
                  <a:cubicBezTo>
                    <a:pt x="34462" y="11593"/>
                    <a:pt x="51770" y="7757"/>
                    <a:pt x="63073" y="7757"/>
                  </a:cubicBezTo>
                  <a:cubicBezTo>
                    <a:pt x="80380" y="7757"/>
                    <a:pt x="100514" y="21358"/>
                    <a:pt x="100514" y="52395"/>
                  </a:cubicBezTo>
                  <a:lnTo>
                    <a:pt x="100514" y="65298"/>
                  </a:lnTo>
                  <a:cubicBezTo>
                    <a:pt x="82500" y="66345"/>
                    <a:pt x="57775" y="67391"/>
                    <a:pt x="35522" y="77853"/>
                  </a:cubicBezTo>
                  <a:cubicBezTo>
                    <a:pt x="9031" y="89710"/>
                    <a:pt x="200" y="107844"/>
                    <a:pt x="200" y="123188"/>
                  </a:cubicBezTo>
                  <a:cubicBezTo>
                    <a:pt x="200" y="151436"/>
                    <a:pt x="34462" y="160155"/>
                    <a:pt x="56715" y="160155"/>
                  </a:cubicBezTo>
                  <a:cubicBezTo>
                    <a:pt x="80027" y="160155"/>
                    <a:pt x="96275" y="146205"/>
                    <a:pt x="102986" y="129814"/>
                  </a:cubicBezTo>
                  <a:close/>
                  <a:moveTo>
                    <a:pt x="100514" y="72622"/>
                  </a:moveTo>
                  <a:lnTo>
                    <a:pt x="100514" y="107495"/>
                  </a:lnTo>
                  <a:cubicBezTo>
                    <a:pt x="100514" y="140625"/>
                    <a:pt x="75082" y="152482"/>
                    <a:pt x="59187" y="152482"/>
                  </a:cubicBezTo>
                  <a:cubicBezTo>
                    <a:pt x="41880" y="152482"/>
                    <a:pt x="27398" y="140277"/>
                    <a:pt x="27398" y="122840"/>
                  </a:cubicBezTo>
                  <a:cubicBezTo>
                    <a:pt x="27398" y="103659"/>
                    <a:pt x="42233" y="74714"/>
                    <a:pt x="100514" y="72622"/>
                  </a:cubicBez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97376FE-4A4E-0796-8D00-D9F8301A2F94}"/>
                </a:ext>
              </a:extLst>
            </p:cNvPr>
            <p:cNvSpPr/>
            <p:nvPr/>
          </p:nvSpPr>
          <p:spPr>
            <a:xfrm>
              <a:off x="9083124" y="6101437"/>
              <a:ext cx="178021" cy="150305"/>
            </a:xfrm>
            <a:custGeom>
              <a:avLst/>
              <a:gdLst>
                <a:gd name="connsiteX0" fmla="*/ 97340 w 178021"/>
                <a:gd name="connsiteY0" fmla="*/ 68437 h 150305"/>
                <a:gd name="connsiteX1" fmla="*/ 129836 w 178021"/>
                <a:gd name="connsiteY1" fmla="*/ 29030 h 150305"/>
                <a:gd name="connsiteX2" fmla="*/ 171869 w 178021"/>
                <a:gd name="connsiteY2" fmla="*/ 10896 h 150305"/>
                <a:gd name="connsiteX3" fmla="*/ 171869 w 178021"/>
                <a:gd name="connsiteY3" fmla="*/ 85 h 150305"/>
                <a:gd name="connsiteX4" fmla="*/ 142905 w 178021"/>
                <a:gd name="connsiteY4" fmla="*/ 1131 h 150305"/>
                <a:gd name="connsiteX5" fmla="*/ 108996 w 178021"/>
                <a:gd name="connsiteY5" fmla="*/ 85 h 150305"/>
                <a:gd name="connsiteX6" fmla="*/ 108996 w 178021"/>
                <a:gd name="connsiteY6" fmla="*/ 10896 h 150305"/>
                <a:gd name="connsiteX7" fmla="*/ 119239 w 178021"/>
                <a:gd name="connsiteY7" fmla="*/ 21706 h 150305"/>
                <a:gd name="connsiteX8" fmla="*/ 113941 w 178021"/>
                <a:gd name="connsiteY8" fmla="*/ 33912 h 150305"/>
                <a:gd name="connsiteX9" fmla="*/ 92042 w 178021"/>
                <a:gd name="connsiteY9" fmla="*/ 61113 h 150305"/>
                <a:gd name="connsiteX10" fmla="*/ 64491 w 178021"/>
                <a:gd name="connsiteY10" fmla="*/ 25891 h 150305"/>
                <a:gd name="connsiteX11" fmla="*/ 61312 w 178021"/>
                <a:gd name="connsiteY11" fmla="*/ 19614 h 150305"/>
                <a:gd name="connsiteX12" fmla="*/ 73674 w 178021"/>
                <a:gd name="connsiteY12" fmla="*/ 10896 h 150305"/>
                <a:gd name="connsiteX13" fmla="*/ 73674 w 178021"/>
                <a:gd name="connsiteY13" fmla="*/ 85 h 150305"/>
                <a:gd name="connsiteX14" fmla="*/ 35527 w 178021"/>
                <a:gd name="connsiteY14" fmla="*/ 1131 h 150305"/>
                <a:gd name="connsiteX15" fmla="*/ 1971 w 178021"/>
                <a:gd name="connsiteY15" fmla="*/ 85 h 150305"/>
                <a:gd name="connsiteX16" fmla="*/ 1971 w 178021"/>
                <a:gd name="connsiteY16" fmla="*/ 10896 h 150305"/>
                <a:gd name="connsiteX17" fmla="*/ 43651 w 178021"/>
                <a:gd name="connsiteY17" fmla="*/ 32168 h 150305"/>
                <a:gd name="connsiteX18" fmla="*/ 78619 w 178021"/>
                <a:gd name="connsiteY18" fmla="*/ 77155 h 150305"/>
                <a:gd name="connsiteX19" fmla="*/ 45417 w 178021"/>
                <a:gd name="connsiteY19" fmla="*/ 118655 h 150305"/>
                <a:gd name="connsiteX20" fmla="*/ 205 w 178021"/>
                <a:gd name="connsiteY20" fmla="*/ 139579 h 150305"/>
                <a:gd name="connsiteX21" fmla="*/ 205 w 178021"/>
                <a:gd name="connsiteY21" fmla="*/ 150390 h 150305"/>
                <a:gd name="connsiteX22" fmla="*/ 29522 w 178021"/>
                <a:gd name="connsiteY22" fmla="*/ 149344 h 150305"/>
                <a:gd name="connsiteX23" fmla="*/ 63078 w 178021"/>
                <a:gd name="connsiteY23" fmla="*/ 150390 h 150305"/>
                <a:gd name="connsiteX24" fmla="*/ 63078 w 178021"/>
                <a:gd name="connsiteY24" fmla="*/ 139579 h 150305"/>
                <a:gd name="connsiteX25" fmla="*/ 52834 w 178021"/>
                <a:gd name="connsiteY25" fmla="*/ 128768 h 150305"/>
                <a:gd name="connsiteX26" fmla="*/ 84624 w 178021"/>
                <a:gd name="connsiteY26" fmla="*/ 84479 h 150305"/>
                <a:gd name="connsiteX27" fmla="*/ 111468 w 178021"/>
                <a:gd name="connsiteY27" fmla="*/ 119352 h 150305"/>
                <a:gd name="connsiteX28" fmla="*/ 118886 w 178021"/>
                <a:gd name="connsiteY28" fmla="*/ 130861 h 150305"/>
                <a:gd name="connsiteX29" fmla="*/ 106170 w 178021"/>
                <a:gd name="connsiteY29" fmla="*/ 139579 h 150305"/>
                <a:gd name="connsiteX30" fmla="*/ 106170 w 178021"/>
                <a:gd name="connsiteY30" fmla="*/ 150390 h 150305"/>
                <a:gd name="connsiteX31" fmla="*/ 144318 w 178021"/>
                <a:gd name="connsiteY31" fmla="*/ 149344 h 150305"/>
                <a:gd name="connsiteX32" fmla="*/ 178226 w 178021"/>
                <a:gd name="connsiteY32" fmla="*/ 150390 h 150305"/>
                <a:gd name="connsiteX33" fmla="*/ 178226 w 178021"/>
                <a:gd name="connsiteY33" fmla="*/ 139579 h 150305"/>
                <a:gd name="connsiteX34" fmla="*/ 144671 w 178021"/>
                <a:gd name="connsiteY34" fmla="*/ 128768 h 150305"/>
                <a:gd name="connsiteX35" fmla="*/ 97340 w 178021"/>
                <a:gd name="connsiteY35" fmla="*/ 68437 h 1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8021" h="150305">
                  <a:moveTo>
                    <a:pt x="97340" y="68437"/>
                  </a:moveTo>
                  <a:cubicBezTo>
                    <a:pt x="107936" y="55185"/>
                    <a:pt x="121359" y="38097"/>
                    <a:pt x="129836" y="29030"/>
                  </a:cubicBezTo>
                  <a:cubicBezTo>
                    <a:pt x="140785" y="16475"/>
                    <a:pt x="155267" y="11244"/>
                    <a:pt x="171869" y="10896"/>
                  </a:cubicBezTo>
                  <a:lnTo>
                    <a:pt x="171869" y="85"/>
                  </a:lnTo>
                  <a:cubicBezTo>
                    <a:pt x="162685" y="782"/>
                    <a:pt x="152088" y="1131"/>
                    <a:pt x="142905" y="1131"/>
                  </a:cubicBezTo>
                  <a:cubicBezTo>
                    <a:pt x="132308" y="1131"/>
                    <a:pt x="113588" y="433"/>
                    <a:pt x="108996" y="85"/>
                  </a:cubicBezTo>
                  <a:lnTo>
                    <a:pt x="108996" y="10896"/>
                  </a:lnTo>
                  <a:cubicBezTo>
                    <a:pt x="116413" y="11593"/>
                    <a:pt x="119239" y="16127"/>
                    <a:pt x="119239" y="21706"/>
                  </a:cubicBezTo>
                  <a:cubicBezTo>
                    <a:pt x="119239" y="27286"/>
                    <a:pt x="115707" y="31820"/>
                    <a:pt x="113941" y="33912"/>
                  </a:cubicBezTo>
                  <a:lnTo>
                    <a:pt x="92042" y="61113"/>
                  </a:lnTo>
                  <a:lnTo>
                    <a:pt x="64491" y="25891"/>
                  </a:lnTo>
                  <a:cubicBezTo>
                    <a:pt x="61312" y="22404"/>
                    <a:pt x="61312" y="21706"/>
                    <a:pt x="61312" y="19614"/>
                  </a:cubicBezTo>
                  <a:cubicBezTo>
                    <a:pt x="61312" y="14383"/>
                    <a:pt x="66610" y="11244"/>
                    <a:pt x="73674" y="10896"/>
                  </a:cubicBezTo>
                  <a:lnTo>
                    <a:pt x="73674" y="85"/>
                  </a:lnTo>
                  <a:cubicBezTo>
                    <a:pt x="64491" y="433"/>
                    <a:pt x="41178" y="1131"/>
                    <a:pt x="35527" y="1131"/>
                  </a:cubicBezTo>
                  <a:cubicBezTo>
                    <a:pt x="28109" y="1131"/>
                    <a:pt x="11508" y="782"/>
                    <a:pt x="1971" y="85"/>
                  </a:cubicBezTo>
                  <a:lnTo>
                    <a:pt x="1971" y="10896"/>
                  </a:lnTo>
                  <a:cubicBezTo>
                    <a:pt x="26696" y="10896"/>
                    <a:pt x="27050" y="11244"/>
                    <a:pt x="43651" y="32168"/>
                  </a:cubicBezTo>
                  <a:lnTo>
                    <a:pt x="78619" y="77155"/>
                  </a:lnTo>
                  <a:lnTo>
                    <a:pt x="45417" y="118655"/>
                  </a:lnTo>
                  <a:cubicBezTo>
                    <a:pt x="28462" y="138882"/>
                    <a:pt x="7623" y="139579"/>
                    <a:pt x="205" y="139579"/>
                  </a:cubicBezTo>
                  <a:lnTo>
                    <a:pt x="205" y="150390"/>
                  </a:lnTo>
                  <a:cubicBezTo>
                    <a:pt x="9389" y="149692"/>
                    <a:pt x="20338" y="149344"/>
                    <a:pt x="29522" y="149344"/>
                  </a:cubicBezTo>
                  <a:cubicBezTo>
                    <a:pt x="39765" y="149344"/>
                    <a:pt x="54601" y="150041"/>
                    <a:pt x="63078" y="150390"/>
                  </a:cubicBezTo>
                  <a:lnTo>
                    <a:pt x="63078" y="139579"/>
                  </a:lnTo>
                  <a:cubicBezTo>
                    <a:pt x="55307" y="138533"/>
                    <a:pt x="52834" y="133999"/>
                    <a:pt x="52834" y="128768"/>
                  </a:cubicBezTo>
                  <a:cubicBezTo>
                    <a:pt x="52834" y="121096"/>
                    <a:pt x="63078" y="109588"/>
                    <a:pt x="84624" y="84479"/>
                  </a:cubicBezTo>
                  <a:lnTo>
                    <a:pt x="111468" y="119352"/>
                  </a:lnTo>
                  <a:cubicBezTo>
                    <a:pt x="114294" y="123188"/>
                    <a:pt x="118886" y="128768"/>
                    <a:pt x="118886" y="130861"/>
                  </a:cubicBezTo>
                  <a:cubicBezTo>
                    <a:pt x="118886" y="133999"/>
                    <a:pt x="115707" y="139230"/>
                    <a:pt x="106170" y="139579"/>
                  </a:cubicBezTo>
                  <a:lnTo>
                    <a:pt x="106170" y="150390"/>
                  </a:lnTo>
                  <a:cubicBezTo>
                    <a:pt x="116767" y="150041"/>
                    <a:pt x="136547" y="149344"/>
                    <a:pt x="144318" y="149344"/>
                  </a:cubicBezTo>
                  <a:cubicBezTo>
                    <a:pt x="153854" y="149344"/>
                    <a:pt x="167630" y="149692"/>
                    <a:pt x="178226" y="150390"/>
                  </a:cubicBezTo>
                  <a:lnTo>
                    <a:pt x="178226" y="139579"/>
                  </a:lnTo>
                  <a:cubicBezTo>
                    <a:pt x="159153" y="139579"/>
                    <a:pt x="152795" y="138882"/>
                    <a:pt x="144671" y="128768"/>
                  </a:cubicBezTo>
                  <a:lnTo>
                    <a:pt x="97340" y="68437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9659E27-2094-7F6C-ABE6-9D77BE548156}"/>
                </a:ext>
              </a:extLst>
            </p:cNvPr>
            <p:cNvSpPr/>
            <p:nvPr/>
          </p:nvSpPr>
          <p:spPr>
            <a:xfrm>
              <a:off x="8467727" y="6307532"/>
              <a:ext cx="102856" cy="174786"/>
            </a:xfrm>
            <a:custGeom>
              <a:avLst/>
              <a:gdLst>
                <a:gd name="connsiteX0" fmla="*/ 23924 w 102856"/>
                <a:gd name="connsiteY0" fmla="*/ 138505 h 174786"/>
                <a:gd name="connsiteX1" fmla="*/ 55572 w 102856"/>
                <a:gd name="connsiteY1" fmla="*/ 174878 h 174786"/>
                <a:gd name="connsiteX2" fmla="*/ 81286 w 102856"/>
                <a:gd name="connsiteY2" fmla="*/ 166090 h 174786"/>
                <a:gd name="connsiteX3" fmla="*/ 98347 w 102856"/>
                <a:gd name="connsiteY3" fmla="*/ 151687 h 174786"/>
                <a:gd name="connsiteX4" fmla="*/ 94391 w 102856"/>
                <a:gd name="connsiteY4" fmla="*/ 147049 h 174786"/>
                <a:gd name="connsiteX5" fmla="*/ 88951 w 102856"/>
                <a:gd name="connsiteY5" fmla="*/ 150710 h 174786"/>
                <a:gd name="connsiteX6" fmla="*/ 55819 w 102856"/>
                <a:gd name="connsiteY6" fmla="*/ 168042 h 174786"/>
                <a:gd name="connsiteX7" fmla="*/ 39006 w 102856"/>
                <a:gd name="connsiteY7" fmla="*/ 134843 h 174786"/>
                <a:gd name="connsiteX8" fmla="*/ 39501 w 102856"/>
                <a:gd name="connsiteY8" fmla="*/ 126543 h 174786"/>
                <a:gd name="connsiteX9" fmla="*/ 42715 w 102856"/>
                <a:gd name="connsiteY9" fmla="*/ 120928 h 174786"/>
                <a:gd name="connsiteX10" fmla="*/ 103044 w 102856"/>
                <a:gd name="connsiteY10" fmla="*/ 21329 h 174786"/>
                <a:gd name="connsiteX11" fmla="*/ 86726 w 102856"/>
                <a:gd name="connsiteY11" fmla="*/ 91 h 174786"/>
                <a:gd name="connsiteX12" fmla="*/ 45682 w 102856"/>
                <a:gd name="connsiteY12" fmla="*/ 38906 h 174786"/>
                <a:gd name="connsiteX13" fmla="*/ 26396 w 102856"/>
                <a:gd name="connsiteY13" fmla="*/ 91879 h 174786"/>
                <a:gd name="connsiteX14" fmla="*/ 22688 w 102856"/>
                <a:gd name="connsiteY14" fmla="*/ 128740 h 174786"/>
                <a:gd name="connsiteX15" fmla="*/ 4391 w 102856"/>
                <a:gd name="connsiteY15" fmla="*/ 144851 h 174786"/>
                <a:gd name="connsiteX16" fmla="*/ 188 w 102856"/>
                <a:gd name="connsiteY16" fmla="*/ 149978 h 174786"/>
                <a:gd name="connsiteX17" fmla="*/ 4391 w 102856"/>
                <a:gd name="connsiteY17" fmla="*/ 154372 h 174786"/>
                <a:gd name="connsiteX18" fmla="*/ 14528 w 102856"/>
                <a:gd name="connsiteY18" fmla="*/ 146560 h 174786"/>
                <a:gd name="connsiteX19" fmla="*/ 23924 w 102856"/>
                <a:gd name="connsiteY19" fmla="*/ 138505 h 174786"/>
                <a:gd name="connsiteX20" fmla="*/ 41726 w 102856"/>
                <a:gd name="connsiteY20" fmla="*/ 110675 h 174786"/>
                <a:gd name="connsiteX21" fmla="*/ 86479 w 102856"/>
                <a:gd name="connsiteY21" fmla="*/ 6926 h 174786"/>
                <a:gd name="connsiteX22" fmla="*/ 95132 w 102856"/>
                <a:gd name="connsiteY22" fmla="*/ 19620 h 174786"/>
                <a:gd name="connsiteX23" fmla="*/ 73869 w 102856"/>
                <a:gd name="connsiteY23" fmla="*/ 74302 h 174786"/>
                <a:gd name="connsiteX24" fmla="*/ 41726 w 102856"/>
                <a:gd name="connsiteY24" fmla="*/ 110675 h 174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2856" h="174786">
                  <a:moveTo>
                    <a:pt x="23924" y="138505"/>
                  </a:moveTo>
                  <a:cubicBezTo>
                    <a:pt x="26396" y="154372"/>
                    <a:pt x="34556" y="174878"/>
                    <a:pt x="55572" y="174878"/>
                  </a:cubicBezTo>
                  <a:cubicBezTo>
                    <a:pt x="63484" y="174878"/>
                    <a:pt x="72385" y="171704"/>
                    <a:pt x="81286" y="166090"/>
                  </a:cubicBezTo>
                  <a:cubicBezTo>
                    <a:pt x="85490" y="163648"/>
                    <a:pt x="98347" y="154616"/>
                    <a:pt x="98347" y="151687"/>
                  </a:cubicBezTo>
                  <a:cubicBezTo>
                    <a:pt x="98347" y="150222"/>
                    <a:pt x="96616" y="147049"/>
                    <a:pt x="94391" y="147049"/>
                  </a:cubicBezTo>
                  <a:cubicBezTo>
                    <a:pt x="93154" y="147049"/>
                    <a:pt x="92660" y="147049"/>
                    <a:pt x="88951" y="150710"/>
                  </a:cubicBezTo>
                  <a:cubicBezTo>
                    <a:pt x="78319" y="159987"/>
                    <a:pt x="66946" y="168042"/>
                    <a:pt x="55819" y="168042"/>
                  </a:cubicBezTo>
                  <a:cubicBezTo>
                    <a:pt x="39006" y="168042"/>
                    <a:pt x="39006" y="139481"/>
                    <a:pt x="39006" y="134843"/>
                  </a:cubicBezTo>
                  <a:cubicBezTo>
                    <a:pt x="39006" y="131669"/>
                    <a:pt x="39006" y="131181"/>
                    <a:pt x="39501" y="126543"/>
                  </a:cubicBezTo>
                  <a:cubicBezTo>
                    <a:pt x="39748" y="124102"/>
                    <a:pt x="39748" y="123613"/>
                    <a:pt x="42715" y="120928"/>
                  </a:cubicBezTo>
                  <a:cubicBezTo>
                    <a:pt x="56314" y="108234"/>
                    <a:pt x="103044" y="63805"/>
                    <a:pt x="103044" y="21329"/>
                  </a:cubicBezTo>
                  <a:cubicBezTo>
                    <a:pt x="103044" y="17667"/>
                    <a:pt x="103044" y="91"/>
                    <a:pt x="86726" y="91"/>
                  </a:cubicBezTo>
                  <a:cubicBezTo>
                    <a:pt x="66204" y="91"/>
                    <a:pt x="49638" y="31582"/>
                    <a:pt x="45682" y="38906"/>
                  </a:cubicBezTo>
                  <a:cubicBezTo>
                    <a:pt x="34803" y="59655"/>
                    <a:pt x="29116" y="79673"/>
                    <a:pt x="26396" y="91879"/>
                  </a:cubicBezTo>
                  <a:cubicBezTo>
                    <a:pt x="22688" y="108234"/>
                    <a:pt x="22688" y="116778"/>
                    <a:pt x="22688" y="128740"/>
                  </a:cubicBezTo>
                  <a:cubicBezTo>
                    <a:pt x="20957" y="130449"/>
                    <a:pt x="6864" y="142899"/>
                    <a:pt x="4391" y="144851"/>
                  </a:cubicBezTo>
                  <a:cubicBezTo>
                    <a:pt x="435" y="148269"/>
                    <a:pt x="188" y="148513"/>
                    <a:pt x="188" y="149978"/>
                  </a:cubicBezTo>
                  <a:cubicBezTo>
                    <a:pt x="188" y="151687"/>
                    <a:pt x="2413" y="154372"/>
                    <a:pt x="4391" y="154372"/>
                  </a:cubicBezTo>
                  <a:cubicBezTo>
                    <a:pt x="6122" y="154372"/>
                    <a:pt x="12798" y="148269"/>
                    <a:pt x="14528" y="146560"/>
                  </a:cubicBezTo>
                  <a:lnTo>
                    <a:pt x="23924" y="138505"/>
                  </a:lnTo>
                  <a:close/>
                  <a:moveTo>
                    <a:pt x="41726" y="110675"/>
                  </a:moveTo>
                  <a:cubicBezTo>
                    <a:pt x="46177" y="85776"/>
                    <a:pt x="65709" y="6926"/>
                    <a:pt x="86479" y="6926"/>
                  </a:cubicBezTo>
                  <a:cubicBezTo>
                    <a:pt x="92165" y="6926"/>
                    <a:pt x="95132" y="10832"/>
                    <a:pt x="95132" y="19620"/>
                  </a:cubicBezTo>
                  <a:cubicBezTo>
                    <a:pt x="95132" y="22550"/>
                    <a:pt x="95132" y="44276"/>
                    <a:pt x="73869" y="74302"/>
                  </a:cubicBezTo>
                  <a:cubicBezTo>
                    <a:pt x="61259" y="91879"/>
                    <a:pt x="47660" y="105061"/>
                    <a:pt x="41726" y="110675"/>
                  </a:cubicBez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CAB6428-C831-0F7F-8870-1684A45B0843}"/>
                </a:ext>
              </a:extLst>
            </p:cNvPr>
            <p:cNvSpPr/>
            <p:nvPr/>
          </p:nvSpPr>
          <p:spPr>
            <a:xfrm>
              <a:off x="8606974" y="6312170"/>
              <a:ext cx="167142" cy="212868"/>
            </a:xfrm>
            <a:custGeom>
              <a:avLst/>
              <a:gdLst>
                <a:gd name="connsiteX0" fmla="*/ 161894 w 167142"/>
                <a:gd name="connsiteY0" fmla="*/ 12541 h 212868"/>
                <a:gd name="connsiteX1" fmla="*/ 167333 w 167142"/>
                <a:gd name="connsiteY1" fmla="*/ 6194 h 212868"/>
                <a:gd name="connsiteX2" fmla="*/ 161152 w 167142"/>
                <a:gd name="connsiteY2" fmla="*/ 91 h 212868"/>
                <a:gd name="connsiteX3" fmla="*/ 156701 w 167142"/>
                <a:gd name="connsiteY3" fmla="*/ 1556 h 212868"/>
                <a:gd name="connsiteX4" fmla="*/ 5878 w 167142"/>
                <a:gd name="connsiteY4" fmla="*/ 73082 h 212868"/>
                <a:gd name="connsiteX5" fmla="*/ 191 w 167142"/>
                <a:gd name="connsiteY5" fmla="*/ 79673 h 212868"/>
                <a:gd name="connsiteX6" fmla="*/ 5878 w 167142"/>
                <a:gd name="connsiteY6" fmla="*/ 86264 h 212868"/>
                <a:gd name="connsiteX7" fmla="*/ 156207 w 167142"/>
                <a:gd name="connsiteY7" fmla="*/ 157545 h 212868"/>
                <a:gd name="connsiteX8" fmla="*/ 161152 w 167142"/>
                <a:gd name="connsiteY8" fmla="*/ 159254 h 212868"/>
                <a:gd name="connsiteX9" fmla="*/ 167333 w 167142"/>
                <a:gd name="connsiteY9" fmla="*/ 153396 h 212868"/>
                <a:gd name="connsiteX10" fmla="*/ 162141 w 167142"/>
                <a:gd name="connsiteY10" fmla="*/ 147049 h 212868"/>
                <a:gd name="connsiteX11" fmla="*/ 20218 w 167142"/>
                <a:gd name="connsiteY11" fmla="*/ 79673 h 212868"/>
                <a:gd name="connsiteX12" fmla="*/ 161894 w 167142"/>
                <a:gd name="connsiteY12" fmla="*/ 12541 h 212868"/>
                <a:gd name="connsiteX13" fmla="*/ 157443 w 167142"/>
                <a:gd name="connsiteY13" fmla="*/ 212960 h 212868"/>
                <a:gd name="connsiteX14" fmla="*/ 167333 w 167142"/>
                <a:gd name="connsiteY14" fmla="*/ 207101 h 212868"/>
                <a:gd name="connsiteX15" fmla="*/ 157443 w 167142"/>
                <a:gd name="connsiteY15" fmla="*/ 200998 h 212868"/>
                <a:gd name="connsiteX16" fmla="*/ 10081 w 167142"/>
                <a:gd name="connsiteY16" fmla="*/ 200998 h 212868"/>
                <a:gd name="connsiteX17" fmla="*/ 191 w 167142"/>
                <a:gd name="connsiteY17" fmla="*/ 207101 h 212868"/>
                <a:gd name="connsiteX18" fmla="*/ 10081 w 167142"/>
                <a:gd name="connsiteY18" fmla="*/ 212960 h 212868"/>
                <a:gd name="connsiteX19" fmla="*/ 157443 w 167142"/>
                <a:gd name="connsiteY19" fmla="*/ 212960 h 212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7142" h="212868">
                  <a:moveTo>
                    <a:pt x="161894" y="12541"/>
                  </a:moveTo>
                  <a:cubicBezTo>
                    <a:pt x="165108" y="11076"/>
                    <a:pt x="167333" y="9123"/>
                    <a:pt x="167333" y="6194"/>
                  </a:cubicBezTo>
                  <a:cubicBezTo>
                    <a:pt x="167333" y="2776"/>
                    <a:pt x="164614" y="91"/>
                    <a:pt x="161152" y="91"/>
                  </a:cubicBezTo>
                  <a:cubicBezTo>
                    <a:pt x="160905" y="91"/>
                    <a:pt x="159669" y="91"/>
                    <a:pt x="156701" y="1556"/>
                  </a:cubicBezTo>
                  <a:lnTo>
                    <a:pt x="5878" y="73082"/>
                  </a:lnTo>
                  <a:cubicBezTo>
                    <a:pt x="1675" y="75035"/>
                    <a:pt x="191" y="76987"/>
                    <a:pt x="191" y="79673"/>
                  </a:cubicBezTo>
                  <a:cubicBezTo>
                    <a:pt x="191" y="82358"/>
                    <a:pt x="1675" y="84311"/>
                    <a:pt x="5878" y="86264"/>
                  </a:cubicBezTo>
                  <a:lnTo>
                    <a:pt x="156207" y="157545"/>
                  </a:lnTo>
                  <a:cubicBezTo>
                    <a:pt x="159669" y="159254"/>
                    <a:pt x="160658" y="159254"/>
                    <a:pt x="161152" y="159254"/>
                  </a:cubicBezTo>
                  <a:cubicBezTo>
                    <a:pt x="165108" y="159254"/>
                    <a:pt x="167333" y="156081"/>
                    <a:pt x="167333" y="153396"/>
                  </a:cubicBezTo>
                  <a:cubicBezTo>
                    <a:pt x="167333" y="149490"/>
                    <a:pt x="164366" y="148025"/>
                    <a:pt x="162141" y="147049"/>
                  </a:cubicBezTo>
                  <a:lnTo>
                    <a:pt x="20218" y="79673"/>
                  </a:lnTo>
                  <a:lnTo>
                    <a:pt x="161894" y="12541"/>
                  </a:lnTo>
                  <a:close/>
                  <a:moveTo>
                    <a:pt x="157443" y="212960"/>
                  </a:moveTo>
                  <a:cubicBezTo>
                    <a:pt x="161399" y="212960"/>
                    <a:pt x="167333" y="212960"/>
                    <a:pt x="167333" y="207101"/>
                  </a:cubicBezTo>
                  <a:cubicBezTo>
                    <a:pt x="167333" y="200998"/>
                    <a:pt x="161647" y="200998"/>
                    <a:pt x="157443" y="200998"/>
                  </a:cubicBezTo>
                  <a:lnTo>
                    <a:pt x="10081" y="200998"/>
                  </a:lnTo>
                  <a:cubicBezTo>
                    <a:pt x="5878" y="200998"/>
                    <a:pt x="191" y="200998"/>
                    <a:pt x="191" y="207101"/>
                  </a:cubicBezTo>
                  <a:cubicBezTo>
                    <a:pt x="191" y="212960"/>
                    <a:pt x="6125" y="212960"/>
                    <a:pt x="10081" y="212960"/>
                  </a:cubicBezTo>
                  <a:lnTo>
                    <a:pt x="157443" y="212960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0C3BDAC-B348-2740-DCBB-AF3E00FD6EC2}"/>
                </a:ext>
              </a:extLst>
            </p:cNvPr>
            <p:cNvSpPr/>
            <p:nvPr/>
          </p:nvSpPr>
          <p:spPr>
            <a:xfrm>
              <a:off x="8812654" y="6371734"/>
              <a:ext cx="226977" cy="110095"/>
            </a:xfrm>
            <a:custGeom>
              <a:avLst/>
              <a:gdLst>
                <a:gd name="connsiteX0" fmla="*/ 95884 w 226977"/>
                <a:gd name="connsiteY0" fmla="*/ 87973 h 110095"/>
                <a:gd name="connsiteX1" fmla="*/ 92422 w 226977"/>
                <a:gd name="connsiteY1" fmla="*/ 102375 h 110095"/>
                <a:gd name="connsiteX2" fmla="*/ 100829 w 226977"/>
                <a:gd name="connsiteY2" fmla="*/ 110187 h 110095"/>
                <a:gd name="connsiteX3" fmla="*/ 110472 w 226977"/>
                <a:gd name="connsiteY3" fmla="*/ 104817 h 110095"/>
                <a:gd name="connsiteX4" fmla="*/ 114922 w 226977"/>
                <a:gd name="connsiteY4" fmla="*/ 89681 h 110095"/>
                <a:gd name="connsiteX5" fmla="*/ 120362 w 226977"/>
                <a:gd name="connsiteY5" fmla="*/ 67711 h 110095"/>
                <a:gd name="connsiteX6" fmla="*/ 124565 w 226977"/>
                <a:gd name="connsiteY6" fmla="*/ 51355 h 110095"/>
                <a:gd name="connsiteX7" fmla="*/ 132230 w 226977"/>
                <a:gd name="connsiteY7" fmla="*/ 32803 h 110095"/>
                <a:gd name="connsiteX8" fmla="*/ 171790 w 226977"/>
                <a:gd name="connsiteY8" fmla="*/ 6926 h 110095"/>
                <a:gd name="connsiteX9" fmla="*/ 186378 w 226977"/>
                <a:gd name="connsiteY9" fmla="*/ 24014 h 110095"/>
                <a:gd name="connsiteX10" fmla="*/ 171790 w 226977"/>
                <a:gd name="connsiteY10" fmla="*/ 76011 h 110095"/>
                <a:gd name="connsiteX11" fmla="*/ 168081 w 226977"/>
                <a:gd name="connsiteY11" fmla="*/ 89193 h 110095"/>
                <a:gd name="connsiteX12" fmla="*/ 191570 w 226977"/>
                <a:gd name="connsiteY12" fmla="*/ 110187 h 110095"/>
                <a:gd name="connsiteX13" fmla="*/ 227174 w 226977"/>
                <a:gd name="connsiteY13" fmla="*/ 72838 h 110095"/>
                <a:gd name="connsiteX14" fmla="*/ 223218 w 226977"/>
                <a:gd name="connsiteY14" fmla="*/ 69664 h 110095"/>
                <a:gd name="connsiteX15" fmla="*/ 218521 w 226977"/>
                <a:gd name="connsiteY15" fmla="*/ 73814 h 110095"/>
                <a:gd name="connsiteX16" fmla="*/ 192312 w 226977"/>
                <a:gd name="connsiteY16" fmla="*/ 103352 h 110095"/>
                <a:gd name="connsiteX17" fmla="*/ 186131 w 226977"/>
                <a:gd name="connsiteY17" fmla="*/ 94808 h 110095"/>
                <a:gd name="connsiteX18" fmla="*/ 191817 w 226977"/>
                <a:gd name="connsiteY18" fmla="*/ 75035 h 110095"/>
                <a:gd name="connsiteX19" fmla="*/ 204922 w 226977"/>
                <a:gd name="connsiteY19" fmla="*/ 27920 h 110095"/>
                <a:gd name="connsiteX20" fmla="*/ 195774 w 226977"/>
                <a:gd name="connsiteY20" fmla="*/ 6682 h 110095"/>
                <a:gd name="connsiteX21" fmla="*/ 172779 w 226977"/>
                <a:gd name="connsiteY21" fmla="*/ 91 h 110095"/>
                <a:gd name="connsiteX22" fmla="*/ 129016 w 226977"/>
                <a:gd name="connsiteY22" fmla="*/ 24747 h 110095"/>
                <a:gd name="connsiteX23" fmla="*/ 96873 w 226977"/>
                <a:gd name="connsiteY23" fmla="*/ 91 h 110095"/>
                <a:gd name="connsiteX24" fmla="*/ 55087 w 226977"/>
                <a:gd name="connsiteY24" fmla="*/ 22306 h 110095"/>
                <a:gd name="connsiteX25" fmla="*/ 28631 w 226977"/>
                <a:gd name="connsiteY25" fmla="*/ 91 h 110095"/>
                <a:gd name="connsiteX26" fmla="*/ 9098 w 226977"/>
                <a:gd name="connsiteY26" fmla="*/ 13273 h 110095"/>
                <a:gd name="connsiteX27" fmla="*/ 197 w 226977"/>
                <a:gd name="connsiteY27" fmla="*/ 37441 h 110095"/>
                <a:gd name="connsiteX28" fmla="*/ 4401 w 226977"/>
                <a:gd name="connsiteY28" fmla="*/ 40614 h 110095"/>
                <a:gd name="connsiteX29" fmla="*/ 9840 w 226977"/>
                <a:gd name="connsiteY29" fmla="*/ 33291 h 110095"/>
                <a:gd name="connsiteX30" fmla="*/ 27890 w 226977"/>
                <a:gd name="connsiteY30" fmla="*/ 6926 h 110095"/>
                <a:gd name="connsiteX31" fmla="*/ 36049 w 226977"/>
                <a:gd name="connsiteY31" fmla="*/ 18888 h 110095"/>
                <a:gd name="connsiteX32" fmla="*/ 32093 w 226977"/>
                <a:gd name="connsiteY32" fmla="*/ 39150 h 110095"/>
                <a:gd name="connsiteX33" fmla="*/ 26653 w 226977"/>
                <a:gd name="connsiteY33" fmla="*/ 61120 h 110095"/>
                <a:gd name="connsiteX34" fmla="*/ 18741 w 226977"/>
                <a:gd name="connsiteY34" fmla="*/ 92367 h 110095"/>
                <a:gd name="connsiteX35" fmla="*/ 16269 w 226977"/>
                <a:gd name="connsiteY35" fmla="*/ 102375 h 110095"/>
                <a:gd name="connsiteX36" fmla="*/ 24675 w 226977"/>
                <a:gd name="connsiteY36" fmla="*/ 110187 h 110095"/>
                <a:gd name="connsiteX37" fmla="*/ 34318 w 226977"/>
                <a:gd name="connsiteY37" fmla="*/ 104817 h 110095"/>
                <a:gd name="connsiteX38" fmla="*/ 38769 w 226977"/>
                <a:gd name="connsiteY38" fmla="*/ 89681 h 110095"/>
                <a:gd name="connsiteX39" fmla="*/ 44208 w 226977"/>
                <a:gd name="connsiteY39" fmla="*/ 67711 h 110095"/>
                <a:gd name="connsiteX40" fmla="*/ 48411 w 226977"/>
                <a:gd name="connsiteY40" fmla="*/ 51355 h 110095"/>
                <a:gd name="connsiteX41" fmla="*/ 58796 w 226977"/>
                <a:gd name="connsiteY41" fmla="*/ 29385 h 110095"/>
                <a:gd name="connsiteX42" fmla="*/ 95884 w 226977"/>
                <a:gd name="connsiteY42" fmla="*/ 6926 h 110095"/>
                <a:gd name="connsiteX43" fmla="*/ 110472 w 226977"/>
                <a:gd name="connsiteY43" fmla="*/ 24014 h 110095"/>
                <a:gd name="connsiteX44" fmla="*/ 106268 w 226977"/>
                <a:gd name="connsiteY44" fmla="*/ 46961 h 110095"/>
                <a:gd name="connsiteX45" fmla="*/ 95884 w 226977"/>
                <a:gd name="connsiteY45" fmla="*/ 87973 h 11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26977" h="110095">
                  <a:moveTo>
                    <a:pt x="95884" y="87973"/>
                  </a:moveTo>
                  <a:cubicBezTo>
                    <a:pt x="94648" y="92855"/>
                    <a:pt x="92422" y="101155"/>
                    <a:pt x="92422" y="102375"/>
                  </a:cubicBezTo>
                  <a:cubicBezTo>
                    <a:pt x="92422" y="107746"/>
                    <a:pt x="96873" y="110187"/>
                    <a:pt x="100829" y="110187"/>
                  </a:cubicBezTo>
                  <a:cubicBezTo>
                    <a:pt x="105279" y="110187"/>
                    <a:pt x="109235" y="107014"/>
                    <a:pt x="110472" y="104817"/>
                  </a:cubicBezTo>
                  <a:cubicBezTo>
                    <a:pt x="111708" y="102620"/>
                    <a:pt x="113686" y="94808"/>
                    <a:pt x="114922" y="89681"/>
                  </a:cubicBezTo>
                  <a:cubicBezTo>
                    <a:pt x="116158" y="85043"/>
                    <a:pt x="118878" y="73814"/>
                    <a:pt x="120362" y="67711"/>
                  </a:cubicBezTo>
                  <a:cubicBezTo>
                    <a:pt x="121845" y="62341"/>
                    <a:pt x="123329" y="56970"/>
                    <a:pt x="124565" y="51355"/>
                  </a:cubicBezTo>
                  <a:cubicBezTo>
                    <a:pt x="127285" y="40858"/>
                    <a:pt x="127285" y="40370"/>
                    <a:pt x="132230" y="32803"/>
                  </a:cubicBezTo>
                  <a:cubicBezTo>
                    <a:pt x="140142" y="20841"/>
                    <a:pt x="152504" y="6926"/>
                    <a:pt x="171790" y="6926"/>
                  </a:cubicBezTo>
                  <a:cubicBezTo>
                    <a:pt x="185636" y="6926"/>
                    <a:pt x="186378" y="18156"/>
                    <a:pt x="186378" y="24014"/>
                  </a:cubicBezTo>
                  <a:cubicBezTo>
                    <a:pt x="186378" y="38661"/>
                    <a:pt x="175746" y="65758"/>
                    <a:pt x="171790" y="76011"/>
                  </a:cubicBezTo>
                  <a:cubicBezTo>
                    <a:pt x="169070" y="82846"/>
                    <a:pt x="168081" y="85043"/>
                    <a:pt x="168081" y="89193"/>
                  </a:cubicBezTo>
                  <a:cubicBezTo>
                    <a:pt x="168081" y="102131"/>
                    <a:pt x="178960" y="110187"/>
                    <a:pt x="191570" y="110187"/>
                  </a:cubicBezTo>
                  <a:cubicBezTo>
                    <a:pt x="216295" y="110187"/>
                    <a:pt x="227174" y="76499"/>
                    <a:pt x="227174" y="72838"/>
                  </a:cubicBezTo>
                  <a:cubicBezTo>
                    <a:pt x="227174" y="69664"/>
                    <a:pt x="223960" y="69664"/>
                    <a:pt x="223218" y="69664"/>
                  </a:cubicBezTo>
                  <a:cubicBezTo>
                    <a:pt x="219757" y="69664"/>
                    <a:pt x="219510" y="71129"/>
                    <a:pt x="218521" y="73814"/>
                  </a:cubicBezTo>
                  <a:cubicBezTo>
                    <a:pt x="212834" y="93343"/>
                    <a:pt x="202202" y="103352"/>
                    <a:pt x="192312" y="103352"/>
                  </a:cubicBezTo>
                  <a:cubicBezTo>
                    <a:pt x="187120" y="103352"/>
                    <a:pt x="186131" y="99934"/>
                    <a:pt x="186131" y="94808"/>
                  </a:cubicBezTo>
                  <a:cubicBezTo>
                    <a:pt x="186131" y="89193"/>
                    <a:pt x="187367" y="86020"/>
                    <a:pt x="191817" y="75035"/>
                  </a:cubicBezTo>
                  <a:cubicBezTo>
                    <a:pt x="194784" y="67467"/>
                    <a:pt x="204922" y="41591"/>
                    <a:pt x="204922" y="27920"/>
                  </a:cubicBezTo>
                  <a:cubicBezTo>
                    <a:pt x="204922" y="24014"/>
                    <a:pt x="204922" y="13762"/>
                    <a:pt x="195774" y="6682"/>
                  </a:cubicBezTo>
                  <a:cubicBezTo>
                    <a:pt x="191570" y="3509"/>
                    <a:pt x="184400" y="91"/>
                    <a:pt x="172779" y="91"/>
                  </a:cubicBezTo>
                  <a:cubicBezTo>
                    <a:pt x="150526" y="91"/>
                    <a:pt x="136928" y="14494"/>
                    <a:pt x="129016" y="24747"/>
                  </a:cubicBezTo>
                  <a:cubicBezTo>
                    <a:pt x="127038" y="3997"/>
                    <a:pt x="109483" y="91"/>
                    <a:pt x="96873" y="91"/>
                  </a:cubicBezTo>
                  <a:cubicBezTo>
                    <a:pt x="76351" y="91"/>
                    <a:pt x="62505" y="12541"/>
                    <a:pt x="55087" y="22306"/>
                  </a:cubicBezTo>
                  <a:cubicBezTo>
                    <a:pt x="53356" y="5462"/>
                    <a:pt x="38769" y="91"/>
                    <a:pt x="28631" y="91"/>
                  </a:cubicBezTo>
                  <a:cubicBezTo>
                    <a:pt x="17999" y="91"/>
                    <a:pt x="12313" y="7659"/>
                    <a:pt x="9098" y="13273"/>
                  </a:cubicBezTo>
                  <a:cubicBezTo>
                    <a:pt x="3659" y="22306"/>
                    <a:pt x="197" y="36220"/>
                    <a:pt x="197" y="37441"/>
                  </a:cubicBezTo>
                  <a:cubicBezTo>
                    <a:pt x="197" y="40614"/>
                    <a:pt x="3659" y="40614"/>
                    <a:pt x="4401" y="40614"/>
                  </a:cubicBezTo>
                  <a:cubicBezTo>
                    <a:pt x="7862" y="40614"/>
                    <a:pt x="8109" y="39882"/>
                    <a:pt x="9840" y="33291"/>
                  </a:cubicBezTo>
                  <a:cubicBezTo>
                    <a:pt x="13549" y="18888"/>
                    <a:pt x="18247" y="6926"/>
                    <a:pt x="27890" y="6926"/>
                  </a:cubicBezTo>
                  <a:cubicBezTo>
                    <a:pt x="34318" y="6926"/>
                    <a:pt x="36049" y="12297"/>
                    <a:pt x="36049" y="18888"/>
                  </a:cubicBezTo>
                  <a:cubicBezTo>
                    <a:pt x="36049" y="23526"/>
                    <a:pt x="33824" y="32559"/>
                    <a:pt x="32093" y="39150"/>
                  </a:cubicBezTo>
                  <a:cubicBezTo>
                    <a:pt x="30362" y="45741"/>
                    <a:pt x="27890" y="55749"/>
                    <a:pt x="26653" y="61120"/>
                  </a:cubicBezTo>
                  <a:lnTo>
                    <a:pt x="18741" y="92367"/>
                  </a:lnTo>
                  <a:cubicBezTo>
                    <a:pt x="17752" y="95540"/>
                    <a:pt x="16269" y="101643"/>
                    <a:pt x="16269" y="102375"/>
                  </a:cubicBezTo>
                  <a:cubicBezTo>
                    <a:pt x="16269" y="107746"/>
                    <a:pt x="20719" y="110187"/>
                    <a:pt x="24675" y="110187"/>
                  </a:cubicBezTo>
                  <a:cubicBezTo>
                    <a:pt x="29126" y="110187"/>
                    <a:pt x="33082" y="107014"/>
                    <a:pt x="34318" y="104817"/>
                  </a:cubicBezTo>
                  <a:cubicBezTo>
                    <a:pt x="35554" y="102620"/>
                    <a:pt x="37532" y="94808"/>
                    <a:pt x="38769" y="89681"/>
                  </a:cubicBezTo>
                  <a:cubicBezTo>
                    <a:pt x="40005" y="85043"/>
                    <a:pt x="42725" y="73814"/>
                    <a:pt x="44208" y="67711"/>
                  </a:cubicBezTo>
                  <a:cubicBezTo>
                    <a:pt x="45692" y="62341"/>
                    <a:pt x="47175" y="56970"/>
                    <a:pt x="48411" y="51355"/>
                  </a:cubicBezTo>
                  <a:cubicBezTo>
                    <a:pt x="51131" y="41347"/>
                    <a:pt x="51626" y="39394"/>
                    <a:pt x="58796" y="29385"/>
                  </a:cubicBezTo>
                  <a:cubicBezTo>
                    <a:pt x="65719" y="19620"/>
                    <a:pt x="77340" y="6926"/>
                    <a:pt x="95884" y="6926"/>
                  </a:cubicBezTo>
                  <a:cubicBezTo>
                    <a:pt x="110224" y="6926"/>
                    <a:pt x="110472" y="19376"/>
                    <a:pt x="110472" y="24014"/>
                  </a:cubicBezTo>
                  <a:cubicBezTo>
                    <a:pt x="110472" y="30117"/>
                    <a:pt x="109730" y="33291"/>
                    <a:pt x="106268" y="46961"/>
                  </a:cubicBezTo>
                  <a:lnTo>
                    <a:pt x="95884" y="87973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3054D31-4813-703C-CAB7-AB257C417B0E}"/>
                </a:ext>
              </a:extLst>
            </p:cNvPr>
            <p:cNvSpPr/>
            <p:nvPr/>
          </p:nvSpPr>
          <p:spPr>
            <a:xfrm>
              <a:off x="9078383" y="6338534"/>
              <a:ext cx="167142" cy="159407"/>
            </a:xfrm>
            <a:custGeom>
              <a:avLst/>
              <a:gdLst>
                <a:gd name="connsiteX0" fmla="*/ 161907 w 167142"/>
                <a:gd name="connsiteY0" fmla="*/ 12541 h 159407"/>
                <a:gd name="connsiteX1" fmla="*/ 167347 w 167142"/>
                <a:gd name="connsiteY1" fmla="*/ 6194 h 159407"/>
                <a:gd name="connsiteX2" fmla="*/ 161165 w 167142"/>
                <a:gd name="connsiteY2" fmla="*/ 91 h 159407"/>
                <a:gd name="connsiteX3" fmla="*/ 156715 w 167142"/>
                <a:gd name="connsiteY3" fmla="*/ 1556 h 159407"/>
                <a:gd name="connsiteX4" fmla="*/ 5644 w 167142"/>
                <a:gd name="connsiteY4" fmla="*/ 73326 h 159407"/>
                <a:gd name="connsiteX5" fmla="*/ 204 w 167142"/>
                <a:gd name="connsiteY5" fmla="*/ 79673 h 159407"/>
                <a:gd name="connsiteX6" fmla="*/ 5397 w 167142"/>
                <a:gd name="connsiteY6" fmla="*/ 86020 h 159407"/>
                <a:gd name="connsiteX7" fmla="*/ 156220 w 167142"/>
                <a:gd name="connsiteY7" fmla="*/ 157790 h 159407"/>
                <a:gd name="connsiteX8" fmla="*/ 161165 w 167142"/>
                <a:gd name="connsiteY8" fmla="*/ 159498 h 159407"/>
                <a:gd name="connsiteX9" fmla="*/ 167347 w 167142"/>
                <a:gd name="connsiteY9" fmla="*/ 153396 h 159407"/>
                <a:gd name="connsiteX10" fmla="*/ 162154 w 167142"/>
                <a:gd name="connsiteY10" fmla="*/ 147293 h 159407"/>
                <a:gd name="connsiteX11" fmla="*/ 20232 w 167142"/>
                <a:gd name="connsiteY11" fmla="*/ 79917 h 159407"/>
                <a:gd name="connsiteX12" fmla="*/ 161907 w 167142"/>
                <a:gd name="connsiteY12" fmla="*/ 12541 h 15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7142" h="159407">
                  <a:moveTo>
                    <a:pt x="161907" y="12541"/>
                  </a:moveTo>
                  <a:cubicBezTo>
                    <a:pt x="164874" y="11076"/>
                    <a:pt x="167347" y="9368"/>
                    <a:pt x="167347" y="6194"/>
                  </a:cubicBezTo>
                  <a:cubicBezTo>
                    <a:pt x="167347" y="2776"/>
                    <a:pt x="164627" y="91"/>
                    <a:pt x="161165" y="91"/>
                  </a:cubicBezTo>
                  <a:cubicBezTo>
                    <a:pt x="160918" y="91"/>
                    <a:pt x="159682" y="91"/>
                    <a:pt x="156715" y="1556"/>
                  </a:cubicBezTo>
                  <a:lnTo>
                    <a:pt x="5644" y="73326"/>
                  </a:lnTo>
                  <a:cubicBezTo>
                    <a:pt x="2677" y="74790"/>
                    <a:pt x="204" y="76499"/>
                    <a:pt x="204" y="79673"/>
                  </a:cubicBezTo>
                  <a:cubicBezTo>
                    <a:pt x="204" y="83579"/>
                    <a:pt x="2924" y="84799"/>
                    <a:pt x="5397" y="86020"/>
                  </a:cubicBezTo>
                  <a:lnTo>
                    <a:pt x="156220" y="157790"/>
                  </a:lnTo>
                  <a:cubicBezTo>
                    <a:pt x="159682" y="159498"/>
                    <a:pt x="160671" y="159498"/>
                    <a:pt x="161165" y="159498"/>
                  </a:cubicBezTo>
                  <a:cubicBezTo>
                    <a:pt x="164627" y="159498"/>
                    <a:pt x="167347" y="156813"/>
                    <a:pt x="167347" y="153396"/>
                  </a:cubicBezTo>
                  <a:cubicBezTo>
                    <a:pt x="167347" y="149734"/>
                    <a:pt x="164380" y="148269"/>
                    <a:pt x="162154" y="147293"/>
                  </a:cubicBezTo>
                  <a:lnTo>
                    <a:pt x="20232" y="79917"/>
                  </a:lnTo>
                  <a:lnTo>
                    <a:pt x="161907" y="12541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79A6299-7C82-491C-330A-CE84B919CC73}"/>
                </a:ext>
              </a:extLst>
            </p:cNvPr>
            <p:cNvSpPr/>
            <p:nvPr/>
          </p:nvSpPr>
          <p:spPr>
            <a:xfrm>
              <a:off x="9284062" y="6371734"/>
              <a:ext cx="114972" cy="110095"/>
            </a:xfrm>
            <a:custGeom>
              <a:avLst/>
              <a:gdLst>
                <a:gd name="connsiteX0" fmla="*/ 46694 w 114972"/>
                <a:gd name="connsiteY0" fmla="*/ 58435 h 110095"/>
                <a:gd name="connsiteX1" fmla="*/ 53122 w 114972"/>
                <a:gd name="connsiteY1" fmla="*/ 33779 h 110095"/>
                <a:gd name="connsiteX2" fmla="*/ 68699 w 114972"/>
                <a:gd name="connsiteY2" fmla="*/ 13762 h 110095"/>
                <a:gd name="connsiteX3" fmla="*/ 88727 w 114972"/>
                <a:gd name="connsiteY3" fmla="*/ 6926 h 110095"/>
                <a:gd name="connsiteX4" fmla="*/ 102326 w 114972"/>
                <a:gd name="connsiteY4" fmla="*/ 10344 h 110095"/>
                <a:gd name="connsiteX5" fmla="*/ 91447 w 114972"/>
                <a:gd name="connsiteY5" fmla="*/ 23770 h 110095"/>
                <a:gd name="connsiteX6" fmla="*/ 101337 w 114972"/>
                <a:gd name="connsiteY6" fmla="*/ 32803 h 110095"/>
                <a:gd name="connsiteX7" fmla="*/ 115183 w 114972"/>
                <a:gd name="connsiteY7" fmla="*/ 17912 h 110095"/>
                <a:gd name="connsiteX8" fmla="*/ 88974 w 114972"/>
                <a:gd name="connsiteY8" fmla="*/ 91 h 110095"/>
                <a:gd name="connsiteX9" fmla="*/ 54112 w 114972"/>
                <a:gd name="connsiteY9" fmla="*/ 17423 h 110095"/>
                <a:gd name="connsiteX10" fmla="*/ 28645 w 114972"/>
                <a:gd name="connsiteY10" fmla="*/ 91 h 110095"/>
                <a:gd name="connsiteX11" fmla="*/ 9359 w 114972"/>
                <a:gd name="connsiteY11" fmla="*/ 12541 h 110095"/>
                <a:gd name="connsiteX12" fmla="*/ 211 w 114972"/>
                <a:gd name="connsiteY12" fmla="*/ 37441 h 110095"/>
                <a:gd name="connsiteX13" fmla="*/ 4414 w 114972"/>
                <a:gd name="connsiteY13" fmla="*/ 40614 h 110095"/>
                <a:gd name="connsiteX14" fmla="*/ 9853 w 114972"/>
                <a:gd name="connsiteY14" fmla="*/ 33291 h 110095"/>
                <a:gd name="connsiteX15" fmla="*/ 27903 w 114972"/>
                <a:gd name="connsiteY15" fmla="*/ 6926 h 110095"/>
                <a:gd name="connsiteX16" fmla="*/ 36062 w 114972"/>
                <a:gd name="connsiteY16" fmla="*/ 18888 h 110095"/>
                <a:gd name="connsiteX17" fmla="*/ 32106 w 114972"/>
                <a:gd name="connsiteY17" fmla="*/ 39150 h 110095"/>
                <a:gd name="connsiteX18" fmla="*/ 26667 w 114972"/>
                <a:gd name="connsiteY18" fmla="*/ 61120 h 110095"/>
                <a:gd name="connsiteX19" fmla="*/ 18754 w 114972"/>
                <a:gd name="connsiteY19" fmla="*/ 92367 h 110095"/>
                <a:gd name="connsiteX20" fmla="*/ 16282 w 114972"/>
                <a:gd name="connsiteY20" fmla="*/ 102375 h 110095"/>
                <a:gd name="connsiteX21" fmla="*/ 24689 w 114972"/>
                <a:gd name="connsiteY21" fmla="*/ 110187 h 110095"/>
                <a:gd name="connsiteX22" fmla="*/ 35320 w 114972"/>
                <a:gd name="connsiteY22" fmla="*/ 103108 h 110095"/>
                <a:gd name="connsiteX23" fmla="*/ 40018 w 114972"/>
                <a:gd name="connsiteY23" fmla="*/ 84799 h 110095"/>
                <a:gd name="connsiteX24" fmla="*/ 46694 w 114972"/>
                <a:gd name="connsiteY24" fmla="*/ 58435 h 11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4972" h="110095">
                  <a:moveTo>
                    <a:pt x="46694" y="58435"/>
                  </a:moveTo>
                  <a:cubicBezTo>
                    <a:pt x="46941" y="56970"/>
                    <a:pt x="52628" y="35000"/>
                    <a:pt x="53122" y="33779"/>
                  </a:cubicBezTo>
                  <a:cubicBezTo>
                    <a:pt x="53617" y="31826"/>
                    <a:pt x="60787" y="19620"/>
                    <a:pt x="68699" y="13762"/>
                  </a:cubicBezTo>
                  <a:cubicBezTo>
                    <a:pt x="71419" y="11809"/>
                    <a:pt x="78095" y="6926"/>
                    <a:pt x="88727" y="6926"/>
                  </a:cubicBezTo>
                  <a:cubicBezTo>
                    <a:pt x="91199" y="6926"/>
                    <a:pt x="97381" y="7171"/>
                    <a:pt x="102326" y="10344"/>
                  </a:cubicBezTo>
                  <a:cubicBezTo>
                    <a:pt x="94414" y="12541"/>
                    <a:pt x="91447" y="19376"/>
                    <a:pt x="91447" y="23770"/>
                  </a:cubicBezTo>
                  <a:cubicBezTo>
                    <a:pt x="91447" y="29141"/>
                    <a:pt x="95650" y="32803"/>
                    <a:pt x="101337" y="32803"/>
                  </a:cubicBezTo>
                  <a:cubicBezTo>
                    <a:pt x="107023" y="32803"/>
                    <a:pt x="115183" y="28164"/>
                    <a:pt x="115183" y="17912"/>
                  </a:cubicBezTo>
                  <a:cubicBezTo>
                    <a:pt x="115183" y="5218"/>
                    <a:pt x="101584" y="91"/>
                    <a:pt x="88974" y="91"/>
                  </a:cubicBezTo>
                  <a:cubicBezTo>
                    <a:pt x="76117" y="91"/>
                    <a:pt x="64991" y="5218"/>
                    <a:pt x="54112" y="17423"/>
                  </a:cubicBezTo>
                  <a:cubicBezTo>
                    <a:pt x="49661" y="2532"/>
                    <a:pt x="34579" y="91"/>
                    <a:pt x="28645" y="91"/>
                  </a:cubicBezTo>
                  <a:cubicBezTo>
                    <a:pt x="19496" y="91"/>
                    <a:pt x="13315" y="5706"/>
                    <a:pt x="9359" y="12541"/>
                  </a:cubicBezTo>
                  <a:cubicBezTo>
                    <a:pt x="3672" y="22062"/>
                    <a:pt x="211" y="36220"/>
                    <a:pt x="211" y="37441"/>
                  </a:cubicBezTo>
                  <a:cubicBezTo>
                    <a:pt x="211" y="40614"/>
                    <a:pt x="3672" y="40614"/>
                    <a:pt x="4414" y="40614"/>
                  </a:cubicBezTo>
                  <a:cubicBezTo>
                    <a:pt x="7875" y="40614"/>
                    <a:pt x="8123" y="39882"/>
                    <a:pt x="9853" y="33291"/>
                  </a:cubicBezTo>
                  <a:cubicBezTo>
                    <a:pt x="13562" y="18400"/>
                    <a:pt x="18260" y="6926"/>
                    <a:pt x="27903" y="6926"/>
                  </a:cubicBezTo>
                  <a:cubicBezTo>
                    <a:pt x="34331" y="6926"/>
                    <a:pt x="36062" y="12297"/>
                    <a:pt x="36062" y="18888"/>
                  </a:cubicBezTo>
                  <a:cubicBezTo>
                    <a:pt x="36062" y="23526"/>
                    <a:pt x="33837" y="32559"/>
                    <a:pt x="32106" y="39150"/>
                  </a:cubicBezTo>
                  <a:cubicBezTo>
                    <a:pt x="30375" y="45741"/>
                    <a:pt x="27903" y="55749"/>
                    <a:pt x="26667" y="61120"/>
                  </a:cubicBezTo>
                  <a:lnTo>
                    <a:pt x="18754" y="92367"/>
                  </a:lnTo>
                  <a:cubicBezTo>
                    <a:pt x="17765" y="95540"/>
                    <a:pt x="16282" y="101643"/>
                    <a:pt x="16282" y="102375"/>
                  </a:cubicBezTo>
                  <a:cubicBezTo>
                    <a:pt x="16282" y="107746"/>
                    <a:pt x="20732" y="110187"/>
                    <a:pt x="24689" y="110187"/>
                  </a:cubicBezTo>
                  <a:cubicBezTo>
                    <a:pt x="28397" y="110187"/>
                    <a:pt x="33342" y="107990"/>
                    <a:pt x="35320" y="103108"/>
                  </a:cubicBezTo>
                  <a:cubicBezTo>
                    <a:pt x="35815" y="101643"/>
                    <a:pt x="38535" y="90902"/>
                    <a:pt x="40018" y="84799"/>
                  </a:cubicBezTo>
                  <a:lnTo>
                    <a:pt x="46694" y="58435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9C4CE63-F43C-BB72-E61A-DDF374B90A3E}"/>
                </a:ext>
              </a:extLst>
            </p:cNvPr>
            <p:cNvSpPr/>
            <p:nvPr/>
          </p:nvSpPr>
          <p:spPr>
            <a:xfrm>
              <a:off x="9481717" y="6009720"/>
              <a:ext cx="78414" cy="242022"/>
            </a:xfrm>
            <a:custGeom>
              <a:avLst/>
              <a:gdLst>
                <a:gd name="connsiteX0" fmla="*/ 51079 w 78414"/>
                <a:gd name="connsiteY0" fmla="*/ 85 h 242022"/>
                <a:gd name="connsiteX1" fmla="*/ 216 w 78414"/>
                <a:gd name="connsiteY1" fmla="*/ 3921 h 242022"/>
                <a:gd name="connsiteX2" fmla="*/ 216 w 78414"/>
                <a:gd name="connsiteY2" fmla="*/ 14732 h 242022"/>
                <a:gd name="connsiteX3" fmla="*/ 27767 w 78414"/>
                <a:gd name="connsiteY3" fmla="*/ 34261 h 242022"/>
                <a:gd name="connsiteX4" fmla="*/ 27767 w 78414"/>
                <a:gd name="connsiteY4" fmla="*/ 215604 h 242022"/>
                <a:gd name="connsiteX5" fmla="*/ 216 w 78414"/>
                <a:gd name="connsiteY5" fmla="*/ 231297 h 242022"/>
                <a:gd name="connsiteX6" fmla="*/ 216 w 78414"/>
                <a:gd name="connsiteY6" fmla="*/ 242107 h 242022"/>
                <a:gd name="connsiteX7" fmla="*/ 39423 w 78414"/>
                <a:gd name="connsiteY7" fmla="*/ 241061 h 242022"/>
                <a:gd name="connsiteX8" fmla="*/ 78630 w 78414"/>
                <a:gd name="connsiteY8" fmla="*/ 242107 h 242022"/>
                <a:gd name="connsiteX9" fmla="*/ 78630 w 78414"/>
                <a:gd name="connsiteY9" fmla="*/ 231297 h 242022"/>
                <a:gd name="connsiteX10" fmla="*/ 51079 w 78414"/>
                <a:gd name="connsiteY10" fmla="*/ 215604 h 242022"/>
                <a:gd name="connsiteX11" fmla="*/ 51079 w 78414"/>
                <a:gd name="connsiteY11" fmla="*/ 85 h 242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414" h="242022">
                  <a:moveTo>
                    <a:pt x="51079" y="85"/>
                  </a:moveTo>
                  <a:lnTo>
                    <a:pt x="216" y="3921"/>
                  </a:lnTo>
                  <a:lnTo>
                    <a:pt x="216" y="14732"/>
                  </a:lnTo>
                  <a:cubicBezTo>
                    <a:pt x="24941" y="14732"/>
                    <a:pt x="27767" y="17173"/>
                    <a:pt x="27767" y="34261"/>
                  </a:cubicBezTo>
                  <a:lnTo>
                    <a:pt x="27767" y="215604"/>
                  </a:lnTo>
                  <a:cubicBezTo>
                    <a:pt x="27767" y="231297"/>
                    <a:pt x="23882" y="231297"/>
                    <a:pt x="216" y="231297"/>
                  </a:cubicBezTo>
                  <a:lnTo>
                    <a:pt x="216" y="242107"/>
                  </a:lnTo>
                  <a:cubicBezTo>
                    <a:pt x="11872" y="241759"/>
                    <a:pt x="30593" y="241061"/>
                    <a:pt x="39423" y="241061"/>
                  </a:cubicBezTo>
                  <a:cubicBezTo>
                    <a:pt x="48254" y="241061"/>
                    <a:pt x="65561" y="241759"/>
                    <a:pt x="78630" y="242107"/>
                  </a:cubicBezTo>
                  <a:lnTo>
                    <a:pt x="78630" y="231297"/>
                  </a:lnTo>
                  <a:cubicBezTo>
                    <a:pt x="54965" y="231297"/>
                    <a:pt x="51079" y="231297"/>
                    <a:pt x="51079" y="215604"/>
                  </a:cubicBezTo>
                  <a:lnTo>
                    <a:pt x="51079" y="85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E73768A-2F18-6FA8-00B9-56BF9D4CE3CF}"/>
                </a:ext>
              </a:extLst>
            </p:cNvPr>
            <p:cNvSpPr/>
            <p:nvPr/>
          </p:nvSpPr>
          <p:spPr>
            <a:xfrm>
              <a:off x="9578067" y="6095509"/>
              <a:ext cx="156475" cy="160069"/>
            </a:xfrm>
            <a:custGeom>
              <a:avLst/>
              <a:gdLst>
                <a:gd name="connsiteX0" fmla="*/ 156694 w 156475"/>
                <a:gd name="connsiteY0" fmla="*/ 81689 h 160069"/>
                <a:gd name="connsiteX1" fmla="*/ 78633 w 156475"/>
                <a:gd name="connsiteY1" fmla="*/ 85 h 160069"/>
                <a:gd name="connsiteX2" fmla="*/ 219 w 156475"/>
                <a:gd name="connsiteY2" fmla="*/ 81689 h 160069"/>
                <a:gd name="connsiteX3" fmla="*/ 78280 w 156475"/>
                <a:gd name="connsiteY3" fmla="*/ 160155 h 160069"/>
                <a:gd name="connsiteX4" fmla="*/ 156694 w 156475"/>
                <a:gd name="connsiteY4" fmla="*/ 81689 h 160069"/>
                <a:gd name="connsiteX5" fmla="*/ 78633 w 156475"/>
                <a:gd name="connsiteY5" fmla="*/ 151436 h 160069"/>
                <a:gd name="connsiteX6" fmla="*/ 38366 w 156475"/>
                <a:gd name="connsiteY6" fmla="*/ 128071 h 160069"/>
                <a:gd name="connsiteX7" fmla="*/ 29536 w 156475"/>
                <a:gd name="connsiteY7" fmla="*/ 78899 h 160069"/>
                <a:gd name="connsiteX8" fmla="*/ 38013 w 156475"/>
                <a:gd name="connsiteY8" fmla="*/ 31122 h 160069"/>
                <a:gd name="connsiteX9" fmla="*/ 78280 w 156475"/>
                <a:gd name="connsiteY9" fmla="*/ 7757 h 160069"/>
                <a:gd name="connsiteX10" fmla="*/ 118193 w 156475"/>
                <a:gd name="connsiteY10" fmla="*/ 30425 h 160069"/>
                <a:gd name="connsiteX11" fmla="*/ 127377 w 156475"/>
                <a:gd name="connsiteY11" fmla="*/ 78899 h 160069"/>
                <a:gd name="connsiteX12" fmla="*/ 119606 w 156475"/>
                <a:gd name="connsiteY12" fmla="*/ 125630 h 160069"/>
                <a:gd name="connsiteX13" fmla="*/ 78633 w 156475"/>
                <a:gd name="connsiteY13" fmla="*/ 151436 h 160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6475" h="160069">
                  <a:moveTo>
                    <a:pt x="156694" y="81689"/>
                  </a:moveTo>
                  <a:cubicBezTo>
                    <a:pt x="156694" y="37051"/>
                    <a:pt x="121372" y="85"/>
                    <a:pt x="78633" y="85"/>
                  </a:cubicBezTo>
                  <a:cubicBezTo>
                    <a:pt x="34481" y="85"/>
                    <a:pt x="219" y="38097"/>
                    <a:pt x="219" y="81689"/>
                  </a:cubicBezTo>
                  <a:cubicBezTo>
                    <a:pt x="219" y="126676"/>
                    <a:pt x="36953" y="160155"/>
                    <a:pt x="78280" y="160155"/>
                  </a:cubicBezTo>
                  <a:cubicBezTo>
                    <a:pt x="121019" y="160155"/>
                    <a:pt x="156694" y="125978"/>
                    <a:pt x="156694" y="81689"/>
                  </a:cubicBezTo>
                  <a:close/>
                  <a:moveTo>
                    <a:pt x="78633" y="151436"/>
                  </a:moveTo>
                  <a:cubicBezTo>
                    <a:pt x="63445" y="151436"/>
                    <a:pt x="47903" y="144113"/>
                    <a:pt x="38366" y="128071"/>
                  </a:cubicBezTo>
                  <a:cubicBezTo>
                    <a:pt x="29536" y="112726"/>
                    <a:pt x="29536" y="91454"/>
                    <a:pt x="29536" y="78899"/>
                  </a:cubicBezTo>
                  <a:cubicBezTo>
                    <a:pt x="29536" y="65298"/>
                    <a:pt x="29536" y="46467"/>
                    <a:pt x="38013" y="31122"/>
                  </a:cubicBezTo>
                  <a:cubicBezTo>
                    <a:pt x="47550" y="15080"/>
                    <a:pt x="64151" y="7757"/>
                    <a:pt x="78280" y="7757"/>
                  </a:cubicBezTo>
                  <a:cubicBezTo>
                    <a:pt x="93821" y="7757"/>
                    <a:pt x="109010" y="15429"/>
                    <a:pt x="118193" y="30425"/>
                  </a:cubicBezTo>
                  <a:cubicBezTo>
                    <a:pt x="127377" y="45420"/>
                    <a:pt x="127377" y="65647"/>
                    <a:pt x="127377" y="78899"/>
                  </a:cubicBezTo>
                  <a:cubicBezTo>
                    <a:pt x="127377" y="91454"/>
                    <a:pt x="127377" y="110285"/>
                    <a:pt x="119606" y="125630"/>
                  </a:cubicBezTo>
                  <a:cubicBezTo>
                    <a:pt x="111835" y="141323"/>
                    <a:pt x="96294" y="151436"/>
                    <a:pt x="78633" y="151436"/>
                  </a:cubicBez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F74AC74-2315-AC57-2C01-65BD24816866}"/>
                </a:ext>
              </a:extLst>
            </p:cNvPr>
            <p:cNvSpPr/>
            <p:nvPr/>
          </p:nvSpPr>
          <p:spPr>
            <a:xfrm>
              <a:off x="9754676" y="6093765"/>
              <a:ext cx="161420" cy="229817"/>
            </a:xfrm>
            <a:custGeom>
              <a:avLst/>
              <a:gdLst>
                <a:gd name="connsiteX0" fmla="*/ 68748 w 161420"/>
                <a:gd name="connsiteY0" fmla="*/ 98079 h 229817"/>
                <a:gd name="connsiteX1" fmla="*/ 38018 w 161420"/>
                <a:gd name="connsiteY1" fmla="*/ 55185 h 229817"/>
                <a:gd name="connsiteX2" fmla="*/ 43670 w 161420"/>
                <a:gd name="connsiteY2" fmla="*/ 25891 h 229817"/>
                <a:gd name="connsiteX3" fmla="*/ 68748 w 161420"/>
                <a:gd name="connsiteY3" fmla="*/ 11942 h 229817"/>
                <a:gd name="connsiteX4" fmla="*/ 99478 w 161420"/>
                <a:gd name="connsiteY4" fmla="*/ 54836 h 229817"/>
                <a:gd name="connsiteX5" fmla="*/ 93826 w 161420"/>
                <a:gd name="connsiteY5" fmla="*/ 84130 h 229817"/>
                <a:gd name="connsiteX6" fmla="*/ 68748 w 161420"/>
                <a:gd name="connsiteY6" fmla="*/ 98079 h 229817"/>
                <a:gd name="connsiteX7" fmla="*/ 27775 w 161420"/>
                <a:gd name="connsiteY7" fmla="*/ 111680 h 229817"/>
                <a:gd name="connsiteX8" fmla="*/ 33780 w 161420"/>
                <a:gd name="connsiteY8" fmla="*/ 95290 h 229817"/>
                <a:gd name="connsiteX9" fmla="*/ 68748 w 161420"/>
                <a:gd name="connsiteY9" fmla="*/ 106100 h 229817"/>
                <a:gd name="connsiteX10" fmla="*/ 125969 w 161420"/>
                <a:gd name="connsiteY10" fmla="*/ 55185 h 229817"/>
                <a:gd name="connsiteX11" fmla="*/ 111487 w 161420"/>
                <a:gd name="connsiteY11" fmla="*/ 21358 h 229817"/>
                <a:gd name="connsiteX12" fmla="*/ 143277 w 161420"/>
                <a:gd name="connsiteY12" fmla="*/ 7757 h 229817"/>
                <a:gd name="connsiteX13" fmla="*/ 146809 w 161420"/>
                <a:gd name="connsiteY13" fmla="*/ 8106 h 229817"/>
                <a:gd name="connsiteX14" fmla="*/ 141157 w 161420"/>
                <a:gd name="connsiteY14" fmla="*/ 17521 h 229817"/>
                <a:gd name="connsiteX15" fmla="*/ 151401 w 161420"/>
                <a:gd name="connsiteY15" fmla="*/ 27635 h 229817"/>
                <a:gd name="connsiteX16" fmla="*/ 161644 w 161420"/>
                <a:gd name="connsiteY16" fmla="*/ 17173 h 229817"/>
                <a:gd name="connsiteX17" fmla="*/ 143630 w 161420"/>
                <a:gd name="connsiteY17" fmla="*/ 85 h 229817"/>
                <a:gd name="connsiteX18" fmla="*/ 106189 w 161420"/>
                <a:gd name="connsiteY18" fmla="*/ 16475 h 229817"/>
                <a:gd name="connsiteX19" fmla="*/ 68748 w 161420"/>
                <a:gd name="connsiteY19" fmla="*/ 3921 h 229817"/>
                <a:gd name="connsiteX20" fmla="*/ 11527 w 161420"/>
                <a:gd name="connsiteY20" fmla="*/ 54836 h 229817"/>
                <a:gd name="connsiteX21" fmla="*/ 28128 w 161420"/>
                <a:gd name="connsiteY21" fmla="*/ 90756 h 229817"/>
                <a:gd name="connsiteX22" fmla="*/ 17178 w 161420"/>
                <a:gd name="connsiteY22" fmla="*/ 119701 h 229817"/>
                <a:gd name="connsiteX23" fmla="*/ 32720 w 161420"/>
                <a:gd name="connsiteY23" fmla="*/ 150739 h 229817"/>
                <a:gd name="connsiteX24" fmla="*/ 224 w 161420"/>
                <a:gd name="connsiteY24" fmla="*/ 185612 h 229817"/>
                <a:gd name="connsiteX25" fmla="*/ 78285 w 161420"/>
                <a:gd name="connsiteY25" fmla="*/ 229902 h 229817"/>
                <a:gd name="connsiteX26" fmla="*/ 156699 w 161420"/>
                <a:gd name="connsiteY26" fmla="*/ 184915 h 229817"/>
                <a:gd name="connsiteX27" fmla="*/ 133740 w 161420"/>
                <a:gd name="connsiteY27" fmla="*/ 145159 h 229817"/>
                <a:gd name="connsiteX28" fmla="*/ 72987 w 161420"/>
                <a:gd name="connsiteY28" fmla="*/ 135394 h 229817"/>
                <a:gd name="connsiteX29" fmla="*/ 46495 w 161420"/>
                <a:gd name="connsiteY29" fmla="*/ 135046 h 229817"/>
                <a:gd name="connsiteX30" fmla="*/ 27775 w 161420"/>
                <a:gd name="connsiteY30" fmla="*/ 111680 h 229817"/>
                <a:gd name="connsiteX31" fmla="*/ 78638 w 161420"/>
                <a:gd name="connsiteY31" fmla="*/ 221881 h 229817"/>
                <a:gd name="connsiteX32" fmla="*/ 18591 w 161420"/>
                <a:gd name="connsiteY32" fmla="*/ 185612 h 229817"/>
                <a:gd name="connsiteX33" fmla="*/ 47555 w 161420"/>
                <a:gd name="connsiteY33" fmla="*/ 155621 h 229817"/>
                <a:gd name="connsiteX34" fmla="*/ 68395 w 161420"/>
                <a:gd name="connsiteY34" fmla="*/ 155621 h 229817"/>
                <a:gd name="connsiteX35" fmla="*/ 138332 w 161420"/>
                <a:gd name="connsiteY35" fmla="*/ 185612 h 229817"/>
                <a:gd name="connsiteX36" fmla="*/ 78638 w 161420"/>
                <a:gd name="connsiteY36" fmla="*/ 221881 h 22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61420" h="229817">
                  <a:moveTo>
                    <a:pt x="68748" y="98079"/>
                  </a:moveTo>
                  <a:cubicBezTo>
                    <a:pt x="38018" y="98079"/>
                    <a:pt x="38018" y="63206"/>
                    <a:pt x="38018" y="55185"/>
                  </a:cubicBezTo>
                  <a:cubicBezTo>
                    <a:pt x="38018" y="45769"/>
                    <a:pt x="38371" y="34610"/>
                    <a:pt x="43670" y="25891"/>
                  </a:cubicBezTo>
                  <a:cubicBezTo>
                    <a:pt x="46495" y="21706"/>
                    <a:pt x="54619" y="11942"/>
                    <a:pt x="68748" y="11942"/>
                  </a:cubicBezTo>
                  <a:cubicBezTo>
                    <a:pt x="99478" y="11942"/>
                    <a:pt x="99478" y="46815"/>
                    <a:pt x="99478" y="54836"/>
                  </a:cubicBezTo>
                  <a:cubicBezTo>
                    <a:pt x="99478" y="64252"/>
                    <a:pt x="99125" y="75412"/>
                    <a:pt x="93826" y="84130"/>
                  </a:cubicBezTo>
                  <a:cubicBezTo>
                    <a:pt x="91001" y="88315"/>
                    <a:pt x="82877" y="98079"/>
                    <a:pt x="68748" y="98079"/>
                  </a:cubicBezTo>
                  <a:close/>
                  <a:moveTo>
                    <a:pt x="27775" y="111680"/>
                  </a:moveTo>
                  <a:cubicBezTo>
                    <a:pt x="27775" y="110285"/>
                    <a:pt x="27775" y="102264"/>
                    <a:pt x="33780" y="95290"/>
                  </a:cubicBezTo>
                  <a:cubicBezTo>
                    <a:pt x="47555" y="105054"/>
                    <a:pt x="62037" y="106100"/>
                    <a:pt x="68748" y="106100"/>
                  </a:cubicBezTo>
                  <a:cubicBezTo>
                    <a:pt x="101597" y="106100"/>
                    <a:pt x="125969" y="82038"/>
                    <a:pt x="125969" y="55185"/>
                  </a:cubicBezTo>
                  <a:cubicBezTo>
                    <a:pt x="125969" y="42282"/>
                    <a:pt x="120318" y="29379"/>
                    <a:pt x="111487" y="21358"/>
                  </a:cubicBezTo>
                  <a:cubicBezTo>
                    <a:pt x="124203" y="9501"/>
                    <a:pt x="136919" y="7757"/>
                    <a:pt x="143277" y="7757"/>
                  </a:cubicBezTo>
                  <a:cubicBezTo>
                    <a:pt x="143983" y="7757"/>
                    <a:pt x="145749" y="7757"/>
                    <a:pt x="146809" y="8106"/>
                  </a:cubicBezTo>
                  <a:cubicBezTo>
                    <a:pt x="142924" y="9501"/>
                    <a:pt x="141157" y="13337"/>
                    <a:pt x="141157" y="17521"/>
                  </a:cubicBezTo>
                  <a:cubicBezTo>
                    <a:pt x="141157" y="23450"/>
                    <a:pt x="145749" y="27635"/>
                    <a:pt x="151401" y="27635"/>
                  </a:cubicBezTo>
                  <a:cubicBezTo>
                    <a:pt x="154933" y="27635"/>
                    <a:pt x="161644" y="25194"/>
                    <a:pt x="161644" y="17173"/>
                  </a:cubicBezTo>
                  <a:cubicBezTo>
                    <a:pt x="161644" y="11244"/>
                    <a:pt x="157405" y="85"/>
                    <a:pt x="143630" y="85"/>
                  </a:cubicBezTo>
                  <a:cubicBezTo>
                    <a:pt x="136566" y="85"/>
                    <a:pt x="121024" y="2177"/>
                    <a:pt x="106189" y="16475"/>
                  </a:cubicBezTo>
                  <a:cubicBezTo>
                    <a:pt x="91354" y="4967"/>
                    <a:pt x="76519" y="3921"/>
                    <a:pt x="68748" y="3921"/>
                  </a:cubicBezTo>
                  <a:cubicBezTo>
                    <a:pt x="35899" y="3921"/>
                    <a:pt x="11527" y="27984"/>
                    <a:pt x="11527" y="54836"/>
                  </a:cubicBezTo>
                  <a:cubicBezTo>
                    <a:pt x="11527" y="70181"/>
                    <a:pt x="19298" y="83433"/>
                    <a:pt x="28128" y="90756"/>
                  </a:cubicBezTo>
                  <a:cubicBezTo>
                    <a:pt x="23536" y="95987"/>
                    <a:pt x="17178" y="107495"/>
                    <a:pt x="17178" y="119701"/>
                  </a:cubicBezTo>
                  <a:cubicBezTo>
                    <a:pt x="17178" y="130512"/>
                    <a:pt x="21770" y="143764"/>
                    <a:pt x="32720" y="150739"/>
                  </a:cubicBezTo>
                  <a:cubicBezTo>
                    <a:pt x="11527" y="156667"/>
                    <a:pt x="224" y="171663"/>
                    <a:pt x="224" y="185612"/>
                  </a:cubicBezTo>
                  <a:cubicBezTo>
                    <a:pt x="224" y="210721"/>
                    <a:pt x="35192" y="229902"/>
                    <a:pt x="78285" y="229902"/>
                  </a:cubicBezTo>
                  <a:cubicBezTo>
                    <a:pt x="119964" y="229902"/>
                    <a:pt x="156699" y="212116"/>
                    <a:pt x="156699" y="184915"/>
                  </a:cubicBezTo>
                  <a:cubicBezTo>
                    <a:pt x="156699" y="172709"/>
                    <a:pt x="151754" y="154923"/>
                    <a:pt x="133740" y="145159"/>
                  </a:cubicBezTo>
                  <a:cubicBezTo>
                    <a:pt x="115019" y="135394"/>
                    <a:pt x="94533" y="135394"/>
                    <a:pt x="72987" y="135394"/>
                  </a:cubicBezTo>
                  <a:cubicBezTo>
                    <a:pt x="64156" y="135394"/>
                    <a:pt x="48968" y="135394"/>
                    <a:pt x="46495" y="135046"/>
                  </a:cubicBezTo>
                  <a:cubicBezTo>
                    <a:pt x="35192" y="133651"/>
                    <a:pt x="27775" y="122840"/>
                    <a:pt x="27775" y="111680"/>
                  </a:cubicBezTo>
                  <a:close/>
                  <a:moveTo>
                    <a:pt x="78638" y="221881"/>
                  </a:moveTo>
                  <a:cubicBezTo>
                    <a:pt x="42963" y="221881"/>
                    <a:pt x="18591" y="204095"/>
                    <a:pt x="18591" y="185612"/>
                  </a:cubicBezTo>
                  <a:cubicBezTo>
                    <a:pt x="18591" y="169570"/>
                    <a:pt x="32013" y="156667"/>
                    <a:pt x="47555" y="155621"/>
                  </a:cubicBezTo>
                  <a:lnTo>
                    <a:pt x="68395" y="155621"/>
                  </a:lnTo>
                  <a:cubicBezTo>
                    <a:pt x="98771" y="155621"/>
                    <a:pt x="138332" y="155621"/>
                    <a:pt x="138332" y="185612"/>
                  </a:cubicBezTo>
                  <a:cubicBezTo>
                    <a:pt x="138332" y="204444"/>
                    <a:pt x="113253" y="221881"/>
                    <a:pt x="78638" y="221881"/>
                  </a:cubicBez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FD9CC8D-91E8-657B-5AE5-01B3844E919D}"/>
                </a:ext>
              </a:extLst>
            </p:cNvPr>
            <p:cNvSpPr/>
            <p:nvPr/>
          </p:nvSpPr>
          <p:spPr>
            <a:xfrm>
              <a:off x="9973865" y="6097601"/>
              <a:ext cx="184379" cy="221796"/>
            </a:xfrm>
            <a:custGeom>
              <a:avLst/>
              <a:gdLst>
                <a:gd name="connsiteX0" fmla="*/ 27428 w 184379"/>
                <a:gd name="connsiteY0" fmla="*/ 196772 h 221796"/>
                <a:gd name="connsiteX1" fmla="*/ 8355 w 184379"/>
                <a:gd name="connsiteY1" fmla="*/ 211070 h 221796"/>
                <a:gd name="connsiteX2" fmla="*/ 231 w 184379"/>
                <a:gd name="connsiteY2" fmla="*/ 217696 h 221796"/>
                <a:gd name="connsiteX3" fmla="*/ 4823 w 184379"/>
                <a:gd name="connsiteY3" fmla="*/ 221881 h 221796"/>
                <a:gd name="connsiteX4" fmla="*/ 34493 w 184379"/>
                <a:gd name="connsiteY4" fmla="*/ 220835 h 221796"/>
                <a:gd name="connsiteX5" fmla="*/ 69461 w 184379"/>
                <a:gd name="connsiteY5" fmla="*/ 221881 h 221796"/>
                <a:gd name="connsiteX6" fmla="*/ 75819 w 184379"/>
                <a:gd name="connsiteY6" fmla="*/ 214906 h 221796"/>
                <a:gd name="connsiteX7" fmla="*/ 67342 w 184379"/>
                <a:gd name="connsiteY7" fmla="*/ 211070 h 221796"/>
                <a:gd name="connsiteX8" fmla="*/ 49681 w 184379"/>
                <a:gd name="connsiteY8" fmla="*/ 205490 h 221796"/>
                <a:gd name="connsiteX9" fmla="*/ 66989 w 184379"/>
                <a:gd name="connsiteY9" fmla="*/ 135743 h 221796"/>
                <a:gd name="connsiteX10" fmla="*/ 99485 w 184379"/>
                <a:gd name="connsiteY10" fmla="*/ 158062 h 221796"/>
                <a:gd name="connsiteX11" fmla="*/ 184610 w 184379"/>
                <a:gd name="connsiteY11" fmla="*/ 55882 h 221796"/>
                <a:gd name="connsiteX12" fmla="*/ 137632 w 184379"/>
                <a:gd name="connsiteY12" fmla="*/ 85 h 221796"/>
                <a:gd name="connsiteX13" fmla="*/ 91361 w 184379"/>
                <a:gd name="connsiteY13" fmla="*/ 26240 h 221796"/>
                <a:gd name="connsiteX14" fmla="*/ 59571 w 184379"/>
                <a:gd name="connsiteY14" fmla="*/ 85 h 221796"/>
                <a:gd name="connsiteX15" fmla="*/ 33433 w 184379"/>
                <a:gd name="connsiteY15" fmla="*/ 19963 h 221796"/>
                <a:gd name="connsiteX16" fmla="*/ 22483 w 184379"/>
                <a:gd name="connsiteY16" fmla="*/ 53790 h 221796"/>
                <a:gd name="connsiteX17" fmla="*/ 26722 w 184379"/>
                <a:gd name="connsiteY17" fmla="*/ 57277 h 221796"/>
                <a:gd name="connsiteX18" fmla="*/ 32727 w 184379"/>
                <a:gd name="connsiteY18" fmla="*/ 49256 h 221796"/>
                <a:gd name="connsiteX19" fmla="*/ 58511 w 184379"/>
                <a:gd name="connsiteY19" fmla="*/ 7757 h 221796"/>
                <a:gd name="connsiteX20" fmla="*/ 69461 w 184379"/>
                <a:gd name="connsiteY20" fmla="*/ 23799 h 221796"/>
                <a:gd name="connsiteX21" fmla="*/ 66989 w 184379"/>
                <a:gd name="connsiteY21" fmla="*/ 41584 h 221796"/>
                <a:gd name="connsiteX22" fmla="*/ 27428 w 184379"/>
                <a:gd name="connsiteY22" fmla="*/ 196772 h 221796"/>
                <a:gd name="connsiteX23" fmla="*/ 89595 w 184379"/>
                <a:gd name="connsiteY23" fmla="*/ 45420 h 221796"/>
                <a:gd name="connsiteX24" fmla="*/ 107962 w 184379"/>
                <a:gd name="connsiteY24" fmla="*/ 21009 h 221796"/>
                <a:gd name="connsiteX25" fmla="*/ 136572 w 184379"/>
                <a:gd name="connsiteY25" fmla="*/ 7757 h 221796"/>
                <a:gd name="connsiteX26" fmla="*/ 159178 w 184379"/>
                <a:gd name="connsiteY26" fmla="*/ 40538 h 221796"/>
                <a:gd name="connsiteX27" fmla="*/ 141164 w 184379"/>
                <a:gd name="connsiteY27" fmla="*/ 114470 h 221796"/>
                <a:gd name="connsiteX28" fmla="*/ 99131 w 184379"/>
                <a:gd name="connsiteY28" fmla="*/ 150390 h 221796"/>
                <a:gd name="connsiteX29" fmla="*/ 71227 w 184379"/>
                <a:gd name="connsiteY29" fmla="*/ 119352 h 221796"/>
                <a:gd name="connsiteX30" fmla="*/ 72287 w 184379"/>
                <a:gd name="connsiteY30" fmla="*/ 113773 h 221796"/>
                <a:gd name="connsiteX31" fmla="*/ 89595 w 184379"/>
                <a:gd name="connsiteY31" fmla="*/ 45420 h 221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4379" h="221796">
                  <a:moveTo>
                    <a:pt x="27428" y="196772"/>
                  </a:moveTo>
                  <a:cubicBezTo>
                    <a:pt x="24603" y="208629"/>
                    <a:pt x="23896" y="211070"/>
                    <a:pt x="8355" y="211070"/>
                  </a:cubicBezTo>
                  <a:cubicBezTo>
                    <a:pt x="4116" y="211070"/>
                    <a:pt x="231" y="211070"/>
                    <a:pt x="231" y="217696"/>
                  </a:cubicBezTo>
                  <a:cubicBezTo>
                    <a:pt x="231" y="220486"/>
                    <a:pt x="1997" y="221881"/>
                    <a:pt x="4823" y="221881"/>
                  </a:cubicBezTo>
                  <a:cubicBezTo>
                    <a:pt x="14359" y="221881"/>
                    <a:pt x="24603" y="220835"/>
                    <a:pt x="34493" y="220835"/>
                  </a:cubicBezTo>
                  <a:cubicBezTo>
                    <a:pt x="46149" y="220835"/>
                    <a:pt x="58158" y="221881"/>
                    <a:pt x="69461" y="221881"/>
                  </a:cubicBezTo>
                  <a:cubicBezTo>
                    <a:pt x="71227" y="221881"/>
                    <a:pt x="75819" y="221881"/>
                    <a:pt x="75819" y="214906"/>
                  </a:cubicBezTo>
                  <a:cubicBezTo>
                    <a:pt x="75819" y="211070"/>
                    <a:pt x="72287" y="211070"/>
                    <a:pt x="67342" y="211070"/>
                  </a:cubicBezTo>
                  <a:cubicBezTo>
                    <a:pt x="49681" y="211070"/>
                    <a:pt x="49681" y="208629"/>
                    <a:pt x="49681" y="205490"/>
                  </a:cubicBezTo>
                  <a:cubicBezTo>
                    <a:pt x="49681" y="201305"/>
                    <a:pt x="64516" y="144461"/>
                    <a:pt x="66989" y="135743"/>
                  </a:cubicBezTo>
                  <a:cubicBezTo>
                    <a:pt x="71581" y="145856"/>
                    <a:pt x="81471" y="158062"/>
                    <a:pt x="99485" y="158062"/>
                  </a:cubicBezTo>
                  <a:cubicBezTo>
                    <a:pt x="140458" y="158062"/>
                    <a:pt x="184610" y="107147"/>
                    <a:pt x="184610" y="55882"/>
                  </a:cubicBezTo>
                  <a:cubicBezTo>
                    <a:pt x="184610" y="23101"/>
                    <a:pt x="164477" y="85"/>
                    <a:pt x="137632" y="85"/>
                  </a:cubicBezTo>
                  <a:cubicBezTo>
                    <a:pt x="119971" y="85"/>
                    <a:pt x="103017" y="12639"/>
                    <a:pt x="91361" y="26240"/>
                  </a:cubicBezTo>
                  <a:cubicBezTo>
                    <a:pt x="87828" y="7408"/>
                    <a:pt x="72640" y="85"/>
                    <a:pt x="59571" y="85"/>
                  </a:cubicBezTo>
                  <a:cubicBezTo>
                    <a:pt x="43323" y="85"/>
                    <a:pt x="36612" y="13685"/>
                    <a:pt x="33433" y="19963"/>
                  </a:cubicBezTo>
                  <a:cubicBezTo>
                    <a:pt x="27075" y="31820"/>
                    <a:pt x="22483" y="52744"/>
                    <a:pt x="22483" y="53790"/>
                  </a:cubicBezTo>
                  <a:cubicBezTo>
                    <a:pt x="22483" y="57277"/>
                    <a:pt x="26016" y="57277"/>
                    <a:pt x="26722" y="57277"/>
                  </a:cubicBezTo>
                  <a:cubicBezTo>
                    <a:pt x="30254" y="57277"/>
                    <a:pt x="30607" y="56929"/>
                    <a:pt x="32727" y="49256"/>
                  </a:cubicBezTo>
                  <a:cubicBezTo>
                    <a:pt x="38731" y="24496"/>
                    <a:pt x="45796" y="7757"/>
                    <a:pt x="58511" y="7757"/>
                  </a:cubicBezTo>
                  <a:cubicBezTo>
                    <a:pt x="64516" y="7757"/>
                    <a:pt x="69461" y="10547"/>
                    <a:pt x="69461" y="23799"/>
                  </a:cubicBezTo>
                  <a:cubicBezTo>
                    <a:pt x="69461" y="31820"/>
                    <a:pt x="68402" y="35656"/>
                    <a:pt x="66989" y="41584"/>
                  </a:cubicBezTo>
                  <a:lnTo>
                    <a:pt x="27428" y="196772"/>
                  </a:lnTo>
                  <a:close/>
                  <a:moveTo>
                    <a:pt x="89595" y="45420"/>
                  </a:moveTo>
                  <a:cubicBezTo>
                    <a:pt x="92067" y="36004"/>
                    <a:pt x="101604" y="26240"/>
                    <a:pt x="107962" y="21009"/>
                  </a:cubicBezTo>
                  <a:cubicBezTo>
                    <a:pt x="120324" y="10198"/>
                    <a:pt x="130568" y="7757"/>
                    <a:pt x="136572" y="7757"/>
                  </a:cubicBezTo>
                  <a:cubicBezTo>
                    <a:pt x="150701" y="7757"/>
                    <a:pt x="159178" y="19963"/>
                    <a:pt x="159178" y="40538"/>
                  </a:cubicBezTo>
                  <a:cubicBezTo>
                    <a:pt x="159178" y="61113"/>
                    <a:pt x="147522" y="101218"/>
                    <a:pt x="141164" y="114470"/>
                  </a:cubicBezTo>
                  <a:cubicBezTo>
                    <a:pt x="129155" y="138882"/>
                    <a:pt x="112200" y="150390"/>
                    <a:pt x="99131" y="150390"/>
                  </a:cubicBezTo>
                  <a:cubicBezTo>
                    <a:pt x="75819" y="150390"/>
                    <a:pt x="71227" y="121445"/>
                    <a:pt x="71227" y="119352"/>
                  </a:cubicBezTo>
                  <a:cubicBezTo>
                    <a:pt x="71227" y="118655"/>
                    <a:pt x="71227" y="117957"/>
                    <a:pt x="72287" y="113773"/>
                  </a:cubicBezTo>
                  <a:lnTo>
                    <a:pt x="89595" y="45420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2E19DBC-6E1B-AA0F-5CD1-304A485F4BA5}"/>
                </a:ext>
              </a:extLst>
            </p:cNvPr>
            <p:cNvSpPr/>
            <p:nvPr/>
          </p:nvSpPr>
          <p:spPr>
            <a:xfrm>
              <a:off x="10197849" y="5990190"/>
              <a:ext cx="81946" cy="348735"/>
            </a:xfrm>
            <a:custGeom>
              <a:avLst/>
              <a:gdLst>
                <a:gd name="connsiteX0" fmla="*/ 82182 w 81946"/>
                <a:gd name="connsiteY0" fmla="*/ 345333 h 348735"/>
                <a:gd name="connsiteX1" fmla="*/ 76177 w 81946"/>
                <a:gd name="connsiteY1" fmla="*/ 337661 h 348735"/>
                <a:gd name="connsiteX2" fmla="*/ 20722 w 81946"/>
                <a:gd name="connsiteY2" fmla="*/ 174453 h 348735"/>
                <a:gd name="connsiteX3" fmla="*/ 77590 w 81946"/>
                <a:gd name="connsiteY3" fmla="*/ 9501 h 348735"/>
                <a:gd name="connsiteX4" fmla="*/ 82182 w 81946"/>
                <a:gd name="connsiteY4" fmla="*/ 3572 h 348735"/>
                <a:gd name="connsiteX5" fmla="*/ 78650 w 81946"/>
                <a:gd name="connsiteY5" fmla="*/ 85 h 348735"/>
                <a:gd name="connsiteX6" fmla="*/ 22488 w 81946"/>
                <a:gd name="connsiteY6" fmla="*/ 68088 h 348735"/>
                <a:gd name="connsiteX7" fmla="*/ 236 w 81946"/>
                <a:gd name="connsiteY7" fmla="*/ 174453 h 348735"/>
                <a:gd name="connsiteX8" fmla="*/ 23548 w 81946"/>
                <a:gd name="connsiteY8" fmla="*/ 283258 h 348735"/>
                <a:gd name="connsiteX9" fmla="*/ 78650 w 81946"/>
                <a:gd name="connsiteY9" fmla="*/ 348821 h 348735"/>
                <a:gd name="connsiteX10" fmla="*/ 82182 w 81946"/>
                <a:gd name="connsiteY10" fmla="*/ 345333 h 348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946" h="348735">
                  <a:moveTo>
                    <a:pt x="82182" y="345333"/>
                  </a:moveTo>
                  <a:cubicBezTo>
                    <a:pt x="82182" y="344287"/>
                    <a:pt x="82182" y="343590"/>
                    <a:pt x="76177" y="337661"/>
                  </a:cubicBezTo>
                  <a:cubicBezTo>
                    <a:pt x="32025" y="293720"/>
                    <a:pt x="20722" y="227809"/>
                    <a:pt x="20722" y="174453"/>
                  </a:cubicBezTo>
                  <a:cubicBezTo>
                    <a:pt x="20722" y="113773"/>
                    <a:pt x="34145" y="53093"/>
                    <a:pt x="77590" y="9501"/>
                  </a:cubicBezTo>
                  <a:cubicBezTo>
                    <a:pt x="82182" y="5316"/>
                    <a:pt x="82182" y="4618"/>
                    <a:pt x="82182" y="3572"/>
                  </a:cubicBezTo>
                  <a:cubicBezTo>
                    <a:pt x="82182" y="1131"/>
                    <a:pt x="80769" y="85"/>
                    <a:pt x="78650" y="85"/>
                  </a:cubicBezTo>
                  <a:cubicBezTo>
                    <a:pt x="75118" y="85"/>
                    <a:pt x="43328" y="23799"/>
                    <a:pt x="22488" y="68088"/>
                  </a:cubicBezTo>
                  <a:cubicBezTo>
                    <a:pt x="4474" y="106449"/>
                    <a:pt x="236" y="145159"/>
                    <a:pt x="236" y="174453"/>
                  </a:cubicBezTo>
                  <a:cubicBezTo>
                    <a:pt x="236" y="201654"/>
                    <a:pt x="4121" y="243851"/>
                    <a:pt x="23548" y="283258"/>
                  </a:cubicBezTo>
                  <a:cubicBezTo>
                    <a:pt x="44741" y="326153"/>
                    <a:pt x="75118" y="348821"/>
                    <a:pt x="78650" y="348821"/>
                  </a:cubicBezTo>
                  <a:cubicBezTo>
                    <a:pt x="80769" y="348821"/>
                    <a:pt x="82182" y="347774"/>
                    <a:pt x="82182" y="345333"/>
                  </a:cubicBez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9417C99-F9E4-22BB-E66A-122699875254}"/>
                </a:ext>
              </a:extLst>
            </p:cNvPr>
            <p:cNvSpPr/>
            <p:nvPr/>
          </p:nvSpPr>
          <p:spPr>
            <a:xfrm>
              <a:off x="10316845" y="6009720"/>
              <a:ext cx="129983" cy="245858"/>
            </a:xfrm>
            <a:custGeom>
              <a:avLst/>
              <a:gdLst>
                <a:gd name="connsiteX0" fmla="*/ 68057 w 129983"/>
                <a:gd name="connsiteY0" fmla="*/ 3921 h 245858"/>
                <a:gd name="connsiteX1" fmla="*/ 63465 w 129983"/>
                <a:gd name="connsiteY1" fmla="*/ 85 h 245858"/>
                <a:gd name="connsiteX2" fmla="*/ 20373 w 129983"/>
                <a:gd name="connsiteY2" fmla="*/ 3572 h 245858"/>
                <a:gd name="connsiteX3" fmla="*/ 13662 w 129983"/>
                <a:gd name="connsiteY3" fmla="*/ 10547 h 245858"/>
                <a:gd name="connsiteX4" fmla="*/ 22139 w 129983"/>
                <a:gd name="connsiteY4" fmla="*/ 14732 h 245858"/>
                <a:gd name="connsiteX5" fmla="*/ 39800 w 129983"/>
                <a:gd name="connsiteY5" fmla="*/ 20660 h 245858"/>
                <a:gd name="connsiteX6" fmla="*/ 34855 w 129983"/>
                <a:gd name="connsiteY6" fmla="*/ 42282 h 245858"/>
                <a:gd name="connsiteX7" fmla="*/ 5891 w 129983"/>
                <a:gd name="connsiteY7" fmla="*/ 155970 h 245858"/>
                <a:gd name="connsiteX8" fmla="*/ 240 w 129983"/>
                <a:gd name="connsiteY8" fmla="*/ 191192 h 245858"/>
                <a:gd name="connsiteX9" fmla="*/ 45098 w 129983"/>
                <a:gd name="connsiteY9" fmla="*/ 245944 h 245858"/>
                <a:gd name="connsiteX10" fmla="*/ 130223 w 129983"/>
                <a:gd name="connsiteY10" fmla="*/ 143764 h 245858"/>
                <a:gd name="connsiteX11" fmla="*/ 83246 w 129983"/>
                <a:gd name="connsiteY11" fmla="*/ 87966 h 245858"/>
                <a:gd name="connsiteX12" fmla="*/ 41919 w 129983"/>
                <a:gd name="connsiteY12" fmla="*/ 108890 h 245858"/>
                <a:gd name="connsiteX13" fmla="*/ 68057 w 129983"/>
                <a:gd name="connsiteY13" fmla="*/ 3921 h 245858"/>
                <a:gd name="connsiteX14" fmla="*/ 34855 w 129983"/>
                <a:gd name="connsiteY14" fmla="*/ 135743 h 245858"/>
                <a:gd name="connsiteX15" fmla="*/ 40153 w 129983"/>
                <a:gd name="connsiteY15" fmla="*/ 123537 h 245858"/>
                <a:gd name="connsiteX16" fmla="*/ 82539 w 129983"/>
                <a:gd name="connsiteY16" fmla="*/ 95638 h 245858"/>
                <a:gd name="connsiteX17" fmla="*/ 104792 w 129983"/>
                <a:gd name="connsiteY17" fmla="*/ 128420 h 245858"/>
                <a:gd name="connsiteX18" fmla="*/ 86778 w 129983"/>
                <a:gd name="connsiteY18" fmla="*/ 202352 h 245858"/>
                <a:gd name="connsiteX19" fmla="*/ 45098 w 129983"/>
                <a:gd name="connsiteY19" fmla="*/ 238271 h 245858"/>
                <a:gd name="connsiteX20" fmla="*/ 21433 w 129983"/>
                <a:gd name="connsiteY20" fmla="*/ 203049 h 245858"/>
                <a:gd name="connsiteX21" fmla="*/ 27084 w 129983"/>
                <a:gd name="connsiteY21" fmla="*/ 167827 h 245858"/>
                <a:gd name="connsiteX22" fmla="*/ 34855 w 129983"/>
                <a:gd name="connsiteY22" fmla="*/ 135743 h 245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983" h="245858">
                  <a:moveTo>
                    <a:pt x="68057" y="3921"/>
                  </a:moveTo>
                  <a:cubicBezTo>
                    <a:pt x="68057" y="3572"/>
                    <a:pt x="68057" y="85"/>
                    <a:pt x="63465" y="85"/>
                  </a:cubicBezTo>
                  <a:cubicBezTo>
                    <a:pt x="55341" y="85"/>
                    <a:pt x="29557" y="2875"/>
                    <a:pt x="20373" y="3572"/>
                  </a:cubicBezTo>
                  <a:cubicBezTo>
                    <a:pt x="17547" y="3921"/>
                    <a:pt x="13662" y="4269"/>
                    <a:pt x="13662" y="10547"/>
                  </a:cubicBezTo>
                  <a:cubicBezTo>
                    <a:pt x="13662" y="14732"/>
                    <a:pt x="16841" y="14732"/>
                    <a:pt x="22139" y="14732"/>
                  </a:cubicBezTo>
                  <a:cubicBezTo>
                    <a:pt x="39093" y="14732"/>
                    <a:pt x="39800" y="17173"/>
                    <a:pt x="39800" y="20660"/>
                  </a:cubicBezTo>
                  <a:cubicBezTo>
                    <a:pt x="39800" y="23101"/>
                    <a:pt x="36621" y="34958"/>
                    <a:pt x="34855" y="42282"/>
                  </a:cubicBezTo>
                  <a:lnTo>
                    <a:pt x="5891" y="155970"/>
                  </a:lnTo>
                  <a:cubicBezTo>
                    <a:pt x="1652" y="173406"/>
                    <a:pt x="240" y="178986"/>
                    <a:pt x="240" y="191192"/>
                  </a:cubicBezTo>
                  <a:cubicBezTo>
                    <a:pt x="240" y="224322"/>
                    <a:pt x="18960" y="245944"/>
                    <a:pt x="45098" y="245944"/>
                  </a:cubicBezTo>
                  <a:cubicBezTo>
                    <a:pt x="86778" y="245944"/>
                    <a:pt x="130223" y="193982"/>
                    <a:pt x="130223" y="143764"/>
                  </a:cubicBezTo>
                  <a:cubicBezTo>
                    <a:pt x="130223" y="112029"/>
                    <a:pt x="111503" y="87966"/>
                    <a:pt x="83246" y="87966"/>
                  </a:cubicBezTo>
                  <a:cubicBezTo>
                    <a:pt x="66998" y="87966"/>
                    <a:pt x="52516" y="98080"/>
                    <a:pt x="41919" y="108890"/>
                  </a:cubicBezTo>
                  <a:lnTo>
                    <a:pt x="68057" y="3921"/>
                  </a:lnTo>
                  <a:close/>
                  <a:moveTo>
                    <a:pt x="34855" y="135743"/>
                  </a:moveTo>
                  <a:cubicBezTo>
                    <a:pt x="36974" y="128071"/>
                    <a:pt x="36974" y="127373"/>
                    <a:pt x="40153" y="123537"/>
                  </a:cubicBezTo>
                  <a:cubicBezTo>
                    <a:pt x="57461" y="100869"/>
                    <a:pt x="73356" y="95638"/>
                    <a:pt x="82539" y="95638"/>
                  </a:cubicBezTo>
                  <a:cubicBezTo>
                    <a:pt x="95255" y="95638"/>
                    <a:pt x="104792" y="106100"/>
                    <a:pt x="104792" y="128420"/>
                  </a:cubicBezTo>
                  <a:cubicBezTo>
                    <a:pt x="104792" y="148995"/>
                    <a:pt x="93136" y="189100"/>
                    <a:pt x="86778" y="202352"/>
                  </a:cubicBezTo>
                  <a:cubicBezTo>
                    <a:pt x="75122" y="225717"/>
                    <a:pt x="58874" y="238271"/>
                    <a:pt x="45098" y="238271"/>
                  </a:cubicBezTo>
                  <a:cubicBezTo>
                    <a:pt x="33089" y="238271"/>
                    <a:pt x="21433" y="228856"/>
                    <a:pt x="21433" y="203049"/>
                  </a:cubicBezTo>
                  <a:cubicBezTo>
                    <a:pt x="21433" y="196423"/>
                    <a:pt x="21433" y="189797"/>
                    <a:pt x="27084" y="167827"/>
                  </a:cubicBezTo>
                  <a:lnTo>
                    <a:pt x="34855" y="135743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ED93432-B457-B94B-0F3F-57EE082A259B}"/>
                </a:ext>
              </a:extLst>
            </p:cNvPr>
            <p:cNvSpPr/>
            <p:nvPr/>
          </p:nvSpPr>
          <p:spPr>
            <a:xfrm>
              <a:off x="10569373" y="6073538"/>
              <a:ext cx="313656" cy="182040"/>
            </a:xfrm>
            <a:custGeom>
              <a:avLst/>
              <a:gdLst>
                <a:gd name="connsiteX0" fmla="*/ 275403 w 313656"/>
                <a:gd name="connsiteY0" fmla="*/ 98080 h 182040"/>
                <a:gd name="connsiteX1" fmla="*/ 243613 w 313656"/>
                <a:gd name="connsiteY1" fmla="*/ 131558 h 182040"/>
                <a:gd name="connsiteX2" fmla="*/ 224893 w 313656"/>
                <a:gd name="connsiteY2" fmla="*/ 177940 h 182040"/>
                <a:gd name="connsiteX3" fmla="*/ 231957 w 313656"/>
                <a:gd name="connsiteY3" fmla="*/ 182125 h 182040"/>
                <a:gd name="connsiteX4" fmla="*/ 239728 w 313656"/>
                <a:gd name="connsiteY4" fmla="*/ 175150 h 182040"/>
                <a:gd name="connsiteX5" fmla="*/ 308605 w 313656"/>
                <a:gd name="connsiteY5" fmla="*/ 95638 h 182040"/>
                <a:gd name="connsiteX6" fmla="*/ 313903 w 313656"/>
                <a:gd name="connsiteY6" fmla="*/ 91105 h 182040"/>
                <a:gd name="connsiteX7" fmla="*/ 311078 w 313656"/>
                <a:gd name="connsiteY7" fmla="*/ 87269 h 182040"/>
                <a:gd name="connsiteX8" fmla="*/ 239375 w 313656"/>
                <a:gd name="connsiteY8" fmla="*/ 5316 h 182040"/>
                <a:gd name="connsiteX9" fmla="*/ 231957 w 313656"/>
                <a:gd name="connsiteY9" fmla="*/ 85 h 182040"/>
                <a:gd name="connsiteX10" fmla="*/ 224893 w 313656"/>
                <a:gd name="connsiteY10" fmla="*/ 4270 h 182040"/>
                <a:gd name="connsiteX11" fmla="*/ 242907 w 313656"/>
                <a:gd name="connsiteY11" fmla="*/ 50303 h 182040"/>
                <a:gd name="connsiteX12" fmla="*/ 275403 w 313656"/>
                <a:gd name="connsiteY12" fmla="*/ 84130 h 182040"/>
                <a:gd name="connsiteX13" fmla="*/ 12962 w 313656"/>
                <a:gd name="connsiteY13" fmla="*/ 84130 h 182040"/>
                <a:gd name="connsiteX14" fmla="*/ 247 w 313656"/>
                <a:gd name="connsiteY14" fmla="*/ 91105 h 182040"/>
                <a:gd name="connsiteX15" fmla="*/ 12962 w 313656"/>
                <a:gd name="connsiteY15" fmla="*/ 98080 h 182040"/>
                <a:gd name="connsiteX16" fmla="*/ 275403 w 313656"/>
                <a:gd name="connsiteY16" fmla="*/ 98080 h 18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3656" h="182040">
                  <a:moveTo>
                    <a:pt x="275403" y="98080"/>
                  </a:moveTo>
                  <a:cubicBezTo>
                    <a:pt x="255976" y="112726"/>
                    <a:pt x="246439" y="127025"/>
                    <a:pt x="243613" y="131558"/>
                  </a:cubicBezTo>
                  <a:cubicBezTo>
                    <a:pt x="227718" y="155621"/>
                    <a:pt x="224893" y="177591"/>
                    <a:pt x="224893" y="177940"/>
                  </a:cubicBezTo>
                  <a:cubicBezTo>
                    <a:pt x="224893" y="182125"/>
                    <a:pt x="229131" y="182125"/>
                    <a:pt x="231957" y="182125"/>
                  </a:cubicBezTo>
                  <a:cubicBezTo>
                    <a:pt x="237962" y="182125"/>
                    <a:pt x="238315" y="181427"/>
                    <a:pt x="239728" y="175150"/>
                  </a:cubicBezTo>
                  <a:cubicBezTo>
                    <a:pt x="247852" y="140974"/>
                    <a:pt x="268692" y="111680"/>
                    <a:pt x="308605" y="95638"/>
                  </a:cubicBezTo>
                  <a:cubicBezTo>
                    <a:pt x="312844" y="94243"/>
                    <a:pt x="313903" y="93546"/>
                    <a:pt x="313903" y="91105"/>
                  </a:cubicBezTo>
                  <a:cubicBezTo>
                    <a:pt x="313903" y="88664"/>
                    <a:pt x="311784" y="87617"/>
                    <a:pt x="311078" y="87269"/>
                  </a:cubicBezTo>
                  <a:cubicBezTo>
                    <a:pt x="295536" y="81340"/>
                    <a:pt x="252797" y="63903"/>
                    <a:pt x="239375" y="5316"/>
                  </a:cubicBezTo>
                  <a:cubicBezTo>
                    <a:pt x="238315" y="1131"/>
                    <a:pt x="237962" y="85"/>
                    <a:pt x="231957" y="85"/>
                  </a:cubicBezTo>
                  <a:cubicBezTo>
                    <a:pt x="229131" y="85"/>
                    <a:pt x="224893" y="85"/>
                    <a:pt x="224893" y="4270"/>
                  </a:cubicBezTo>
                  <a:cubicBezTo>
                    <a:pt x="224893" y="4967"/>
                    <a:pt x="228072" y="26937"/>
                    <a:pt x="242907" y="50303"/>
                  </a:cubicBezTo>
                  <a:cubicBezTo>
                    <a:pt x="249971" y="60765"/>
                    <a:pt x="260214" y="72971"/>
                    <a:pt x="275403" y="84130"/>
                  </a:cubicBezTo>
                  <a:lnTo>
                    <a:pt x="12962" y="84130"/>
                  </a:lnTo>
                  <a:cubicBezTo>
                    <a:pt x="6605" y="84130"/>
                    <a:pt x="247" y="84130"/>
                    <a:pt x="247" y="91105"/>
                  </a:cubicBezTo>
                  <a:cubicBezTo>
                    <a:pt x="247" y="98080"/>
                    <a:pt x="6605" y="98080"/>
                    <a:pt x="12962" y="98080"/>
                  </a:cubicBezTo>
                  <a:lnTo>
                    <a:pt x="275403" y="98080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0893F91-9727-3AC6-839D-6C069B405F58}"/>
                </a:ext>
              </a:extLst>
            </p:cNvPr>
            <p:cNvSpPr/>
            <p:nvPr/>
          </p:nvSpPr>
          <p:spPr>
            <a:xfrm>
              <a:off x="11015406" y="6097601"/>
              <a:ext cx="161773" cy="157977"/>
            </a:xfrm>
            <a:custGeom>
              <a:avLst/>
              <a:gdLst>
                <a:gd name="connsiteX0" fmla="*/ 117881 w 161773"/>
                <a:gd name="connsiteY0" fmla="*/ 22404 h 157977"/>
                <a:gd name="connsiteX1" fmla="*/ 85385 w 161773"/>
                <a:gd name="connsiteY1" fmla="*/ 85 h 157977"/>
                <a:gd name="connsiteX2" fmla="*/ 259 w 161773"/>
                <a:gd name="connsiteY2" fmla="*/ 102264 h 157977"/>
                <a:gd name="connsiteX3" fmla="*/ 47237 w 161773"/>
                <a:gd name="connsiteY3" fmla="*/ 158062 h 157977"/>
                <a:gd name="connsiteX4" fmla="*/ 93155 w 161773"/>
                <a:gd name="connsiteY4" fmla="*/ 131907 h 157977"/>
                <a:gd name="connsiteX5" fmla="*/ 125298 w 161773"/>
                <a:gd name="connsiteY5" fmla="*/ 158062 h 157977"/>
                <a:gd name="connsiteX6" fmla="*/ 151436 w 161773"/>
                <a:gd name="connsiteY6" fmla="*/ 138882 h 157977"/>
                <a:gd name="connsiteX7" fmla="*/ 162033 w 161773"/>
                <a:gd name="connsiteY7" fmla="*/ 104357 h 157977"/>
                <a:gd name="connsiteX8" fmla="*/ 157794 w 161773"/>
                <a:gd name="connsiteY8" fmla="*/ 100869 h 157977"/>
                <a:gd name="connsiteX9" fmla="*/ 152849 w 161773"/>
                <a:gd name="connsiteY9" fmla="*/ 107147 h 157977"/>
                <a:gd name="connsiteX10" fmla="*/ 126005 w 161773"/>
                <a:gd name="connsiteY10" fmla="*/ 150390 h 157977"/>
                <a:gd name="connsiteX11" fmla="*/ 115408 w 161773"/>
                <a:gd name="connsiteY11" fmla="*/ 134348 h 157977"/>
                <a:gd name="connsiteX12" fmla="*/ 120000 w 161773"/>
                <a:gd name="connsiteY12" fmla="*/ 108542 h 157977"/>
                <a:gd name="connsiteX13" fmla="*/ 127771 w 161773"/>
                <a:gd name="connsiteY13" fmla="*/ 77155 h 157977"/>
                <a:gd name="connsiteX14" fmla="*/ 140486 w 161773"/>
                <a:gd name="connsiteY14" fmla="*/ 28332 h 157977"/>
                <a:gd name="connsiteX15" fmla="*/ 142959 w 161773"/>
                <a:gd name="connsiteY15" fmla="*/ 16475 h 157977"/>
                <a:gd name="connsiteX16" fmla="*/ 132716 w 161773"/>
                <a:gd name="connsiteY16" fmla="*/ 7059 h 157977"/>
                <a:gd name="connsiteX17" fmla="*/ 117881 w 161773"/>
                <a:gd name="connsiteY17" fmla="*/ 22404 h 157977"/>
                <a:gd name="connsiteX18" fmla="*/ 94921 w 161773"/>
                <a:gd name="connsiteY18" fmla="*/ 112726 h 157977"/>
                <a:gd name="connsiteX19" fmla="*/ 87857 w 161773"/>
                <a:gd name="connsiteY19" fmla="*/ 125630 h 157977"/>
                <a:gd name="connsiteX20" fmla="*/ 47944 w 161773"/>
                <a:gd name="connsiteY20" fmla="*/ 150390 h 157977"/>
                <a:gd name="connsiteX21" fmla="*/ 25338 w 161773"/>
                <a:gd name="connsiteY21" fmla="*/ 117609 h 157977"/>
                <a:gd name="connsiteX22" fmla="*/ 44765 w 161773"/>
                <a:gd name="connsiteY22" fmla="*/ 41236 h 157977"/>
                <a:gd name="connsiteX23" fmla="*/ 85738 w 161773"/>
                <a:gd name="connsiteY23" fmla="*/ 7757 h 157977"/>
                <a:gd name="connsiteX24" fmla="*/ 113642 w 161773"/>
                <a:gd name="connsiteY24" fmla="*/ 38446 h 157977"/>
                <a:gd name="connsiteX25" fmla="*/ 112582 w 161773"/>
                <a:gd name="connsiteY25" fmla="*/ 44374 h 157977"/>
                <a:gd name="connsiteX26" fmla="*/ 94921 w 161773"/>
                <a:gd name="connsiteY26" fmla="*/ 112726 h 15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1773" h="157977">
                  <a:moveTo>
                    <a:pt x="117881" y="22404"/>
                  </a:moveTo>
                  <a:cubicBezTo>
                    <a:pt x="111523" y="9501"/>
                    <a:pt x="101279" y="85"/>
                    <a:pt x="85385" y="85"/>
                  </a:cubicBezTo>
                  <a:cubicBezTo>
                    <a:pt x="44058" y="85"/>
                    <a:pt x="259" y="51349"/>
                    <a:pt x="259" y="102264"/>
                  </a:cubicBezTo>
                  <a:cubicBezTo>
                    <a:pt x="259" y="135046"/>
                    <a:pt x="19686" y="158062"/>
                    <a:pt x="47237" y="158062"/>
                  </a:cubicBezTo>
                  <a:cubicBezTo>
                    <a:pt x="54302" y="158062"/>
                    <a:pt x="71962" y="156667"/>
                    <a:pt x="93155" y="131907"/>
                  </a:cubicBezTo>
                  <a:cubicBezTo>
                    <a:pt x="95981" y="146554"/>
                    <a:pt x="108344" y="158062"/>
                    <a:pt x="125298" y="158062"/>
                  </a:cubicBezTo>
                  <a:cubicBezTo>
                    <a:pt x="137661" y="158062"/>
                    <a:pt x="145785" y="150041"/>
                    <a:pt x="151436" y="138882"/>
                  </a:cubicBezTo>
                  <a:cubicBezTo>
                    <a:pt x="157441" y="126327"/>
                    <a:pt x="162033" y="105054"/>
                    <a:pt x="162033" y="104357"/>
                  </a:cubicBezTo>
                  <a:cubicBezTo>
                    <a:pt x="162033" y="100869"/>
                    <a:pt x="158854" y="100869"/>
                    <a:pt x="157794" y="100869"/>
                  </a:cubicBezTo>
                  <a:cubicBezTo>
                    <a:pt x="154262" y="100869"/>
                    <a:pt x="153909" y="102264"/>
                    <a:pt x="152849" y="107147"/>
                  </a:cubicBezTo>
                  <a:cubicBezTo>
                    <a:pt x="146844" y="129814"/>
                    <a:pt x="140486" y="150390"/>
                    <a:pt x="126005" y="150390"/>
                  </a:cubicBezTo>
                  <a:cubicBezTo>
                    <a:pt x="116468" y="150390"/>
                    <a:pt x="115408" y="141323"/>
                    <a:pt x="115408" y="134348"/>
                  </a:cubicBezTo>
                  <a:cubicBezTo>
                    <a:pt x="115408" y="126676"/>
                    <a:pt x="116115" y="123886"/>
                    <a:pt x="120000" y="108542"/>
                  </a:cubicBezTo>
                  <a:cubicBezTo>
                    <a:pt x="123885" y="93895"/>
                    <a:pt x="124592" y="90407"/>
                    <a:pt x="127771" y="77155"/>
                  </a:cubicBezTo>
                  <a:lnTo>
                    <a:pt x="140486" y="28332"/>
                  </a:lnTo>
                  <a:cubicBezTo>
                    <a:pt x="142959" y="18568"/>
                    <a:pt x="142959" y="17870"/>
                    <a:pt x="142959" y="16475"/>
                  </a:cubicBezTo>
                  <a:cubicBezTo>
                    <a:pt x="142959" y="10547"/>
                    <a:pt x="138720" y="7059"/>
                    <a:pt x="132716" y="7059"/>
                  </a:cubicBezTo>
                  <a:cubicBezTo>
                    <a:pt x="124238" y="7059"/>
                    <a:pt x="118940" y="14732"/>
                    <a:pt x="117881" y="22404"/>
                  </a:cubicBezTo>
                  <a:close/>
                  <a:moveTo>
                    <a:pt x="94921" y="112726"/>
                  </a:moveTo>
                  <a:cubicBezTo>
                    <a:pt x="93155" y="119004"/>
                    <a:pt x="93155" y="119701"/>
                    <a:pt x="87857" y="125630"/>
                  </a:cubicBezTo>
                  <a:cubicBezTo>
                    <a:pt x="72316" y="144810"/>
                    <a:pt x="57834" y="150390"/>
                    <a:pt x="47944" y="150390"/>
                  </a:cubicBezTo>
                  <a:cubicBezTo>
                    <a:pt x="30283" y="150390"/>
                    <a:pt x="25338" y="131209"/>
                    <a:pt x="25338" y="117609"/>
                  </a:cubicBezTo>
                  <a:cubicBezTo>
                    <a:pt x="25338" y="100172"/>
                    <a:pt x="36641" y="57277"/>
                    <a:pt x="44765" y="41236"/>
                  </a:cubicBezTo>
                  <a:cubicBezTo>
                    <a:pt x="55714" y="20660"/>
                    <a:pt x="71609" y="7757"/>
                    <a:pt x="85738" y="7757"/>
                  </a:cubicBezTo>
                  <a:cubicBezTo>
                    <a:pt x="108697" y="7757"/>
                    <a:pt x="113642" y="36353"/>
                    <a:pt x="113642" y="38446"/>
                  </a:cubicBezTo>
                  <a:cubicBezTo>
                    <a:pt x="113642" y="40538"/>
                    <a:pt x="112936" y="42630"/>
                    <a:pt x="112582" y="44374"/>
                  </a:cubicBezTo>
                  <a:lnTo>
                    <a:pt x="94921" y="112726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700CBA3-BFA9-9305-8774-F6186021192B}"/>
                </a:ext>
              </a:extLst>
            </p:cNvPr>
            <p:cNvSpPr/>
            <p:nvPr/>
          </p:nvSpPr>
          <p:spPr>
            <a:xfrm>
              <a:off x="11320205" y="6097601"/>
              <a:ext cx="137401" cy="157977"/>
            </a:xfrm>
            <a:custGeom>
              <a:avLst/>
              <a:gdLst>
                <a:gd name="connsiteX0" fmla="*/ 125660 w 137401"/>
                <a:gd name="connsiteY0" fmla="*/ 21706 h 157977"/>
                <a:gd name="connsiteX1" fmla="*/ 110118 w 137401"/>
                <a:gd name="connsiteY1" fmla="*/ 26589 h 157977"/>
                <a:gd name="connsiteX2" fmla="*/ 103761 w 137401"/>
                <a:gd name="connsiteY2" fmla="*/ 40189 h 157977"/>
                <a:gd name="connsiteX3" fmla="*/ 116830 w 137401"/>
                <a:gd name="connsiteY3" fmla="*/ 52395 h 157977"/>
                <a:gd name="connsiteX4" fmla="*/ 136610 w 137401"/>
                <a:gd name="connsiteY4" fmla="*/ 30076 h 157977"/>
                <a:gd name="connsiteX5" fmla="*/ 94930 w 137401"/>
                <a:gd name="connsiteY5" fmla="*/ 85 h 157977"/>
                <a:gd name="connsiteX6" fmla="*/ 268 w 137401"/>
                <a:gd name="connsiteY6" fmla="*/ 99126 h 157977"/>
                <a:gd name="connsiteX7" fmla="*/ 57489 w 137401"/>
                <a:gd name="connsiteY7" fmla="*/ 158062 h 157977"/>
                <a:gd name="connsiteX8" fmla="*/ 137669 w 137401"/>
                <a:gd name="connsiteY8" fmla="*/ 116911 h 157977"/>
                <a:gd name="connsiteX9" fmla="*/ 133431 w 137401"/>
                <a:gd name="connsiteY9" fmla="*/ 112378 h 157977"/>
                <a:gd name="connsiteX10" fmla="*/ 128839 w 137401"/>
                <a:gd name="connsiteY10" fmla="*/ 115865 h 157977"/>
                <a:gd name="connsiteX11" fmla="*/ 58196 w 137401"/>
                <a:gd name="connsiteY11" fmla="*/ 150390 h 157977"/>
                <a:gd name="connsiteX12" fmla="*/ 26406 w 137401"/>
                <a:gd name="connsiteY12" fmla="*/ 112378 h 157977"/>
                <a:gd name="connsiteX13" fmla="*/ 45480 w 137401"/>
                <a:gd name="connsiteY13" fmla="*/ 42630 h 157977"/>
                <a:gd name="connsiteX14" fmla="*/ 95283 w 137401"/>
                <a:gd name="connsiteY14" fmla="*/ 7757 h 157977"/>
                <a:gd name="connsiteX15" fmla="*/ 125660 w 137401"/>
                <a:gd name="connsiteY15" fmla="*/ 21706 h 15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401" h="157977">
                  <a:moveTo>
                    <a:pt x="125660" y="21706"/>
                  </a:moveTo>
                  <a:cubicBezTo>
                    <a:pt x="120008" y="21706"/>
                    <a:pt x="115063" y="21706"/>
                    <a:pt x="110118" y="26589"/>
                  </a:cubicBezTo>
                  <a:cubicBezTo>
                    <a:pt x="104467" y="31820"/>
                    <a:pt x="103761" y="37748"/>
                    <a:pt x="103761" y="40189"/>
                  </a:cubicBezTo>
                  <a:cubicBezTo>
                    <a:pt x="103761" y="48559"/>
                    <a:pt x="110118" y="52395"/>
                    <a:pt x="116830" y="52395"/>
                  </a:cubicBezTo>
                  <a:cubicBezTo>
                    <a:pt x="127073" y="52395"/>
                    <a:pt x="136610" y="44025"/>
                    <a:pt x="136610" y="30076"/>
                  </a:cubicBezTo>
                  <a:cubicBezTo>
                    <a:pt x="136610" y="12988"/>
                    <a:pt x="120008" y="85"/>
                    <a:pt x="94930" y="85"/>
                  </a:cubicBezTo>
                  <a:cubicBezTo>
                    <a:pt x="47246" y="85"/>
                    <a:pt x="268" y="49954"/>
                    <a:pt x="268" y="99126"/>
                  </a:cubicBezTo>
                  <a:cubicBezTo>
                    <a:pt x="268" y="130512"/>
                    <a:pt x="20755" y="158062"/>
                    <a:pt x="57489" y="158062"/>
                  </a:cubicBezTo>
                  <a:cubicBezTo>
                    <a:pt x="107999" y="158062"/>
                    <a:pt x="137669" y="121096"/>
                    <a:pt x="137669" y="116911"/>
                  </a:cubicBezTo>
                  <a:cubicBezTo>
                    <a:pt x="137669" y="114819"/>
                    <a:pt x="135550" y="112378"/>
                    <a:pt x="133431" y="112378"/>
                  </a:cubicBezTo>
                  <a:cubicBezTo>
                    <a:pt x="131665" y="112378"/>
                    <a:pt x="130958" y="113075"/>
                    <a:pt x="128839" y="115865"/>
                  </a:cubicBezTo>
                  <a:cubicBezTo>
                    <a:pt x="100935" y="150390"/>
                    <a:pt x="62434" y="150390"/>
                    <a:pt x="58196" y="150390"/>
                  </a:cubicBezTo>
                  <a:cubicBezTo>
                    <a:pt x="35943" y="150390"/>
                    <a:pt x="26406" y="133302"/>
                    <a:pt x="26406" y="112378"/>
                  </a:cubicBezTo>
                  <a:cubicBezTo>
                    <a:pt x="26406" y="98080"/>
                    <a:pt x="33470" y="64252"/>
                    <a:pt x="45480" y="42630"/>
                  </a:cubicBezTo>
                  <a:cubicBezTo>
                    <a:pt x="56429" y="22753"/>
                    <a:pt x="75856" y="7757"/>
                    <a:pt x="95283" y="7757"/>
                  </a:cubicBezTo>
                  <a:cubicBezTo>
                    <a:pt x="107293" y="7757"/>
                    <a:pt x="120715" y="12290"/>
                    <a:pt x="125660" y="21706"/>
                  </a:cubicBez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CD544EB-7DC7-C28A-7B46-31BAA7BF7F63}"/>
                </a:ext>
              </a:extLst>
            </p:cNvPr>
            <p:cNvSpPr/>
            <p:nvPr/>
          </p:nvSpPr>
          <p:spPr>
            <a:xfrm>
              <a:off x="11478713" y="5990190"/>
              <a:ext cx="81946" cy="348735"/>
            </a:xfrm>
            <a:custGeom>
              <a:avLst/>
              <a:gdLst>
                <a:gd name="connsiteX0" fmla="*/ 82219 w 81946"/>
                <a:gd name="connsiteY0" fmla="*/ 174453 h 348735"/>
                <a:gd name="connsiteX1" fmla="*/ 58906 w 81946"/>
                <a:gd name="connsiteY1" fmla="*/ 65647 h 348735"/>
                <a:gd name="connsiteX2" fmla="*/ 3804 w 81946"/>
                <a:gd name="connsiteY2" fmla="*/ 85 h 348735"/>
                <a:gd name="connsiteX3" fmla="*/ 272 w 81946"/>
                <a:gd name="connsiteY3" fmla="*/ 3572 h 348735"/>
                <a:gd name="connsiteX4" fmla="*/ 6983 w 81946"/>
                <a:gd name="connsiteY4" fmla="*/ 11593 h 348735"/>
                <a:gd name="connsiteX5" fmla="*/ 61732 w 81946"/>
                <a:gd name="connsiteY5" fmla="*/ 174453 h 348735"/>
                <a:gd name="connsiteX6" fmla="*/ 4864 w 81946"/>
                <a:gd name="connsiteY6" fmla="*/ 339405 h 348735"/>
                <a:gd name="connsiteX7" fmla="*/ 272 w 81946"/>
                <a:gd name="connsiteY7" fmla="*/ 345333 h 348735"/>
                <a:gd name="connsiteX8" fmla="*/ 3804 w 81946"/>
                <a:gd name="connsiteY8" fmla="*/ 348821 h 348735"/>
                <a:gd name="connsiteX9" fmla="*/ 59966 w 81946"/>
                <a:gd name="connsiteY9" fmla="*/ 280817 h 348735"/>
                <a:gd name="connsiteX10" fmla="*/ 82219 w 81946"/>
                <a:gd name="connsiteY10" fmla="*/ 174453 h 348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946" h="348735">
                  <a:moveTo>
                    <a:pt x="82219" y="174453"/>
                  </a:moveTo>
                  <a:cubicBezTo>
                    <a:pt x="82219" y="147251"/>
                    <a:pt x="78333" y="105054"/>
                    <a:pt x="58906" y="65647"/>
                  </a:cubicBezTo>
                  <a:cubicBezTo>
                    <a:pt x="37713" y="22753"/>
                    <a:pt x="7337" y="85"/>
                    <a:pt x="3804" y="85"/>
                  </a:cubicBezTo>
                  <a:cubicBezTo>
                    <a:pt x="1685" y="85"/>
                    <a:pt x="272" y="1480"/>
                    <a:pt x="272" y="3572"/>
                  </a:cubicBezTo>
                  <a:cubicBezTo>
                    <a:pt x="272" y="4618"/>
                    <a:pt x="272" y="5316"/>
                    <a:pt x="6983" y="11593"/>
                  </a:cubicBezTo>
                  <a:cubicBezTo>
                    <a:pt x="41599" y="46118"/>
                    <a:pt x="61732" y="101567"/>
                    <a:pt x="61732" y="174453"/>
                  </a:cubicBezTo>
                  <a:cubicBezTo>
                    <a:pt x="61732" y="234087"/>
                    <a:pt x="48663" y="295464"/>
                    <a:pt x="4864" y="339405"/>
                  </a:cubicBezTo>
                  <a:cubicBezTo>
                    <a:pt x="272" y="343590"/>
                    <a:pt x="272" y="344287"/>
                    <a:pt x="272" y="345333"/>
                  </a:cubicBezTo>
                  <a:cubicBezTo>
                    <a:pt x="272" y="347426"/>
                    <a:pt x="1685" y="348821"/>
                    <a:pt x="3804" y="348821"/>
                  </a:cubicBezTo>
                  <a:cubicBezTo>
                    <a:pt x="7337" y="348821"/>
                    <a:pt x="39126" y="325107"/>
                    <a:pt x="59966" y="280817"/>
                  </a:cubicBezTo>
                  <a:cubicBezTo>
                    <a:pt x="77980" y="242456"/>
                    <a:pt x="82219" y="203747"/>
                    <a:pt x="82219" y="174453"/>
                  </a:cubicBez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BC803FD9-C52D-7E7B-6CD5-F7CEACA0C048}"/>
                </a:ext>
              </a:extLst>
            </p:cNvPr>
            <p:cNvSpPr/>
            <p:nvPr/>
          </p:nvSpPr>
          <p:spPr>
            <a:xfrm>
              <a:off x="11694214" y="6048429"/>
              <a:ext cx="234889" cy="232258"/>
            </a:xfrm>
            <a:custGeom>
              <a:avLst/>
              <a:gdLst>
                <a:gd name="connsiteX0" fmla="*/ 124964 w 234889"/>
                <a:gd name="connsiteY0" fmla="*/ 123188 h 232258"/>
                <a:gd name="connsiteX1" fmla="*/ 223511 w 234889"/>
                <a:gd name="connsiteY1" fmla="*/ 123188 h 232258"/>
                <a:gd name="connsiteX2" fmla="*/ 235168 w 234889"/>
                <a:gd name="connsiteY2" fmla="*/ 116214 h 232258"/>
                <a:gd name="connsiteX3" fmla="*/ 223511 w 234889"/>
                <a:gd name="connsiteY3" fmla="*/ 109239 h 232258"/>
                <a:gd name="connsiteX4" fmla="*/ 124964 w 234889"/>
                <a:gd name="connsiteY4" fmla="*/ 109239 h 232258"/>
                <a:gd name="connsiteX5" fmla="*/ 124964 w 234889"/>
                <a:gd name="connsiteY5" fmla="*/ 11593 h 232258"/>
                <a:gd name="connsiteX6" fmla="*/ 117900 w 234889"/>
                <a:gd name="connsiteY6" fmla="*/ 85 h 232258"/>
                <a:gd name="connsiteX7" fmla="*/ 110835 w 234889"/>
                <a:gd name="connsiteY7" fmla="*/ 11593 h 232258"/>
                <a:gd name="connsiteX8" fmla="*/ 110835 w 234889"/>
                <a:gd name="connsiteY8" fmla="*/ 109239 h 232258"/>
                <a:gd name="connsiteX9" fmla="*/ 11934 w 234889"/>
                <a:gd name="connsiteY9" fmla="*/ 109239 h 232258"/>
                <a:gd name="connsiteX10" fmla="*/ 278 w 234889"/>
                <a:gd name="connsiteY10" fmla="*/ 116214 h 232258"/>
                <a:gd name="connsiteX11" fmla="*/ 11934 w 234889"/>
                <a:gd name="connsiteY11" fmla="*/ 123188 h 232258"/>
                <a:gd name="connsiteX12" fmla="*/ 110835 w 234889"/>
                <a:gd name="connsiteY12" fmla="*/ 123188 h 232258"/>
                <a:gd name="connsiteX13" fmla="*/ 110835 w 234889"/>
                <a:gd name="connsiteY13" fmla="*/ 220835 h 232258"/>
                <a:gd name="connsiteX14" fmla="*/ 117900 w 234889"/>
                <a:gd name="connsiteY14" fmla="*/ 232343 h 232258"/>
                <a:gd name="connsiteX15" fmla="*/ 124964 w 234889"/>
                <a:gd name="connsiteY15" fmla="*/ 220835 h 232258"/>
                <a:gd name="connsiteX16" fmla="*/ 124964 w 234889"/>
                <a:gd name="connsiteY16" fmla="*/ 123188 h 23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4889" h="232258">
                  <a:moveTo>
                    <a:pt x="124964" y="123188"/>
                  </a:moveTo>
                  <a:lnTo>
                    <a:pt x="223511" y="123188"/>
                  </a:lnTo>
                  <a:cubicBezTo>
                    <a:pt x="228456" y="123188"/>
                    <a:pt x="235168" y="123188"/>
                    <a:pt x="235168" y="116214"/>
                  </a:cubicBezTo>
                  <a:cubicBezTo>
                    <a:pt x="235168" y="109239"/>
                    <a:pt x="228456" y="109239"/>
                    <a:pt x="223511" y="109239"/>
                  </a:cubicBezTo>
                  <a:lnTo>
                    <a:pt x="124964" y="109239"/>
                  </a:lnTo>
                  <a:lnTo>
                    <a:pt x="124964" y="11593"/>
                  </a:lnTo>
                  <a:cubicBezTo>
                    <a:pt x="124964" y="6711"/>
                    <a:pt x="124964" y="85"/>
                    <a:pt x="117900" y="85"/>
                  </a:cubicBezTo>
                  <a:cubicBezTo>
                    <a:pt x="110835" y="85"/>
                    <a:pt x="110835" y="6711"/>
                    <a:pt x="110835" y="11593"/>
                  </a:cubicBezTo>
                  <a:lnTo>
                    <a:pt x="110835" y="109239"/>
                  </a:lnTo>
                  <a:lnTo>
                    <a:pt x="11934" y="109239"/>
                  </a:lnTo>
                  <a:cubicBezTo>
                    <a:pt x="6989" y="109239"/>
                    <a:pt x="278" y="109239"/>
                    <a:pt x="278" y="116214"/>
                  </a:cubicBezTo>
                  <a:cubicBezTo>
                    <a:pt x="278" y="123188"/>
                    <a:pt x="6989" y="123188"/>
                    <a:pt x="11934" y="123188"/>
                  </a:cubicBezTo>
                  <a:lnTo>
                    <a:pt x="110835" y="123188"/>
                  </a:lnTo>
                  <a:lnTo>
                    <a:pt x="110835" y="220835"/>
                  </a:lnTo>
                  <a:cubicBezTo>
                    <a:pt x="110835" y="225717"/>
                    <a:pt x="110835" y="232343"/>
                    <a:pt x="117900" y="232343"/>
                  </a:cubicBezTo>
                  <a:cubicBezTo>
                    <a:pt x="124964" y="232343"/>
                    <a:pt x="124964" y="225717"/>
                    <a:pt x="124964" y="220835"/>
                  </a:cubicBezTo>
                  <a:lnTo>
                    <a:pt x="124964" y="123188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F78388D-E92F-AF90-034A-6AB8C85962BB}"/>
                </a:ext>
              </a:extLst>
            </p:cNvPr>
            <p:cNvSpPr/>
            <p:nvPr/>
          </p:nvSpPr>
          <p:spPr>
            <a:xfrm>
              <a:off x="12046370" y="6005884"/>
              <a:ext cx="176255" cy="317349"/>
            </a:xfrm>
            <a:custGeom>
              <a:avLst/>
              <a:gdLst>
                <a:gd name="connsiteX0" fmla="*/ 111198 w 176255"/>
                <a:gd name="connsiteY0" fmla="*/ 106449 h 317349"/>
                <a:gd name="connsiteX1" fmla="*/ 141575 w 176255"/>
                <a:gd name="connsiteY1" fmla="*/ 106449 h 317349"/>
                <a:gd name="connsiteX2" fmla="*/ 152172 w 176255"/>
                <a:gd name="connsiteY2" fmla="*/ 99474 h 317349"/>
                <a:gd name="connsiteX3" fmla="*/ 142635 w 176255"/>
                <a:gd name="connsiteY3" fmla="*/ 95638 h 317349"/>
                <a:gd name="connsiteX4" fmla="*/ 113318 w 176255"/>
                <a:gd name="connsiteY4" fmla="*/ 95638 h 317349"/>
                <a:gd name="connsiteX5" fmla="*/ 120735 w 176255"/>
                <a:gd name="connsiteY5" fmla="*/ 55882 h 317349"/>
                <a:gd name="connsiteX6" fmla="*/ 129213 w 176255"/>
                <a:gd name="connsiteY6" fmla="*/ 19614 h 317349"/>
                <a:gd name="connsiteX7" fmla="*/ 145814 w 176255"/>
                <a:gd name="connsiteY7" fmla="*/ 7757 h 317349"/>
                <a:gd name="connsiteX8" fmla="*/ 163121 w 176255"/>
                <a:gd name="connsiteY8" fmla="*/ 14034 h 317349"/>
                <a:gd name="connsiteX9" fmla="*/ 144048 w 176255"/>
                <a:gd name="connsiteY9" fmla="*/ 32866 h 317349"/>
                <a:gd name="connsiteX10" fmla="*/ 157117 w 176255"/>
                <a:gd name="connsiteY10" fmla="*/ 45072 h 317349"/>
                <a:gd name="connsiteX11" fmla="*/ 176544 w 176255"/>
                <a:gd name="connsiteY11" fmla="*/ 24147 h 317349"/>
                <a:gd name="connsiteX12" fmla="*/ 145814 w 176255"/>
                <a:gd name="connsiteY12" fmla="*/ 85 h 317349"/>
                <a:gd name="connsiteX13" fmla="*/ 100955 w 176255"/>
                <a:gd name="connsiteY13" fmla="*/ 40887 h 317349"/>
                <a:gd name="connsiteX14" fmla="*/ 89299 w 176255"/>
                <a:gd name="connsiteY14" fmla="*/ 95638 h 317349"/>
                <a:gd name="connsiteX15" fmla="*/ 64927 w 176255"/>
                <a:gd name="connsiteY15" fmla="*/ 95638 h 317349"/>
                <a:gd name="connsiteX16" fmla="*/ 54331 w 176255"/>
                <a:gd name="connsiteY16" fmla="*/ 102264 h 317349"/>
                <a:gd name="connsiteX17" fmla="*/ 64221 w 176255"/>
                <a:gd name="connsiteY17" fmla="*/ 106449 h 317349"/>
                <a:gd name="connsiteX18" fmla="*/ 87533 w 176255"/>
                <a:gd name="connsiteY18" fmla="*/ 106449 h 317349"/>
                <a:gd name="connsiteX19" fmla="*/ 61042 w 176255"/>
                <a:gd name="connsiteY19" fmla="*/ 244200 h 317349"/>
                <a:gd name="connsiteX20" fmla="*/ 30312 w 176255"/>
                <a:gd name="connsiteY20" fmla="*/ 309762 h 317349"/>
                <a:gd name="connsiteX21" fmla="*/ 13357 w 176255"/>
                <a:gd name="connsiteY21" fmla="*/ 303485 h 317349"/>
                <a:gd name="connsiteX22" fmla="*/ 32784 w 176255"/>
                <a:gd name="connsiteY22" fmla="*/ 284653 h 317349"/>
                <a:gd name="connsiteX23" fmla="*/ 19715 w 176255"/>
                <a:gd name="connsiteY23" fmla="*/ 272448 h 317349"/>
                <a:gd name="connsiteX24" fmla="*/ 288 w 176255"/>
                <a:gd name="connsiteY24" fmla="*/ 293372 h 317349"/>
                <a:gd name="connsiteX25" fmla="*/ 30312 w 176255"/>
                <a:gd name="connsiteY25" fmla="*/ 317434 h 317349"/>
                <a:gd name="connsiteX26" fmla="*/ 70225 w 176255"/>
                <a:gd name="connsiteY26" fmla="*/ 283607 h 317349"/>
                <a:gd name="connsiteX27" fmla="*/ 90005 w 176255"/>
                <a:gd name="connsiteY27" fmla="*/ 216998 h 317349"/>
                <a:gd name="connsiteX28" fmla="*/ 111198 w 176255"/>
                <a:gd name="connsiteY28" fmla="*/ 106449 h 31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255" h="317349">
                  <a:moveTo>
                    <a:pt x="111198" y="106449"/>
                  </a:moveTo>
                  <a:lnTo>
                    <a:pt x="141575" y="106449"/>
                  </a:lnTo>
                  <a:cubicBezTo>
                    <a:pt x="148639" y="106449"/>
                    <a:pt x="152172" y="106449"/>
                    <a:pt x="152172" y="99474"/>
                  </a:cubicBezTo>
                  <a:cubicBezTo>
                    <a:pt x="152172" y="95638"/>
                    <a:pt x="148639" y="95638"/>
                    <a:pt x="142635" y="95638"/>
                  </a:cubicBezTo>
                  <a:lnTo>
                    <a:pt x="113318" y="95638"/>
                  </a:lnTo>
                  <a:lnTo>
                    <a:pt x="120735" y="55882"/>
                  </a:lnTo>
                  <a:cubicBezTo>
                    <a:pt x="122148" y="48559"/>
                    <a:pt x="127093" y="23799"/>
                    <a:pt x="129213" y="19614"/>
                  </a:cubicBezTo>
                  <a:cubicBezTo>
                    <a:pt x="132391" y="12988"/>
                    <a:pt x="138396" y="7757"/>
                    <a:pt x="145814" y="7757"/>
                  </a:cubicBezTo>
                  <a:cubicBezTo>
                    <a:pt x="147227" y="7757"/>
                    <a:pt x="156410" y="7757"/>
                    <a:pt x="163121" y="14034"/>
                  </a:cubicBezTo>
                  <a:cubicBezTo>
                    <a:pt x="147580" y="15429"/>
                    <a:pt x="144048" y="27635"/>
                    <a:pt x="144048" y="32866"/>
                  </a:cubicBezTo>
                  <a:cubicBezTo>
                    <a:pt x="144048" y="40887"/>
                    <a:pt x="150406" y="45072"/>
                    <a:pt x="157117" y="45072"/>
                  </a:cubicBezTo>
                  <a:cubicBezTo>
                    <a:pt x="166300" y="45072"/>
                    <a:pt x="176544" y="37399"/>
                    <a:pt x="176544" y="24147"/>
                  </a:cubicBezTo>
                  <a:cubicBezTo>
                    <a:pt x="176544" y="8106"/>
                    <a:pt x="160296" y="85"/>
                    <a:pt x="145814" y="85"/>
                  </a:cubicBezTo>
                  <a:cubicBezTo>
                    <a:pt x="133804" y="85"/>
                    <a:pt x="111552" y="6362"/>
                    <a:pt x="100955" y="40887"/>
                  </a:cubicBezTo>
                  <a:cubicBezTo>
                    <a:pt x="98836" y="48210"/>
                    <a:pt x="97776" y="51698"/>
                    <a:pt x="89299" y="95638"/>
                  </a:cubicBezTo>
                  <a:lnTo>
                    <a:pt x="64927" y="95638"/>
                  </a:lnTo>
                  <a:cubicBezTo>
                    <a:pt x="58216" y="95638"/>
                    <a:pt x="54331" y="95638"/>
                    <a:pt x="54331" y="102264"/>
                  </a:cubicBezTo>
                  <a:cubicBezTo>
                    <a:pt x="54331" y="106449"/>
                    <a:pt x="57509" y="106449"/>
                    <a:pt x="64221" y="106449"/>
                  </a:cubicBezTo>
                  <a:lnTo>
                    <a:pt x="87533" y="106449"/>
                  </a:lnTo>
                  <a:lnTo>
                    <a:pt x="61042" y="244200"/>
                  </a:lnTo>
                  <a:cubicBezTo>
                    <a:pt x="54684" y="278027"/>
                    <a:pt x="48679" y="309762"/>
                    <a:pt x="30312" y="309762"/>
                  </a:cubicBezTo>
                  <a:cubicBezTo>
                    <a:pt x="28899" y="309762"/>
                    <a:pt x="20068" y="309762"/>
                    <a:pt x="13357" y="303485"/>
                  </a:cubicBezTo>
                  <a:cubicBezTo>
                    <a:pt x="29605" y="302439"/>
                    <a:pt x="32784" y="289884"/>
                    <a:pt x="32784" y="284653"/>
                  </a:cubicBezTo>
                  <a:cubicBezTo>
                    <a:pt x="32784" y="276632"/>
                    <a:pt x="26426" y="272448"/>
                    <a:pt x="19715" y="272448"/>
                  </a:cubicBezTo>
                  <a:cubicBezTo>
                    <a:pt x="10532" y="272448"/>
                    <a:pt x="288" y="280120"/>
                    <a:pt x="288" y="293372"/>
                  </a:cubicBezTo>
                  <a:cubicBezTo>
                    <a:pt x="288" y="309065"/>
                    <a:pt x="15830" y="317434"/>
                    <a:pt x="30312" y="317434"/>
                  </a:cubicBezTo>
                  <a:cubicBezTo>
                    <a:pt x="49739" y="317434"/>
                    <a:pt x="63867" y="296859"/>
                    <a:pt x="70225" y="283607"/>
                  </a:cubicBezTo>
                  <a:cubicBezTo>
                    <a:pt x="81528" y="261637"/>
                    <a:pt x="89652" y="219440"/>
                    <a:pt x="90005" y="216998"/>
                  </a:cubicBezTo>
                  <a:lnTo>
                    <a:pt x="111198" y="106449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7CA7296-C9CE-9AA7-2AF5-27213DC3CC06}"/>
                </a:ext>
              </a:extLst>
            </p:cNvPr>
            <p:cNvSpPr/>
            <p:nvPr/>
          </p:nvSpPr>
          <p:spPr>
            <a:xfrm>
              <a:off x="12206266" y="6132195"/>
              <a:ext cx="102856" cy="174786"/>
            </a:xfrm>
            <a:custGeom>
              <a:avLst/>
              <a:gdLst>
                <a:gd name="connsiteX0" fmla="*/ 24029 w 102856"/>
                <a:gd name="connsiteY0" fmla="*/ 138499 h 174786"/>
                <a:gd name="connsiteX1" fmla="*/ 55678 w 102856"/>
                <a:gd name="connsiteY1" fmla="*/ 174873 h 174786"/>
                <a:gd name="connsiteX2" fmla="*/ 81392 w 102856"/>
                <a:gd name="connsiteY2" fmla="*/ 166085 h 174786"/>
                <a:gd name="connsiteX3" fmla="*/ 98452 w 102856"/>
                <a:gd name="connsiteY3" fmla="*/ 151682 h 174786"/>
                <a:gd name="connsiteX4" fmla="*/ 94496 w 102856"/>
                <a:gd name="connsiteY4" fmla="*/ 147044 h 174786"/>
                <a:gd name="connsiteX5" fmla="*/ 89057 w 102856"/>
                <a:gd name="connsiteY5" fmla="*/ 150705 h 174786"/>
                <a:gd name="connsiteX6" fmla="*/ 55925 w 102856"/>
                <a:gd name="connsiteY6" fmla="*/ 168037 h 174786"/>
                <a:gd name="connsiteX7" fmla="*/ 39112 w 102856"/>
                <a:gd name="connsiteY7" fmla="*/ 134838 h 174786"/>
                <a:gd name="connsiteX8" fmla="*/ 39606 w 102856"/>
                <a:gd name="connsiteY8" fmla="*/ 126538 h 174786"/>
                <a:gd name="connsiteX9" fmla="*/ 42820 w 102856"/>
                <a:gd name="connsiteY9" fmla="*/ 120923 h 174786"/>
                <a:gd name="connsiteX10" fmla="*/ 103150 w 102856"/>
                <a:gd name="connsiteY10" fmla="*/ 21324 h 174786"/>
                <a:gd name="connsiteX11" fmla="*/ 86831 w 102856"/>
                <a:gd name="connsiteY11" fmla="*/ 86 h 174786"/>
                <a:gd name="connsiteX12" fmla="*/ 45788 w 102856"/>
                <a:gd name="connsiteY12" fmla="*/ 38900 h 174786"/>
                <a:gd name="connsiteX13" fmla="*/ 26502 w 102856"/>
                <a:gd name="connsiteY13" fmla="*/ 91873 h 174786"/>
                <a:gd name="connsiteX14" fmla="*/ 22793 w 102856"/>
                <a:gd name="connsiteY14" fmla="*/ 128735 h 174786"/>
                <a:gd name="connsiteX15" fmla="*/ 4496 w 102856"/>
                <a:gd name="connsiteY15" fmla="*/ 144846 h 174786"/>
                <a:gd name="connsiteX16" fmla="*/ 293 w 102856"/>
                <a:gd name="connsiteY16" fmla="*/ 149973 h 174786"/>
                <a:gd name="connsiteX17" fmla="*/ 4496 w 102856"/>
                <a:gd name="connsiteY17" fmla="*/ 154367 h 174786"/>
                <a:gd name="connsiteX18" fmla="*/ 14634 w 102856"/>
                <a:gd name="connsiteY18" fmla="*/ 146555 h 174786"/>
                <a:gd name="connsiteX19" fmla="*/ 24029 w 102856"/>
                <a:gd name="connsiteY19" fmla="*/ 138499 h 174786"/>
                <a:gd name="connsiteX20" fmla="*/ 41831 w 102856"/>
                <a:gd name="connsiteY20" fmla="*/ 110670 h 174786"/>
                <a:gd name="connsiteX21" fmla="*/ 86584 w 102856"/>
                <a:gd name="connsiteY21" fmla="*/ 6921 h 174786"/>
                <a:gd name="connsiteX22" fmla="*/ 95238 w 102856"/>
                <a:gd name="connsiteY22" fmla="*/ 19615 h 174786"/>
                <a:gd name="connsiteX23" fmla="*/ 73974 w 102856"/>
                <a:gd name="connsiteY23" fmla="*/ 74297 h 174786"/>
                <a:gd name="connsiteX24" fmla="*/ 41831 w 102856"/>
                <a:gd name="connsiteY24" fmla="*/ 110670 h 174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2856" h="174786">
                  <a:moveTo>
                    <a:pt x="24029" y="138499"/>
                  </a:moveTo>
                  <a:cubicBezTo>
                    <a:pt x="26502" y="154367"/>
                    <a:pt x="34661" y="174873"/>
                    <a:pt x="55678" y="174873"/>
                  </a:cubicBezTo>
                  <a:cubicBezTo>
                    <a:pt x="63590" y="174873"/>
                    <a:pt x="72491" y="171699"/>
                    <a:pt x="81392" y="166085"/>
                  </a:cubicBezTo>
                  <a:cubicBezTo>
                    <a:pt x="85595" y="163643"/>
                    <a:pt x="98452" y="154611"/>
                    <a:pt x="98452" y="151682"/>
                  </a:cubicBezTo>
                  <a:cubicBezTo>
                    <a:pt x="98452" y="150217"/>
                    <a:pt x="96721" y="147044"/>
                    <a:pt x="94496" y="147044"/>
                  </a:cubicBezTo>
                  <a:cubicBezTo>
                    <a:pt x="93260" y="147044"/>
                    <a:pt x="92765" y="147044"/>
                    <a:pt x="89057" y="150705"/>
                  </a:cubicBezTo>
                  <a:cubicBezTo>
                    <a:pt x="78425" y="159982"/>
                    <a:pt x="67051" y="168037"/>
                    <a:pt x="55925" y="168037"/>
                  </a:cubicBezTo>
                  <a:cubicBezTo>
                    <a:pt x="39112" y="168037"/>
                    <a:pt x="39112" y="139476"/>
                    <a:pt x="39112" y="134838"/>
                  </a:cubicBezTo>
                  <a:cubicBezTo>
                    <a:pt x="39112" y="131664"/>
                    <a:pt x="39112" y="131176"/>
                    <a:pt x="39606" y="126538"/>
                  </a:cubicBezTo>
                  <a:cubicBezTo>
                    <a:pt x="39853" y="124097"/>
                    <a:pt x="39853" y="123608"/>
                    <a:pt x="42820" y="120923"/>
                  </a:cubicBezTo>
                  <a:cubicBezTo>
                    <a:pt x="56419" y="108229"/>
                    <a:pt x="103150" y="63800"/>
                    <a:pt x="103150" y="21324"/>
                  </a:cubicBezTo>
                  <a:cubicBezTo>
                    <a:pt x="103150" y="17662"/>
                    <a:pt x="103150" y="86"/>
                    <a:pt x="86831" y="86"/>
                  </a:cubicBezTo>
                  <a:cubicBezTo>
                    <a:pt x="66309" y="86"/>
                    <a:pt x="49744" y="31577"/>
                    <a:pt x="45788" y="38900"/>
                  </a:cubicBezTo>
                  <a:cubicBezTo>
                    <a:pt x="34908" y="59650"/>
                    <a:pt x="29222" y="79668"/>
                    <a:pt x="26502" y="91873"/>
                  </a:cubicBezTo>
                  <a:cubicBezTo>
                    <a:pt x="22793" y="108229"/>
                    <a:pt x="22793" y="116773"/>
                    <a:pt x="22793" y="128735"/>
                  </a:cubicBezTo>
                  <a:cubicBezTo>
                    <a:pt x="21062" y="130444"/>
                    <a:pt x="6969" y="142894"/>
                    <a:pt x="4496" y="144846"/>
                  </a:cubicBezTo>
                  <a:cubicBezTo>
                    <a:pt x="540" y="148264"/>
                    <a:pt x="293" y="148508"/>
                    <a:pt x="293" y="149973"/>
                  </a:cubicBezTo>
                  <a:cubicBezTo>
                    <a:pt x="293" y="151682"/>
                    <a:pt x="2518" y="154367"/>
                    <a:pt x="4496" y="154367"/>
                  </a:cubicBezTo>
                  <a:cubicBezTo>
                    <a:pt x="6227" y="154367"/>
                    <a:pt x="12903" y="148264"/>
                    <a:pt x="14634" y="146555"/>
                  </a:cubicBezTo>
                  <a:lnTo>
                    <a:pt x="24029" y="138499"/>
                  </a:lnTo>
                  <a:close/>
                  <a:moveTo>
                    <a:pt x="41831" y="110670"/>
                  </a:moveTo>
                  <a:cubicBezTo>
                    <a:pt x="46282" y="85771"/>
                    <a:pt x="65815" y="6921"/>
                    <a:pt x="86584" y="6921"/>
                  </a:cubicBezTo>
                  <a:cubicBezTo>
                    <a:pt x="92271" y="6921"/>
                    <a:pt x="95238" y="10827"/>
                    <a:pt x="95238" y="19615"/>
                  </a:cubicBezTo>
                  <a:cubicBezTo>
                    <a:pt x="95238" y="22545"/>
                    <a:pt x="95238" y="44271"/>
                    <a:pt x="73974" y="74297"/>
                  </a:cubicBezTo>
                  <a:cubicBezTo>
                    <a:pt x="61364" y="91873"/>
                    <a:pt x="47766" y="105056"/>
                    <a:pt x="41831" y="110670"/>
                  </a:cubicBez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7BEC5F7-0D95-E5A8-DF03-127B65E3EBE4}"/>
                </a:ext>
              </a:extLst>
            </p:cNvPr>
            <p:cNvSpPr/>
            <p:nvPr/>
          </p:nvSpPr>
          <p:spPr>
            <a:xfrm>
              <a:off x="12346503" y="6275979"/>
              <a:ext cx="31400" cy="75187"/>
            </a:xfrm>
            <a:custGeom>
              <a:avLst/>
              <a:gdLst>
                <a:gd name="connsiteX0" fmla="*/ 24774 w 31400"/>
                <a:gd name="connsiteY0" fmla="*/ 24254 h 75187"/>
                <a:gd name="connsiteX1" fmla="*/ 5489 w 31400"/>
                <a:gd name="connsiteY1" fmla="*/ 68927 h 75187"/>
                <a:gd name="connsiteX2" fmla="*/ 3758 w 31400"/>
                <a:gd name="connsiteY2" fmla="*/ 71856 h 75187"/>
                <a:gd name="connsiteX3" fmla="*/ 7220 w 31400"/>
                <a:gd name="connsiteY3" fmla="*/ 75274 h 75187"/>
                <a:gd name="connsiteX4" fmla="*/ 31698 w 31400"/>
                <a:gd name="connsiteY4" fmla="*/ 26695 h 75187"/>
                <a:gd name="connsiteX5" fmla="*/ 14390 w 31400"/>
                <a:gd name="connsiteY5" fmla="*/ 86 h 75187"/>
                <a:gd name="connsiteX6" fmla="*/ 297 w 31400"/>
                <a:gd name="connsiteY6" fmla="*/ 14001 h 75187"/>
                <a:gd name="connsiteX7" fmla="*/ 14637 w 31400"/>
                <a:gd name="connsiteY7" fmla="*/ 28159 h 75187"/>
                <a:gd name="connsiteX8" fmla="*/ 24774 w 31400"/>
                <a:gd name="connsiteY8" fmla="*/ 24254 h 75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400" h="75187">
                  <a:moveTo>
                    <a:pt x="24774" y="24254"/>
                  </a:moveTo>
                  <a:cubicBezTo>
                    <a:pt x="24774" y="37680"/>
                    <a:pt x="22302" y="53303"/>
                    <a:pt x="5489" y="68927"/>
                  </a:cubicBezTo>
                  <a:cubicBezTo>
                    <a:pt x="4500" y="69903"/>
                    <a:pt x="3758" y="70636"/>
                    <a:pt x="3758" y="71856"/>
                  </a:cubicBezTo>
                  <a:cubicBezTo>
                    <a:pt x="3758" y="73565"/>
                    <a:pt x="5736" y="75274"/>
                    <a:pt x="7220" y="75274"/>
                  </a:cubicBezTo>
                  <a:cubicBezTo>
                    <a:pt x="10681" y="75274"/>
                    <a:pt x="31698" y="55744"/>
                    <a:pt x="31698" y="26695"/>
                  </a:cubicBezTo>
                  <a:cubicBezTo>
                    <a:pt x="31698" y="11560"/>
                    <a:pt x="25763" y="86"/>
                    <a:pt x="14390" y="86"/>
                  </a:cubicBezTo>
                  <a:cubicBezTo>
                    <a:pt x="6231" y="86"/>
                    <a:pt x="297" y="6433"/>
                    <a:pt x="297" y="14001"/>
                  </a:cubicBezTo>
                  <a:cubicBezTo>
                    <a:pt x="297" y="21812"/>
                    <a:pt x="5983" y="28159"/>
                    <a:pt x="14637" y="28159"/>
                  </a:cubicBezTo>
                  <a:cubicBezTo>
                    <a:pt x="20571" y="28159"/>
                    <a:pt x="24527" y="24254"/>
                    <a:pt x="24774" y="24254"/>
                  </a:cubicBez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ED11781-8C8D-8886-7DD8-60454B818435}"/>
                </a:ext>
              </a:extLst>
            </p:cNvPr>
            <p:cNvSpPr/>
            <p:nvPr/>
          </p:nvSpPr>
          <p:spPr>
            <a:xfrm>
              <a:off x="12414321" y="6196397"/>
              <a:ext cx="226977" cy="110095"/>
            </a:xfrm>
            <a:custGeom>
              <a:avLst/>
              <a:gdLst>
                <a:gd name="connsiteX0" fmla="*/ 95985 w 226977"/>
                <a:gd name="connsiteY0" fmla="*/ 87968 h 110095"/>
                <a:gd name="connsiteX1" fmla="*/ 92524 w 226977"/>
                <a:gd name="connsiteY1" fmla="*/ 102370 h 110095"/>
                <a:gd name="connsiteX2" fmla="*/ 100930 w 226977"/>
                <a:gd name="connsiteY2" fmla="*/ 110182 h 110095"/>
                <a:gd name="connsiteX3" fmla="*/ 110573 w 226977"/>
                <a:gd name="connsiteY3" fmla="*/ 104812 h 110095"/>
                <a:gd name="connsiteX4" fmla="*/ 115024 w 226977"/>
                <a:gd name="connsiteY4" fmla="*/ 89676 h 110095"/>
                <a:gd name="connsiteX5" fmla="*/ 120463 w 226977"/>
                <a:gd name="connsiteY5" fmla="*/ 67706 h 110095"/>
                <a:gd name="connsiteX6" fmla="*/ 124667 w 226977"/>
                <a:gd name="connsiteY6" fmla="*/ 51350 h 110095"/>
                <a:gd name="connsiteX7" fmla="*/ 132331 w 226977"/>
                <a:gd name="connsiteY7" fmla="*/ 32798 h 110095"/>
                <a:gd name="connsiteX8" fmla="*/ 171892 w 226977"/>
                <a:gd name="connsiteY8" fmla="*/ 6921 h 110095"/>
                <a:gd name="connsiteX9" fmla="*/ 186480 w 226977"/>
                <a:gd name="connsiteY9" fmla="*/ 24009 h 110095"/>
                <a:gd name="connsiteX10" fmla="*/ 171892 w 226977"/>
                <a:gd name="connsiteY10" fmla="*/ 76006 h 110095"/>
                <a:gd name="connsiteX11" fmla="*/ 168183 w 226977"/>
                <a:gd name="connsiteY11" fmla="*/ 89188 h 110095"/>
                <a:gd name="connsiteX12" fmla="*/ 191672 w 226977"/>
                <a:gd name="connsiteY12" fmla="*/ 110182 h 110095"/>
                <a:gd name="connsiteX13" fmla="*/ 227276 w 226977"/>
                <a:gd name="connsiteY13" fmla="*/ 72833 h 110095"/>
                <a:gd name="connsiteX14" fmla="*/ 223320 w 226977"/>
                <a:gd name="connsiteY14" fmla="*/ 69659 h 110095"/>
                <a:gd name="connsiteX15" fmla="*/ 218622 w 226977"/>
                <a:gd name="connsiteY15" fmla="*/ 73809 h 110095"/>
                <a:gd name="connsiteX16" fmla="*/ 192414 w 226977"/>
                <a:gd name="connsiteY16" fmla="*/ 103347 h 110095"/>
                <a:gd name="connsiteX17" fmla="*/ 186232 w 226977"/>
                <a:gd name="connsiteY17" fmla="*/ 94803 h 110095"/>
                <a:gd name="connsiteX18" fmla="*/ 191919 w 226977"/>
                <a:gd name="connsiteY18" fmla="*/ 75030 h 110095"/>
                <a:gd name="connsiteX19" fmla="*/ 205023 w 226977"/>
                <a:gd name="connsiteY19" fmla="*/ 27915 h 110095"/>
                <a:gd name="connsiteX20" fmla="*/ 195875 w 226977"/>
                <a:gd name="connsiteY20" fmla="*/ 6677 h 110095"/>
                <a:gd name="connsiteX21" fmla="*/ 172881 w 226977"/>
                <a:gd name="connsiteY21" fmla="*/ 86 h 110095"/>
                <a:gd name="connsiteX22" fmla="*/ 129117 w 226977"/>
                <a:gd name="connsiteY22" fmla="*/ 24742 h 110095"/>
                <a:gd name="connsiteX23" fmla="*/ 96974 w 226977"/>
                <a:gd name="connsiteY23" fmla="*/ 86 h 110095"/>
                <a:gd name="connsiteX24" fmla="*/ 55189 w 226977"/>
                <a:gd name="connsiteY24" fmla="*/ 22301 h 110095"/>
                <a:gd name="connsiteX25" fmla="*/ 28733 w 226977"/>
                <a:gd name="connsiteY25" fmla="*/ 86 h 110095"/>
                <a:gd name="connsiteX26" fmla="*/ 9200 w 226977"/>
                <a:gd name="connsiteY26" fmla="*/ 13268 h 110095"/>
                <a:gd name="connsiteX27" fmla="*/ 299 w 226977"/>
                <a:gd name="connsiteY27" fmla="*/ 37436 h 110095"/>
                <a:gd name="connsiteX28" fmla="*/ 4502 w 226977"/>
                <a:gd name="connsiteY28" fmla="*/ 40609 h 110095"/>
                <a:gd name="connsiteX29" fmla="*/ 9942 w 226977"/>
                <a:gd name="connsiteY29" fmla="*/ 33286 h 110095"/>
                <a:gd name="connsiteX30" fmla="*/ 27991 w 226977"/>
                <a:gd name="connsiteY30" fmla="*/ 6921 h 110095"/>
                <a:gd name="connsiteX31" fmla="*/ 36150 w 226977"/>
                <a:gd name="connsiteY31" fmla="*/ 18883 h 110095"/>
                <a:gd name="connsiteX32" fmla="*/ 32194 w 226977"/>
                <a:gd name="connsiteY32" fmla="*/ 39145 h 110095"/>
                <a:gd name="connsiteX33" fmla="*/ 26755 w 226977"/>
                <a:gd name="connsiteY33" fmla="*/ 61115 h 110095"/>
                <a:gd name="connsiteX34" fmla="*/ 18843 w 226977"/>
                <a:gd name="connsiteY34" fmla="*/ 92362 h 110095"/>
                <a:gd name="connsiteX35" fmla="*/ 16370 w 226977"/>
                <a:gd name="connsiteY35" fmla="*/ 102370 h 110095"/>
                <a:gd name="connsiteX36" fmla="*/ 24777 w 226977"/>
                <a:gd name="connsiteY36" fmla="*/ 110182 h 110095"/>
                <a:gd name="connsiteX37" fmla="*/ 34420 w 226977"/>
                <a:gd name="connsiteY37" fmla="*/ 104812 h 110095"/>
                <a:gd name="connsiteX38" fmla="*/ 38870 w 226977"/>
                <a:gd name="connsiteY38" fmla="*/ 89676 h 110095"/>
                <a:gd name="connsiteX39" fmla="*/ 44310 w 226977"/>
                <a:gd name="connsiteY39" fmla="*/ 67706 h 110095"/>
                <a:gd name="connsiteX40" fmla="*/ 48513 w 226977"/>
                <a:gd name="connsiteY40" fmla="*/ 51350 h 110095"/>
                <a:gd name="connsiteX41" fmla="*/ 58898 w 226977"/>
                <a:gd name="connsiteY41" fmla="*/ 29380 h 110095"/>
                <a:gd name="connsiteX42" fmla="*/ 95985 w 226977"/>
                <a:gd name="connsiteY42" fmla="*/ 6921 h 110095"/>
                <a:gd name="connsiteX43" fmla="*/ 110573 w 226977"/>
                <a:gd name="connsiteY43" fmla="*/ 24009 h 110095"/>
                <a:gd name="connsiteX44" fmla="*/ 106370 w 226977"/>
                <a:gd name="connsiteY44" fmla="*/ 46956 h 110095"/>
                <a:gd name="connsiteX45" fmla="*/ 95985 w 226977"/>
                <a:gd name="connsiteY45" fmla="*/ 87968 h 11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26977" h="110095">
                  <a:moveTo>
                    <a:pt x="95985" y="87968"/>
                  </a:moveTo>
                  <a:cubicBezTo>
                    <a:pt x="94749" y="92850"/>
                    <a:pt x="92524" y="101150"/>
                    <a:pt x="92524" y="102370"/>
                  </a:cubicBezTo>
                  <a:cubicBezTo>
                    <a:pt x="92524" y="107741"/>
                    <a:pt x="96974" y="110182"/>
                    <a:pt x="100930" y="110182"/>
                  </a:cubicBezTo>
                  <a:cubicBezTo>
                    <a:pt x="105381" y="110182"/>
                    <a:pt x="109337" y="107009"/>
                    <a:pt x="110573" y="104812"/>
                  </a:cubicBezTo>
                  <a:cubicBezTo>
                    <a:pt x="111809" y="102615"/>
                    <a:pt x="113787" y="94803"/>
                    <a:pt x="115024" y="89676"/>
                  </a:cubicBezTo>
                  <a:cubicBezTo>
                    <a:pt x="116260" y="85038"/>
                    <a:pt x="118980" y="73809"/>
                    <a:pt x="120463" y="67706"/>
                  </a:cubicBezTo>
                  <a:cubicBezTo>
                    <a:pt x="121947" y="62336"/>
                    <a:pt x="123430" y="56965"/>
                    <a:pt x="124667" y="51350"/>
                  </a:cubicBezTo>
                  <a:cubicBezTo>
                    <a:pt x="127386" y="40853"/>
                    <a:pt x="127386" y="40365"/>
                    <a:pt x="132331" y="32798"/>
                  </a:cubicBezTo>
                  <a:cubicBezTo>
                    <a:pt x="140243" y="20836"/>
                    <a:pt x="152606" y="6921"/>
                    <a:pt x="171892" y="6921"/>
                  </a:cubicBezTo>
                  <a:cubicBezTo>
                    <a:pt x="185738" y="6921"/>
                    <a:pt x="186480" y="18151"/>
                    <a:pt x="186480" y="24009"/>
                  </a:cubicBezTo>
                  <a:cubicBezTo>
                    <a:pt x="186480" y="38656"/>
                    <a:pt x="175848" y="65753"/>
                    <a:pt x="171892" y="76006"/>
                  </a:cubicBezTo>
                  <a:cubicBezTo>
                    <a:pt x="169172" y="82841"/>
                    <a:pt x="168183" y="85038"/>
                    <a:pt x="168183" y="89188"/>
                  </a:cubicBezTo>
                  <a:cubicBezTo>
                    <a:pt x="168183" y="102126"/>
                    <a:pt x="179062" y="110182"/>
                    <a:pt x="191672" y="110182"/>
                  </a:cubicBezTo>
                  <a:cubicBezTo>
                    <a:pt x="216397" y="110182"/>
                    <a:pt x="227276" y="76494"/>
                    <a:pt x="227276" y="72833"/>
                  </a:cubicBezTo>
                  <a:cubicBezTo>
                    <a:pt x="227276" y="69659"/>
                    <a:pt x="224062" y="69659"/>
                    <a:pt x="223320" y="69659"/>
                  </a:cubicBezTo>
                  <a:cubicBezTo>
                    <a:pt x="219859" y="69659"/>
                    <a:pt x="219611" y="71124"/>
                    <a:pt x="218622" y="73809"/>
                  </a:cubicBezTo>
                  <a:cubicBezTo>
                    <a:pt x="212935" y="93338"/>
                    <a:pt x="202304" y="103347"/>
                    <a:pt x="192414" y="103347"/>
                  </a:cubicBezTo>
                  <a:cubicBezTo>
                    <a:pt x="187221" y="103347"/>
                    <a:pt x="186232" y="99929"/>
                    <a:pt x="186232" y="94803"/>
                  </a:cubicBezTo>
                  <a:cubicBezTo>
                    <a:pt x="186232" y="89188"/>
                    <a:pt x="187469" y="86015"/>
                    <a:pt x="191919" y="75030"/>
                  </a:cubicBezTo>
                  <a:cubicBezTo>
                    <a:pt x="194886" y="67462"/>
                    <a:pt x="205023" y="41586"/>
                    <a:pt x="205023" y="27915"/>
                  </a:cubicBezTo>
                  <a:cubicBezTo>
                    <a:pt x="205023" y="24009"/>
                    <a:pt x="205023" y="13757"/>
                    <a:pt x="195875" y="6677"/>
                  </a:cubicBezTo>
                  <a:cubicBezTo>
                    <a:pt x="191672" y="3504"/>
                    <a:pt x="184502" y="86"/>
                    <a:pt x="172881" y="86"/>
                  </a:cubicBezTo>
                  <a:cubicBezTo>
                    <a:pt x="150628" y="86"/>
                    <a:pt x="137029" y="14489"/>
                    <a:pt x="129117" y="24742"/>
                  </a:cubicBezTo>
                  <a:cubicBezTo>
                    <a:pt x="127139" y="3992"/>
                    <a:pt x="109584" y="86"/>
                    <a:pt x="96974" y="86"/>
                  </a:cubicBezTo>
                  <a:cubicBezTo>
                    <a:pt x="76452" y="86"/>
                    <a:pt x="62606" y="12536"/>
                    <a:pt x="55189" y="22301"/>
                  </a:cubicBezTo>
                  <a:cubicBezTo>
                    <a:pt x="53458" y="5457"/>
                    <a:pt x="38870" y="86"/>
                    <a:pt x="28733" y="86"/>
                  </a:cubicBezTo>
                  <a:cubicBezTo>
                    <a:pt x="18101" y="86"/>
                    <a:pt x="12414" y="7654"/>
                    <a:pt x="9200" y="13268"/>
                  </a:cubicBezTo>
                  <a:cubicBezTo>
                    <a:pt x="3760" y="22301"/>
                    <a:pt x="299" y="36215"/>
                    <a:pt x="299" y="37436"/>
                  </a:cubicBezTo>
                  <a:cubicBezTo>
                    <a:pt x="299" y="40609"/>
                    <a:pt x="3760" y="40609"/>
                    <a:pt x="4502" y="40609"/>
                  </a:cubicBezTo>
                  <a:cubicBezTo>
                    <a:pt x="7964" y="40609"/>
                    <a:pt x="8211" y="39877"/>
                    <a:pt x="9942" y="33286"/>
                  </a:cubicBezTo>
                  <a:cubicBezTo>
                    <a:pt x="13650" y="18883"/>
                    <a:pt x="18348" y="6921"/>
                    <a:pt x="27991" y="6921"/>
                  </a:cubicBezTo>
                  <a:cubicBezTo>
                    <a:pt x="34420" y="6921"/>
                    <a:pt x="36150" y="12292"/>
                    <a:pt x="36150" y="18883"/>
                  </a:cubicBezTo>
                  <a:cubicBezTo>
                    <a:pt x="36150" y="23521"/>
                    <a:pt x="33925" y="32554"/>
                    <a:pt x="32194" y="39145"/>
                  </a:cubicBezTo>
                  <a:cubicBezTo>
                    <a:pt x="30464" y="45736"/>
                    <a:pt x="27991" y="55744"/>
                    <a:pt x="26755" y="61115"/>
                  </a:cubicBezTo>
                  <a:lnTo>
                    <a:pt x="18843" y="92362"/>
                  </a:lnTo>
                  <a:cubicBezTo>
                    <a:pt x="17854" y="95535"/>
                    <a:pt x="16370" y="101638"/>
                    <a:pt x="16370" y="102370"/>
                  </a:cubicBezTo>
                  <a:cubicBezTo>
                    <a:pt x="16370" y="107741"/>
                    <a:pt x="20821" y="110182"/>
                    <a:pt x="24777" y="110182"/>
                  </a:cubicBezTo>
                  <a:cubicBezTo>
                    <a:pt x="29227" y="110182"/>
                    <a:pt x="33183" y="107009"/>
                    <a:pt x="34420" y="104812"/>
                  </a:cubicBezTo>
                  <a:cubicBezTo>
                    <a:pt x="35656" y="102615"/>
                    <a:pt x="37634" y="94803"/>
                    <a:pt x="38870" y="89676"/>
                  </a:cubicBezTo>
                  <a:cubicBezTo>
                    <a:pt x="40106" y="85038"/>
                    <a:pt x="42826" y="73809"/>
                    <a:pt x="44310" y="67706"/>
                  </a:cubicBezTo>
                  <a:cubicBezTo>
                    <a:pt x="45793" y="62336"/>
                    <a:pt x="47277" y="56965"/>
                    <a:pt x="48513" y="51350"/>
                  </a:cubicBezTo>
                  <a:cubicBezTo>
                    <a:pt x="51233" y="41342"/>
                    <a:pt x="51727" y="39389"/>
                    <a:pt x="58898" y="29380"/>
                  </a:cubicBezTo>
                  <a:cubicBezTo>
                    <a:pt x="65821" y="19615"/>
                    <a:pt x="77441" y="6921"/>
                    <a:pt x="95985" y="6921"/>
                  </a:cubicBezTo>
                  <a:cubicBezTo>
                    <a:pt x="110326" y="6921"/>
                    <a:pt x="110573" y="19371"/>
                    <a:pt x="110573" y="24009"/>
                  </a:cubicBezTo>
                  <a:cubicBezTo>
                    <a:pt x="110573" y="30112"/>
                    <a:pt x="109831" y="33286"/>
                    <a:pt x="106370" y="46956"/>
                  </a:cubicBezTo>
                  <a:lnTo>
                    <a:pt x="95985" y="87968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1CACBBB-5F09-070E-7013-EB6BD08C08BD}"/>
                </a:ext>
              </a:extLst>
            </p:cNvPr>
            <p:cNvSpPr/>
            <p:nvPr/>
          </p:nvSpPr>
          <p:spPr>
            <a:xfrm>
              <a:off x="12681039" y="6275979"/>
              <a:ext cx="31400" cy="75187"/>
            </a:xfrm>
            <a:custGeom>
              <a:avLst/>
              <a:gdLst>
                <a:gd name="connsiteX0" fmla="*/ 24784 w 31400"/>
                <a:gd name="connsiteY0" fmla="*/ 24254 h 75187"/>
                <a:gd name="connsiteX1" fmla="*/ 5498 w 31400"/>
                <a:gd name="connsiteY1" fmla="*/ 68927 h 75187"/>
                <a:gd name="connsiteX2" fmla="*/ 3767 w 31400"/>
                <a:gd name="connsiteY2" fmla="*/ 71856 h 75187"/>
                <a:gd name="connsiteX3" fmla="*/ 7229 w 31400"/>
                <a:gd name="connsiteY3" fmla="*/ 75274 h 75187"/>
                <a:gd name="connsiteX4" fmla="*/ 31707 w 31400"/>
                <a:gd name="connsiteY4" fmla="*/ 26695 h 75187"/>
                <a:gd name="connsiteX5" fmla="*/ 14399 w 31400"/>
                <a:gd name="connsiteY5" fmla="*/ 86 h 75187"/>
                <a:gd name="connsiteX6" fmla="*/ 306 w 31400"/>
                <a:gd name="connsiteY6" fmla="*/ 14001 h 75187"/>
                <a:gd name="connsiteX7" fmla="*/ 14647 w 31400"/>
                <a:gd name="connsiteY7" fmla="*/ 28159 h 75187"/>
                <a:gd name="connsiteX8" fmla="*/ 24784 w 31400"/>
                <a:gd name="connsiteY8" fmla="*/ 24254 h 75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400" h="75187">
                  <a:moveTo>
                    <a:pt x="24784" y="24254"/>
                  </a:moveTo>
                  <a:cubicBezTo>
                    <a:pt x="24784" y="37680"/>
                    <a:pt x="22311" y="53303"/>
                    <a:pt x="5498" y="68927"/>
                  </a:cubicBezTo>
                  <a:cubicBezTo>
                    <a:pt x="4509" y="69903"/>
                    <a:pt x="3767" y="70636"/>
                    <a:pt x="3767" y="71856"/>
                  </a:cubicBezTo>
                  <a:cubicBezTo>
                    <a:pt x="3767" y="73565"/>
                    <a:pt x="5746" y="75274"/>
                    <a:pt x="7229" y="75274"/>
                  </a:cubicBezTo>
                  <a:cubicBezTo>
                    <a:pt x="10691" y="75274"/>
                    <a:pt x="31707" y="55744"/>
                    <a:pt x="31707" y="26695"/>
                  </a:cubicBezTo>
                  <a:cubicBezTo>
                    <a:pt x="31707" y="11560"/>
                    <a:pt x="25773" y="86"/>
                    <a:pt x="14399" y="86"/>
                  </a:cubicBezTo>
                  <a:cubicBezTo>
                    <a:pt x="6240" y="86"/>
                    <a:pt x="306" y="6433"/>
                    <a:pt x="306" y="14001"/>
                  </a:cubicBezTo>
                  <a:cubicBezTo>
                    <a:pt x="306" y="21812"/>
                    <a:pt x="5993" y="28159"/>
                    <a:pt x="14647" y="28159"/>
                  </a:cubicBezTo>
                  <a:cubicBezTo>
                    <a:pt x="20581" y="28159"/>
                    <a:pt x="24537" y="24254"/>
                    <a:pt x="24784" y="24254"/>
                  </a:cubicBez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D9E95AD-34A5-1A68-7A7F-7B50A03CA3F5}"/>
                </a:ext>
              </a:extLst>
            </p:cNvPr>
            <p:cNvSpPr/>
            <p:nvPr/>
          </p:nvSpPr>
          <p:spPr>
            <a:xfrm>
              <a:off x="12752319" y="6196397"/>
              <a:ext cx="126098" cy="110095"/>
            </a:xfrm>
            <a:custGeom>
              <a:avLst/>
              <a:gdLst>
                <a:gd name="connsiteX0" fmla="*/ 89566 w 126098"/>
                <a:gd name="connsiteY0" fmla="*/ 14489 h 110095"/>
                <a:gd name="connsiteX1" fmla="*/ 64099 w 126098"/>
                <a:gd name="connsiteY1" fmla="*/ 86 h 110095"/>
                <a:gd name="connsiteX2" fmla="*/ 308 w 126098"/>
                <a:gd name="connsiteY2" fmla="*/ 69659 h 110095"/>
                <a:gd name="connsiteX3" fmla="*/ 37643 w 126098"/>
                <a:gd name="connsiteY3" fmla="*/ 110182 h 110095"/>
                <a:gd name="connsiteX4" fmla="*/ 72753 w 126098"/>
                <a:gd name="connsiteY4" fmla="*/ 93094 h 110095"/>
                <a:gd name="connsiteX5" fmla="*/ 98220 w 126098"/>
                <a:gd name="connsiteY5" fmla="*/ 110182 h 110095"/>
                <a:gd name="connsiteX6" fmla="*/ 117753 w 126098"/>
                <a:gd name="connsiteY6" fmla="*/ 97244 h 110095"/>
                <a:gd name="connsiteX7" fmla="*/ 126407 w 126098"/>
                <a:gd name="connsiteY7" fmla="*/ 72833 h 110095"/>
                <a:gd name="connsiteX8" fmla="*/ 122451 w 126098"/>
                <a:gd name="connsiteY8" fmla="*/ 69659 h 110095"/>
                <a:gd name="connsiteX9" fmla="*/ 117011 w 126098"/>
                <a:gd name="connsiteY9" fmla="*/ 77227 h 110095"/>
                <a:gd name="connsiteX10" fmla="*/ 98962 w 126098"/>
                <a:gd name="connsiteY10" fmla="*/ 103347 h 110095"/>
                <a:gd name="connsiteX11" fmla="*/ 90802 w 126098"/>
                <a:gd name="connsiteY11" fmla="*/ 91385 h 110095"/>
                <a:gd name="connsiteX12" fmla="*/ 94511 w 126098"/>
                <a:gd name="connsiteY12" fmla="*/ 72100 h 110095"/>
                <a:gd name="connsiteX13" fmla="*/ 99951 w 126098"/>
                <a:gd name="connsiteY13" fmla="*/ 50130 h 110095"/>
                <a:gd name="connsiteX14" fmla="*/ 104896 w 126098"/>
                <a:gd name="connsiteY14" fmla="*/ 31577 h 110095"/>
                <a:gd name="connsiteX15" fmla="*/ 109346 w 126098"/>
                <a:gd name="connsiteY15" fmla="*/ 12536 h 110095"/>
                <a:gd name="connsiteX16" fmla="*/ 100940 w 126098"/>
                <a:gd name="connsiteY16" fmla="*/ 4724 h 110095"/>
                <a:gd name="connsiteX17" fmla="*/ 89566 w 126098"/>
                <a:gd name="connsiteY17" fmla="*/ 14489 h 110095"/>
                <a:gd name="connsiteX18" fmla="*/ 73742 w 126098"/>
                <a:gd name="connsiteY18" fmla="*/ 77227 h 110095"/>
                <a:gd name="connsiteX19" fmla="*/ 61132 w 126098"/>
                <a:gd name="connsiteY19" fmla="*/ 93582 h 110095"/>
                <a:gd name="connsiteX20" fmla="*/ 38385 w 126098"/>
                <a:gd name="connsiteY20" fmla="*/ 103347 h 110095"/>
                <a:gd name="connsiteX21" fmla="*/ 20336 w 126098"/>
                <a:gd name="connsiteY21" fmla="*/ 79668 h 110095"/>
                <a:gd name="connsiteX22" fmla="*/ 33193 w 126098"/>
                <a:gd name="connsiteY22" fmla="*/ 30112 h 110095"/>
                <a:gd name="connsiteX23" fmla="*/ 64099 w 126098"/>
                <a:gd name="connsiteY23" fmla="*/ 6921 h 110095"/>
                <a:gd name="connsiteX24" fmla="*/ 86105 w 126098"/>
                <a:gd name="connsiteY24" fmla="*/ 28159 h 110095"/>
                <a:gd name="connsiteX25" fmla="*/ 85363 w 126098"/>
                <a:gd name="connsiteY25" fmla="*/ 31577 h 110095"/>
                <a:gd name="connsiteX26" fmla="*/ 73742 w 126098"/>
                <a:gd name="connsiteY26" fmla="*/ 77227 h 11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6098" h="110095">
                  <a:moveTo>
                    <a:pt x="89566" y="14489"/>
                  </a:moveTo>
                  <a:cubicBezTo>
                    <a:pt x="84374" y="6433"/>
                    <a:pt x="75967" y="86"/>
                    <a:pt x="64099" y="86"/>
                  </a:cubicBezTo>
                  <a:cubicBezTo>
                    <a:pt x="32451" y="86"/>
                    <a:pt x="308" y="34506"/>
                    <a:pt x="308" y="69659"/>
                  </a:cubicBezTo>
                  <a:cubicBezTo>
                    <a:pt x="308" y="93338"/>
                    <a:pt x="16380" y="110182"/>
                    <a:pt x="37643" y="110182"/>
                  </a:cubicBezTo>
                  <a:cubicBezTo>
                    <a:pt x="50995" y="110182"/>
                    <a:pt x="62863" y="102615"/>
                    <a:pt x="72753" y="93094"/>
                  </a:cubicBezTo>
                  <a:cubicBezTo>
                    <a:pt x="77451" y="107741"/>
                    <a:pt x="91792" y="110182"/>
                    <a:pt x="98220" y="110182"/>
                  </a:cubicBezTo>
                  <a:cubicBezTo>
                    <a:pt x="107121" y="110182"/>
                    <a:pt x="113302" y="104812"/>
                    <a:pt x="117753" y="97244"/>
                  </a:cubicBezTo>
                  <a:cubicBezTo>
                    <a:pt x="123192" y="87724"/>
                    <a:pt x="126407" y="73809"/>
                    <a:pt x="126407" y="72833"/>
                  </a:cubicBezTo>
                  <a:cubicBezTo>
                    <a:pt x="126407" y="69659"/>
                    <a:pt x="123192" y="69659"/>
                    <a:pt x="122451" y="69659"/>
                  </a:cubicBezTo>
                  <a:cubicBezTo>
                    <a:pt x="118989" y="69659"/>
                    <a:pt x="118742" y="70635"/>
                    <a:pt x="117011" y="77227"/>
                  </a:cubicBezTo>
                  <a:cubicBezTo>
                    <a:pt x="114044" y="88944"/>
                    <a:pt x="109346" y="103347"/>
                    <a:pt x="98962" y="103347"/>
                  </a:cubicBezTo>
                  <a:cubicBezTo>
                    <a:pt x="92533" y="103347"/>
                    <a:pt x="90802" y="97976"/>
                    <a:pt x="90802" y="91385"/>
                  </a:cubicBezTo>
                  <a:cubicBezTo>
                    <a:pt x="90802" y="87235"/>
                    <a:pt x="92781" y="78447"/>
                    <a:pt x="94511" y="72100"/>
                  </a:cubicBezTo>
                  <a:cubicBezTo>
                    <a:pt x="96242" y="65509"/>
                    <a:pt x="98715" y="55500"/>
                    <a:pt x="99951" y="50130"/>
                  </a:cubicBezTo>
                  <a:lnTo>
                    <a:pt x="104896" y="31577"/>
                  </a:lnTo>
                  <a:cubicBezTo>
                    <a:pt x="106379" y="25230"/>
                    <a:pt x="109346" y="13757"/>
                    <a:pt x="109346" y="12536"/>
                  </a:cubicBezTo>
                  <a:cubicBezTo>
                    <a:pt x="109346" y="7166"/>
                    <a:pt x="104896" y="4724"/>
                    <a:pt x="100940" y="4724"/>
                  </a:cubicBezTo>
                  <a:cubicBezTo>
                    <a:pt x="96737" y="4724"/>
                    <a:pt x="91050" y="7654"/>
                    <a:pt x="89566" y="14489"/>
                  </a:cubicBezTo>
                  <a:close/>
                  <a:moveTo>
                    <a:pt x="73742" y="77227"/>
                  </a:moveTo>
                  <a:cubicBezTo>
                    <a:pt x="72011" y="84062"/>
                    <a:pt x="66572" y="88944"/>
                    <a:pt x="61132" y="93582"/>
                  </a:cubicBezTo>
                  <a:cubicBezTo>
                    <a:pt x="58907" y="95535"/>
                    <a:pt x="49017" y="103347"/>
                    <a:pt x="38385" y="103347"/>
                  </a:cubicBezTo>
                  <a:cubicBezTo>
                    <a:pt x="29237" y="103347"/>
                    <a:pt x="20336" y="97000"/>
                    <a:pt x="20336" y="79668"/>
                  </a:cubicBezTo>
                  <a:cubicBezTo>
                    <a:pt x="20336" y="66730"/>
                    <a:pt x="27506" y="39877"/>
                    <a:pt x="33193" y="30112"/>
                  </a:cubicBezTo>
                  <a:cubicBezTo>
                    <a:pt x="44566" y="10583"/>
                    <a:pt x="57176" y="6921"/>
                    <a:pt x="64099" y="6921"/>
                  </a:cubicBezTo>
                  <a:cubicBezTo>
                    <a:pt x="81407" y="6921"/>
                    <a:pt x="86105" y="25474"/>
                    <a:pt x="86105" y="28159"/>
                  </a:cubicBezTo>
                  <a:cubicBezTo>
                    <a:pt x="86105" y="29136"/>
                    <a:pt x="85610" y="30845"/>
                    <a:pt x="85363" y="31577"/>
                  </a:cubicBezTo>
                  <a:lnTo>
                    <a:pt x="73742" y="77227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3076F47-CCCC-E7A3-F646-28E446A63584}"/>
                </a:ext>
              </a:extLst>
            </p:cNvPr>
            <p:cNvSpPr/>
            <p:nvPr/>
          </p:nvSpPr>
          <p:spPr>
            <a:xfrm>
              <a:off x="13006380" y="6048429"/>
              <a:ext cx="234889" cy="232258"/>
            </a:xfrm>
            <a:custGeom>
              <a:avLst/>
              <a:gdLst>
                <a:gd name="connsiteX0" fmla="*/ 125001 w 234889"/>
                <a:gd name="connsiteY0" fmla="*/ 123188 h 232258"/>
                <a:gd name="connsiteX1" fmla="*/ 223548 w 234889"/>
                <a:gd name="connsiteY1" fmla="*/ 123188 h 232258"/>
                <a:gd name="connsiteX2" fmla="*/ 235205 w 234889"/>
                <a:gd name="connsiteY2" fmla="*/ 116214 h 232258"/>
                <a:gd name="connsiteX3" fmla="*/ 223548 w 234889"/>
                <a:gd name="connsiteY3" fmla="*/ 109239 h 232258"/>
                <a:gd name="connsiteX4" fmla="*/ 125001 w 234889"/>
                <a:gd name="connsiteY4" fmla="*/ 109239 h 232258"/>
                <a:gd name="connsiteX5" fmla="*/ 125001 w 234889"/>
                <a:gd name="connsiteY5" fmla="*/ 11593 h 232258"/>
                <a:gd name="connsiteX6" fmla="*/ 117937 w 234889"/>
                <a:gd name="connsiteY6" fmla="*/ 85 h 232258"/>
                <a:gd name="connsiteX7" fmla="*/ 110872 w 234889"/>
                <a:gd name="connsiteY7" fmla="*/ 11593 h 232258"/>
                <a:gd name="connsiteX8" fmla="*/ 110872 w 234889"/>
                <a:gd name="connsiteY8" fmla="*/ 109239 h 232258"/>
                <a:gd name="connsiteX9" fmla="*/ 11972 w 234889"/>
                <a:gd name="connsiteY9" fmla="*/ 109239 h 232258"/>
                <a:gd name="connsiteX10" fmla="*/ 315 w 234889"/>
                <a:gd name="connsiteY10" fmla="*/ 116214 h 232258"/>
                <a:gd name="connsiteX11" fmla="*/ 11972 w 234889"/>
                <a:gd name="connsiteY11" fmla="*/ 123188 h 232258"/>
                <a:gd name="connsiteX12" fmla="*/ 110872 w 234889"/>
                <a:gd name="connsiteY12" fmla="*/ 123188 h 232258"/>
                <a:gd name="connsiteX13" fmla="*/ 110872 w 234889"/>
                <a:gd name="connsiteY13" fmla="*/ 220835 h 232258"/>
                <a:gd name="connsiteX14" fmla="*/ 117937 w 234889"/>
                <a:gd name="connsiteY14" fmla="*/ 232343 h 232258"/>
                <a:gd name="connsiteX15" fmla="*/ 125001 w 234889"/>
                <a:gd name="connsiteY15" fmla="*/ 220835 h 232258"/>
                <a:gd name="connsiteX16" fmla="*/ 125001 w 234889"/>
                <a:gd name="connsiteY16" fmla="*/ 123188 h 23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4889" h="232258">
                  <a:moveTo>
                    <a:pt x="125001" y="123188"/>
                  </a:moveTo>
                  <a:lnTo>
                    <a:pt x="223548" y="123188"/>
                  </a:lnTo>
                  <a:cubicBezTo>
                    <a:pt x="228493" y="123188"/>
                    <a:pt x="235205" y="123188"/>
                    <a:pt x="235205" y="116214"/>
                  </a:cubicBezTo>
                  <a:cubicBezTo>
                    <a:pt x="235205" y="109239"/>
                    <a:pt x="228493" y="109239"/>
                    <a:pt x="223548" y="109239"/>
                  </a:cubicBezTo>
                  <a:lnTo>
                    <a:pt x="125001" y="109239"/>
                  </a:lnTo>
                  <a:lnTo>
                    <a:pt x="125001" y="11593"/>
                  </a:lnTo>
                  <a:cubicBezTo>
                    <a:pt x="125001" y="6711"/>
                    <a:pt x="125001" y="85"/>
                    <a:pt x="117937" y="85"/>
                  </a:cubicBezTo>
                  <a:cubicBezTo>
                    <a:pt x="110872" y="85"/>
                    <a:pt x="110872" y="6711"/>
                    <a:pt x="110872" y="11593"/>
                  </a:cubicBezTo>
                  <a:lnTo>
                    <a:pt x="110872" y="109239"/>
                  </a:lnTo>
                  <a:lnTo>
                    <a:pt x="11972" y="109239"/>
                  </a:lnTo>
                  <a:cubicBezTo>
                    <a:pt x="7026" y="109239"/>
                    <a:pt x="315" y="109239"/>
                    <a:pt x="315" y="116214"/>
                  </a:cubicBezTo>
                  <a:cubicBezTo>
                    <a:pt x="315" y="123188"/>
                    <a:pt x="7026" y="123188"/>
                    <a:pt x="11972" y="123188"/>
                  </a:cubicBezTo>
                  <a:lnTo>
                    <a:pt x="110872" y="123188"/>
                  </a:lnTo>
                  <a:lnTo>
                    <a:pt x="110872" y="220835"/>
                  </a:lnTo>
                  <a:cubicBezTo>
                    <a:pt x="110872" y="225717"/>
                    <a:pt x="110872" y="232343"/>
                    <a:pt x="117937" y="232343"/>
                  </a:cubicBezTo>
                  <a:cubicBezTo>
                    <a:pt x="125001" y="232343"/>
                    <a:pt x="125001" y="225717"/>
                    <a:pt x="125001" y="220835"/>
                  </a:cubicBezTo>
                  <a:lnTo>
                    <a:pt x="125001" y="123188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7A19B8F-D298-AFDF-4188-398B4CB074B9}"/>
                </a:ext>
              </a:extLst>
            </p:cNvPr>
            <p:cNvSpPr/>
            <p:nvPr/>
          </p:nvSpPr>
          <p:spPr>
            <a:xfrm>
              <a:off x="13358536" y="6005884"/>
              <a:ext cx="176255" cy="317349"/>
            </a:xfrm>
            <a:custGeom>
              <a:avLst/>
              <a:gdLst>
                <a:gd name="connsiteX0" fmla="*/ 111235 w 176255"/>
                <a:gd name="connsiteY0" fmla="*/ 106449 h 317349"/>
                <a:gd name="connsiteX1" fmla="*/ 141612 w 176255"/>
                <a:gd name="connsiteY1" fmla="*/ 106449 h 317349"/>
                <a:gd name="connsiteX2" fmla="*/ 152209 w 176255"/>
                <a:gd name="connsiteY2" fmla="*/ 99474 h 317349"/>
                <a:gd name="connsiteX3" fmla="*/ 142672 w 176255"/>
                <a:gd name="connsiteY3" fmla="*/ 95638 h 317349"/>
                <a:gd name="connsiteX4" fmla="*/ 113355 w 176255"/>
                <a:gd name="connsiteY4" fmla="*/ 95638 h 317349"/>
                <a:gd name="connsiteX5" fmla="*/ 120772 w 176255"/>
                <a:gd name="connsiteY5" fmla="*/ 55882 h 317349"/>
                <a:gd name="connsiteX6" fmla="*/ 129250 w 176255"/>
                <a:gd name="connsiteY6" fmla="*/ 19614 h 317349"/>
                <a:gd name="connsiteX7" fmla="*/ 145851 w 176255"/>
                <a:gd name="connsiteY7" fmla="*/ 7757 h 317349"/>
                <a:gd name="connsiteX8" fmla="*/ 163158 w 176255"/>
                <a:gd name="connsiteY8" fmla="*/ 14034 h 317349"/>
                <a:gd name="connsiteX9" fmla="*/ 144085 w 176255"/>
                <a:gd name="connsiteY9" fmla="*/ 32866 h 317349"/>
                <a:gd name="connsiteX10" fmla="*/ 157154 w 176255"/>
                <a:gd name="connsiteY10" fmla="*/ 45072 h 317349"/>
                <a:gd name="connsiteX11" fmla="*/ 176581 w 176255"/>
                <a:gd name="connsiteY11" fmla="*/ 24147 h 317349"/>
                <a:gd name="connsiteX12" fmla="*/ 145851 w 176255"/>
                <a:gd name="connsiteY12" fmla="*/ 85 h 317349"/>
                <a:gd name="connsiteX13" fmla="*/ 100992 w 176255"/>
                <a:gd name="connsiteY13" fmla="*/ 40887 h 317349"/>
                <a:gd name="connsiteX14" fmla="*/ 89336 w 176255"/>
                <a:gd name="connsiteY14" fmla="*/ 95638 h 317349"/>
                <a:gd name="connsiteX15" fmla="*/ 64964 w 176255"/>
                <a:gd name="connsiteY15" fmla="*/ 95638 h 317349"/>
                <a:gd name="connsiteX16" fmla="*/ 54368 w 176255"/>
                <a:gd name="connsiteY16" fmla="*/ 102264 h 317349"/>
                <a:gd name="connsiteX17" fmla="*/ 64258 w 176255"/>
                <a:gd name="connsiteY17" fmla="*/ 106449 h 317349"/>
                <a:gd name="connsiteX18" fmla="*/ 87570 w 176255"/>
                <a:gd name="connsiteY18" fmla="*/ 106449 h 317349"/>
                <a:gd name="connsiteX19" fmla="*/ 61079 w 176255"/>
                <a:gd name="connsiteY19" fmla="*/ 244200 h 317349"/>
                <a:gd name="connsiteX20" fmla="*/ 30349 w 176255"/>
                <a:gd name="connsiteY20" fmla="*/ 309762 h 317349"/>
                <a:gd name="connsiteX21" fmla="*/ 13394 w 176255"/>
                <a:gd name="connsiteY21" fmla="*/ 303485 h 317349"/>
                <a:gd name="connsiteX22" fmla="*/ 32821 w 176255"/>
                <a:gd name="connsiteY22" fmla="*/ 284653 h 317349"/>
                <a:gd name="connsiteX23" fmla="*/ 19752 w 176255"/>
                <a:gd name="connsiteY23" fmla="*/ 272448 h 317349"/>
                <a:gd name="connsiteX24" fmla="*/ 325 w 176255"/>
                <a:gd name="connsiteY24" fmla="*/ 293372 h 317349"/>
                <a:gd name="connsiteX25" fmla="*/ 30349 w 176255"/>
                <a:gd name="connsiteY25" fmla="*/ 317434 h 317349"/>
                <a:gd name="connsiteX26" fmla="*/ 70262 w 176255"/>
                <a:gd name="connsiteY26" fmla="*/ 283607 h 317349"/>
                <a:gd name="connsiteX27" fmla="*/ 90042 w 176255"/>
                <a:gd name="connsiteY27" fmla="*/ 216998 h 317349"/>
                <a:gd name="connsiteX28" fmla="*/ 111235 w 176255"/>
                <a:gd name="connsiteY28" fmla="*/ 106449 h 31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255" h="317349">
                  <a:moveTo>
                    <a:pt x="111235" y="106449"/>
                  </a:moveTo>
                  <a:lnTo>
                    <a:pt x="141612" y="106449"/>
                  </a:lnTo>
                  <a:cubicBezTo>
                    <a:pt x="148676" y="106449"/>
                    <a:pt x="152209" y="106449"/>
                    <a:pt x="152209" y="99474"/>
                  </a:cubicBezTo>
                  <a:cubicBezTo>
                    <a:pt x="152209" y="95638"/>
                    <a:pt x="148676" y="95638"/>
                    <a:pt x="142672" y="95638"/>
                  </a:cubicBezTo>
                  <a:lnTo>
                    <a:pt x="113355" y="95638"/>
                  </a:lnTo>
                  <a:lnTo>
                    <a:pt x="120772" y="55882"/>
                  </a:lnTo>
                  <a:cubicBezTo>
                    <a:pt x="122185" y="48559"/>
                    <a:pt x="127130" y="23799"/>
                    <a:pt x="129250" y="19614"/>
                  </a:cubicBezTo>
                  <a:cubicBezTo>
                    <a:pt x="132428" y="12988"/>
                    <a:pt x="138433" y="7757"/>
                    <a:pt x="145851" y="7757"/>
                  </a:cubicBezTo>
                  <a:cubicBezTo>
                    <a:pt x="147264" y="7757"/>
                    <a:pt x="156447" y="7757"/>
                    <a:pt x="163158" y="14034"/>
                  </a:cubicBezTo>
                  <a:cubicBezTo>
                    <a:pt x="147617" y="15429"/>
                    <a:pt x="144085" y="27635"/>
                    <a:pt x="144085" y="32866"/>
                  </a:cubicBezTo>
                  <a:cubicBezTo>
                    <a:pt x="144085" y="40887"/>
                    <a:pt x="150443" y="45072"/>
                    <a:pt x="157154" y="45072"/>
                  </a:cubicBezTo>
                  <a:cubicBezTo>
                    <a:pt x="166337" y="45072"/>
                    <a:pt x="176581" y="37399"/>
                    <a:pt x="176581" y="24147"/>
                  </a:cubicBezTo>
                  <a:cubicBezTo>
                    <a:pt x="176581" y="8106"/>
                    <a:pt x="160333" y="85"/>
                    <a:pt x="145851" y="85"/>
                  </a:cubicBezTo>
                  <a:cubicBezTo>
                    <a:pt x="133841" y="85"/>
                    <a:pt x="111589" y="6362"/>
                    <a:pt x="100992" y="40887"/>
                  </a:cubicBezTo>
                  <a:cubicBezTo>
                    <a:pt x="98873" y="48210"/>
                    <a:pt x="97813" y="51698"/>
                    <a:pt x="89336" y="95638"/>
                  </a:cubicBezTo>
                  <a:lnTo>
                    <a:pt x="64964" y="95638"/>
                  </a:lnTo>
                  <a:cubicBezTo>
                    <a:pt x="58253" y="95638"/>
                    <a:pt x="54368" y="95638"/>
                    <a:pt x="54368" y="102264"/>
                  </a:cubicBezTo>
                  <a:cubicBezTo>
                    <a:pt x="54368" y="106449"/>
                    <a:pt x="57546" y="106449"/>
                    <a:pt x="64258" y="106449"/>
                  </a:cubicBezTo>
                  <a:lnTo>
                    <a:pt x="87570" y="106449"/>
                  </a:lnTo>
                  <a:lnTo>
                    <a:pt x="61079" y="244200"/>
                  </a:lnTo>
                  <a:cubicBezTo>
                    <a:pt x="54721" y="278027"/>
                    <a:pt x="48716" y="309762"/>
                    <a:pt x="30349" y="309762"/>
                  </a:cubicBezTo>
                  <a:cubicBezTo>
                    <a:pt x="28936" y="309762"/>
                    <a:pt x="20105" y="309762"/>
                    <a:pt x="13394" y="303485"/>
                  </a:cubicBezTo>
                  <a:cubicBezTo>
                    <a:pt x="29642" y="302439"/>
                    <a:pt x="32821" y="289884"/>
                    <a:pt x="32821" y="284653"/>
                  </a:cubicBezTo>
                  <a:cubicBezTo>
                    <a:pt x="32821" y="276632"/>
                    <a:pt x="26463" y="272448"/>
                    <a:pt x="19752" y="272448"/>
                  </a:cubicBezTo>
                  <a:cubicBezTo>
                    <a:pt x="10569" y="272448"/>
                    <a:pt x="325" y="280120"/>
                    <a:pt x="325" y="293372"/>
                  </a:cubicBezTo>
                  <a:cubicBezTo>
                    <a:pt x="325" y="309065"/>
                    <a:pt x="15867" y="317434"/>
                    <a:pt x="30349" y="317434"/>
                  </a:cubicBezTo>
                  <a:cubicBezTo>
                    <a:pt x="49776" y="317434"/>
                    <a:pt x="63904" y="296859"/>
                    <a:pt x="70262" y="283607"/>
                  </a:cubicBezTo>
                  <a:cubicBezTo>
                    <a:pt x="81565" y="261637"/>
                    <a:pt x="89689" y="219440"/>
                    <a:pt x="90042" y="216998"/>
                  </a:cubicBezTo>
                  <a:lnTo>
                    <a:pt x="111235" y="106449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E9D142B-F297-AC4A-CE5A-047CA1BE5D67}"/>
                </a:ext>
              </a:extLst>
            </p:cNvPr>
            <p:cNvSpPr/>
            <p:nvPr/>
          </p:nvSpPr>
          <p:spPr>
            <a:xfrm>
              <a:off x="13524367" y="6196397"/>
              <a:ext cx="226977" cy="110095"/>
            </a:xfrm>
            <a:custGeom>
              <a:avLst/>
              <a:gdLst>
                <a:gd name="connsiteX0" fmla="*/ 96017 w 226977"/>
                <a:gd name="connsiteY0" fmla="*/ 87968 h 110095"/>
                <a:gd name="connsiteX1" fmla="*/ 92555 w 226977"/>
                <a:gd name="connsiteY1" fmla="*/ 102370 h 110095"/>
                <a:gd name="connsiteX2" fmla="*/ 100962 w 226977"/>
                <a:gd name="connsiteY2" fmla="*/ 110182 h 110095"/>
                <a:gd name="connsiteX3" fmla="*/ 110605 w 226977"/>
                <a:gd name="connsiteY3" fmla="*/ 104812 h 110095"/>
                <a:gd name="connsiteX4" fmla="*/ 115055 w 226977"/>
                <a:gd name="connsiteY4" fmla="*/ 89676 h 110095"/>
                <a:gd name="connsiteX5" fmla="*/ 120495 w 226977"/>
                <a:gd name="connsiteY5" fmla="*/ 67706 h 110095"/>
                <a:gd name="connsiteX6" fmla="*/ 124698 w 226977"/>
                <a:gd name="connsiteY6" fmla="*/ 51350 h 110095"/>
                <a:gd name="connsiteX7" fmla="*/ 132363 w 226977"/>
                <a:gd name="connsiteY7" fmla="*/ 32798 h 110095"/>
                <a:gd name="connsiteX8" fmla="*/ 171923 w 226977"/>
                <a:gd name="connsiteY8" fmla="*/ 6921 h 110095"/>
                <a:gd name="connsiteX9" fmla="*/ 186511 w 226977"/>
                <a:gd name="connsiteY9" fmla="*/ 24009 h 110095"/>
                <a:gd name="connsiteX10" fmla="*/ 171923 w 226977"/>
                <a:gd name="connsiteY10" fmla="*/ 76006 h 110095"/>
                <a:gd name="connsiteX11" fmla="*/ 168214 w 226977"/>
                <a:gd name="connsiteY11" fmla="*/ 89188 h 110095"/>
                <a:gd name="connsiteX12" fmla="*/ 191703 w 226977"/>
                <a:gd name="connsiteY12" fmla="*/ 110182 h 110095"/>
                <a:gd name="connsiteX13" fmla="*/ 227307 w 226977"/>
                <a:gd name="connsiteY13" fmla="*/ 72833 h 110095"/>
                <a:gd name="connsiteX14" fmla="*/ 223351 w 226977"/>
                <a:gd name="connsiteY14" fmla="*/ 69659 h 110095"/>
                <a:gd name="connsiteX15" fmla="*/ 218654 w 226977"/>
                <a:gd name="connsiteY15" fmla="*/ 73809 h 110095"/>
                <a:gd name="connsiteX16" fmla="*/ 192445 w 226977"/>
                <a:gd name="connsiteY16" fmla="*/ 103347 h 110095"/>
                <a:gd name="connsiteX17" fmla="*/ 186264 w 226977"/>
                <a:gd name="connsiteY17" fmla="*/ 94803 h 110095"/>
                <a:gd name="connsiteX18" fmla="*/ 191950 w 226977"/>
                <a:gd name="connsiteY18" fmla="*/ 75030 h 110095"/>
                <a:gd name="connsiteX19" fmla="*/ 205055 w 226977"/>
                <a:gd name="connsiteY19" fmla="*/ 27915 h 110095"/>
                <a:gd name="connsiteX20" fmla="*/ 195906 w 226977"/>
                <a:gd name="connsiteY20" fmla="*/ 6677 h 110095"/>
                <a:gd name="connsiteX21" fmla="*/ 172912 w 226977"/>
                <a:gd name="connsiteY21" fmla="*/ 86 h 110095"/>
                <a:gd name="connsiteX22" fmla="*/ 129148 w 226977"/>
                <a:gd name="connsiteY22" fmla="*/ 24742 h 110095"/>
                <a:gd name="connsiteX23" fmla="*/ 97006 w 226977"/>
                <a:gd name="connsiteY23" fmla="*/ 86 h 110095"/>
                <a:gd name="connsiteX24" fmla="*/ 55220 w 226977"/>
                <a:gd name="connsiteY24" fmla="*/ 22301 h 110095"/>
                <a:gd name="connsiteX25" fmla="*/ 28764 w 226977"/>
                <a:gd name="connsiteY25" fmla="*/ 86 h 110095"/>
                <a:gd name="connsiteX26" fmla="*/ 9231 w 226977"/>
                <a:gd name="connsiteY26" fmla="*/ 13268 h 110095"/>
                <a:gd name="connsiteX27" fmla="*/ 330 w 226977"/>
                <a:gd name="connsiteY27" fmla="*/ 37436 h 110095"/>
                <a:gd name="connsiteX28" fmla="*/ 4533 w 226977"/>
                <a:gd name="connsiteY28" fmla="*/ 40609 h 110095"/>
                <a:gd name="connsiteX29" fmla="*/ 9973 w 226977"/>
                <a:gd name="connsiteY29" fmla="*/ 33286 h 110095"/>
                <a:gd name="connsiteX30" fmla="*/ 28022 w 226977"/>
                <a:gd name="connsiteY30" fmla="*/ 6921 h 110095"/>
                <a:gd name="connsiteX31" fmla="*/ 36182 w 226977"/>
                <a:gd name="connsiteY31" fmla="*/ 18883 h 110095"/>
                <a:gd name="connsiteX32" fmla="*/ 32226 w 226977"/>
                <a:gd name="connsiteY32" fmla="*/ 39145 h 110095"/>
                <a:gd name="connsiteX33" fmla="*/ 26786 w 226977"/>
                <a:gd name="connsiteY33" fmla="*/ 61115 h 110095"/>
                <a:gd name="connsiteX34" fmla="*/ 18874 w 226977"/>
                <a:gd name="connsiteY34" fmla="*/ 92362 h 110095"/>
                <a:gd name="connsiteX35" fmla="*/ 16402 w 226977"/>
                <a:gd name="connsiteY35" fmla="*/ 102370 h 110095"/>
                <a:gd name="connsiteX36" fmla="*/ 24808 w 226977"/>
                <a:gd name="connsiteY36" fmla="*/ 110182 h 110095"/>
                <a:gd name="connsiteX37" fmla="*/ 34451 w 226977"/>
                <a:gd name="connsiteY37" fmla="*/ 104812 h 110095"/>
                <a:gd name="connsiteX38" fmla="*/ 38901 w 226977"/>
                <a:gd name="connsiteY38" fmla="*/ 89676 h 110095"/>
                <a:gd name="connsiteX39" fmla="*/ 44341 w 226977"/>
                <a:gd name="connsiteY39" fmla="*/ 67706 h 110095"/>
                <a:gd name="connsiteX40" fmla="*/ 48544 w 226977"/>
                <a:gd name="connsiteY40" fmla="*/ 51350 h 110095"/>
                <a:gd name="connsiteX41" fmla="*/ 58929 w 226977"/>
                <a:gd name="connsiteY41" fmla="*/ 29380 h 110095"/>
                <a:gd name="connsiteX42" fmla="*/ 96017 w 226977"/>
                <a:gd name="connsiteY42" fmla="*/ 6921 h 110095"/>
                <a:gd name="connsiteX43" fmla="*/ 110605 w 226977"/>
                <a:gd name="connsiteY43" fmla="*/ 24009 h 110095"/>
                <a:gd name="connsiteX44" fmla="*/ 106401 w 226977"/>
                <a:gd name="connsiteY44" fmla="*/ 46956 h 110095"/>
                <a:gd name="connsiteX45" fmla="*/ 96017 w 226977"/>
                <a:gd name="connsiteY45" fmla="*/ 87968 h 11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26977" h="110095">
                  <a:moveTo>
                    <a:pt x="96017" y="87968"/>
                  </a:moveTo>
                  <a:cubicBezTo>
                    <a:pt x="94780" y="92850"/>
                    <a:pt x="92555" y="101150"/>
                    <a:pt x="92555" y="102370"/>
                  </a:cubicBezTo>
                  <a:cubicBezTo>
                    <a:pt x="92555" y="107741"/>
                    <a:pt x="97006" y="110182"/>
                    <a:pt x="100962" y="110182"/>
                  </a:cubicBezTo>
                  <a:cubicBezTo>
                    <a:pt x="105412" y="110182"/>
                    <a:pt x="109368" y="107009"/>
                    <a:pt x="110605" y="104812"/>
                  </a:cubicBezTo>
                  <a:cubicBezTo>
                    <a:pt x="111841" y="102615"/>
                    <a:pt x="113819" y="94803"/>
                    <a:pt x="115055" y="89676"/>
                  </a:cubicBezTo>
                  <a:cubicBezTo>
                    <a:pt x="116291" y="85038"/>
                    <a:pt x="119011" y="73809"/>
                    <a:pt x="120495" y="67706"/>
                  </a:cubicBezTo>
                  <a:cubicBezTo>
                    <a:pt x="121978" y="62336"/>
                    <a:pt x="123462" y="56965"/>
                    <a:pt x="124698" y="51350"/>
                  </a:cubicBezTo>
                  <a:cubicBezTo>
                    <a:pt x="127418" y="40853"/>
                    <a:pt x="127418" y="40365"/>
                    <a:pt x="132363" y="32798"/>
                  </a:cubicBezTo>
                  <a:cubicBezTo>
                    <a:pt x="140275" y="20836"/>
                    <a:pt x="152637" y="6921"/>
                    <a:pt x="171923" y="6921"/>
                  </a:cubicBezTo>
                  <a:cubicBezTo>
                    <a:pt x="185769" y="6921"/>
                    <a:pt x="186511" y="18151"/>
                    <a:pt x="186511" y="24009"/>
                  </a:cubicBezTo>
                  <a:cubicBezTo>
                    <a:pt x="186511" y="38656"/>
                    <a:pt x="175879" y="65753"/>
                    <a:pt x="171923" y="76006"/>
                  </a:cubicBezTo>
                  <a:cubicBezTo>
                    <a:pt x="169203" y="82841"/>
                    <a:pt x="168214" y="85038"/>
                    <a:pt x="168214" y="89188"/>
                  </a:cubicBezTo>
                  <a:cubicBezTo>
                    <a:pt x="168214" y="102126"/>
                    <a:pt x="179093" y="110182"/>
                    <a:pt x="191703" y="110182"/>
                  </a:cubicBezTo>
                  <a:cubicBezTo>
                    <a:pt x="216428" y="110182"/>
                    <a:pt x="227307" y="76494"/>
                    <a:pt x="227307" y="72833"/>
                  </a:cubicBezTo>
                  <a:cubicBezTo>
                    <a:pt x="227307" y="69659"/>
                    <a:pt x="224093" y="69659"/>
                    <a:pt x="223351" y="69659"/>
                  </a:cubicBezTo>
                  <a:cubicBezTo>
                    <a:pt x="219890" y="69659"/>
                    <a:pt x="219643" y="71124"/>
                    <a:pt x="218654" y="73809"/>
                  </a:cubicBezTo>
                  <a:cubicBezTo>
                    <a:pt x="212967" y="93338"/>
                    <a:pt x="202335" y="103347"/>
                    <a:pt x="192445" y="103347"/>
                  </a:cubicBezTo>
                  <a:cubicBezTo>
                    <a:pt x="187253" y="103347"/>
                    <a:pt x="186264" y="99929"/>
                    <a:pt x="186264" y="94803"/>
                  </a:cubicBezTo>
                  <a:cubicBezTo>
                    <a:pt x="186264" y="89188"/>
                    <a:pt x="187500" y="86015"/>
                    <a:pt x="191950" y="75030"/>
                  </a:cubicBezTo>
                  <a:cubicBezTo>
                    <a:pt x="194917" y="67462"/>
                    <a:pt x="205055" y="41586"/>
                    <a:pt x="205055" y="27915"/>
                  </a:cubicBezTo>
                  <a:cubicBezTo>
                    <a:pt x="205055" y="24009"/>
                    <a:pt x="205055" y="13757"/>
                    <a:pt x="195906" y="6677"/>
                  </a:cubicBezTo>
                  <a:cubicBezTo>
                    <a:pt x="191703" y="3504"/>
                    <a:pt x="184533" y="86"/>
                    <a:pt x="172912" y="86"/>
                  </a:cubicBezTo>
                  <a:cubicBezTo>
                    <a:pt x="150659" y="86"/>
                    <a:pt x="137060" y="14489"/>
                    <a:pt x="129148" y="24742"/>
                  </a:cubicBezTo>
                  <a:cubicBezTo>
                    <a:pt x="127170" y="3992"/>
                    <a:pt x="109616" y="86"/>
                    <a:pt x="97006" y="86"/>
                  </a:cubicBezTo>
                  <a:cubicBezTo>
                    <a:pt x="76484" y="86"/>
                    <a:pt x="62638" y="12536"/>
                    <a:pt x="55220" y="22301"/>
                  </a:cubicBezTo>
                  <a:cubicBezTo>
                    <a:pt x="53489" y="5457"/>
                    <a:pt x="38901" y="86"/>
                    <a:pt x="28764" y="86"/>
                  </a:cubicBezTo>
                  <a:cubicBezTo>
                    <a:pt x="18132" y="86"/>
                    <a:pt x="12446" y="7654"/>
                    <a:pt x="9231" y="13268"/>
                  </a:cubicBezTo>
                  <a:cubicBezTo>
                    <a:pt x="3792" y="22301"/>
                    <a:pt x="330" y="36215"/>
                    <a:pt x="330" y="37436"/>
                  </a:cubicBezTo>
                  <a:cubicBezTo>
                    <a:pt x="330" y="40609"/>
                    <a:pt x="3792" y="40609"/>
                    <a:pt x="4533" y="40609"/>
                  </a:cubicBezTo>
                  <a:cubicBezTo>
                    <a:pt x="7995" y="40609"/>
                    <a:pt x="8242" y="39877"/>
                    <a:pt x="9973" y="33286"/>
                  </a:cubicBezTo>
                  <a:cubicBezTo>
                    <a:pt x="13682" y="18883"/>
                    <a:pt x="18380" y="6921"/>
                    <a:pt x="28022" y="6921"/>
                  </a:cubicBezTo>
                  <a:cubicBezTo>
                    <a:pt x="34451" y="6921"/>
                    <a:pt x="36182" y="12292"/>
                    <a:pt x="36182" y="18883"/>
                  </a:cubicBezTo>
                  <a:cubicBezTo>
                    <a:pt x="36182" y="23521"/>
                    <a:pt x="33956" y="32554"/>
                    <a:pt x="32226" y="39145"/>
                  </a:cubicBezTo>
                  <a:cubicBezTo>
                    <a:pt x="30495" y="45736"/>
                    <a:pt x="28022" y="55744"/>
                    <a:pt x="26786" y="61115"/>
                  </a:cubicBezTo>
                  <a:lnTo>
                    <a:pt x="18874" y="92362"/>
                  </a:lnTo>
                  <a:cubicBezTo>
                    <a:pt x="17885" y="95535"/>
                    <a:pt x="16402" y="101638"/>
                    <a:pt x="16402" y="102370"/>
                  </a:cubicBezTo>
                  <a:cubicBezTo>
                    <a:pt x="16402" y="107741"/>
                    <a:pt x="20852" y="110182"/>
                    <a:pt x="24808" y="110182"/>
                  </a:cubicBezTo>
                  <a:cubicBezTo>
                    <a:pt x="29259" y="110182"/>
                    <a:pt x="33215" y="107009"/>
                    <a:pt x="34451" y="104812"/>
                  </a:cubicBezTo>
                  <a:cubicBezTo>
                    <a:pt x="35687" y="102615"/>
                    <a:pt x="37665" y="94803"/>
                    <a:pt x="38901" y="89676"/>
                  </a:cubicBezTo>
                  <a:cubicBezTo>
                    <a:pt x="40138" y="85038"/>
                    <a:pt x="42858" y="73809"/>
                    <a:pt x="44341" y="67706"/>
                  </a:cubicBezTo>
                  <a:cubicBezTo>
                    <a:pt x="45825" y="62336"/>
                    <a:pt x="47308" y="56965"/>
                    <a:pt x="48544" y="51350"/>
                  </a:cubicBezTo>
                  <a:cubicBezTo>
                    <a:pt x="51264" y="41342"/>
                    <a:pt x="51759" y="39389"/>
                    <a:pt x="58929" y="29380"/>
                  </a:cubicBezTo>
                  <a:cubicBezTo>
                    <a:pt x="65852" y="19615"/>
                    <a:pt x="77473" y="6921"/>
                    <a:pt x="96017" y="6921"/>
                  </a:cubicBezTo>
                  <a:cubicBezTo>
                    <a:pt x="110357" y="6921"/>
                    <a:pt x="110605" y="19371"/>
                    <a:pt x="110605" y="24009"/>
                  </a:cubicBezTo>
                  <a:cubicBezTo>
                    <a:pt x="110605" y="30112"/>
                    <a:pt x="109863" y="33286"/>
                    <a:pt x="106401" y="46956"/>
                  </a:cubicBezTo>
                  <a:lnTo>
                    <a:pt x="96017" y="87968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A5E6F66-877D-EDEA-DC59-EC035B8A0AA0}"/>
                </a:ext>
              </a:extLst>
            </p:cNvPr>
            <p:cNvSpPr/>
            <p:nvPr/>
          </p:nvSpPr>
          <p:spPr>
            <a:xfrm>
              <a:off x="13780700" y="6152945"/>
              <a:ext cx="181977" cy="179912"/>
            </a:xfrm>
            <a:custGeom>
              <a:avLst/>
              <a:gdLst>
                <a:gd name="connsiteX0" fmla="*/ 97507 w 181977"/>
                <a:gd name="connsiteY0" fmla="*/ 96023 h 179912"/>
                <a:gd name="connsiteX1" fmla="*/ 173166 w 181977"/>
                <a:gd name="connsiteY1" fmla="*/ 96023 h 179912"/>
                <a:gd name="connsiteX2" fmla="*/ 182315 w 181977"/>
                <a:gd name="connsiteY2" fmla="*/ 90165 h 179912"/>
                <a:gd name="connsiteX3" fmla="*/ 173166 w 181977"/>
                <a:gd name="connsiteY3" fmla="*/ 84062 h 179912"/>
                <a:gd name="connsiteX4" fmla="*/ 97507 w 181977"/>
                <a:gd name="connsiteY4" fmla="*/ 84062 h 179912"/>
                <a:gd name="connsiteX5" fmla="*/ 97507 w 181977"/>
                <a:gd name="connsiteY5" fmla="*/ 9118 h 179912"/>
                <a:gd name="connsiteX6" fmla="*/ 91573 w 181977"/>
                <a:gd name="connsiteY6" fmla="*/ 86 h 179912"/>
                <a:gd name="connsiteX7" fmla="*/ 85392 w 181977"/>
                <a:gd name="connsiteY7" fmla="*/ 9118 h 179912"/>
                <a:gd name="connsiteX8" fmla="*/ 85392 w 181977"/>
                <a:gd name="connsiteY8" fmla="*/ 84062 h 179912"/>
                <a:gd name="connsiteX9" fmla="*/ 9486 w 181977"/>
                <a:gd name="connsiteY9" fmla="*/ 84062 h 179912"/>
                <a:gd name="connsiteX10" fmla="*/ 337 w 181977"/>
                <a:gd name="connsiteY10" fmla="*/ 89921 h 179912"/>
                <a:gd name="connsiteX11" fmla="*/ 9486 w 181977"/>
                <a:gd name="connsiteY11" fmla="*/ 96023 h 179912"/>
                <a:gd name="connsiteX12" fmla="*/ 85392 w 181977"/>
                <a:gd name="connsiteY12" fmla="*/ 96023 h 179912"/>
                <a:gd name="connsiteX13" fmla="*/ 85392 w 181977"/>
                <a:gd name="connsiteY13" fmla="*/ 170967 h 179912"/>
                <a:gd name="connsiteX14" fmla="*/ 91326 w 181977"/>
                <a:gd name="connsiteY14" fmla="*/ 179999 h 179912"/>
                <a:gd name="connsiteX15" fmla="*/ 97507 w 181977"/>
                <a:gd name="connsiteY15" fmla="*/ 170967 h 179912"/>
                <a:gd name="connsiteX16" fmla="*/ 97507 w 181977"/>
                <a:gd name="connsiteY16" fmla="*/ 96023 h 179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1977" h="179912">
                  <a:moveTo>
                    <a:pt x="97507" y="96023"/>
                  </a:moveTo>
                  <a:lnTo>
                    <a:pt x="173166" y="96023"/>
                  </a:lnTo>
                  <a:cubicBezTo>
                    <a:pt x="176381" y="96023"/>
                    <a:pt x="182315" y="96023"/>
                    <a:pt x="182315" y="90165"/>
                  </a:cubicBezTo>
                  <a:cubicBezTo>
                    <a:pt x="182315" y="84062"/>
                    <a:pt x="176628" y="84062"/>
                    <a:pt x="173166" y="84062"/>
                  </a:cubicBezTo>
                  <a:lnTo>
                    <a:pt x="97507" y="84062"/>
                  </a:lnTo>
                  <a:lnTo>
                    <a:pt x="97507" y="9118"/>
                  </a:lnTo>
                  <a:cubicBezTo>
                    <a:pt x="97507" y="5945"/>
                    <a:pt x="97507" y="86"/>
                    <a:pt x="91573" y="86"/>
                  </a:cubicBezTo>
                  <a:cubicBezTo>
                    <a:pt x="85392" y="86"/>
                    <a:pt x="85392" y="5701"/>
                    <a:pt x="85392" y="9118"/>
                  </a:cubicBezTo>
                  <a:lnTo>
                    <a:pt x="85392" y="84062"/>
                  </a:lnTo>
                  <a:lnTo>
                    <a:pt x="9486" y="84062"/>
                  </a:lnTo>
                  <a:cubicBezTo>
                    <a:pt x="6271" y="84062"/>
                    <a:pt x="337" y="84062"/>
                    <a:pt x="337" y="89921"/>
                  </a:cubicBezTo>
                  <a:cubicBezTo>
                    <a:pt x="337" y="96023"/>
                    <a:pt x="6024" y="96023"/>
                    <a:pt x="9486" y="96023"/>
                  </a:cubicBezTo>
                  <a:lnTo>
                    <a:pt x="85392" y="96023"/>
                  </a:lnTo>
                  <a:lnTo>
                    <a:pt x="85392" y="170967"/>
                  </a:lnTo>
                  <a:cubicBezTo>
                    <a:pt x="85392" y="174140"/>
                    <a:pt x="85392" y="179999"/>
                    <a:pt x="91326" y="179999"/>
                  </a:cubicBezTo>
                  <a:cubicBezTo>
                    <a:pt x="97507" y="179999"/>
                    <a:pt x="97507" y="174384"/>
                    <a:pt x="97507" y="170967"/>
                  </a:cubicBezTo>
                  <a:lnTo>
                    <a:pt x="97507" y="96023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0F4D25D-9895-B660-C4FF-7CD2B0F0C077}"/>
                </a:ext>
              </a:extLst>
            </p:cNvPr>
            <p:cNvSpPr/>
            <p:nvPr/>
          </p:nvSpPr>
          <p:spPr>
            <a:xfrm>
              <a:off x="14007180" y="6141960"/>
              <a:ext cx="89999" cy="162092"/>
            </a:xfrm>
            <a:custGeom>
              <a:avLst/>
              <a:gdLst>
                <a:gd name="connsiteX0" fmla="*/ 56222 w 89999"/>
                <a:gd name="connsiteY0" fmla="*/ 6921 h 162092"/>
                <a:gd name="connsiteX1" fmla="*/ 48805 w 89999"/>
                <a:gd name="connsiteY1" fmla="*/ 86 h 162092"/>
                <a:gd name="connsiteX2" fmla="*/ 343 w 89999"/>
                <a:gd name="connsiteY2" fmla="*/ 15710 h 162092"/>
                <a:gd name="connsiteX3" fmla="*/ 343 w 89999"/>
                <a:gd name="connsiteY3" fmla="*/ 24498 h 162092"/>
                <a:gd name="connsiteX4" fmla="*/ 36195 w 89999"/>
                <a:gd name="connsiteY4" fmla="*/ 17662 h 162092"/>
                <a:gd name="connsiteX5" fmla="*/ 36195 w 89999"/>
                <a:gd name="connsiteY5" fmla="*/ 142161 h 162092"/>
                <a:gd name="connsiteX6" fmla="*/ 11470 w 89999"/>
                <a:gd name="connsiteY6" fmla="*/ 153390 h 162092"/>
                <a:gd name="connsiteX7" fmla="*/ 2074 w 89999"/>
                <a:gd name="connsiteY7" fmla="*/ 153390 h 162092"/>
                <a:gd name="connsiteX8" fmla="*/ 2074 w 89999"/>
                <a:gd name="connsiteY8" fmla="*/ 162179 h 162092"/>
                <a:gd name="connsiteX9" fmla="*/ 46085 w 89999"/>
                <a:gd name="connsiteY9" fmla="*/ 161202 h 162092"/>
                <a:gd name="connsiteX10" fmla="*/ 90343 w 89999"/>
                <a:gd name="connsiteY10" fmla="*/ 162179 h 162092"/>
                <a:gd name="connsiteX11" fmla="*/ 90343 w 89999"/>
                <a:gd name="connsiteY11" fmla="*/ 153390 h 162092"/>
                <a:gd name="connsiteX12" fmla="*/ 80948 w 89999"/>
                <a:gd name="connsiteY12" fmla="*/ 153390 h 162092"/>
                <a:gd name="connsiteX13" fmla="*/ 56222 w 89999"/>
                <a:gd name="connsiteY13" fmla="*/ 142161 h 162092"/>
                <a:gd name="connsiteX14" fmla="*/ 56222 w 89999"/>
                <a:gd name="connsiteY14" fmla="*/ 6921 h 162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9999" h="162092">
                  <a:moveTo>
                    <a:pt x="56222" y="6921"/>
                  </a:moveTo>
                  <a:cubicBezTo>
                    <a:pt x="56222" y="330"/>
                    <a:pt x="55728" y="86"/>
                    <a:pt x="48805" y="86"/>
                  </a:cubicBezTo>
                  <a:cubicBezTo>
                    <a:pt x="32981" y="15465"/>
                    <a:pt x="10481" y="15710"/>
                    <a:pt x="343" y="15710"/>
                  </a:cubicBezTo>
                  <a:lnTo>
                    <a:pt x="343" y="24498"/>
                  </a:lnTo>
                  <a:cubicBezTo>
                    <a:pt x="6277" y="24498"/>
                    <a:pt x="22596" y="24498"/>
                    <a:pt x="36195" y="17662"/>
                  </a:cubicBezTo>
                  <a:lnTo>
                    <a:pt x="36195" y="142161"/>
                  </a:lnTo>
                  <a:cubicBezTo>
                    <a:pt x="36195" y="150217"/>
                    <a:pt x="36195" y="153390"/>
                    <a:pt x="11470" y="153390"/>
                  </a:cubicBezTo>
                  <a:lnTo>
                    <a:pt x="2074" y="153390"/>
                  </a:lnTo>
                  <a:lnTo>
                    <a:pt x="2074" y="162179"/>
                  </a:lnTo>
                  <a:cubicBezTo>
                    <a:pt x="6525" y="161935"/>
                    <a:pt x="36937" y="161202"/>
                    <a:pt x="46085" y="161202"/>
                  </a:cubicBezTo>
                  <a:cubicBezTo>
                    <a:pt x="53750" y="161202"/>
                    <a:pt x="84904" y="161935"/>
                    <a:pt x="90343" y="162179"/>
                  </a:cubicBezTo>
                  <a:lnTo>
                    <a:pt x="90343" y="153390"/>
                  </a:lnTo>
                  <a:lnTo>
                    <a:pt x="80948" y="153390"/>
                  </a:lnTo>
                  <a:cubicBezTo>
                    <a:pt x="56222" y="153390"/>
                    <a:pt x="56222" y="150217"/>
                    <a:pt x="56222" y="142161"/>
                  </a:cubicBezTo>
                  <a:lnTo>
                    <a:pt x="56222" y="6921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AA68B6C-7ABD-A475-C81D-3BB802FE1ABC}"/>
                </a:ext>
              </a:extLst>
            </p:cNvPr>
            <p:cNvSpPr/>
            <p:nvPr/>
          </p:nvSpPr>
          <p:spPr>
            <a:xfrm>
              <a:off x="14148719" y="6275979"/>
              <a:ext cx="31400" cy="75187"/>
            </a:xfrm>
            <a:custGeom>
              <a:avLst/>
              <a:gdLst>
                <a:gd name="connsiteX0" fmla="*/ 24825 w 31400"/>
                <a:gd name="connsiteY0" fmla="*/ 24254 h 75187"/>
                <a:gd name="connsiteX1" fmla="*/ 5540 w 31400"/>
                <a:gd name="connsiteY1" fmla="*/ 68927 h 75187"/>
                <a:gd name="connsiteX2" fmla="*/ 3809 w 31400"/>
                <a:gd name="connsiteY2" fmla="*/ 71856 h 75187"/>
                <a:gd name="connsiteX3" fmla="*/ 7270 w 31400"/>
                <a:gd name="connsiteY3" fmla="*/ 75274 h 75187"/>
                <a:gd name="connsiteX4" fmla="*/ 31748 w 31400"/>
                <a:gd name="connsiteY4" fmla="*/ 26695 h 75187"/>
                <a:gd name="connsiteX5" fmla="*/ 14441 w 31400"/>
                <a:gd name="connsiteY5" fmla="*/ 86 h 75187"/>
                <a:gd name="connsiteX6" fmla="*/ 347 w 31400"/>
                <a:gd name="connsiteY6" fmla="*/ 14001 h 75187"/>
                <a:gd name="connsiteX7" fmla="*/ 14688 w 31400"/>
                <a:gd name="connsiteY7" fmla="*/ 28159 h 75187"/>
                <a:gd name="connsiteX8" fmla="*/ 24825 w 31400"/>
                <a:gd name="connsiteY8" fmla="*/ 24254 h 75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400" h="75187">
                  <a:moveTo>
                    <a:pt x="24825" y="24254"/>
                  </a:moveTo>
                  <a:cubicBezTo>
                    <a:pt x="24825" y="37680"/>
                    <a:pt x="22353" y="53303"/>
                    <a:pt x="5540" y="68927"/>
                  </a:cubicBezTo>
                  <a:cubicBezTo>
                    <a:pt x="4551" y="69903"/>
                    <a:pt x="3809" y="70636"/>
                    <a:pt x="3809" y="71856"/>
                  </a:cubicBezTo>
                  <a:cubicBezTo>
                    <a:pt x="3809" y="73565"/>
                    <a:pt x="5787" y="75274"/>
                    <a:pt x="7270" y="75274"/>
                  </a:cubicBezTo>
                  <a:cubicBezTo>
                    <a:pt x="10732" y="75274"/>
                    <a:pt x="31748" y="55744"/>
                    <a:pt x="31748" y="26695"/>
                  </a:cubicBezTo>
                  <a:cubicBezTo>
                    <a:pt x="31748" y="11560"/>
                    <a:pt x="25814" y="86"/>
                    <a:pt x="14441" y="86"/>
                  </a:cubicBezTo>
                  <a:cubicBezTo>
                    <a:pt x="6281" y="86"/>
                    <a:pt x="347" y="6433"/>
                    <a:pt x="347" y="14001"/>
                  </a:cubicBezTo>
                  <a:cubicBezTo>
                    <a:pt x="347" y="21812"/>
                    <a:pt x="6034" y="28159"/>
                    <a:pt x="14688" y="28159"/>
                  </a:cubicBezTo>
                  <a:cubicBezTo>
                    <a:pt x="20622" y="28159"/>
                    <a:pt x="24578" y="24254"/>
                    <a:pt x="24825" y="24254"/>
                  </a:cubicBez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EBE47FC-7CC8-E161-A7DA-5B4C11479886}"/>
                </a:ext>
              </a:extLst>
            </p:cNvPr>
            <p:cNvSpPr/>
            <p:nvPr/>
          </p:nvSpPr>
          <p:spPr>
            <a:xfrm>
              <a:off x="14216537" y="6196397"/>
              <a:ext cx="114972" cy="110095"/>
            </a:xfrm>
            <a:custGeom>
              <a:avLst/>
              <a:gdLst>
                <a:gd name="connsiteX0" fmla="*/ 46833 w 114972"/>
                <a:gd name="connsiteY0" fmla="*/ 58430 h 110095"/>
                <a:gd name="connsiteX1" fmla="*/ 53262 w 114972"/>
                <a:gd name="connsiteY1" fmla="*/ 33774 h 110095"/>
                <a:gd name="connsiteX2" fmla="*/ 68838 w 114972"/>
                <a:gd name="connsiteY2" fmla="*/ 13757 h 110095"/>
                <a:gd name="connsiteX3" fmla="*/ 88866 w 114972"/>
                <a:gd name="connsiteY3" fmla="*/ 6921 h 110095"/>
                <a:gd name="connsiteX4" fmla="*/ 102465 w 114972"/>
                <a:gd name="connsiteY4" fmla="*/ 10339 h 110095"/>
                <a:gd name="connsiteX5" fmla="*/ 91586 w 114972"/>
                <a:gd name="connsiteY5" fmla="*/ 23765 h 110095"/>
                <a:gd name="connsiteX6" fmla="*/ 101476 w 114972"/>
                <a:gd name="connsiteY6" fmla="*/ 32798 h 110095"/>
                <a:gd name="connsiteX7" fmla="*/ 115322 w 114972"/>
                <a:gd name="connsiteY7" fmla="*/ 17907 h 110095"/>
                <a:gd name="connsiteX8" fmla="*/ 89113 w 114972"/>
                <a:gd name="connsiteY8" fmla="*/ 86 h 110095"/>
                <a:gd name="connsiteX9" fmla="*/ 54251 w 114972"/>
                <a:gd name="connsiteY9" fmla="*/ 17418 h 110095"/>
                <a:gd name="connsiteX10" fmla="*/ 28784 w 114972"/>
                <a:gd name="connsiteY10" fmla="*/ 86 h 110095"/>
                <a:gd name="connsiteX11" fmla="*/ 9498 w 114972"/>
                <a:gd name="connsiteY11" fmla="*/ 12536 h 110095"/>
                <a:gd name="connsiteX12" fmla="*/ 350 w 114972"/>
                <a:gd name="connsiteY12" fmla="*/ 37436 h 110095"/>
                <a:gd name="connsiteX13" fmla="*/ 4553 w 114972"/>
                <a:gd name="connsiteY13" fmla="*/ 40609 h 110095"/>
                <a:gd name="connsiteX14" fmla="*/ 9993 w 114972"/>
                <a:gd name="connsiteY14" fmla="*/ 33286 h 110095"/>
                <a:gd name="connsiteX15" fmla="*/ 28042 w 114972"/>
                <a:gd name="connsiteY15" fmla="*/ 6921 h 110095"/>
                <a:gd name="connsiteX16" fmla="*/ 36201 w 114972"/>
                <a:gd name="connsiteY16" fmla="*/ 18883 h 110095"/>
                <a:gd name="connsiteX17" fmla="*/ 32245 w 114972"/>
                <a:gd name="connsiteY17" fmla="*/ 39145 h 110095"/>
                <a:gd name="connsiteX18" fmla="*/ 26806 w 114972"/>
                <a:gd name="connsiteY18" fmla="*/ 61115 h 110095"/>
                <a:gd name="connsiteX19" fmla="*/ 18894 w 114972"/>
                <a:gd name="connsiteY19" fmla="*/ 92362 h 110095"/>
                <a:gd name="connsiteX20" fmla="*/ 16421 w 114972"/>
                <a:gd name="connsiteY20" fmla="*/ 102370 h 110095"/>
                <a:gd name="connsiteX21" fmla="*/ 24828 w 114972"/>
                <a:gd name="connsiteY21" fmla="*/ 110182 h 110095"/>
                <a:gd name="connsiteX22" fmla="*/ 35459 w 114972"/>
                <a:gd name="connsiteY22" fmla="*/ 103103 h 110095"/>
                <a:gd name="connsiteX23" fmla="*/ 40157 w 114972"/>
                <a:gd name="connsiteY23" fmla="*/ 84794 h 110095"/>
                <a:gd name="connsiteX24" fmla="*/ 46833 w 114972"/>
                <a:gd name="connsiteY24" fmla="*/ 58430 h 11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4972" h="110095">
                  <a:moveTo>
                    <a:pt x="46833" y="58430"/>
                  </a:moveTo>
                  <a:cubicBezTo>
                    <a:pt x="47080" y="56965"/>
                    <a:pt x="52767" y="34995"/>
                    <a:pt x="53262" y="33774"/>
                  </a:cubicBezTo>
                  <a:cubicBezTo>
                    <a:pt x="53756" y="31821"/>
                    <a:pt x="60926" y="19615"/>
                    <a:pt x="68838" y="13757"/>
                  </a:cubicBezTo>
                  <a:cubicBezTo>
                    <a:pt x="71558" y="11804"/>
                    <a:pt x="78234" y="6921"/>
                    <a:pt x="88866" y="6921"/>
                  </a:cubicBezTo>
                  <a:cubicBezTo>
                    <a:pt x="91338" y="6921"/>
                    <a:pt x="97520" y="7166"/>
                    <a:pt x="102465" y="10339"/>
                  </a:cubicBezTo>
                  <a:cubicBezTo>
                    <a:pt x="94553" y="12536"/>
                    <a:pt x="91586" y="19371"/>
                    <a:pt x="91586" y="23765"/>
                  </a:cubicBezTo>
                  <a:cubicBezTo>
                    <a:pt x="91586" y="29136"/>
                    <a:pt x="95789" y="32798"/>
                    <a:pt x="101476" y="32798"/>
                  </a:cubicBezTo>
                  <a:cubicBezTo>
                    <a:pt x="107163" y="32798"/>
                    <a:pt x="115322" y="28159"/>
                    <a:pt x="115322" y="17907"/>
                  </a:cubicBezTo>
                  <a:cubicBezTo>
                    <a:pt x="115322" y="5213"/>
                    <a:pt x="101723" y="86"/>
                    <a:pt x="89113" y="86"/>
                  </a:cubicBezTo>
                  <a:cubicBezTo>
                    <a:pt x="76256" y="86"/>
                    <a:pt x="65130" y="5213"/>
                    <a:pt x="54251" y="17418"/>
                  </a:cubicBezTo>
                  <a:cubicBezTo>
                    <a:pt x="49800" y="2527"/>
                    <a:pt x="34718" y="86"/>
                    <a:pt x="28784" y="86"/>
                  </a:cubicBezTo>
                  <a:cubicBezTo>
                    <a:pt x="19635" y="86"/>
                    <a:pt x="13454" y="5701"/>
                    <a:pt x="9498" y="12536"/>
                  </a:cubicBezTo>
                  <a:cubicBezTo>
                    <a:pt x="3811" y="22057"/>
                    <a:pt x="350" y="36215"/>
                    <a:pt x="350" y="37436"/>
                  </a:cubicBezTo>
                  <a:cubicBezTo>
                    <a:pt x="350" y="40609"/>
                    <a:pt x="3811" y="40609"/>
                    <a:pt x="4553" y="40609"/>
                  </a:cubicBezTo>
                  <a:cubicBezTo>
                    <a:pt x="8015" y="40609"/>
                    <a:pt x="8262" y="39877"/>
                    <a:pt x="9993" y="33286"/>
                  </a:cubicBezTo>
                  <a:cubicBezTo>
                    <a:pt x="13701" y="18395"/>
                    <a:pt x="18399" y="6921"/>
                    <a:pt x="28042" y="6921"/>
                  </a:cubicBezTo>
                  <a:cubicBezTo>
                    <a:pt x="34470" y="6921"/>
                    <a:pt x="36201" y="12292"/>
                    <a:pt x="36201" y="18883"/>
                  </a:cubicBezTo>
                  <a:cubicBezTo>
                    <a:pt x="36201" y="23521"/>
                    <a:pt x="33976" y="32554"/>
                    <a:pt x="32245" y="39145"/>
                  </a:cubicBezTo>
                  <a:cubicBezTo>
                    <a:pt x="30514" y="45736"/>
                    <a:pt x="28042" y="55744"/>
                    <a:pt x="26806" y="61115"/>
                  </a:cubicBezTo>
                  <a:lnTo>
                    <a:pt x="18894" y="92362"/>
                  </a:lnTo>
                  <a:cubicBezTo>
                    <a:pt x="17905" y="95535"/>
                    <a:pt x="16421" y="101638"/>
                    <a:pt x="16421" y="102370"/>
                  </a:cubicBezTo>
                  <a:cubicBezTo>
                    <a:pt x="16421" y="107741"/>
                    <a:pt x="20872" y="110182"/>
                    <a:pt x="24828" y="110182"/>
                  </a:cubicBezTo>
                  <a:cubicBezTo>
                    <a:pt x="28536" y="110182"/>
                    <a:pt x="33481" y="107985"/>
                    <a:pt x="35459" y="103103"/>
                  </a:cubicBezTo>
                  <a:cubicBezTo>
                    <a:pt x="35954" y="101638"/>
                    <a:pt x="38674" y="90897"/>
                    <a:pt x="40157" y="84794"/>
                  </a:cubicBezTo>
                  <a:lnTo>
                    <a:pt x="46833" y="58430"/>
                  </a:ln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CCB0BBC4-4D60-C915-108D-BE5EBBC32C2E}"/>
                </a:ext>
              </a:extLst>
            </p:cNvPr>
            <p:cNvSpPr/>
            <p:nvPr/>
          </p:nvSpPr>
          <p:spPr>
            <a:xfrm>
              <a:off x="14356153" y="6275979"/>
              <a:ext cx="31400" cy="75187"/>
            </a:xfrm>
            <a:custGeom>
              <a:avLst/>
              <a:gdLst>
                <a:gd name="connsiteX0" fmla="*/ 24831 w 31400"/>
                <a:gd name="connsiteY0" fmla="*/ 24254 h 75187"/>
                <a:gd name="connsiteX1" fmla="*/ 5545 w 31400"/>
                <a:gd name="connsiteY1" fmla="*/ 68927 h 75187"/>
                <a:gd name="connsiteX2" fmla="*/ 3815 w 31400"/>
                <a:gd name="connsiteY2" fmla="*/ 71856 h 75187"/>
                <a:gd name="connsiteX3" fmla="*/ 7276 w 31400"/>
                <a:gd name="connsiteY3" fmla="*/ 75274 h 75187"/>
                <a:gd name="connsiteX4" fmla="*/ 31754 w 31400"/>
                <a:gd name="connsiteY4" fmla="*/ 26695 h 75187"/>
                <a:gd name="connsiteX5" fmla="*/ 14447 w 31400"/>
                <a:gd name="connsiteY5" fmla="*/ 86 h 75187"/>
                <a:gd name="connsiteX6" fmla="*/ 353 w 31400"/>
                <a:gd name="connsiteY6" fmla="*/ 14001 h 75187"/>
                <a:gd name="connsiteX7" fmla="*/ 14694 w 31400"/>
                <a:gd name="connsiteY7" fmla="*/ 28159 h 75187"/>
                <a:gd name="connsiteX8" fmla="*/ 24831 w 31400"/>
                <a:gd name="connsiteY8" fmla="*/ 24254 h 75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400" h="75187">
                  <a:moveTo>
                    <a:pt x="24831" y="24254"/>
                  </a:moveTo>
                  <a:cubicBezTo>
                    <a:pt x="24831" y="37680"/>
                    <a:pt x="22359" y="53303"/>
                    <a:pt x="5545" y="68927"/>
                  </a:cubicBezTo>
                  <a:cubicBezTo>
                    <a:pt x="4556" y="69903"/>
                    <a:pt x="3815" y="70636"/>
                    <a:pt x="3815" y="71856"/>
                  </a:cubicBezTo>
                  <a:cubicBezTo>
                    <a:pt x="3815" y="73565"/>
                    <a:pt x="5793" y="75274"/>
                    <a:pt x="7276" y="75274"/>
                  </a:cubicBezTo>
                  <a:cubicBezTo>
                    <a:pt x="10738" y="75274"/>
                    <a:pt x="31754" y="55744"/>
                    <a:pt x="31754" y="26695"/>
                  </a:cubicBezTo>
                  <a:cubicBezTo>
                    <a:pt x="31754" y="11560"/>
                    <a:pt x="25820" y="86"/>
                    <a:pt x="14447" y="86"/>
                  </a:cubicBezTo>
                  <a:cubicBezTo>
                    <a:pt x="6287" y="86"/>
                    <a:pt x="353" y="6433"/>
                    <a:pt x="353" y="14001"/>
                  </a:cubicBezTo>
                  <a:cubicBezTo>
                    <a:pt x="353" y="21812"/>
                    <a:pt x="6040" y="28159"/>
                    <a:pt x="14694" y="28159"/>
                  </a:cubicBezTo>
                  <a:cubicBezTo>
                    <a:pt x="20628" y="28159"/>
                    <a:pt x="24584" y="24254"/>
                    <a:pt x="24831" y="24254"/>
                  </a:cubicBez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EB48682-B93B-D742-8AFA-19A1D8CC050F}"/>
                </a:ext>
              </a:extLst>
            </p:cNvPr>
            <p:cNvSpPr/>
            <p:nvPr/>
          </p:nvSpPr>
          <p:spPr>
            <a:xfrm>
              <a:off x="14427680" y="6196397"/>
              <a:ext cx="107060" cy="110095"/>
            </a:xfrm>
            <a:custGeom>
              <a:avLst/>
              <a:gdLst>
                <a:gd name="connsiteX0" fmla="*/ 93322 w 107060"/>
                <a:gd name="connsiteY0" fmla="*/ 14245 h 110095"/>
                <a:gd name="connsiteX1" fmla="*/ 80712 w 107060"/>
                <a:gd name="connsiteY1" fmla="*/ 27915 h 110095"/>
                <a:gd name="connsiteX2" fmla="*/ 90355 w 107060"/>
                <a:gd name="connsiteY2" fmla="*/ 36948 h 110095"/>
                <a:gd name="connsiteX3" fmla="*/ 104449 w 107060"/>
                <a:gd name="connsiteY3" fmla="*/ 21324 h 110095"/>
                <a:gd name="connsiteX4" fmla="*/ 71811 w 107060"/>
                <a:gd name="connsiteY4" fmla="*/ 86 h 110095"/>
                <a:gd name="connsiteX5" fmla="*/ 356 w 107060"/>
                <a:gd name="connsiteY5" fmla="*/ 67706 h 110095"/>
                <a:gd name="connsiteX6" fmla="*/ 46097 w 107060"/>
                <a:gd name="connsiteY6" fmla="*/ 110182 h 110095"/>
                <a:gd name="connsiteX7" fmla="*/ 107416 w 107060"/>
                <a:gd name="connsiteY7" fmla="*/ 82597 h 110095"/>
                <a:gd name="connsiteX8" fmla="*/ 103212 w 107060"/>
                <a:gd name="connsiteY8" fmla="*/ 78447 h 110095"/>
                <a:gd name="connsiteX9" fmla="*/ 99256 w 107060"/>
                <a:gd name="connsiteY9" fmla="*/ 80888 h 110095"/>
                <a:gd name="connsiteX10" fmla="*/ 46592 w 107060"/>
                <a:gd name="connsiteY10" fmla="*/ 103347 h 110095"/>
                <a:gd name="connsiteX11" fmla="*/ 20877 w 107060"/>
                <a:gd name="connsiteY11" fmla="*/ 76250 h 110095"/>
                <a:gd name="connsiteX12" fmla="*/ 37196 w 107060"/>
                <a:gd name="connsiteY12" fmla="*/ 25718 h 110095"/>
                <a:gd name="connsiteX13" fmla="*/ 71811 w 107060"/>
                <a:gd name="connsiteY13" fmla="*/ 6921 h 110095"/>
                <a:gd name="connsiteX14" fmla="*/ 93322 w 107060"/>
                <a:gd name="connsiteY14" fmla="*/ 14245 h 11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7060" h="110095">
                  <a:moveTo>
                    <a:pt x="93322" y="14245"/>
                  </a:moveTo>
                  <a:cubicBezTo>
                    <a:pt x="84421" y="15710"/>
                    <a:pt x="80712" y="22545"/>
                    <a:pt x="80712" y="27915"/>
                  </a:cubicBezTo>
                  <a:cubicBezTo>
                    <a:pt x="80712" y="34506"/>
                    <a:pt x="85905" y="36948"/>
                    <a:pt x="90355" y="36948"/>
                  </a:cubicBezTo>
                  <a:cubicBezTo>
                    <a:pt x="95795" y="36948"/>
                    <a:pt x="104449" y="33042"/>
                    <a:pt x="104449" y="21324"/>
                  </a:cubicBezTo>
                  <a:cubicBezTo>
                    <a:pt x="104449" y="4724"/>
                    <a:pt x="85163" y="86"/>
                    <a:pt x="71811" y="86"/>
                  </a:cubicBezTo>
                  <a:cubicBezTo>
                    <a:pt x="34724" y="86"/>
                    <a:pt x="356" y="33774"/>
                    <a:pt x="356" y="67706"/>
                  </a:cubicBezTo>
                  <a:cubicBezTo>
                    <a:pt x="356" y="88700"/>
                    <a:pt x="15191" y="110182"/>
                    <a:pt x="46097" y="110182"/>
                  </a:cubicBezTo>
                  <a:cubicBezTo>
                    <a:pt x="87883" y="110182"/>
                    <a:pt x="107416" y="86015"/>
                    <a:pt x="107416" y="82597"/>
                  </a:cubicBezTo>
                  <a:cubicBezTo>
                    <a:pt x="107416" y="81132"/>
                    <a:pt x="105190" y="78447"/>
                    <a:pt x="103212" y="78447"/>
                  </a:cubicBezTo>
                  <a:cubicBezTo>
                    <a:pt x="101729" y="78447"/>
                    <a:pt x="101234" y="78935"/>
                    <a:pt x="99256" y="80888"/>
                  </a:cubicBezTo>
                  <a:cubicBezTo>
                    <a:pt x="79971" y="103347"/>
                    <a:pt x="51042" y="103347"/>
                    <a:pt x="46592" y="103347"/>
                  </a:cubicBezTo>
                  <a:cubicBezTo>
                    <a:pt x="28790" y="103347"/>
                    <a:pt x="20877" y="91385"/>
                    <a:pt x="20877" y="76250"/>
                  </a:cubicBezTo>
                  <a:cubicBezTo>
                    <a:pt x="20877" y="69171"/>
                    <a:pt x="24339" y="42562"/>
                    <a:pt x="37196" y="25718"/>
                  </a:cubicBezTo>
                  <a:cubicBezTo>
                    <a:pt x="46592" y="13757"/>
                    <a:pt x="59449" y="6921"/>
                    <a:pt x="71811" y="6921"/>
                  </a:cubicBezTo>
                  <a:cubicBezTo>
                    <a:pt x="75273" y="6921"/>
                    <a:pt x="87141" y="7410"/>
                    <a:pt x="93322" y="14245"/>
                  </a:cubicBezTo>
                  <a:close/>
                </a:path>
              </a:pathLst>
            </a:custGeom>
            <a:solidFill>
              <a:srgbClr val="000000"/>
            </a:solidFill>
            <a:ln w="3556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>
                <a:latin typeface="Nunito" pitchFamily="2" charset="0"/>
              </a:endParaRP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074158-4B77-35FA-FB19-6E18C4A14562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3347134" y="3659547"/>
            <a:ext cx="160586" cy="278522"/>
          </a:xfrm>
          <a:prstGeom prst="straightConnector1">
            <a:avLst/>
          </a:prstGeom>
          <a:ln>
            <a:solidFill>
              <a:srgbClr val="2683C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395">
                <a:extLst>
                  <a:ext uri="{FF2B5EF4-FFF2-40B4-BE49-F238E27FC236}">
                    <a16:creationId xmlns:a16="http://schemas.microsoft.com/office/drawing/2014/main" id="{BD4E8EA5-F825-0D65-934C-04A8B9701647}"/>
                  </a:ext>
                </a:extLst>
              </p:cNvPr>
              <p:cNvSpPr txBox="1"/>
              <p:nvPr/>
            </p:nvSpPr>
            <p:spPr>
              <a:xfrm>
                <a:off x="2802666" y="3938069"/>
                <a:ext cx="141010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>
                    <a:solidFill>
                      <a:srgbClr val="288CD2"/>
                    </a:solidFill>
                    <a:latin typeface="Nunito" pitchFamily="2" charset="0"/>
                  </a:rPr>
                  <a:t>Rules to rewrite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288CD2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2000" i="1" dirty="0">
                  <a:solidFill>
                    <a:srgbClr val="288CD2"/>
                  </a:solidFill>
                  <a:latin typeface="Nunito" pitchFamily="2" charset="0"/>
                </a:endParaRPr>
              </a:p>
            </p:txBody>
          </p:sp>
        </mc:Choice>
        <mc:Fallback>
          <p:sp>
            <p:nvSpPr>
              <p:cNvPr id="11" name="TextBox 395">
                <a:extLst>
                  <a:ext uri="{FF2B5EF4-FFF2-40B4-BE49-F238E27FC236}">
                    <a16:creationId xmlns:a16="http://schemas.microsoft.com/office/drawing/2014/main" id="{BD4E8EA5-F825-0D65-934C-04A8B9701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666" y="3938069"/>
                <a:ext cx="1410108" cy="707886"/>
              </a:xfrm>
              <a:prstGeom prst="rect">
                <a:avLst/>
              </a:prstGeom>
              <a:blipFill>
                <a:blip r:embed="rId4"/>
                <a:stretch>
                  <a:fillRect l="-4762" t="-4310" b="-1551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BFC023B-78A9-AA25-962B-33EE288A9262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4910560" y="3659547"/>
            <a:ext cx="306068" cy="278522"/>
          </a:xfrm>
          <a:prstGeom prst="straightConnector1">
            <a:avLst/>
          </a:prstGeom>
          <a:ln>
            <a:solidFill>
              <a:srgbClr val="2683C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400">
            <a:extLst>
              <a:ext uri="{FF2B5EF4-FFF2-40B4-BE49-F238E27FC236}">
                <a16:creationId xmlns:a16="http://schemas.microsoft.com/office/drawing/2014/main" id="{3B043895-4001-939A-878A-34C21A9FE2BA}"/>
              </a:ext>
            </a:extLst>
          </p:cNvPr>
          <p:cNvSpPr txBox="1"/>
          <p:nvPr/>
        </p:nvSpPr>
        <p:spPr>
          <a:xfrm>
            <a:off x="4366091" y="3938069"/>
            <a:ext cx="17010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288CD2"/>
                </a:solidFill>
                <a:latin typeface="Nunito" pitchFamily="2" charset="0"/>
              </a:rPr>
              <a:t>midpoint for splitting</a:t>
            </a:r>
            <a:endParaRPr lang="en-US" sz="2000" i="1" dirty="0">
              <a:solidFill>
                <a:srgbClr val="288CD2"/>
              </a:solidFill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931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86629-2BC7-1E9D-C161-ADD3D88B4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4592E-7C60-9E3E-326C-ED7821F3B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Inside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BB2A1-6C1C-9D77-BF26-C4651AC51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30</a:t>
            </a:fld>
            <a:endParaRPr lang="en-CA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C7B4AB-3490-93CE-01E5-1FE4091FCCBF}"/>
              </a:ext>
            </a:extLst>
          </p:cNvPr>
          <p:cNvSpPr>
            <a:spLocks noGrp="1"/>
          </p:cNvSpPr>
          <p:nvPr/>
        </p:nvSpPr>
        <p:spPr>
          <a:xfrm>
            <a:off x="665551" y="1325563"/>
            <a:ext cx="10614274" cy="4674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Nunito" pitchFamily="2" charset="0"/>
              </a:rPr>
              <a:t>Find the probability for generating a sequence from a certain non-terminal (counting all possible trees).</a:t>
            </a:r>
          </a:p>
        </p:txBody>
      </p:sp>
      <p:grpSp>
        <p:nvGrpSpPr>
          <p:cNvPr id="432" name="Group 431" descr="\documentclass{article}&#10;\usepackage{nunito}&#10;\usepackage[linguistics]{forest}&#10;\usepackage{amsmath,amssymb}&#10;\pagestyle{empty}&#10;\begin{document}&#10;&#10;\begin{align*}&#10;P(s_{\ell..r}, b) = \sum_{(b\rightarrow a~c)\in \mathcal{R}_b} \sum_{\ell\leq m &lt; r}p(b\rightarrow a~ c) P(s_{\ell..m}, a) P(s_{m+1..r}, c)&#10;\end{align*}&#10;&#10;&#10;\end{document}" title="IguanaTex Shape Display">
            <a:extLst>
              <a:ext uri="{FF2B5EF4-FFF2-40B4-BE49-F238E27FC236}">
                <a16:creationId xmlns:a16="http://schemas.microsoft.com/office/drawing/2014/main" id="{127F5964-A6A4-80E2-6B02-3A1F6350F493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231666" y="2905874"/>
            <a:ext cx="9718424" cy="829815"/>
            <a:chOff x="5018021" y="7640983"/>
            <a:chExt cx="9718424" cy="829815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852FB40-1030-B60C-3672-9A325E888A38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018021" y="7734629"/>
              <a:ext cx="253411" cy="239547"/>
            </a:xfrm>
            <a:custGeom>
              <a:avLst/>
              <a:gdLst>
                <a:gd name="csX0" fmla="*/ 93440 w 253411"/>
                <a:gd name="csY0" fmla="*/ 128802 h 239547"/>
                <a:gd name="csX1" fmla="*/ 153776 w 253411"/>
                <a:gd name="csY1" fmla="*/ 128802 h 239547"/>
                <a:gd name="csX2" fmla="*/ 253508 w 253411"/>
                <a:gd name="csY2" fmla="*/ 53045 h 239547"/>
                <a:gd name="csX3" fmla="*/ 183589 w 253411"/>
                <a:gd name="csY3" fmla="*/ 85 h 239547"/>
                <a:gd name="csX4" fmla="*/ 68596 w 253411"/>
                <a:gd name="csY4" fmla="*/ 85 h 239547"/>
                <a:gd name="csX5" fmla="*/ 57948 w 253411"/>
                <a:gd name="csY5" fmla="*/ 6749 h 239547"/>
                <a:gd name="csX6" fmla="*/ 68241 w 253411"/>
                <a:gd name="csY6" fmla="*/ 10957 h 239547"/>
                <a:gd name="csX7" fmla="*/ 83502 w 253411"/>
                <a:gd name="csY7" fmla="*/ 11659 h 239547"/>
                <a:gd name="csX8" fmla="*/ 91310 w 253411"/>
                <a:gd name="csY8" fmla="*/ 17270 h 239547"/>
                <a:gd name="csX9" fmla="*/ 89891 w 253411"/>
                <a:gd name="csY9" fmla="*/ 23934 h 239547"/>
                <a:gd name="csX10" fmla="*/ 42332 w 253411"/>
                <a:gd name="csY10" fmla="*/ 212276 h 239547"/>
                <a:gd name="csX11" fmla="*/ 10034 w 253411"/>
                <a:gd name="csY11" fmla="*/ 228760 h 239547"/>
                <a:gd name="csX12" fmla="*/ 97 w 253411"/>
                <a:gd name="csY12" fmla="*/ 235424 h 239547"/>
                <a:gd name="csX13" fmla="*/ 5420 w 253411"/>
                <a:gd name="csY13" fmla="*/ 239632 h 239547"/>
                <a:gd name="csX14" fmla="*/ 50495 w 253411"/>
                <a:gd name="csY14" fmla="*/ 238580 h 239547"/>
                <a:gd name="csX15" fmla="*/ 73210 w 253411"/>
                <a:gd name="csY15" fmla="*/ 238931 h 239547"/>
                <a:gd name="csX16" fmla="*/ 96279 w 253411"/>
                <a:gd name="csY16" fmla="*/ 239632 h 239547"/>
                <a:gd name="csX17" fmla="*/ 103378 w 253411"/>
                <a:gd name="csY17" fmla="*/ 232618 h 239547"/>
                <a:gd name="csX18" fmla="*/ 93440 w 253411"/>
                <a:gd name="csY18" fmla="*/ 228760 h 239547"/>
                <a:gd name="csX19" fmla="*/ 70370 w 253411"/>
                <a:gd name="csY19" fmla="*/ 222447 h 239547"/>
                <a:gd name="csX20" fmla="*/ 71435 w 253411"/>
                <a:gd name="csY20" fmla="*/ 216484 h 239547"/>
                <a:gd name="csX21" fmla="*/ 93440 w 253411"/>
                <a:gd name="csY21" fmla="*/ 128802 h 239547"/>
                <a:gd name="csX22" fmla="*/ 118994 w 253411"/>
                <a:gd name="csY22" fmla="*/ 24285 h 239547"/>
                <a:gd name="csX23" fmla="*/ 138160 w 253411"/>
                <a:gd name="csY23" fmla="*/ 10957 h 239547"/>
                <a:gd name="csX24" fmla="*/ 172232 w 253411"/>
                <a:gd name="csY24" fmla="*/ 10957 h 239547"/>
                <a:gd name="csX25" fmla="*/ 220501 w 253411"/>
                <a:gd name="csY25" fmla="*/ 44627 h 239547"/>
                <a:gd name="csX26" fmla="*/ 199560 w 253411"/>
                <a:gd name="csY26" fmla="*/ 101095 h 239547"/>
                <a:gd name="csX27" fmla="*/ 144903 w 253411"/>
                <a:gd name="csY27" fmla="*/ 119683 h 239547"/>
                <a:gd name="csX28" fmla="*/ 94860 w 253411"/>
                <a:gd name="csY28" fmla="*/ 119683 h 239547"/>
                <a:gd name="csX29" fmla="*/ 118994 w 253411"/>
                <a:gd name="csY29" fmla="*/ 24285 h 239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53411" h="239547">
                  <a:moveTo>
                    <a:pt x="93440" y="128802"/>
                  </a:moveTo>
                  <a:lnTo>
                    <a:pt x="153776" y="128802"/>
                  </a:lnTo>
                  <a:cubicBezTo>
                    <a:pt x="204174" y="128802"/>
                    <a:pt x="253508" y="92326"/>
                    <a:pt x="253508" y="53045"/>
                  </a:cubicBezTo>
                  <a:cubicBezTo>
                    <a:pt x="253508" y="26039"/>
                    <a:pt x="230083" y="85"/>
                    <a:pt x="183589" y="85"/>
                  </a:cubicBezTo>
                  <a:lnTo>
                    <a:pt x="68596" y="85"/>
                  </a:lnTo>
                  <a:cubicBezTo>
                    <a:pt x="61852" y="85"/>
                    <a:pt x="57948" y="85"/>
                    <a:pt x="57948" y="6749"/>
                  </a:cubicBezTo>
                  <a:cubicBezTo>
                    <a:pt x="57948" y="10957"/>
                    <a:pt x="61142" y="10957"/>
                    <a:pt x="68241" y="10957"/>
                  </a:cubicBezTo>
                  <a:cubicBezTo>
                    <a:pt x="72855" y="10957"/>
                    <a:pt x="79243" y="11308"/>
                    <a:pt x="83502" y="11659"/>
                  </a:cubicBezTo>
                  <a:cubicBezTo>
                    <a:pt x="89181" y="12360"/>
                    <a:pt x="91310" y="13412"/>
                    <a:pt x="91310" y="17270"/>
                  </a:cubicBezTo>
                  <a:cubicBezTo>
                    <a:pt x="91310" y="18673"/>
                    <a:pt x="90955" y="19726"/>
                    <a:pt x="89891" y="23934"/>
                  </a:cubicBezTo>
                  <a:lnTo>
                    <a:pt x="42332" y="212276"/>
                  </a:lnTo>
                  <a:cubicBezTo>
                    <a:pt x="38783" y="225954"/>
                    <a:pt x="38073" y="228760"/>
                    <a:pt x="10034" y="228760"/>
                  </a:cubicBezTo>
                  <a:cubicBezTo>
                    <a:pt x="4001" y="228760"/>
                    <a:pt x="97" y="228760"/>
                    <a:pt x="97" y="235424"/>
                  </a:cubicBezTo>
                  <a:cubicBezTo>
                    <a:pt x="97" y="239632"/>
                    <a:pt x="4356" y="239632"/>
                    <a:pt x="5420" y="239632"/>
                  </a:cubicBezTo>
                  <a:cubicBezTo>
                    <a:pt x="15358" y="239632"/>
                    <a:pt x="40557" y="238580"/>
                    <a:pt x="50495" y="238580"/>
                  </a:cubicBezTo>
                  <a:cubicBezTo>
                    <a:pt x="57948" y="238580"/>
                    <a:pt x="65756" y="238931"/>
                    <a:pt x="73210" y="238931"/>
                  </a:cubicBezTo>
                  <a:cubicBezTo>
                    <a:pt x="81018" y="238931"/>
                    <a:pt x="88826" y="239632"/>
                    <a:pt x="96279" y="239632"/>
                  </a:cubicBezTo>
                  <a:cubicBezTo>
                    <a:pt x="98764" y="239632"/>
                    <a:pt x="103378" y="239632"/>
                    <a:pt x="103378" y="232618"/>
                  </a:cubicBezTo>
                  <a:cubicBezTo>
                    <a:pt x="103378" y="228760"/>
                    <a:pt x="100183" y="228760"/>
                    <a:pt x="93440" y="228760"/>
                  </a:cubicBezTo>
                  <a:cubicBezTo>
                    <a:pt x="80308" y="228760"/>
                    <a:pt x="70370" y="228760"/>
                    <a:pt x="70370" y="222447"/>
                  </a:cubicBezTo>
                  <a:cubicBezTo>
                    <a:pt x="70370" y="220342"/>
                    <a:pt x="71080" y="218589"/>
                    <a:pt x="71435" y="216484"/>
                  </a:cubicBezTo>
                  <a:lnTo>
                    <a:pt x="93440" y="128802"/>
                  </a:lnTo>
                  <a:close/>
                  <a:moveTo>
                    <a:pt x="118994" y="24285"/>
                  </a:moveTo>
                  <a:cubicBezTo>
                    <a:pt x="122188" y="12009"/>
                    <a:pt x="122898" y="10957"/>
                    <a:pt x="138160" y="10957"/>
                  </a:cubicBezTo>
                  <a:lnTo>
                    <a:pt x="172232" y="10957"/>
                  </a:lnTo>
                  <a:cubicBezTo>
                    <a:pt x="201690" y="10957"/>
                    <a:pt x="220501" y="20427"/>
                    <a:pt x="220501" y="44627"/>
                  </a:cubicBezTo>
                  <a:cubicBezTo>
                    <a:pt x="220501" y="58306"/>
                    <a:pt x="213402" y="88468"/>
                    <a:pt x="199560" y="101095"/>
                  </a:cubicBezTo>
                  <a:cubicBezTo>
                    <a:pt x="181814" y="116877"/>
                    <a:pt x="160519" y="119683"/>
                    <a:pt x="144903" y="119683"/>
                  </a:cubicBezTo>
                  <a:lnTo>
                    <a:pt x="94860" y="119683"/>
                  </a:lnTo>
                  <a:lnTo>
                    <a:pt x="118994" y="24285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189AB05-94EA-9C94-3305-7D3219308BF2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316118" y="7711130"/>
              <a:ext cx="82340" cy="350728"/>
            </a:xfrm>
            <a:custGeom>
              <a:avLst/>
              <a:gdLst>
                <a:gd name="csX0" fmla="*/ 82445 w 82340"/>
                <a:gd name="csY0" fmla="*/ 347306 h 350728"/>
                <a:gd name="csX1" fmla="*/ 76412 w 82340"/>
                <a:gd name="csY1" fmla="*/ 339590 h 350728"/>
                <a:gd name="csX2" fmla="*/ 20690 w 82340"/>
                <a:gd name="csY2" fmla="*/ 175449 h 350728"/>
                <a:gd name="csX3" fmla="*/ 77831 w 82340"/>
                <a:gd name="csY3" fmla="*/ 9554 h 350728"/>
                <a:gd name="csX4" fmla="*/ 82445 w 82340"/>
                <a:gd name="csY4" fmla="*/ 3592 h 350728"/>
                <a:gd name="csX5" fmla="*/ 78896 w 82340"/>
                <a:gd name="csY5" fmla="*/ 85 h 350728"/>
                <a:gd name="csX6" fmla="*/ 22464 w 82340"/>
                <a:gd name="csY6" fmla="*/ 68477 h 350728"/>
                <a:gd name="csX7" fmla="*/ 104 w 82340"/>
                <a:gd name="csY7" fmla="*/ 175449 h 350728"/>
                <a:gd name="csX8" fmla="*/ 23529 w 82340"/>
                <a:gd name="csY8" fmla="*/ 284876 h 350728"/>
                <a:gd name="csX9" fmla="*/ 78896 w 82340"/>
                <a:gd name="csY9" fmla="*/ 350813 h 350728"/>
                <a:gd name="csX10" fmla="*/ 82445 w 82340"/>
                <a:gd name="csY10" fmla="*/ 347306 h 3507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2340" h="350728">
                  <a:moveTo>
                    <a:pt x="82445" y="347306"/>
                  </a:moveTo>
                  <a:cubicBezTo>
                    <a:pt x="82445" y="346254"/>
                    <a:pt x="82445" y="345553"/>
                    <a:pt x="76412" y="339590"/>
                  </a:cubicBezTo>
                  <a:cubicBezTo>
                    <a:pt x="32047" y="295398"/>
                    <a:pt x="20690" y="229111"/>
                    <a:pt x="20690" y="175449"/>
                  </a:cubicBezTo>
                  <a:cubicBezTo>
                    <a:pt x="20690" y="114422"/>
                    <a:pt x="34176" y="53395"/>
                    <a:pt x="77831" y="9554"/>
                  </a:cubicBezTo>
                  <a:cubicBezTo>
                    <a:pt x="82445" y="5346"/>
                    <a:pt x="82445" y="4644"/>
                    <a:pt x="82445" y="3592"/>
                  </a:cubicBezTo>
                  <a:cubicBezTo>
                    <a:pt x="82445" y="1137"/>
                    <a:pt x="81026" y="85"/>
                    <a:pt x="78896" y="85"/>
                  </a:cubicBezTo>
                  <a:cubicBezTo>
                    <a:pt x="75347" y="85"/>
                    <a:pt x="43404" y="23934"/>
                    <a:pt x="22464" y="68477"/>
                  </a:cubicBezTo>
                  <a:cubicBezTo>
                    <a:pt x="4363" y="107057"/>
                    <a:pt x="104" y="145988"/>
                    <a:pt x="104" y="175449"/>
                  </a:cubicBezTo>
                  <a:cubicBezTo>
                    <a:pt x="104" y="202806"/>
                    <a:pt x="4008" y="245244"/>
                    <a:pt x="23529" y="284876"/>
                  </a:cubicBezTo>
                  <a:cubicBezTo>
                    <a:pt x="44824" y="328016"/>
                    <a:pt x="75347" y="350813"/>
                    <a:pt x="78896" y="350813"/>
                  </a:cubicBezTo>
                  <a:cubicBezTo>
                    <a:pt x="81026" y="350813"/>
                    <a:pt x="82445" y="349761"/>
                    <a:pt x="82445" y="347306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FE9C4EBA-1480-32F5-C0CF-0FC23F10F53C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437461" y="7819155"/>
              <a:ext cx="130609" cy="158880"/>
            </a:xfrm>
            <a:custGeom>
              <a:avLst/>
              <a:gdLst>
                <a:gd name="csX0" fmla="*/ 120425 w 130609"/>
                <a:gd name="csY0" fmla="*/ 23934 h 158880"/>
                <a:gd name="csX1" fmla="*/ 103389 w 130609"/>
                <a:gd name="csY1" fmla="*/ 39717 h 158880"/>
                <a:gd name="csX2" fmla="*/ 114392 w 130609"/>
                <a:gd name="csY2" fmla="*/ 49888 h 158880"/>
                <a:gd name="csX3" fmla="*/ 130718 w 130609"/>
                <a:gd name="csY3" fmla="*/ 30247 h 158880"/>
                <a:gd name="csX4" fmla="*/ 88483 w 130609"/>
                <a:gd name="csY4" fmla="*/ 85 h 158880"/>
                <a:gd name="csX5" fmla="*/ 28502 w 130609"/>
                <a:gd name="csY5" fmla="*/ 51291 h 158880"/>
                <a:gd name="csX6" fmla="*/ 65058 w 130609"/>
                <a:gd name="csY6" fmla="*/ 86013 h 158880"/>
                <a:gd name="csX7" fmla="*/ 101970 w 130609"/>
                <a:gd name="csY7" fmla="*/ 112669 h 158880"/>
                <a:gd name="csX8" fmla="*/ 51216 w 130609"/>
                <a:gd name="csY8" fmla="*/ 151249 h 158880"/>
                <a:gd name="csX9" fmla="*/ 10756 w 130609"/>
                <a:gd name="csY9" fmla="*/ 132660 h 158880"/>
                <a:gd name="csX10" fmla="*/ 33116 w 130609"/>
                <a:gd name="csY10" fmla="*/ 114072 h 158880"/>
                <a:gd name="csX11" fmla="*/ 19984 w 130609"/>
                <a:gd name="csY11" fmla="*/ 101796 h 158880"/>
                <a:gd name="csX12" fmla="*/ 108 w 130609"/>
                <a:gd name="csY12" fmla="*/ 124944 h 158880"/>
                <a:gd name="csX13" fmla="*/ 50861 w 130609"/>
                <a:gd name="csY13" fmla="*/ 158965 h 158880"/>
                <a:gd name="csX14" fmla="*/ 122200 w 130609"/>
                <a:gd name="csY14" fmla="*/ 100744 h 158880"/>
                <a:gd name="csX15" fmla="*/ 111198 w 130609"/>
                <a:gd name="csY15" fmla="*/ 75141 h 158880"/>
                <a:gd name="csX16" fmla="*/ 75706 w 130609"/>
                <a:gd name="csY16" fmla="*/ 60410 h 158880"/>
                <a:gd name="csX17" fmla="*/ 48732 w 130609"/>
                <a:gd name="csY17" fmla="*/ 39366 h 158880"/>
                <a:gd name="csX18" fmla="*/ 88483 w 130609"/>
                <a:gd name="csY18" fmla="*/ 7801 h 158880"/>
                <a:gd name="csX19" fmla="*/ 120425 w 130609"/>
                <a:gd name="csY19" fmla="*/ 23934 h 158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30609" h="158880">
                  <a:moveTo>
                    <a:pt x="120425" y="23934"/>
                  </a:moveTo>
                  <a:cubicBezTo>
                    <a:pt x="110488" y="24285"/>
                    <a:pt x="103389" y="32001"/>
                    <a:pt x="103389" y="39717"/>
                  </a:cubicBezTo>
                  <a:cubicBezTo>
                    <a:pt x="103389" y="44627"/>
                    <a:pt x="106584" y="49888"/>
                    <a:pt x="114392" y="49888"/>
                  </a:cubicBezTo>
                  <a:cubicBezTo>
                    <a:pt x="122200" y="49888"/>
                    <a:pt x="130718" y="43926"/>
                    <a:pt x="130718" y="30247"/>
                  </a:cubicBezTo>
                  <a:cubicBezTo>
                    <a:pt x="130718" y="14465"/>
                    <a:pt x="115457" y="85"/>
                    <a:pt x="88483" y="85"/>
                  </a:cubicBezTo>
                  <a:cubicBezTo>
                    <a:pt x="41634" y="85"/>
                    <a:pt x="28502" y="35859"/>
                    <a:pt x="28502" y="51291"/>
                  </a:cubicBezTo>
                  <a:cubicBezTo>
                    <a:pt x="28502" y="78648"/>
                    <a:pt x="54766" y="83909"/>
                    <a:pt x="65058" y="86013"/>
                  </a:cubicBezTo>
                  <a:cubicBezTo>
                    <a:pt x="83514" y="89521"/>
                    <a:pt x="101970" y="93379"/>
                    <a:pt x="101970" y="112669"/>
                  </a:cubicBezTo>
                  <a:cubicBezTo>
                    <a:pt x="101970" y="121788"/>
                    <a:pt x="93807" y="151249"/>
                    <a:pt x="51216" y="151249"/>
                  </a:cubicBezTo>
                  <a:cubicBezTo>
                    <a:pt x="46248" y="151249"/>
                    <a:pt x="18919" y="151249"/>
                    <a:pt x="10756" y="132660"/>
                  </a:cubicBezTo>
                  <a:cubicBezTo>
                    <a:pt x="24243" y="134414"/>
                    <a:pt x="33116" y="123892"/>
                    <a:pt x="33116" y="114072"/>
                  </a:cubicBezTo>
                  <a:cubicBezTo>
                    <a:pt x="33116" y="106005"/>
                    <a:pt x="27437" y="101796"/>
                    <a:pt x="19984" y="101796"/>
                  </a:cubicBezTo>
                  <a:cubicBezTo>
                    <a:pt x="10756" y="101796"/>
                    <a:pt x="108" y="109161"/>
                    <a:pt x="108" y="124944"/>
                  </a:cubicBezTo>
                  <a:cubicBezTo>
                    <a:pt x="108" y="144936"/>
                    <a:pt x="20339" y="158965"/>
                    <a:pt x="50861" y="158965"/>
                  </a:cubicBezTo>
                  <a:cubicBezTo>
                    <a:pt x="108358" y="158965"/>
                    <a:pt x="122200" y="116527"/>
                    <a:pt x="122200" y="100744"/>
                  </a:cubicBezTo>
                  <a:cubicBezTo>
                    <a:pt x="122200" y="88118"/>
                    <a:pt x="115457" y="79349"/>
                    <a:pt x="111198" y="75141"/>
                  </a:cubicBezTo>
                  <a:cubicBezTo>
                    <a:pt x="101615" y="65320"/>
                    <a:pt x="91322" y="63567"/>
                    <a:pt x="75706" y="60410"/>
                  </a:cubicBezTo>
                  <a:cubicBezTo>
                    <a:pt x="62929" y="57604"/>
                    <a:pt x="48732" y="55149"/>
                    <a:pt x="48732" y="39366"/>
                  </a:cubicBezTo>
                  <a:cubicBezTo>
                    <a:pt x="48732" y="29195"/>
                    <a:pt x="57250" y="7801"/>
                    <a:pt x="88483" y="7801"/>
                  </a:cubicBezTo>
                  <a:cubicBezTo>
                    <a:pt x="97356" y="7801"/>
                    <a:pt x="115102" y="10256"/>
                    <a:pt x="120425" y="23934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C1B8FEC5-A61E-12C2-66A5-40E732EF580A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5591087" y="7853947"/>
              <a:ext cx="103352" cy="175785"/>
            </a:xfrm>
            <a:custGeom>
              <a:avLst/>
              <a:gdLst>
                <a:gd name="csX0" fmla="*/ 23963 w 103352"/>
                <a:gd name="csY0" fmla="*/ 139290 h 175785"/>
                <a:gd name="csX1" fmla="*/ 55764 w 103352"/>
                <a:gd name="csY1" fmla="*/ 175871 h 175785"/>
                <a:gd name="csX2" fmla="*/ 81602 w 103352"/>
                <a:gd name="csY2" fmla="*/ 167033 h 175785"/>
                <a:gd name="csX3" fmla="*/ 98745 w 103352"/>
                <a:gd name="csY3" fmla="*/ 152548 h 175785"/>
                <a:gd name="csX4" fmla="*/ 94769 w 103352"/>
                <a:gd name="csY4" fmla="*/ 147883 h 175785"/>
                <a:gd name="csX5" fmla="*/ 89304 w 103352"/>
                <a:gd name="csY5" fmla="*/ 151566 h 175785"/>
                <a:gd name="csX6" fmla="*/ 56012 w 103352"/>
                <a:gd name="csY6" fmla="*/ 168997 h 175785"/>
                <a:gd name="csX7" fmla="*/ 39118 w 103352"/>
                <a:gd name="csY7" fmla="*/ 135608 h 175785"/>
                <a:gd name="csX8" fmla="*/ 39615 w 103352"/>
                <a:gd name="csY8" fmla="*/ 127260 h 175785"/>
                <a:gd name="csX9" fmla="*/ 42845 w 103352"/>
                <a:gd name="csY9" fmla="*/ 121614 h 175785"/>
                <a:gd name="csX10" fmla="*/ 103465 w 103352"/>
                <a:gd name="csY10" fmla="*/ 21446 h 175785"/>
                <a:gd name="csX11" fmla="*/ 87068 w 103352"/>
                <a:gd name="csY11" fmla="*/ 86 h 175785"/>
                <a:gd name="csX12" fmla="*/ 45826 w 103352"/>
                <a:gd name="csY12" fmla="*/ 39122 h 175785"/>
                <a:gd name="csX13" fmla="*/ 26448 w 103352"/>
                <a:gd name="csY13" fmla="*/ 92398 h 175785"/>
                <a:gd name="csX14" fmla="*/ 22721 w 103352"/>
                <a:gd name="csY14" fmla="*/ 129470 h 175785"/>
                <a:gd name="csX15" fmla="*/ 4336 w 103352"/>
                <a:gd name="csY15" fmla="*/ 145674 h 175785"/>
                <a:gd name="csX16" fmla="*/ 113 w 103352"/>
                <a:gd name="csY16" fmla="*/ 150829 h 175785"/>
                <a:gd name="csX17" fmla="*/ 4336 w 103352"/>
                <a:gd name="csY17" fmla="*/ 155249 h 175785"/>
                <a:gd name="csX18" fmla="*/ 14523 w 103352"/>
                <a:gd name="csY18" fmla="*/ 147392 h 175785"/>
                <a:gd name="csX19" fmla="*/ 23963 w 103352"/>
                <a:gd name="csY19" fmla="*/ 139290 h 175785"/>
                <a:gd name="csX20" fmla="*/ 41851 w 103352"/>
                <a:gd name="csY20" fmla="*/ 111302 h 175785"/>
                <a:gd name="csX21" fmla="*/ 86819 w 103352"/>
                <a:gd name="csY21" fmla="*/ 6960 h 175785"/>
                <a:gd name="csX22" fmla="*/ 95515 w 103352"/>
                <a:gd name="csY22" fmla="*/ 19727 h 175785"/>
                <a:gd name="csX23" fmla="*/ 74149 w 103352"/>
                <a:gd name="csY23" fmla="*/ 74721 h 175785"/>
                <a:gd name="csX24" fmla="*/ 41851 w 103352"/>
                <a:gd name="csY24" fmla="*/ 111302 h 1757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03352" h="175785">
                  <a:moveTo>
                    <a:pt x="23963" y="139290"/>
                  </a:moveTo>
                  <a:cubicBezTo>
                    <a:pt x="26448" y="155249"/>
                    <a:pt x="34646" y="175871"/>
                    <a:pt x="55764" y="175871"/>
                  </a:cubicBezTo>
                  <a:cubicBezTo>
                    <a:pt x="63714" y="175871"/>
                    <a:pt x="72658" y="172680"/>
                    <a:pt x="81602" y="167033"/>
                  </a:cubicBezTo>
                  <a:cubicBezTo>
                    <a:pt x="85826" y="164578"/>
                    <a:pt x="98745" y="155494"/>
                    <a:pt x="98745" y="152548"/>
                  </a:cubicBezTo>
                  <a:cubicBezTo>
                    <a:pt x="98745" y="151075"/>
                    <a:pt x="97005" y="147883"/>
                    <a:pt x="94769" y="147883"/>
                  </a:cubicBezTo>
                  <a:cubicBezTo>
                    <a:pt x="93527" y="147883"/>
                    <a:pt x="93030" y="147883"/>
                    <a:pt x="89304" y="151566"/>
                  </a:cubicBezTo>
                  <a:cubicBezTo>
                    <a:pt x="78621" y="160895"/>
                    <a:pt x="67192" y="168997"/>
                    <a:pt x="56012" y="168997"/>
                  </a:cubicBezTo>
                  <a:cubicBezTo>
                    <a:pt x="39118" y="168997"/>
                    <a:pt x="39118" y="140272"/>
                    <a:pt x="39118" y="135608"/>
                  </a:cubicBezTo>
                  <a:cubicBezTo>
                    <a:pt x="39118" y="132416"/>
                    <a:pt x="39118" y="131925"/>
                    <a:pt x="39615" y="127260"/>
                  </a:cubicBezTo>
                  <a:cubicBezTo>
                    <a:pt x="39864" y="124805"/>
                    <a:pt x="39864" y="124314"/>
                    <a:pt x="42845" y="121614"/>
                  </a:cubicBezTo>
                  <a:cubicBezTo>
                    <a:pt x="56509" y="108847"/>
                    <a:pt x="103465" y="64164"/>
                    <a:pt x="103465" y="21446"/>
                  </a:cubicBezTo>
                  <a:cubicBezTo>
                    <a:pt x="103465" y="17763"/>
                    <a:pt x="103465" y="86"/>
                    <a:pt x="87068" y="86"/>
                  </a:cubicBezTo>
                  <a:cubicBezTo>
                    <a:pt x="66447" y="86"/>
                    <a:pt x="49801" y="31757"/>
                    <a:pt x="45826" y="39122"/>
                  </a:cubicBezTo>
                  <a:cubicBezTo>
                    <a:pt x="34895" y="59991"/>
                    <a:pt x="29181" y="80122"/>
                    <a:pt x="26448" y="92398"/>
                  </a:cubicBezTo>
                  <a:cubicBezTo>
                    <a:pt x="22721" y="108847"/>
                    <a:pt x="22721" y="117440"/>
                    <a:pt x="22721" y="129470"/>
                  </a:cubicBezTo>
                  <a:cubicBezTo>
                    <a:pt x="20982" y="131189"/>
                    <a:pt x="6821" y="143710"/>
                    <a:pt x="4336" y="145674"/>
                  </a:cubicBezTo>
                  <a:cubicBezTo>
                    <a:pt x="361" y="149111"/>
                    <a:pt x="113" y="149356"/>
                    <a:pt x="113" y="150829"/>
                  </a:cubicBezTo>
                  <a:cubicBezTo>
                    <a:pt x="113" y="152548"/>
                    <a:pt x="2349" y="155249"/>
                    <a:pt x="4336" y="155249"/>
                  </a:cubicBezTo>
                  <a:cubicBezTo>
                    <a:pt x="6075" y="155249"/>
                    <a:pt x="12783" y="149111"/>
                    <a:pt x="14523" y="147392"/>
                  </a:cubicBezTo>
                  <a:lnTo>
                    <a:pt x="23963" y="139290"/>
                  </a:lnTo>
                  <a:close/>
                  <a:moveTo>
                    <a:pt x="41851" y="111302"/>
                  </a:moveTo>
                  <a:cubicBezTo>
                    <a:pt x="46323" y="86260"/>
                    <a:pt x="65950" y="6960"/>
                    <a:pt x="86819" y="6960"/>
                  </a:cubicBezTo>
                  <a:cubicBezTo>
                    <a:pt x="92533" y="6960"/>
                    <a:pt x="95515" y="10889"/>
                    <a:pt x="95515" y="19727"/>
                  </a:cubicBezTo>
                  <a:cubicBezTo>
                    <a:pt x="95515" y="22673"/>
                    <a:pt x="95515" y="44523"/>
                    <a:pt x="74149" y="74721"/>
                  </a:cubicBezTo>
                  <a:cubicBezTo>
                    <a:pt x="61478" y="92398"/>
                    <a:pt x="47814" y="105656"/>
                    <a:pt x="41851" y="111302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6226DA68-EB45-60C8-5DFD-3EE0D16C776E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5731999" y="7998552"/>
              <a:ext cx="28570" cy="28233"/>
            </a:xfrm>
            <a:custGeom>
              <a:avLst/>
              <a:gdLst>
                <a:gd name="csX0" fmla="*/ 28687 w 28570"/>
                <a:gd name="csY0" fmla="*/ 14326 h 28233"/>
                <a:gd name="csX1" fmla="*/ 14526 w 28570"/>
                <a:gd name="csY1" fmla="*/ 86 h 28233"/>
                <a:gd name="csX2" fmla="*/ 116 w 28570"/>
                <a:gd name="csY2" fmla="*/ 14080 h 28233"/>
                <a:gd name="csX3" fmla="*/ 14277 w 28570"/>
                <a:gd name="csY3" fmla="*/ 28320 h 28233"/>
                <a:gd name="csX4" fmla="*/ 28687 w 28570"/>
                <a:gd name="csY4" fmla="*/ 14326 h 282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570" h="28233">
                  <a:moveTo>
                    <a:pt x="28687" y="14326"/>
                  </a:moveTo>
                  <a:cubicBezTo>
                    <a:pt x="28687" y="5487"/>
                    <a:pt x="21234" y="86"/>
                    <a:pt x="14526" y="86"/>
                  </a:cubicBezTo>
                  <a:cubicBezTo>
                    <a:pt x="6327" y="86"/>
                    <a:pt x="116" y="6715"/>
                    <a:pt x="116" y="14080"/>
                  </a:cubicBezTo>
                  <a:cubicBezTo>
                    <a:pt x="116" y="22919"/>
                    <a:pt x="7569" y="28320"/>
                    <a:pt x="14277" y="28320"/>
                  </a:cubicBezTo>
                  <a:cubicBezTo>
                    <a:pt x="22476" y="28320"/>
                    <a:pt x="28687" y="21691"/>
                    <a:pt x="28687" y="14326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545E0E2-CCA8-7CC0-D858-0AE457140948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816292" y="7998552"/>
              <a:ext cx="28570" cy="28233"/>
            </a:xfrm>
            <a:custGeom>
              <a:avLst/>
              <a:gdLst>
                <a:gd name="csX0" fmla="*/ 28689 w 28570"/>
                <a:gd name="csY0" fmla="*/ 14326 h 28233"/>
                <a:gd name="csX1" fmla="*/ 14528 w 28570"/>
                <a:gd name="csY1" fmla="*/ 86 h 28233"/>
                <a:gd name="csX2" fmla="*/ 119 w 28570"/>
                <a:gd name="csY2" fmla="*/ 14080 h 28233"/>
                <a:gd name="csX3" fmla="*/ 14280 w 28570"/>
                <a:gd name="csY3" fmla="*/ 28320 h 28233"/>
                <a:gd name="csX4" fmla="*/ 28689 w 28570"/>
                <a:gd name="csY4" fmla="*/ 14326 h 282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570" h="28233">
                  <a:moveTo>
                    <a:pt x="28689" y="14326"/>
                  </a:moveTo>
                  <a:cubicBezTo>
                    <a:pt x="28689" y="5487"/>
                    <a:pt x="21236" y="86"/>
                    <a:pt x="14528" y="86"/>
                  </a:cubicBezTo>
                  <a:cubicBezTo>
                    <a:pt x="6330" y="86"/>
                    <a:pt x="119" y="6715"/>
                    <a:pt x="119" y="14080"/>
                  </a:cubicBezTo>
                  <a:cubicBezTo>
                    <a:pt x="119" y="22919"/>
                    <a:pt x="7572" y="28320"/>
                    <a:pt x="14280" y="28320"/>
                  </a:cubicBezTo>
                  <a:cubicBezTo>
                    <a:pt x="22478" y="28320"/>
                    <a:pt x="28689" y="21691"/>
                    <a:pt x="28689" y="14326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C3563867-237F-0088-D01A-B5C3F19134E6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884437" y="7918516"/>
              <a:ext cx="115525" cy="110725"/>
            </a:xfrm>
            <a:custGeom>
              <a:avLst/>
              <a:gdLst>
                <a:gd name="csX0" fmla="*/ 46828 w 115525"/>
                <a:gd name="csY0" fmla="*/ 58763 h 110725"/>
                <a:gd name="csX1" fmla="*/ 53288 w 115525"/>
                <a:gd name="csY1" fmla="*/ 33967 h 110725"/>
                <a:gd name="csX2" fmla="*/ 68940 w 115525"/>
                <a:gd name="csY2" fmla="*/ 13835 h 110725"/>
                <a:gd name="csX3" fmla="*/ 89063 w 115525"/>
                <a:gd name="csY3" fmla="*/ 6960 h 110725"/>
                <a:gd name="csX4" fmla="*/ 102728 w 115525"/>
                <a:gd name="csY4" fmla="*/ 10398 h 110725"/>
                <a:gd name="csX5" fmla="*/ 91796 w 115525"/>
                <a:gd name="csY5" fmla="*/ 23901 h 110725"/>
                <a:gd name="csX6" fmla="*/ 101734 w 115525"/>
                <a:gd name="csY6" fmla="*/ 32985 h 110725"/>
                <a:gd name="csX7" fmla="*/ 115647 w 115525"/>
                <a:gd name="csY7" fmla="*/ 18008 h 110725"/>
                <a:gd name="csX8" fmla="*/ 89312 w 115525"/>
                <a:gd name="csY8" fmla="*/ 86 h 110725"/>
                <a:gd name="csX9" fmla="*/ 54281 w 115525"/>
                <a:gd name="csY9" fmla="*/ 17517 h 110725"/>
                <a:gd name="csX10" fmla="*/ 28692 w 115525"/>
                <a:gd name="csY10" fmla="*/ 86 h 110725"/>
                <a:gd name="csX11" fmla="*/ 9313 w 115525"/>
                <a:gd name="csY11" fmla="*/ 12607 h 110725"/>
                <a:gd name="csX12" fmla="*/ 121 w 115525"/>
                <a:gd name="csY12" fmla="*/ 37649 h 110725"/>
                <a:gd name="csX13" fmla="*/ 4344 w 115525"/>
                <a:gd name="csY13" fmla="*/ 40841 h 110725"/>
                <a:gd name="csX14" fmla="*/ 9810 w 115525"/>
                <a:gd name="csY14" fmla="*/ 33476 h 110725"/>
                <a:gd name="csX15" fmla="*/ 27946 w 115525"/>
                <a:gd name="csY15" fmla="*/ 6960 h 110725"/>
                <a:gd name="csX16" fmla="*/ 36145 w 115525"/>
                <a:gd name="csY16" fmla="*/ 18990 h 110725"/>
                <a:gd name="csX17" fmla="*/ 32170 w 115525"/>
                <a:gd name="csY17" fmla="*/ 39368 h 110725"/>
                <a:gd name="csX18" fmla="*/ 26704 w 115525"/>
                <a:gd name="csY18" fmla="*/ 61464 h 110725"/>
                <a:gd name="csX19" fmla="*/ 18754 w 115525"/>
                <a:gd name="csY19" fmla="*/ 92889 h 110725"/>
                <a:gd name="csX20" fmla="*/ 16270 w 115525"/>
                <a:gd name="csY20" fmla="*/ 102955 h 110725"/>
                <a:gd name="csX21" fmla="*/ 24717 w 115525"/>
                <a:gd name="csY21" fmla="*/ 110811 h 110725"/>
                <a:gd name="csX22" fmla="*/ 35400 w 115525"/>
                <a:gd name="csY22" fmla="*/ 103691 h 110725"/>
                <a:gd name="csX23" fmla="*/ 40120 w 115525"/>
                <a:gd name="csY23" fmla="*/ 85278 h 110725"/>
                <a:gd name="csX24" fmla="*/ 46828 w 115525"/>
                <a:gd name="csY24" fmla="*/ 58763 h 110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15525" h="110725">
                  <a:moveTo>
                    <a:pt x="46828" y="58763"/>
                  </a:moveTo>
                  <a:cubicBezTo>
                    <a:pt x="47077" y="57290"/>
                    <a:pt x="52791" y="35194"/>
                    <a:pt x="53288" y="33967"/>
                  </a:cubicBezTo>
                  <a:cubicBezTo>
                    <a:pt x="53785" y="32002"/>
                    <a:pt x="60989" y="19727"/>
                    <a:pt x="68940" y="13835"/>
                  </a:cubicBezTo>
                  <a:cubicBezTo>
                    <a:pt x="71672" y="11871"/>
                    <a:pt x="78380" y="6960"/>
                    <a:pt x="89063" y="6960"/>
                  </a:cubicBezTo>
                  <a:cubicBezTo>
                    <a:pt x="91548" y="6960"/>
                    <a:pt x="97759" y="7206"/>
                    <a:pt x="102728" y="10398"/>
                  </a:cubicBezTo>
                  <a:cubicBezTo>
                    <a:pt x="94778" y="12607"/>
                    <a:pt x="91796" y="19481"/>
                    <a:pt x="91796" y="23901"/>
                  </a:cubicBezTo>
                  <a:cubicBezTo>
                    <a:pt x="91796" y="29302"/>
                    <a:pt x="96020" y="32985"/>
                    <a:pt x="101734" y="32985"/>
                  </a:cubicBezTo>
                  <a:cubicBezTo>
                    <a:pt x="107448" y="32985"/>
                    <a:pt x="115647" y="28320"/>
                    <a:pt x="115647" y="18008"/>
                  </a:cubicBezTo>
                  <a:cubicBezTo>
                    <a:pt x="115647" y="5242"/>
                    <a:pt x="101982" y="86"/>
                    <a:pt x="89312" y="86"/>
                  </a:cubicBezTo>
                  <a:cubicBezTo>
                    <a:pt x="76393" y="86"/>
                    <a:pt x="65213" y="5242"/>
                    <a:pt x="54281" y="17517"/>
                  </a:cubicBezTo>
                  <a:cubicBezTo>
                    <a:pt x="49809" y="2541"/>
                    <a:pt x="34654" y="86"/>
                    <a:pt x="28692" y="86"/>
                  </a:cubicBezTo>
                  <a:cubicBezTo>
                    <a:pt x="19499" y="86"/>
                    <a:pt x="13288" y="5733"/>
                    <a:pt x="9313" y="12607"/>
                  </a:cubicBezTo>
                  <a:cubicBezTo>
                    <a:pt x="3599" y="22182"/>
                    <a:pt x="121" y="36422"/>
                    <a:pt x="121" y="37649"/>
                  </a:cubicBezTo>
                  <a:cubicBezTo>
                    <a:pt x="121" y="40841"/>
                    <a:pt x="3599" y="40841"/>
                    <a:pt x="4344" y="40841"/>
                  </a:cubicBezTo>
                  <a:cubicBezTo>
                    <a:pt x="7823" y="40841"/>
                    <a:pt x="8071" y="40104"/>
                    <a:pt x="9810" y="33476"/>
                  </a:cubicBezTo>
                  <a:cubicBezTo>
                    <a:pt x="13537" y="18499"/>
                    <a:pt x="18257" y="6960"/>
                    <a:pt x="27946" y="6960"/>
                  </a:cubicBezTo>
                  <a:cubicBezTo>
                    <a:pt x="34406" y="6960"/>
                    <a:pt x="36145" y="12362"/>
                    <a:pt x="36145" y="18990"/>
                  </a:cubicBezTo>
                  <a:cubicBezTo>
                    <a:pt x="36145" y="23655"/>
                    <a:pt x="33909" y="32739"/>
                    <a:pt x="32170" y="39368"/>
                  </a:cubicBezTo>
                  <a:cubicBezTo>
                    <a:pt x="30431" y="45997"/>
                    <a:pt x="27946" y="56062"/>
                    <a:pt x="26704" y="61464"/>
                  </a:cubicBezTo>
                  <a:lnTo>
                    <a:pt x="18754" y="92889"/>
                  </a:lnTo>
                  <a:cubicBezTo>
                    <a:pt x="17760" y="96081"/>
                    <a:pt x="16270" y="102218"/>
                    <a:pt x="16270" y="102955"/>
                  </a:cubicBezTo>
                  <a:cubicBezTo>
                    <a:pt x="16270" y="108356"/>
                    <a:pt x="20742" y="110811"/>
                    <a:pt x="24717" y="110811"/>
                  </a:cubicBezTo>
                  <a:cubicBezTo>
                    <a:pt x="28443" y="110811"/>
                    <a:pt x="33412" y="108602"/>
                    <a:pt x="35400" y="103691"/>
                  </a:cubicBezTo>
                  <a:cubicBezTo>
                    <a:pt x="35897" y="102218"/>
                    <a:pt x="38630" y="91416"/>
                    <a:pt x="40120" y="85278"/>
                  </a:cubicBezTo>
                  <a:lnTo>
                    <a:pt x="46828" y="58763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1877EB0-453D-430A-170B-FD084CFF7AAD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6060449" y="7937000"/>
              <a:ext cx="41525" cy="104867"/>
            </a:xfrm>
            <a:custGeom>
              <a:avLst/>
              <a:gdLst>
                <a:gd name="csX0" fmla="*/ 41651 w 41525"/>
                <a:gd name="csY0" fmla="*/ 36911 h 104867"/>
                <a:gd name="csX1" fmla="*/ 18936 w 41525"/>
                <a:gd name="csY1" fmla="*/ 85 h 104867"/>
                <a:gd name="csX2" fmla="*/ 125 w 41525"/>
                <a:gd name="csY2" fmla="*/ 18673 h 104867"/>
                <a:gd name="csX3" fmla="*/ 18936 w 41525"/>
                <a:gd name="csY3" fmla="*/ 37262 h 104867"/>
                <a:gd name="csX4" fmla="*/ 31358 w 41525"/>
                <a:gd name="csY4" fmla="*/ 32702 h 104867"/>
                <a:gd name="csX5" fmla="*/ 33133 w 41525"/>
                <a:gd name="csY5" fmla="*/ 31650 h 104867"/>
                <a:gd name="csX6" fmla="*/ 33843 w 41525"/>
                <a:gd name="csY6" fmla="*/ 36911 h 104867"/>
                <a:gd name="csX7" fmla="*/ 9708 w 41525"/>
                <a:gd name="csY7" fmla="*/ 95483 h 104867"/>
                <a:gd name="csX8" fmla="*/ 5804 w 41525"/>
                <a:gd name="csY8" fmla="*/ 101095 h 104867"/>
                <a:gd name="csX9" fmla="*/ 9353 w 41525"/>
                <a:gd name="csY9" fmla="*/ 104953 h 104867"/>
                <a:gd name="csX10" fmla="*/ 41651 w 41525"/>
                <a:gd name="csY10" fmla="*/ 36911 h 1048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1525" h="104867">
                  <a:moveTo>
                    <a:pt x="41651" y="36911"/>
                  </a:moveTo>
                  <a:cubicBezTo>
                    <a:pt x="41651" y="13763"/>
                    <a:pt x="32778" y="85"/>
                    <a:pt x="18936" y="85"/>
                  </a:cubicBezTo>
                  <a:cubicBezTo>
                    <a:pt x="7224" y="85"/>
                    <a:pt x="125" y="8853"/>
                    <a:pt x="125" y="18673"/>
                  </a:cubicBezTo>
                  <a:cubicBezTo>
                    <a:pt x="125" y="28143"/>
                    <a:pt x="7224" y="37262"/>
                    <a:pt x="18936" y="37262"/>
                  </a:cubicBezTo>
                  <a:cubicBezTo>
                    <a:pt x="23195" y="37262"/>
                    <a:pt x="27809" y="35859"/>
                    <a:pt x="31358" y="32702"/>
                  </a:cubicBezTo>
                  <a:cubicBezTo>
                    <a:pt x="32423" y="32001"/>
                    <a:pt x="32778" y="31650"/>
                    <a:pt x="33133" y="31650"/>
                  </a:cubicBezTo>
                  <a:cubicBezTo>
                    <a:pt x="33488" y="31650"/>
                    <a:pt x="33843" y="32001"/>
                    <a:pt x="33843" y="36911"/>
                  </a:cubicBezTo>
                  <a:cubicBezTo>
                    <a:pt x="33843" y="62865"/>
                    <a:pt x="21420" y="83909"/>
                    <a:pt x="9708" y="95483"/>
                  </a:cubicBezTo>
                  <a:cubicBezTo>
                    <a:pt x="5804" y="99341"/>
                    <a:pt x="5804" y="100042"/>
                    <a:pt x="5804" y="101095"/>
                  </a:cubicBezTo>
                  <a:cubicBezTo>
                    <a:pt x="5804" y="103550"/>
                    <a:pt x="7579" y="104953"/>
                    <a:pt x="9353" y="104953"/>
                  </a:cubicBezTo>
                  <a:cubicBezTo>
                    <a:pt x="13257" y="104953"/>
                    <a:pt x="41651" y="77946"/>
                    <a:pt x="41651" y="36911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26045987-9716-8F54-6F15-131B03F77FE3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204347" y="7730771"/>
              <a:ext cx="130609" cy="247263"/>
            </a:xfrm>
            <a:custGeom>
              <a:avLst/>
              <a:gdLst>
                <a:gd name="csX0" fmla="*/ 68274 w 130609"/>
                <a:gd name="csY0" fmla="*/ 3943 h 247263"/>
                <a:gd name="csX1" fmla="*/ 63660 w 130609"/>
                <a:gd name="csY1" fmla="*/ 85 h 247263"/>
                <a:gd name="csX2" fmla="*/ 20360 w 130609"/>
                <a:gd name="csY2" fmla="*/ 3592 h 247263"/>
                <a:gd name="csX3" fmla="*/ 13617 w 130609"/>
                <a:gd name="csY3" fmla="*/ 10607 h 247263"/>
                <a:gd name="csX4" fmla="*/ 22135 w 130609"/>
                <a:gd name="csY4" fmla="*/ 14815 h 247263"/>
                <a:gd name="csX5" fmla="*/ 39881 w 130609"/>
                <a:gd name="csY5" fmla="*/ 20778 h 247263"/>
                <a:gd name="csX6" fmla="*/ 34912 w 130609"/>
                <a:gd name="csY6" fmla="*/ 42523 h 247263"/>
                <a:gd name="csX7" fmla="*/ 5808 w 130609"/>
                <a:gd name="csY7" fmla="*/ 156860 h 247263"/>
                <a:gd name="csX8" fmla="*/ 130 w 130609"/>
                <a:gd name="csY8" fmla="*/ 192284 h 247263"/>
                <a:gd name="csX9" fmla="*/ 45204 w 130609"/>
                <a:gd name="csY9" fmla="*/ 247348 h 247263"/>
                <a:gd name="csX10" fmla="*/ 130740 w 130609"/>
                <a:gd name="csY10" fmla="*/ 144585 h 247263"/>
                <a:gd name="csX11" fmla="*/ 83536 w 130609"/>
                <a:gd name="csY11" fmla="*/ 88468 h 247263"/>
                <a:gd name="csX12" fmla="*/ 42010 w 130609"/>
                <a:gd name="csY12" fmla="*/ 109512 h 247263"/>
                <a:gd name="csX13" fmla="*/ 68274 w 130609"/>
                <a:gd name="csY13" fmla="*/ 3943 h 247263"/>
                <a:gd name="csX14" fmla="*/ 34912 w 130609"/>
                <a:gd name="csY14" fmla="*/ 136518 h 247263"/>
                <a:gd name="csX15" fmla="*/ 40235 w 130609"/>
                <a:gd name="csY15" fmla="*/ 124243 h 247263"/>
                <a:gd name="csX16" fmla="*/ 82826 w 130609"/>
                <a:gd name="csY16" fmla="*/ 96184 h 247263"/>
                <a:gd name="csX17" fmla="*/ 105185 w 130609"/>
                <a:gd name="csY17" fmla="*/ 129153 h 247263"/>
                <a:gd name="csX18" fmla="*/ 87085 w 130609"/>
                <a:gd name="csY18" fmla="*/ 203507 h 247263"/>
                <a:gd name="csX19" fmla="*/ 45204 w 130609"/>
                <a:gd name="csY19" fmla="*/ 239632 h 247263"/>
                <a:gd name="csX20" fmla="*/ 21425 w 130609"/>
                <a:gd name="csY20" fmla="*/ 204209 h 247263"/>
                <a:gd name="csX21" fmla="*/ 27104 w 130609"/>
                <a:gd name="csY21" fmla="*/ 168785 h 247263"/>
                <a:gd name="csX22" fmla="*/ 34912 w 130609"/>
                <a:gd name="csY22" fmla="*/ 136518 h 2472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30609" h="247263">
                  <a:moveTo>
                    <a:pt x="68274" y="3943"/>
                  </a:moveTo>
                  <a:cubicBezTo>
                    <a:pt x="68274" y="3592"/>
                    <a:pt x="68274" y="85"/>
                    <a:pt x="63660" y="85"/>
                  </a:cubicBezTo>
                  <a:cubicBezTo>
                    <a:pt x="55497" y="85"/>
                    <a:pt x="29588" y="2891"/>
                    <a:pt x="20360" y="3592"/>
                  </a:cubicBezTo>
                  <a:cubicBezTo>
                    <a:pt x="17521" y="3943"/>
                    <a:pt x="13617" y="4293"/>
                    <a:pt x="13617" y="10607"/>
                  </a:cubicBezTo>
                  <a:cubicBezTo>
                    <a:pt x="13617" y="14815"/>
                    <a:pt x="16811" y="14815"/>
                    <a:pt x="22135" y="14815"/>
                  </a:cubicBezTo>
                  <a:cubicBezTo>
                    <a:pt x="39171" y="14815"/>
                    <a:pt x="39881" y="17270"/>
                    <a:pt x="39881" y="20778"/>
                  </a:cubicBezTo>
                  <a:cubicBezTo>
                    <a:pt x="39881" y="23233"/>
                    <a:pt x="36686" y="35158"/>
                    <a:pt x="34912" y="42523"/>
                  </a:cubicBezTo>
                  <a:lnTo>
                    <a:pt x="5808" y="156860"/>
                  </a:lnTo>
                  <a:cubicBezTo>
                    <a:pt x="1549" y="174397"/>
                    <a:pt x="130" y="180009"/>
                    <a:pt x="130" y="192284"/>
                  </a:cubicBezTo>
                  <a:cubicBezTo>
                    <a:pt x="130" y="225603"/>
                    <a:pt x="18940" y="247348"/>
                    <a:pt x="45204" y="247348"/>
                  </a:cubicBezTo>
                  <a:cubicBezTo>
                    <a:pt x="87085" y="247348"/>
                    <a:pt x="130740" y="195090"/>
                    <a:pt x="130740" y="144585"/>
                  </a:cubicBezTo>
                  <a:cubicBezTo>
                    <a:pt x="130740" y="112669"/>
                    <a:pt x="111929" y="88468"/>
                    <a:pt x="83536" y="88468"/>
                  </a:cubicBezTo>
                  <a:cubicBezTo>
                    <a:pt x="67209" y="88468"/>
                    <a:pt x="52658" y="98639"/>
                    <a:pt x="42010" y="109512"/>
                  </a:cubicBezTo>
                  <a:lnTo>
                    <a:pt x="68274" y="3943"/>
                  </a:lnTo>
                  <a:close/>
                  <a:moveTo>
                    <a:pt x="34912" y="136518"/>
                  </a:moveTo>
                  <a:cubicBezTo>
                    <a:pt x="37041" y="128802"/>
                    <a:pt x="37041" y="128101"/>
                    <a:pt x="40235" y="124243"/>
                  </a:cubicBezTo>
                  <a:cubicBezTo>
                    <a:pt x="57626" y="101445"/>
                    <a:pt x="73598" y="96184"/>
                    <a:pt x="82826" y="96184"/>
                  </a:cubicBezTo>
                  <a:cubicBezTo>
                    <a:pt x="95603" y="96184"/>
                    <a:pt x="105185" y="106706"/>
                    <a:pt x="105185" y="129153"/>
                  </a:cubicBezTo>
                  <a:cubicBezTo>
                    <a:pt x="105185" y="149846"/>
                    <a:pt x="93473" y="190180"/>
                    <a:pt x="87085" y="203507"/>
                  </a:cubicBezTo>
                  <a:cubicBezTo>
                    <a:pt x="75372" y="227006"/>
                    <a:pt x="59046" y="239632"/>
                    <a:pt x="45204" y="239632"/>
                  </a:cubicBezTo>
                  <a:cubicBezTo>
                    <a:pt x="33137" y="239632"/>
                    <a:pt x="21425" y="230163"/>
                    <a:pt x="21425" y="204209"/>
                  </a:cubicBezTo>
                  <a:cubicBezTo>
                    <a:pt x="21425" y="197545"/>
                    <a:pt x="21425" y="190881"/>
                    <a:pt x="27104" y="168785"/>
                  </a:cubicBezTo>
                  <a:lnTo>
                    <a:pt x="34912" y="136518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FDFCEDD-9BAA-C5E2-E397-73F1BF0B7EE4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6360216" y="7711130"/>
              <a:ext cx="82340" cy="350728"/>
            </a:xfrm>
            <a:custGeom>
              <a:avLst/>
              <a:gdLst>
                <a:gd name="csX0" fmla="*/ 82475 w 82340"/>
                <a:gd name="csY0" fmla="*/ 175449 h 350728"/>
                <a:gd name="csX1" fmla="*/ 59050 w 82340"/>
                <a:gd name="csY1" fmla="*/ 66022 h 350728"/>
                <a:gd name="csX2" fmla="*/ 3683 w 82340"/>
                <a:gd name="csY2" fmla="*/ 85 h 350728"/>
                <a:gd name="csX3" fmla="*/ 134 w 82340"/>
                <a:gd name="csY3" fmla="*/ 3592 h 350728"/>
                <a:gd name="csX4" fmla="*/ 6878 w 82340"/>
                <a:gd name="csY4" fmla="*/ 11659 h 350728"/>
                <a:gd name="csX5" fmla="*/ 61890 w 82340"/>
                <a:gd name="csY5" fmla="*/ 175449 h 350728"/>
                <a:gd name="csX6" fmla="*/ 4748 w 82340"/>
                <a:gd name="csY6" fmla="*/ 341344 h 350728"/>
                <a:gd name="csX7" fmla="*/ 134 w 82340"/>
                <a:gd name="csY7" fmla="*/ 347306 h 350728"/>
                <a:gd name="csX8" fmla="*/ 3683 w 82340"/>
                <a:gd name="csY8" fmla="*/ 350813 h 350728"/>
                <a:gd name="csX9" fmla="*/ 60115 w 82340"/>
                <a:gd name="csY9" fmla="*/ 282421 h 350728"/>
                <a:gd name="csX10" fmla="*/ 82475 w 82340"/>
                <a:gd name="csY10" fmla="*/ 175449 h 3507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2340" h="350728">
                  <a:moveTo>
                    <a:pt x="82475" y="175449"/>
                  </a:moveTo>
                  <a:cubicBezTo>
                    <a:pt x="82475" y="148092"/>
                    <a:pt x="78571" y="105654"/>
                    <a:pt x="59050" y="66022"/>
                  </a:cubicBezTo>
                  <a:cubicBezTo>
                    <a:pt x="37755" y="22882"/>
                    <a:pt x="7232" y="85"/>
                    <a:pt x="3683" y="85"/>
                  </a:cubicBezTo>
                  <a:cubicBezTo>
                    <a:pt x="1554" y="85"/>
                    <a:pt x="134" y="1488"/>
                    <a:pt x="134" y="3592"/>
                  </a:cubicBezTo>
                  <a:cubicBezTo>
                    <a:pt x="134" y="4644"/>
                    <a:pt x="134" y="5346"/>
                    <a:pt x="6878" y="11659"/>
                  </a:cubicBezTo>
                  <a:cubicBezTo>
                    <a:pt x="41659" y="46381"/>
                    <a:pt x="61890" y="102147"/>
                    <a:pt x="61890" y="175449"/>
                  </a:cubicBezTo>
                  <a:cubicBezTo>
                    <a:pt x="61890" y="235424"/>
                    <a:pt x="48758" y="297152"/>
                    <a:pt x="4748" y="341344"/>
                  </a:cubicBezTo>
                  <a:cubicBezTo>
                    <a:pt x="134" y="345553"/>
                    <a:pt x="134" y="346254"/>
                    <a:pt x="134" y="347306"/>
                  </a:cubicBezTo>
                  <a:cubicBezTo>
                    <a:pt x="134" y="349411"/>
                    <a:pt x="1554" y="350813"/>
                    <a:pt x="3683" y="350813"/>
                  </a:cubicBezTo>
                  <a:cubicBezTo>
                    <a:pt x="7232" y="350813"/>
                    <a:pt x="39175" y="326964"/>
                    <a:pt x="60115" y="282421"/>
                  </a:cubicBezTo>
                  <a:cubicBezTo>
                    <a:pt x="78216" y="243841"/>
                    <a:pt x="82475" y="204910"/>
                    <a:pt x="82475" y="175449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8081BC04-5A5C-43DD-D6BB-11A86E7AB343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6596471" y="7845460"/>
              <a:ext cx="236020" cy="82070"/>
            </a:xfrm>
            <a:custGeom>
              <a:avLst/>
              <a:gdLst>
                <a:gd name="csX0" fmla="*/ 224094 w 236020"/>
                <a:gd name="csY0" fmla="*/ 14114 h 82070"/>
                <a:gd name="csX1" fmla="*/ 236161 w 236020"/>
                <a:gd name="csY1" fmla="*/ 7099 h 82070"/>
                <a:gd name="csX2" fmla="*/ 224449 w 236020"/>
                <a:gd name="csY2" fmla="*/ 85 h 82070"/>
                <a:gd name="csX3" fmla="*/ 11853 w 236020"/>
                <a:gd name="csY3" fmla="*/ 85 h 82070"/>
                <a:gd name="csX4" fmla="*/ 141 w 236020"/>
                <a:gd name="csY4" fmla="*/ 7099 h 82070"/>
                <a:gd name="csX5" fmla="*/ 12208 w 236020"/>
                <a:gd name="csY5" fmla="*/ 14114 h 82070"/>
                <a:gd name="csX6" fmla="*/ 224094 w 236020"/>
                <a:gd name="csY6" fmla="*/ 14114 h 82070"/>
                <a:gd name="csX7" fmla="*/ 224449 w 236020"/>
                <a:gd name="csY7" fmla="*/ 82155 h 82070"/>
                <a:gd name="csX8" fmla="*/ 236161 w 236020"/>
                <a:gd name="csY8" fmla="*/ 75141 h 82070"/>
                <a:gd name="csX9" fmla="*/ 224094 w 236020"/>
                <a:gd name="csY9" fmla="*/ 68126 h 82070"/>
                <a:gd name="csX10" fmla="*/ 12208 w 236020"/>
                <a:gd name="csY10" fmla="*/ 68126 h 82070"/>
                <a:gd name="csX11" fmla="*/ 141 w 236020"/>
                <a:gd name="csY11" fmla="*/ 75141 h 82070"/>
                <a:gd name="csX12" fmla="*/ 11853 w 236020"/>
                <a:gd name="csY12" fmla="*/ 82155 h 82070"/>
                <a:gd name="csX13" fmla="*/ 224449 w 236020"/>
                <a:gd name="csY13" fmla="*/ 82155 h 82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36020" h="82070">
                  <a:moveTo>
                    <a:pt x="224094" y="14114"/>
                  </a:moveTo>
                  <a:cubicBezTo>
                    <a:pt x="229418" y="14114"/>
                    <a:pt x="236161" y="14114"/>
                    <a:pt x="236161" y="7099"/>
                  </a:cubicBezTo>
                  <a:cubicBezTo>
                    <a:pt x="236161" y="85"/>
                    <a:pt x="229418" y="85"/>
                    <a:pt x="224449" y="85"/>
                  </a:cubicBezTo>
                  <a:lnTo>
                    <a:pt x="11853" y="85"/>
                  </a:lnTo>
                  <a:cubicBezTo>
                    <a:pt x="6884" y="85"/>
                    <a:pt x="141" y="85"/>
                    <a:pt x="141" y="7099"/>
                  </a:cubicBezTo>
                  <a:cubicBezTo>
                    <a:pt x="141" y="14114"/>
                    <a:pt x="6884" y="14114"/>
                    <a:pt x="12208" y="14114"/>
                  </a:cubicBezTo>
                  <a:lnTo>
                    <a:pt x="224094" y="14114"/>
                  </a:lnTo>
                  <a:close/>
                  <a:moveTo>
                    <a:pt x="224449" y="82155"/>
                  </a:moveTo>
                  <a:cubicBezTo>
                    <a:pt x="229418" y="82155"/>
                    <a:pt x="236161" y="82155"/>
                    <a:pt x="236161" y="75141"/>
                  </a:cubicBezTo>
                  <a:cubicBezTo>
                    <a:pt x="236161" y="68126"/>
                    <a:pt x="229418" y="68126"/>
                    <a:pt x="224094" y="68126"/>
                  </a:cubicBezTo>
                  <a:lnTo>
                    <a:pt x="12208" y="68126"/>
                  </a:lnTo>
                  <a:cubicBezTo>
                    <a:pt x="6884" y="68126"/>
                    <a:pt x="141" y="68126"/>
                    <a:pt x="141" y="75141"/>
                  </a:cubicBezTo>
                  <a:cubicBezTo>
                    <a:pt x="141" y="82155"/>
                    <a:pt x="6884" y="82155"/>
                    <a:pt x="11853" y="82155"/>
                  </a:cubicBezTo>
                  <a:lnTo>
                    <a:pt x="224449" y="82155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D05DBA4B-6F8C-59B5-7980-385CED2B5F5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7498312" y="7640983"/>
              <a:ext cx="472395" cy="491020"/>
            </a:xfrm>
            <a:custGeom>
              <a:avLst/>
              <a:gdLst>
                <a:gd name="csX0" fmla="*/ 429617 w 472395"/>
                <a:gd name="csY0" fmla="*/ 491095 h 491020"/>
                <a:gd name="csX1" fmla="*/ 472562 w 472395"/>
                <a:gd name="csY1" fmla="*/ 378862 h 491020"/>
                <a:gd name="csX2" fmla="*/ 463689 w 472395"/>
                <a:gd name="csY2" fmla="*/ 378862 h 491020"/>
                <a:gd name="csX3" fmla="*/ 371410 w 472395"/>
                <a:gd name="csY3" fmla="*/ 449710 h 491020"/>
                <a:gd name="csX4" fmla="*/ 261031 w 472395"/>
                <a:gd name="csY4" fmla="*/ 460582 h 491020"/>
                <a:gd name="csX5" fmla="*/ 47015 w 472395"/>
                <a:gd name="csY5" fmla="*/ 460582 h 491020"/>
                <a:gd name="csX6" fmla="*/ 227668 w 472395"/>
                <a:gd name="csY6" fmla="*/ 251197 h 491020"/>
                <a:gd name="csX7" fmla="*/ 230863 w 472395"/>
                <a:gd name="csY7" fmla="*/ 245585 h 491020"/>
                <a:gd name="csX8" fmla="*/ 228378 w 472395"/>
                <a:gd name="csY8" fmla="*/ 240324 h 491020"/>
                <a:gd name="csX9" fmla="*/ 62986 w 472395"/>
                <a:gd name="csY9" fmla="*/ 16910 h 491020"/>
                <a:gd name="csX10" fmla="*/ 257482 w 472395"/>
                <a:gd name="csY10" fmla="*/ 16910 h 491020"/>
                <a:gd name="csX11" fmla="*/ 340532 w 472395"/>
                <a:gd name="csY11" fmla="*/ 22522 h 491020"/>
                <a:gd name="csX12" fmla="*/ 418614 w 472395"/>
                <a:gd name="csY12" fmla="*/ 48827 h 491020"/>
                <a:gd name="csX13" fmla="*/ 463689 w 472395"/>
                <a:gd name="csY13" fmla="*/ 98630 h 491020"/>
                <a:gd name="csX14" fmla="*/ 472562 w 472395"/>
                <a:gd name="csY14" fmla="*/ 98630 h 491020"/>
                <a:gd name="csX15" fmla="*/ 429617 w 472395"/>
                <a:gd name="csY15" fmla="*/ 75 h 491020"/>
                <a:gd name="csX16" fmla="*/ 10104 w 472395"/>
                <a:gd name="csY16" fmla="*/ 75 h 491020"/>
                <a:gd name="csX17" fmla="*/ 521 w 472395"/>
                <a:gd name="csY17" fmla="*/ 2530 h 491020"/>
                <a:gd name="csX18" fmla="*/ 166 w 472395"/>
                <a:gd name="csY18" fmla="*/ 14104 h 491020"/>
                <a:gd name="csX19" fmla="*/ 187918 w 472395"/>
                <a:gd name="csY19" fmla="*/ 268032 h 491020"/>
                <a:gd name="csX20" fmla="*/ 4070 w 472395"/>
                <a:gd name="csY20" fmla="*/ 480924 h 491020"/>
                <a:gd name="csX21" fmla="*/ 521 w 472395"/>
                <a:gd name="csY21" fmla="*/ 487237 h 491020"/>
                <a:gd name="csX22" fmla="*/ 10104 w 472395"/>
                <a:gd name="csY22" fmla="*/ 491095 h 491020"/>
                <a:gd name="csX23" fmla="*/ 429617 w 472395"/>
                <a:gd name="csY23" fmla="*/ 491095 h 491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72395" h="491020">
                  <a:moveTo>
                    <a:pt x="429617" y="491095"/>
                  </a:moveTo>
                  <a:lnTo>
                    <a:pt x="472562" y="378862"/>
                  </a:lnTo>
                  <a:lnTo>
                    <a:pt x="463689" y="378862"/>
                  </a:lnTo>
                  <a:cubicBezTo>
                    <a:pt x="449847" y="415338"/>
                    <a:pt x="412226" y="439188"/>
                    <a:pt x="371410" y="449710"/>
                  </a:cubicBezTo>
                  <a:cubicBezTo>
                    <a:pt x="363957" y="451463"/>
                    <a:pt x="329175" y="460582"/>
                    <a:pt x="261031" y="460582"/>
                  </a:cubicBezTo>
                  <a:lnTo>
                    <a:pt x="47015" y="460582"/>
                  </a:lnTo>
                  <a:lnTo>
                    <a:pt x="227668" y="251197"/>
                  </a:lnTo>
                  <a:cubicBezTo>
                    <a:pt x="230153" y="248391"/>
                    <a:pt x="230863" y="247339"/>
                    <a:pt x="230863" y="245585"/>
                  </a:cubicBezTo>
                  <a:cubicBezTo>
                    <a:pt x="230863" y="244884"/>
                    <a:pt x="230863" y="243832"/>
                    <a:pt x="228378" y="240324"/>
                  </a:cubicBezTo>
                  <a:lnTo>
                    <a:pt x="62986" y="16910"/>
                  </a:lnTo>
                  <a:lnTo>
                    <a:pt x="257482" y="16910"/>
                  </a:lnTo>
                  <a:cubicBezTo>
                    <a:pt x="305041" y="16910"/>
                    <a:pt x="337338" y="21820"/>
                    <a:pt x="340532" y="22522"/>
                  </a:cubicBezTo>
                  <a:cubicBezTo>
                    <a:pt x="359698" y="25328"/>
                    <a:pt x="390576" y="31290"/>
                    <a:pt x="418614" y="48827"/>
                  </a:cubicBezTo>
                  <a:cubicBezTo>
                    <a:pt x="427487" y="54438"/>
                    <a:pt x="451622" y="70221"/>
                    <a:pt x="463689" y="98630"/>
                  </a:cubicBezTo>
                  <a:lnTo>
                    <a:pt x="472562" y="98630"/>
                  </a:lnTo>
                  <a:lnTo>
                    <a:pt x="429617" y="75"/>
                  </a:lnTo>
                  <a:lnTo>
                    <a:pt x="10104" y="75"/>
                  </a:lnTo>
                  <a:cubicBezTo>
                    <a:pt x="1941" y="75"/>
                    <a:pt x="1586" y="426"/>
                    <a:pt x="521" y="2530"/>
                  </a:cubicBezTo>
                  <a:cubicBezTo>
                    <a:pt x="166" y="3582"/>
                    <a:pt x="166" y="10246"/>
                    <a:pt x="166" y="14104"/>
                  </a:cubicBezTo>
                  <a:lnTo>
                    <a:pt x="187918" y="268032"/>
                  </a:lnTo>
                  <a:lnTo>
                    <a:pt x="4070" y="480924"/>
                  </a:lnTo>
                  <a:cubicBezTo>
                    <a:pt x="521" y="485133"/>
                    <a:pt x="521" y="486887"/>
                    <a:pt x="521" y="487237"/>
                  </a:cubicBezTo>
                  <a:cubicBezTo>
                    <a:pt x="521" y="491095"/>
                    <a:pt x="3715" y="491095"/>
                    <a:pt x="10104" y="491095"/>
                  </a:cubicBezTo>
                  <a:lnTo>
                    <a:pt x="429617" y="491095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5FEFF7F4-6772-5BF8-B633-48B57819103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979800" y="8225534"/>
              <a:ext cx="64595" cy="245264"/>
            </a:xfrm>
            <a:custGeom>
              <a:avLst/>
              <a:gdLst>
                <a:gd name="csX0" fmla="*/ 59777 w 64595"/>
                <a:gd name="csY0" fmla="*/ 97 h 245264"/>
                <a:gd name="csX1" fmla="*/ 151 w 64595"/>
                <a:gd name="csY1" fmla="*/ 122607 h 245264"/>
                <a:gd name="csX2" fmla="*/ 59777 w 64595"/>
                <a:gd name="csY2" fmla="*/ 245362 h 245264"/>
                <a:gd name="csX3" fmla="*/ 64746 w 64595"/>
                <a:gd name="csY3" fmla="*/ 242416 h 245264"/>
                <a:gd name="csX4" fmla="*/ 62262 w 64595"/>
                <a:gd name="csY4" fmla="*/ 238733 h 245264"/>
                <a:gd name="csX5" fmla="*/ 17045 w 64595"/>
                <a:gd name="csY5" fmla="*/ 122852 h 245264"/>
                <a:gd name="csX6" fmla="*/ 63007 w 64595"/>
                <a:gd name="csY6" fmla="*/ 5989 h 245264"/>
                <a:gd name="csX7" fmla="*/ 64746 w 64595"/>
                <a:gd name="csY7" fmla="*/ 3043 h 245264"/>
                <a:gd name="csX8" fmla="*/ 59777 w 64595"/>
                <a:gd name="csY8" fmla="*/ 97 h 2452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4595" h="245264">
                  <a:moveTo>
                    <a:pt x="59777" y="97"/>
                  </a:moveTo>
                  <a:cubicBezTo>
                    <a:pt x="12573" y="32995"/>
                    <a:pt x="151" y="85044"/>
                    <a:pt x="151" y="122607"/>
                  </a:cubicBezTo>
                  <a:cubicBezTo>
                    <a:pt x="151" y="157224"/>
                    <a:pt x="10586" y="210990"/>
                    <a:pt x="59777" y="245362"/>
                  </a:cubicBezTo>
                  <a:cubicBezTo>
                    <a:pt x="61765" y="245362"/>
                    <a:pt x="64746" y="245362"/>
                    <a:pt x="64746" y="242416"/>
                  </a:cubicBezTo>
                  <a:cubicBezTo>
                    <a:pt x="64746" y="240943"/>
                    <a:pt x="64001" y="240451"/>
                    <a:pt x="62262" y="238733"/>
                  </a:cubicBezTo>
                  <a:cubicBezTo>
                    <a:pt x="29219" y="209272"/>
                    <a:pt x="17045" y="167535"/>
                    <a:pt x="17045" y="122852"/>
                  </a:cubicBezTo>
                  <a:cubicBezTo>
                    <a:pt x="17045" y="56564"/>
                    <a:pt x="42635" y="24157"/>
                    <a:pt x="63007" y="5989"/>
                  </a:cubicBezTo>
                  <a:cubicBezTo>
                    <a:pt x="64001" y="5007"/>
                    <a:pt x="64746" y="4271"/>
                    <a:pt x="64746" y="3043"/>
                  </a:cubicBezTo>
                  <a:cubicBezTo>
                    <a:pt x="64746" y="97"/>
                    <a:pt x="61765" y="97"/>
                    <a:pt x="59777" y="97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3E258C71-D685-2848-D0AB-E98F081C0B42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7078539" y="8239283"/>
              <a:ext cx="100619" cy="172839"/>
            </a:xfrm>
            <a:custGeom>
              <a:avLst/>
              <a:gdLst>
                <a:gd name="csX0" fmla="*/ 49346 w 100619"/>
                <a:gd name="csY0" fmla="*/ 7462 h 172839"/>
                <a:gd name="csX1" fmla="*/ 50340 w 100619"/>
                <a:gd name="csY1" fmla="*/ 3534 h 172839"/>
                <a:gd name="csX2" fmla="*/ 46365 w 100619"/>
                <a:gd name="csY2" fmla="*/ 97 h 172839"/>
                <a:gd name="csX3" fmla="*/ 14564 w 100619"/>
                <a:gd name="csY3" fmla="*/ 2552 h 172839"/>
                <a:gd name="csX4" fmla="*/ 9098 w 100619"/>
                <a:gd name="csY4" fmla="*/ 8199 h 172839"/>
                <a:gd name="csX5" fmla="*/ 15558 w 100619"/>
                <a:gd name="csY5" fmla="*/ 11636 h 172839"/>
                <a:gd name="csX6" fmla="*/ 27483 w 100619"/>
                <a:gd name="csY6" fmla="*/ 15319 h 172839"/>
                <a:gd name="csX7" fmla="*/ 23508 w 100619"/>
                <a:gd name="csY7" fmla="*/ 32504 h 172839"/>
                <a:gd name="csX8" fmla="*/ 17794 w 100619"/>
                <a:gd name="csY8" fmla="*/ 55091 h 172839"/>
                <a:gd name="csX9" fmla="*/ 1397 w 100619"/>
                <a:gd name="csY9" fmla="*/ 120397 h 172839"/>
                <a:gd name="csX10" fmla="*/ 154 w 100619"/>
                <a:gd name="csY10" fmla="*/ 132427 h 172839"/>
                <a:gd name="csX11" fmla="*/ 36675 w 100619"/>
                <a:gd name="csY11" fmla="*/ 172936 h 172839"/>
                <a:gd name="csX12" fmla="*/ 100774 w 100619"/>
                <a:gd name="csY12" fmla="*/ 103211 h 172839"/>
                <a:gd name="csX13" fmla="*/ 63507 w 100619"/>
                <a:gd name="csY13" fmla="*/ 62211 h 172839"/>
                <a:gd name="csX14" fmla="*/ 32203 w 100619"/>
                <a:gd name="csY14" fmla="*/ 75714 h 172839"/>
                <a:gd name="csX15" fmla="*/ 49346 w 100619"/>
                <a:gd name="csY15" fmla="*/ 7462 h 172839"/>
                <a:gd name="csX16" fmla="*/ 36924 w 100619"/>
                <a:gd name="csY16" fmla="*/ 166062 h 172839"/>
                <a:gd name="csX17" fmla="*/ 17794 w 100619"/>
                <a:gd name="csY17" fmla="*/ 141020 h 172839"/>
                <a:gd name="csX18" fmla="*/ 26986 w 100619"/>
                <a:gd name="csY18" fmla="*/ 95846 h 172839"/>
                <a:gd name="csX19" fmla="*/ 33197 w 100619"/>
                <a:gd name="csY19" fmla="*/ 85289 h 172839"/>
                <a:gd name="csX20" fmla="*/ 62762 w 100619"/>
                <a:gd name="csY20" fmla="*/ 69085 h 172839"/>
                <a:gd name="csX21" fmla="*/ 80898 w 100619"/>
                <a:gd name="csY21" fmla="*/ 92900 h 172839"/>
                <a:gd name="csX22" fmla="*/ 67979 w 100619"/>
                <a:gd name="csY22" fmla="*/ 142247 h 172839"/>
                <a:gd name="csX23" fmla="*/ 36924 w 100619"/>
                <a:gd name="csY23" fmla="*/ 166062 h 1728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00619" h="172839">
                  <a:moveTo>
                    <a:pt x="49346" y="7462"/>
                  </a:moveTo>
                  <a:cubicBezTo>
                    <a:pt x="49594" y="6971"/>
                    <a:pt x="50340" y="3780"/>
                    <a:pt x="50340" y="3534"/>
                  </a:cubicBezTo>
                  <a:cubicBezTo>
                    <a:pt x="50340" y="2307"/>
                    <a:pt x="49346" y="97"/>
                    <a:pt x="46365" y="97"/>
                  </a:cubicBezTo>
                  <a:cubicBezTo>
                    <a:pt x="41396" y="97"/>
                    <a:pt x="20775" y="2061"/>
                    <a:pt x="14564" y="2552"/>
                  </a:cubicBezTo>
                  <a:cubicBezTo>
                    <a:pt x="12576" y="2798"/>
                    <a:pt x="9098" y="3043"/>
                    <a:pt x="9098" y="8199"/>
                  </a:cubicBezTo>
                  <a:cubicBezTo>
                    <a:pt x="9098" y="11636"/>
                    <a:pt x="12576" y="11636"/>
                    <a:pt x="15558" y="11636"/>
                  </a:cubicBezTo>
                  <a:cubicBezTo>
                    <a:pt x="27483" y="11636"/>
                    <a:pt x="27483" y="13355"/>
                    <a:pt x="27483" y="15319"/>
                  </a:cubicBezTo>
                  <a:cubicBezTo>
                    <a:pt x="27483" y="17037"/>
                    <a:pt x="24999" y="26858"/>
                    <a:pt x="23508" y="32504"/>
                  </a:cubicBezTo>
                  <a:lnTo>
                    <a:pt x="17794" y="55091"/>
                  </a:lnTo>
                  <a:cubicBezTo>
                    <a:pt x="15558" y="63439"/>
                    <a:pt x="1893" y="117205"/>
                    <a:pt x="1397" y="120397"/>
                  </a:cubicBezTo>
                  <a:cubicBezTo>
                    <a:pt x="154" y="126289"/>
                    <a:pt x="154" y="129481"/>
                    <a:pt x="154" y="132427"/>
                  </a:cubicBezTo>
                  <a:cubicBezTo>
                    <a:pt x="154" y="157224"/>
                    <a:pt x="16055" y="172936"/>
                    <a:pt x="36675" y="172936"/>
                  </a:cubicBezTo>
                  <a:cubicBezTo>
                    <a:pt x="67731" y="172936"/>
                    <a:pt x="100774" y="139547"/>
                    <a:pt x="100774" y="103211"/>
                  </a:cubicBezTo>
                  <a:cubicBezTo>
                    <a:pt x="100774" y="74487"/>
                    <a:pt x="80650" y="62211"/>
                    <a:pt x="63507" y="62211"/>
                  </a:cubicBezTo>
                  <a:cubicBezTo>
                    <a:pt x="50588" y="62211"/>
                    <a:pt x="39657" y="69331"/>
                    <a:pt x="32203" y="75714"/>
                  </a:cubicBezTo>
                  <a:lnTo>
                    <a:pt x="49346" y="7462"/>
                  </a:lnTo>
                  <a:close/>
                  <a:moveTo>
                    <a:pt x="36924" y="166062"/>
                  </a:moveTo>
                  <a:cubicBezTo>
                    <a:pt x="24750" y="166062"/>
                    <a:pt x="17794" y="155505"/>
                    <a:pt x="17794" y="141020"/>
                  </a:cubicBezTo>
                  <a:cubicBezTo>
                    <a:pt x="17794" y="131936"/>
                    <a:pt x="20030" y="123589"/>
                    <a:pt x="26986" y="95846"/>
                  </a:cubicBezTo>
                  <a:cubicBezTo>
                    <a:pt x="28477" y="91181"/>
                    <a:pt x="28477" y="90690"/>
                    <a:pt x="33197" y="85289"/>
                  </a:cubicBezTo>
                  <a:cubicBezTo>
                    <a:pt x="42638" y="74487"/>
                    <a:pt x="53818" y="69085"/>
                    <a:pt x="62762" y="69085"/>
                  </a:cubicBezTo>
                  <a:cubicBezTo>
                    <a:pt x="72451" y="69085"/>
                    <a:pt x="80898" y="76205"/>
                    <a:pt x="80898" y="92900"/>
                  </a:cubicBezTo>
                  <a:cubicBezTo>
                    <a:pt x="80898" y="102966"/>
                    <a:pt x="75432" y="128008"/>
                    <a:pt x="67979" y="142247"/>
                  </a:cubicBezTo>
                  <a:cubicBezTo>
                    <a:pt x="62017" y="154277"/>
                    <a:pt x="49594" y="166062"/>
                    <a:pt x="36924" y="166062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F8F507BB-714E-D90E-1DEA-5A43CFFAD2DA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7206085" y="8283475"/>
              <a:ext cx="244467" cy="129383"/>
            </a:xfrm>
            <a:custGeom>
              <a:avLst/>
              <a:gdLst>
                <a:gd name="csX0" fmla="*/ 209595 w 244467"/>
                <a:gd name="csY0" fmla="*/ 70804 h 129383"/>
                <a:gd name="csX1" fmla="*/ 174068 w 244467"/>
                <a:gd name="csY1" fmla="*/ 125798 h 129383"/>
                <a:gd name="csX2" fmla="*/ 180030 w 244467"/>
                <a:gd name="csY2" fmla="*/ 129481 h 129383"/>
                <a:gd name="csX3" fmla="*/ 186490 w 244467"/>
                <a:gd name="csY3" fmla="*/ 125307 h 129383"/>
                <a:gd name="csX4" fmla="*/ 204874 w 244467"/>
                <a:gd name="csY4" fmla="*/ 89954 h 129383"/>
                <a:gd name="csX5" fmla="*/ 242141 w 244467"/>
                <a:gd name="csY5" fmla="*/ 68103 h 129383"/>
                <a:gd name="csX6" fmla="*/ 244625 w 244467"/>
                <a:gd name="csY6" fmla="*/ 64912 h 129383"/>
                <a:gd name="csX7" fmla="*/ 239905 w 244467"/>
                <a:gd name="csY7" fmla="*/ 60984 h 129383"/>
                <a:gd name="csX8" fmla="*/ 186241 w 244467"/>
                <a:gd name="csY8" fmla="*/ 3043 h 129383"/>
                <a:gd name="csX9" fmla="*/ 180030 w 244467"/>
                <a:gd name="csY9" fmla="*/ 97 h 129383"/>
                <a:gd name="csX10" fmla="*/ 174068 w 244467"/>
                <a:gd name="csY10" fmla="*/ 3780 h 129383"/>
                <a:gd name="csX11" fmla="*/ 188726 w 244467"/>
                <a:gd name="csY11" fmla="*/ 37660 h 129383"/>
                <a:gd name="csX12" fmla="*/ 209595 w 244467"/>
                <a:gd name="csY12" fmla="*/ 58774 h 129383"/>
                <a:gd name="csX13" fmla="*/ 10096 w 244467"/>
                <a:gd name="csY13" fmla="*/ 58774 h 129383"/>
                <a:gd name="csX14" fmla="*/ 158 w 244467"/>
                <a:gd name="csY14" fmla="*/ 64666 h 129383"/>
                <a:gd name="csX15" fmla="*/ 10096 w 244467"/>
                <a:gd name="csY15" fmla="*/ 70804 h 129383"/>
                <a:gd name="csX16" fmla="*/ 209595 w 244467"/>
                <a:gd name="csY16" fmla="*/ 70804 h 1293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44467" h="129383">
                  <a:moveTo>
                    <a:pt x="209595" y="70804"/>
                  </a:moveTo>
                  <a:cubicBezTo>
                    <a:pt x="178291" y="93391"/>
                    <a:pt x="174068" y="125553"/>
                    <a:pt x="174068" y="125798"/>
                  </a:cubicBezTo>
                  <a:cubicBezTo>
                    <a:pt x="174068" y="129481"/>
                    <a:pt x="176552" y="129481"/>
                    <a:pt x="180030" y="129481"/>
                  </a:cubicBezTo>
                  <a:cubicBezTo>
                    <a:pt x="184502" y="129481"/>
                    <a:pt x="185248" y="129481"/>
                    <a:pt x="186490" y="125307"/>
                  </a:cubicBezTo>
                  <a:cubicBezTo>
                    <a:pt x="187980" y="119169"/>
                    <a:pt x="191955" y="103457"/>
                    <a:pt x="204874" y="89954"/>
                  </a:cubicBezTo>
                  <a:cubicBezTo>
                    <a:pt x="219284" y="74978"/>
                    <a:pt x="231706" y="71295"/>
                    <a:pt x="242141" y="68103"/>
                  </a:cubicBezTo>
                  <a:cubicBezTo>
                    <a:pt x="243632" y="67612"/>
                    <a:pt x="244625" y="66139"/>
                    <a:pt x="244625" y="64912"/>
                  </a:cubicBezTo>
                  <a:cubicBezTo>
                    <a:pt x="244625" y="62457"/>
                    <a:pt x="243135" y="61966"/>
                    <a:pt x="239905" y="60984"/>
                  </a:cubicBezTo>
                  <a:cubicBezTo>
                    <a:pt x="204129" y="49690"/>
                    <a:pt x="191459" y="24648"/>
                    <a:pt x="186241" y="3043"/>
                  </a:cubicBezTo>
                  <a:cubicBezTo>
                    <a:pt x="185248" y="97"/>
                    <a:pt x="183508" y="97"/>
                    <a:pt x="180030" y="97"/>
                  </a:cubicBezTo>
                  <a:cubicBezTo>
                    <a:pt x="176552" y="97"/>
                    <a:pt x="174068" y="97"/>
                    <a:pt x="174068" y="3780"/>
                  </a:cubicBezTo>
                  <a:cubicBezTo>
                    <a:pt x="174068" y="4271"/>
                    <a:pt x="176552" y="20720"/>
                    <a:pt x="188726" y="37660"/>
                  </a:cubicBezTo>
                  <a:cubicBezTo>
                    <a:pt x="194440" y="46007"/>
                    <a:pt x="201396" y="52882"/>
                    <a:pt x="209595" y="58774"/>
                  </a:cubicBezTo>
                  <a:lnTo>
                    <a:pt x="10096" y="58774"/>
                  </a:lnTo>
                  <a:cubicBezTo>
                    <a:pt x="6120" y="58774"/>
                    <a:pt x="158" y="58774"/>
                    <a:pt x="158" y="64666"/>
                  </a:cubicBezTo>
                  <a:cubicBezTo>
                    <a:pt x="158" y="70804"/>
                    <a:pt x="5872" y="70804"/>
                    <a:pt x="10096" y="70804"/>
                  </a:cubicBezTo>
                  <a:lnTo>
                    <a:pt x="209595" y="70804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E8470D41-6A39-B953-CA23-7DF38824CD5F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7485060" y="8301397"/>
              <a:ext cx="126705" cy="110725"/>
            </a:xfrm>
            <a:custGeom>
              <a:avLst/>
              <a:gdLst>
                <a:gd name="csX0" fmla="*/ 89854 w 126705"/>
                <a:gd name="csY0" fmla="*/ 14582 h 110725"/>
                <a:gd name="csX1" fmla="*/ 64264 w 126705"/>
                <a:gd name="csY1" fmla="*/ 97 h 110725"/>
                <a:gd name="csX2" fmla="*/ 166 w 126705"/>
                <a:gd name="csY2" fmla="*/ 70067 h 110725"/>
                <a:gd name="csX3" fmla="*/ 37681 w 126705"/>
                <a:gd name="csY3" fmla="*/ 110822 h 110725"/>
                <a:gd name="csX4" fmla="*/ 72959 w 126705"/>
                <a:gd name="csY4" fmla="*/ 93636 h 110725"/>
                <a:gd name="csX5" fmla="*/ 98549 w 126705"/>
                <a:gd name="csY5" fmla="*/ 110822 h 110725"/>
                <a:gd name="csX6" fmla="*/ 118176 w 126705"/>
                <a:gd name="csY6" fmla="*/ 97810 h 110725"/>
                <a:gd name="csX7" fmla="*/ 126871 w 126705"/>
                <a:gd name="csY7" fmla="*/ 73259 h 110725"/>
                <a:gd name="csX8" fmla="*/ 122896 w 126705"/>
                <a:gd name="csY8" fmla="*/ 70067 h 110725"/>
                <a:gd name="csX9" fmla="*/ 117431 w 126705"/>
                <a:gd name="csY9" fmla="*/ 77678 h 110725"/>
                <a:gd name="csX10" fmla="*/ 99294 w 126705"/>
                <a:gd name="csY10" fmla="*/ 103948 h 110725"/>
                <a:gd name="csX11" fmla="*/ 91096 w 126705"/>
                <a:gd name="csY11" fmla="*/ 91918 h 110725"/>
                <a:gd name="csX12" fmla="*/ 94822 w 126705"/>
                <a:gd name="csY12" fmla="*/ 72523 h 110725"/>
                <a:gd name="csX13" fmla="*/ 100288 w 126705"/>
                <a:gd name="csY13" fmla="*/ 50427 h 110725"/>
                <a:gd name="csX14" fmla="*/ 105257 w 126705"/>
                <a:gd name="csY14" fmla="*/ 31768 h 110725"/>
                <a:gd name="csX15" fmla="*/ 109729 w 126705"/>
                <a:gd name="csY15" fmla="*/ 12618 h 110725"/>
                <a:gd name="csX16" fmla="*/ 101282 w 126705"/>
                <a:gd name="csY16" fmla="*/ 4762 h 110725"/>
                <a:gd name="csX17" fmla="*/ 89854 w 126705"/>
                <a:gd name="csY17" fmla="*/ 14582 h 110725"/>
                <a:gd name="csX18" fmla="*/ 73953 w 126705"/>
                <a:gd name="csY18" fmla="*/ 77678 h 110725"/>
                <a:gd name="csX19" fmla="*/ 61283 w 126705"/>
                <a:gd name="csY19" fmla="*/ 94127 h 110725"/>
                <a:gd name="csX20" fmla="*/ 38426 w 126705"/>
                <a:gd name="csY20" fmla="*/ 103948 h 110725"/>
                <a:gd name="csX21" fmla="*/ 20290 w 126705"/>
                <a:gd name="csY21" fmla="*/ 80133 h 110725"/>
                <a:gd name="csX22" fmla="*/ 33209 w 126705"/>
                <a:gd name="csY22" fmla="*/ 30295 h 110725"/>
                <a:gd name="csX23" fmla="*/ 64264 w 126705"/>
                <a:gd name="csY23" fmla="*/ 6971 h 110725"/>
                <a:gd name="csX24" fmla="*/ 86375 w 126705"/>
                <a:gd name="csY24" fmla="*/ 28331 h 110725"/>
                <a:gd name="csX25" fmla="*/ 85630 w 126705"/>
                <a:gd name="csY25" fmla="*/ 31768 h 110725"/>
                <a:gd name="csX26" fmla="*/ 73953 w 126705"/>
                <a:gd name="csY26" fmla="*/ 77678 h 110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26705" h="110725">
                  <a:moveTo>
                    <a:pt x="89854" y="14582"/>
                  </a:moveTo>
                  <a:cubicBezTo>
                    <a:pt x="84636" y="6480"/>
                    <a:pt x="76189" y="97"/>
                    <a:pt x="64264" y="97"/>
                  </a:cubicBezTo>
                  <a:cubicBezTo>
                    <a:pt x="32463" y="97"/>
                    <a:pt x="166" y="34714"/>
                    <a:pt x="166" y="70067"/>
                  </a:cubicBezTo>
                  <a:cubicBezTo>
                    <a:pt x="166" y="93882"/>
                    <a:pt x="16315" y="110822"/>
                    <a:pt x="37681" y="110822"/>
                  </a:cubicBezTo>
                  <a:cubicBezTo>
                    <a:pt x="51096" y="110822"/>
                    <a:pt x="63022" y="103211"/>
                    <a:pt x="72959" y="93636"/>
                  </a:cubicBezTo>
                  <a:cubicBezTo>
                    <a:pt x="77680" y="108367"/>
                    <a:pt x="92090" y="110822"/>
                    <a:pt x="98549" y="110822"/>
                  </a:cubicBezTo>
                  <a:cubicBezTo>
                    <a:pt x="107493" y="110822"/>
                    <a:pt x="113704" y="105421"/>
                    <a:pt x="118176" y="97810"/>
                  </a:cubicBezTo>
                  <a:cubicBezTo>
                    <a:pt x="123642" y="88235"/>
                    <a:pt x="126871" y="74241"/>
                    <a:pt x="126871" y="73259"/>
                  </a:cubicBezTo>
                  <a:cubicBezTo>
                    <a:pt x="126871" y="70067"/>
                    <a:pt x="123642" y="70067"/>
                    <a:pt x="122896" y="70067"/>
                  </a:cubicBezTo>
                  <a:cubicBezTo>
                    <a:pt x="119418" y="70067"/>
                    <a:pt x="119170" y="71049"/>
                    <a:pt x="117431" y="77678"/>
                  </a:cubicBezTo>
                  <a:cubicBezTo>
                    <a:pt x="114449" y="89463"/>
                    <a:pt x="109729" y="103948"/>
                    <a:pt x="99294" y="103948"/>
                  </a:cubicBezTo>
                  <a:cubicBezTo>
                    <a:pt x="92835" y="103948"/>
                    <a:pt x="91096" y="98547"/>
                    <a:pt x="91096" y="91918"/>
                  </a:cubicBezTo>
                  <a:cubicBezTo>
                    <a:pt x="91096" y="87744"/>
                    <a:pt x="93083" y="78906"/>
                    <a:pt x="94822" y="72523"/>
                  </a:cubicBezTo>
                  <a:cubicBezTo>
                    <a:pt x="96561" y="65894"/>
                    <a:pt x="99046" y="55828"/>
                    <a:pt x="100288" y="50427"/>
                  </a:cubicBezTo>
                  <a:lnTo>
                    <a:pt x="105257" y="31768"/>
                  </a:lnTo>
                  <a:cubicBezTo>
                    <a:pt x="106748" y="25385"/>
                    <a:pt x="109729" y="13846"/>
                    <a:pt x="109729" y="12618"/>
                  </a:cubicBezTo>
                  <a:cubicBezTo>
                    <a:pt x="109729" y="7217"/>
                    <a:pt x="105257" y="4762"/>
                    <a:pt x="101282" y="4762"/>
                  </a:cubicBezTo>
                  <a:cubicBezTo>
                    <a:pt x="97058" y="4762"/>
                    <a:pt x="91344" y="7708"/>
                    <a:pt x="89854" y="14582"/>
                  </a:cubicBezTo>
                  <a:close/>
                  <a:moveTo>
                    <a:pt x="73953" y="77678"/>
                  </a:moveTo>
                  <a:cubicBezTo>
                    <a:pt x="72214" y="84553"/>
                    <a:pt x="66748" y="89463"/>
                    <a:pt x="61283" y="94127"/>
                  </a:cubicBezTo>
                  <a:cubicBezTo>
                    <a:pt x="59047" y="96092"/>
                    <a:pt x="49109" y="103948"/>
                    <a:pt x="38426" y="103948"/>
                  </a:cubicBezTo>
                  <a:cubicBezTo>
                    <a:pt x="29234" y="103948"/>
                    <a:pt x="20290" y="97565"/>
                    <a:pt x="20290" y="80133"/>
                  </a:cubicBezTo>
                  <a:cubicBezTo>
                    <a:pt x="20290" y="67121"/>
                    <a:pt x="27494" y="40115"/>
                    <a:pt x="33209" y="30295"/>
                  </a:cubicBezTo>
                  <a:cubicBezTo>
                    <a:pt x="44637" y="10654"/>
                    <a:pt x="57308" y="6971"/>
                    <a:pt x="64264" y="6971"/>
                  </a:cubicBezTo>
                  <a:cubicBezTo>
                    <a:pt x="81655" y="6971"/>
                    <a:pt x="86375" y="25630"/>
                    <a:pt x="86375" y="28331"/>
                  </a:cubicBezTo>
                  <a:cubicBezTo>
                    <a:pt x="86375" y="29313"/>
                    <a:pt x="85878" y="31031"/>
                    <a:pt x="85630" y="31768"/>
                  </a:cubicBezTo>
                  <a:lnTo>
                    <a:pt x="73953" y="77678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897F154-E2A7-92A1-29A4-292560166E65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7730828" y="8301397"/>
              <a:ext cx="107575" cy="110725"/>
            </a:xfrm>
            <a:custGeom>
              <a:avLst/>
              <a:gdLst>
                <a:gd name="csX0" fmla="*/ 93587 w 107575"/>
                <a:gd name="csY0" fmla="*/ 14337 h 110725"/>
                <a:gd name="csX1" fmla="*/ 80916 w 107575"/>
                <a:gd name="csY1" fmla="*/ 28085 h 110725"/>
                <a:gd name="csX2" fmla="*/ 90606 w 107575"/>
                <a:gd name="csY2" fmla="*/ 37169 h 110725"/>
                <a:gd name="csX3" fmla="*/ 104767 w 107575"/>
                <a:gd name="csY3" fmla="*/ 21456 h 110725"/>
                <a:gd name="csX4" fmla="*/ 71973 w 107575"/>
                <a:gd name="csY4" fmla="*/ 97 h 110725"/>
                <a:gd name="csX5" fmla="*/ 173 w 107575"/>
                <a:gd name="csY5" fmla="*/ 68103 h 110725"/>
                <a:gd name="csX6" fmla="*/ 46134 w 107575"/>
                <a:gd name="csY6" fmla="*/ 110822 h 110725"/>
                <a:gd name="csX7" fmla="*/ 107748 w 107575"/>
                <a:gd name="csY7" fmla="*/ 83079 h 110725"/>
                <a:gd name="csX8" fmla="*/ 103525 w 107575"/>
                <a:gd name="csY8" fmla="*/ 78906 h 110725"/>
                <a:gd name="csX9" fmla="*/ 99550 w 107575"/>
                <a:gd name="csY9" fmla="*/ 81361 h 110725"/>
                <a:gd name="csX10" fmla="*/ 46631 w 107575"/>
                <a:gd name="csY10" fmla="*/ 103948 h 110725"/>
                <a:gd name="csX11" fmla="*/ 20793 w 107575"/>
                <a:gd name="csY11" fmla="*/ 76696 h 110725"/>
                <a:gd name="csX12" fmla="*/ 37191 w 107575"/>
                <a:gd name="csY12" fmla="*/ 25876 h 110725"/>
                <a:gd name="csX13" fmla="*/ 71973 w 107575"/>
                <a:gd name="csY13" fmla="*/ 6971 h 110725"/>
                <a:gd name="csX14" fmla="*/ 93587 w 107575"/>
                <a:gd name="csY14" fmla="*/ 14337 h 110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7575" h="110725">
                  <a:moveTo>
                    <a:pt x="93587" y="14337"/>
                  </a:moveTo>
                  <a:cubicBezTo>
                    <a:pt x="84643" y="15810"/>
                    <a:pt x="80916" y="22684"/>
                    <a:pt x="80916" y="28085"/>
                  </a:cubicBezTo>
                  <a:cubicBezTo>
                    <a:pt x="80916" y="34714"/>
                    <a:pt x="86134" y="37169"/>
                    <a:pt x="90606" y="37169"/>
                  </a:cubicBezTo>
                  <a:cubicBezTo>
                    <a:pt x="96071" y="37169"/>
                    <a:pt x="104767" y="33241"/>
                    <a:pt x="104767" y="21456"/>
                  </a:cubicBezTo>
                  <a:cubicBezTo>
                    <a:pt x="104767" y="4762"/>
                    <a:pt x="85388" y="97"/>
                    <a:pt x="71973" y="97"/>
                  </a:cubicBezTo>
                  <a:cubicBezTo>
                    <a:pt x="34706" y="97"/>
                    <a:pt x="173" y="33977"/>
                    <a:pt x="173" y="68103"/>
                  </a:cubicBezTo>
                  <a:cubicBezTo>
                    <a:pt x="173" y="89217"/>
                    <a:pt x="15079" y="110822"/>
                    <a:pt x="46134" y="110822"/>
                  </a:cubicBezTo>
                  <a:cubicBezTo>
                    <a:pt x="88121" y="110822"/>
                    <a:pt x="107748" y="86517"/>
                    <a:pt x="107748" y="83079"/>
                  </a:cubicBezTo>
                  <a:cubicBezTo>
                    <a:pt x="107748" y="81606"/>
                    <a:pt x="105512" y="78906"/>
                    <a:pt x="103525" y="78906"/>
                  </a:cubicBezTo>
                  <a:cubicBezTo>
                    <a:pt x="102034" y="78906"/>
                    <a:pt x="101537" y="79397"/>
                    <a:pt x="99550" y="81361"/>
                  </a:cubicBezTo>
                  <a:cubicBezTo>
                    <a:pt x="80171" y="103948"/>
                    <a:pt x="51103" y="103948"/>
                    <a:pt x="46631" y="103948"/>
                  </a:cubicBezTo>
                  <a:cubicBezTo>
                    <a:pt x="28744" y="103948"/>
                    <a:pt x="20793" y="91918"/>
                    <a:pt x="20793" y="76696"/>
                  </a:cubicBezTo>
                  <a:cubicBezTo>
                    <a:pt x="20793" y="69576"/>
                    <a:pt x="24272" y="42816"/>
                    <a:pt x="37191" y="25876"/>
                  </a:cubicBezTo>
                  <a:cubicBezTo>
                    <a:pt x="46631" y="13846"/>
                    <a:pt x="59550" y="6971"/>
                    <a:pt x="71973" y="6971"/>
                  </a:cubicBezTo>
                  <a:cubicBezTo>
                    <a:pt x="75451" y="6971"/>
                    <a:pt x="87376" y="7462"/>
                    <a:pt x="93587" y="14337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839DFEFA-36B0-303A-0611-85BDD637771C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7859903" y="8225534"/>
              <a:ext cx="64346" cy="245264"/>
            </a:xfrm>
            <a:custGeom>
              <a:avLst/>
              <a:gdLst>
                <a:gd name="csX0" fmla="*/ 4897 w 64346"/>
                <a:gd name="csY0" fmla="*/ 97 h 245264"/>
                <a:gd name="csX1" fmla="*/ 176 w 64346"/>
                <a:gd name="csY1" fmla="*/ 3043 h 245264"/>
                <a:gd name="csX2" fmla="*/ 2412 w 64346"/>
                <a:gd name="csY2" fmla="*/ 6726 h 245264"/>
                <a:gd name="csX3" fmla="*/ 47629 w 64346"/>
                <a:gd name="csY3" fmla="*/ 122607 h 245264"/>
                <a:gd name="csX4" fmla="*/ 4648 w 64346"/>
                <a:gd name="csY4" fmla="*/ 236769 h 245264"/>
                <a:gd name="csX5" fmla="*/ 176 w 64346"/>
                <a:gd name="csY5" fmla="*/ 242416 h 245264"/>
                <a:gd name="csX6" fmla="*/ 3406 w 64346"/>
                <a:gd name="csY6" fmla="*/ 245362 h 245264"/>
                <a:gd name="csX7" fmla="*/ 46387 w 64346"/>
                <a:gd name="csY7" fmla="*/ 198469 h 245264"/>
                <a:gd name="csX8" fmla="*/ 64523 w 64346"/>
                <a:gd name="csY8" fmla="*/ 122852 h 245264"/>
                <a:gd name="csX9" fmla="*/ 4897 w 64346"/>
                <a:gd name="csY9" fmla="*/ 97 h 2452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64346" h="245264">
                  <a:moveTo>
                    <a:pt x="4897" y="97"/>
                  </a:moveTo>
                  <a:cubicBezTo>
                    <a:pt x="3158" y="97"/>
                    <a:pt x="176" y="97"/>
                    <a:pt x="176" y="3043"/>
                  </a:cubicBezTo>
                  <a:cubicBezTo>
                    <a:pt x="176" y="4271"/>
                    <a:pt x="922" y="5007"/>
                    <a:pt x="2412" y="6726"/>
                  </a:cubicBezTo>
                  <a:cubicBezTo>
                    <a:pt x="23778" y="26121"/>
                    <a:pt x="47629" y="59265"/>
                    <a:pt x="47629" y="122607"/>
                  </a:cubicBezTo>
                  <a:cubicBezTo>
                    <a:pt x="47629" y="173918"/>
                    <a:pt x="31480" y="212709"/>
                    <a:pt x="4648" y="236769"/>
                  </a:cubicBezTo>
                  <a:cubicBezTo>
                    <a:pt x="425" y="240943"/>
                    <a:pt x="176" y="241188"/>
                    <a:pt x="176" y="242416"/>
                  </a:cubicBezTo>
                  <a:cubicBezTo>
                    <a:pt x="176" y="243643"/>
                    <a:pt x="922" y="245362"/>
                    <a:pt x="3406" y="245362"/>
                  </a:cubicBezTo>
                  <a:cubicBezTo>
                    <a:pt x="6387" y="245362"/>
                    <a:pt x="29989" y="229158"/>
                    <a:pt x="46387" y="198469"/>
                  </a:cubicBezTo>
                  <a:cubicBezTo>
                    <a:pt x="57318" y="178092"/>
                    <a:pt x="64523" y="151577"/>
                    <a:pt x="64523" y="122852"/>
                  </a:cubicBezTo>
                  <a:cubicBezTo>
                    <a:pt x="64523" y="88235"/>
                    <a:pt x="54088" y="34468"/>
                    <a:pt x="4897" y="97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85AB01B9-FFE6-1EE4-4203-9C037FA43C86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7980008" y="8268008"/>
              <a:ext cx="137388" cy="160318"/>
            </a:xfrm>
            <a:custGeom>
              <a:avLst/>
              <a:gdLst>
                <a:gd name="csX0" fmla="*/ 127630 w 137388"/>
                <a:gd name="csY0" fmla="*/ 86271 h 160318"/>
                <a:gd name="csX1" fmla="*/ 137568 w 137388"/>
                <a:gd name="csY1" fmla="*/ 80379 h 160318"/>
                <a:gd name="csX2" fmla="*/ 127630 w 137388"/>
                <a:gd name="csY2" fmla="*/ 74241 h 160318"/>
                <a:gd name="csX3" fmla="*/ 12601 w 137388"/>
                <a:gd name="csY3" fmla="*/ 74241 h 160318"/>
                <a:gd name="csX4" fmla="*/ 85147 w 137388"/>
                <a:gd name="csY4" fmla="*/ 12127 h 160318"/>
                <a:gd name="csX5" fmla="*/ 127630 w 137388"/>
                <a:gd name="csY5" fmla="*/ 12127 h 160318"/>
                <a:gd name="csX6" fmla="*/ 137568 w 137388"/>
                <a:gd name="csY6" fmla="*/ 6235 h 160318"/>
                <a:gd name="csX7" fmla="*/ 127630 w 137388"/>
                <a:gd name="csY7" fmla="*/ 97 h 160318"/>
                <a:gd name="csX8" fmla="*/ 84153 w 137388"/>
                <a:gd name="csY8" fmla="*/ 97 h 160318"/>
                <a:gd name="csX9" fmla="*/ 179 w 137388"/>
                <a:gd name="csY9" fmla="*/ 80133 h 160318"/>
                <a:gd name="csX10" fmla="*/ 84153 w 137388"/>
                <a:gd name="csY10" fmla="*/ 160415 h 160318"/>
                <a:gd name="csX11" fmla="*/ 127630 w 137388"/>
                <a:gd name="csY11" fmla="*/ 160415 h 160318"/>
                <a:gd name="csX12" fmla="*/ 137568 w 137388"/>
                <a:gd name="csY12" fmla="*/ 154523 h 160318"/>
                <a:gd name="csX13" fmla="*/ 127630 w 137388"/>
                <a:gd name="csY13" fmla="*/ 148385 h 160318"/>
                <a:gd name="csX14" fmla="*/ 85147 w 137388"/>
                <a:gd name="csY14" fmla="*/ 148385 h 160318"/>
                <a:gd name="csX15" fmla="*/ 12601 w 137388"/>
                <a:gd name="csY15" fmla="*/ 86271 h 160318"/>
                <a:gd name="csX16" fmla="*/ 127630 w 137388"/>
                <a:gd name="csY16" fmla="*/ 86271 h 160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37388" h="160318">
                  <a:moveTo>
                    <a:pt x="127630" y="86271"/>
                  </a:moveTo>
                  <a:cubicBezTo>
                    <a:pt x="131605" y="86271"/>
                    <a:pt x="137568" y="86271"/>
                    <a:pt x="137568" y="80379"/>
                  </a:cubicBezTo>
                  <a:cubicBezTo>
                    <a:pt x="137568" y="74241"/>
                    <a:pt x="131854" y="74241"/>
                    <a:pt x="127630" y="74241"/>
                  </a:cubicBezTo>
                  <a:lnTo>
                    <a:pt x="12601" y="74241"/>
                  </a:lnTo>
                  <a:cubicBezTo>
                    <a:pt x="16328" y="38642"/>
                    <a:pt x="46390" y="12127"/>
                    <a:pt x="85147" y="12127"/>
                  </a:cubicBezTo>
                  <a:lnTo>
                    <a:pt x="127630" y="12127"/>
                  </a:lnTo>
                  <a:cubicBezTo>
                    <a:pt x="131605" y="12127"/>
                    <a:pt x="137568" y="12127"/>
                    <a:pt x="137568" y="6235"/>
                  </a:cubicBezTo>
                  <a:cubicBezTo>
                    <a:pt x="137568" y="97"/>
                    <a:pt x="131854" y="97"/>
                    <a:pt x="127630" y="97"/>
                  </a:cubicBezTo>
                  <a:lnTo>
                    <a:pt x="84153" y="97"/>
                  </a:lnTo>
                  <a:cubicBezTo>
                    <a:pt x="37943" y="97"/>
                    <a:pt x="179" y="35942"/>
                    <a:pt x="179" y="80133"/>
                  </a:cubicBezTo>
                  <a:cubicBezTo>
                    <a:pt x="179" y="125307"/>
                    <a:pt x="38439" y="160415"/>
                    <a:pt x="84153" y="160415"/>
                  </a:cubicBezTo>
                  <a:lnTo>
                    <a:pt x="127630" y="160415"/>
                  </a:lnTo>
                  <a:cubicBezTo>
                    <a:pt x="131605" y="160415"/>
                    <a:pt x="137568" y="160415"/>
                    <a:pt x="137568" y="154523"/>
                  </a:cubicBezTo>
                  <a:cubicBezTo>
                    <a:pt x="137568" y="148385"/>
                    <a:pt x="131854" y="148385"/>
                    <a:pt x="127630" y="148385"/>
                  </a:cubicBezTo>
                  <a:lnTo>
                    <a:pt x="85147" y="148385"/>
                  </a:lnTo>
                  <a:cubicBezTo>
                    <a:pt x="46390" y="148385"/>
                    <a:pt x="16328" y="121870"/>
                    <a:pt x="12601" y="86271"/>
                  </a:cubicBezTo>
                  <a:lnTo>
                    <a:pt x="127630" y="86271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71A63FC3-0670-51BB-C6D0-2CCEA7D32BE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8154127" y="8241984"/>
              <a:ext cx="227573" cy="172593"/>
            </a:xfrm>
            <a:custGeom>
              <a:avLst/>
              <a:gdLst>
                <a:gd name="csX0" fmla="*/ 110742 w 227573"/>
                <a:gd name="csY0" fmla="*/ 15073 h 172593"/>
                <a:gd name="csX1" fmla="*/ 172852 w 227573"/>
                <a:gd name="csY1" fmla="*/ 41588 h 172593"/>
                <a:gd name="csX2" fmla="*/ 115959 w 227573"/>
                <a:gd name="csY2" fmla="*/ 85780 h 172593"/>
                <a:gd name="csX3" fmla="*/ 101052 w 227573"/>
                <a:gd name="csY3" fmla="*/ 89954 h 172593"/>
                <a:gd name="csX4" fmla="*/ 92854 w 227573"/>
                <a:gd name="csY4" fmla="*/ 98547 h 172593"/>
                <a:gd name="csX5" fmla="*/ 95587 w 227573"/>
                <a:gd name="csY5" fmla="*/ 100756 h 172593"/>
                <a:gd name="csX6" fmla="*/ 126890 w 227573"/>
                <a:gd name="csY6" fmla="*/ 135619 h 172593"/>
                <a:gd name="csX7" fmla="*/ 164157 w 227573"/>
                <a:gd name="csY7" fmla="*/ 172691 h 172593"/>
                <a:gd name="csX8" fmla="*/ 227758 w 227573"/>
                <a:gd name="csY8" fmla="*/ 137092 h 172593"/>
                <a:gd name="csX9" fmla="*/ 224777 w 227573"/>
                <a:gd name="csY9" fmla="*/ 135128 h 172593"/>
                <a:gd name="csX10" fmla="*/ 205895 w 227573"/>
                <a:gd name="csY10" fmla="*/ 145685 h 172593"/>
                <a:gd name="csX11" fmla="*/ 181796 w 227573"/>
                <a:gd name="csY11" fmla="*/ 157715 h 172593"/>
                <a:gd name="csX12" fmla="*/ 148753 w 227573"/>
                <a:gd name="csY12" fmla="*/ 121134 h 172593"/>
                <a:gd name="csX13" fmla="*/ 131859 w 227573"/>
                <a:gd name="csY13" fmla="*/ 95355 h 172593"/>
                <a:gd name="csX14" fmla="*/ 195957 w 227573"/>
                <a:gd name="csY14" fmla="*/ 30540 h 172593"/>
                <a:gd name="csX15" fmla="*/ 109251 w 227573"/>
                <a:gd name="csY15" fmla="*/ 97 h 172593"/>
                <a:gd name="csX16" fmla="*/ 40681 w 227573"/>
                <a:gd name="csY16" fmla="*/ 8690 h 172593"/>
                <a:gd name="csX17" fmla="*/ 185 w 227573"/>
                <a:gd name="csY17" fmla="*/ 46989 h 172593"/>
                <a:gd name="csX18" fmla="*/ 3166 w 227573"/>
                <a:gd name="csY18" fmla="*/ 49199 h 172593"/>
                <a:gd name="csX19" fmla="*/ 23290 w 227573"/>
                <a:gd name="csY19" fmla="*/ 35696 h 172593"/>
                <a:gd name="csX20" fmla="*/ 69749 w 227573"/>
                <a:gd name="csY20" fmla="*/ 15073 h 172593"/>
                <a:gd name="csX21" fmla="*/ 32234 w 227573"/>
                <a:gd name="csY21" fmla="*/ 165325 h 172593"/>
                <a:gd name="csX22" fmla="*/ 30246 w 227573"/>
                <a:gd name="csY22" fmla="*/ 170481 h 172593"/>
                <a:gd name="csX23" fmla="*/ 33228 w 227573"/>
                <a:gd name="csY23" fmla="*/ 172691 h 172593"/>
                <a:gd name="csX24" fmla="*/ 51861 w 227573"/>
                <a:gd name="csY24" fmla="*/ 162379 h 172593"/>
                <a:gd name="csX25" fmla="*/ 91860 w 227573"/>
                <a:gd name="csY25" fmla="*/ 15073 h 172593"/>
                <a:gd name="csX26" fmla="*/ 110742 w 227573"/>
                <a:gd name="csY26" fmla="*/ 15073 h 1725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227573" h="172593">
                  <a:moveTo>
                    <a:pt x="110742" y="15073"/>
                  </a:moveTo>
                  <a:cubicBezTo>
                    <a:pt x="161176" y="15073"/>
                    <a:pt x="172852" y="25385"/>
                    <a:pt x="172852" y="41588"/>
                  </a:cubicBezTo>
                  <a:cubicBezTo>
                    <a:pt x="172852" y="61229"/>
                    <a:pt x="157946" y="84553"/>
                    <a:pt x="115959" y="85780"/>
                  </a:cubicBezTo>
                  <a:cubicBezTo>
                    <a:pt x="110742" y="86026"/>
                    <a:pt x="107760" y="86026"/>
                    <a:pt x="101052" y="89954"/>
                  </a:cubicBezTo>
                  <a:cubicBezTo>
                    <a:pt x="97077" y="92409"/>
                    <a:pt x="92854" y="96091"/>
                    <a:pt x="92854" y="98547"/>
                  </a:cubicBezTo>
                  <a:cubicBezTo>
                    <a:pt x="92854" y="100020"/>
                    <a:pt x="93599" y="100511"/>
                    <a:pt x="95587" y="100756"/>
                  </a:cubicBezTo>
                  <a:cubicBezTo>
                    <a:pt x="106518" y="102475"/>
                    <a:pt x="112232" y="109104"/>
                    <a:pt x="126890" y="135619"/>
                  </a:cubicBezTo>
                  <a:cubicBezTo>
                    <a:pt x="140306" y="160170"/>
                    <a:pt x="148505" y="172691"/>
                    <a:pt x="164157" y="172691"/>
                  </a:cubicBezTo>
                  <a:cubicBezTo>
                    <a:pt x="196454" y="172691"/>
                    <a:pt x="227758" y="142247"/>
                    <a:pt x="227758" y="137092"/>
                  </a:cubicBezTo>
                  <a:cubicBezTo>
                    <a:pt x="227758" y="136846"/>
                    <a:pt x="227510" y="135128"/>
                    <a:pt x="224777" y="135128"/>
                  </a:cubicBezTo>
                  <a:cubicBezTo>
                    <a:pt x="222541" y="135128"/>
                    <a:pt x="213100" y="137337"/>
                    <a:pt x="205895" y="145685"/>
                  </a:cubicBezTo>
                  <a:cubicBezTo>
                    <a:pt x="202665" y="149367"/>
                    <a:pt x="195212" y="157715"/>
                    <a:pt x="181796" y="157715"/>
                  </a:cubicBezTo>
                  <a:cubicBezTo>
                    <a:pt x="168380" y="157715"/>
                    <a:pt x="159436" y="141020"/>
                    <a:pt x="148753" y="121134"/>
                  </a:cubicBezTo>
                  <a:cubicBezTo>
                    <a:pt x="139313" y="104193"/>
                    <a:pt x="135089" y="98792"/>
                    <a:pt x="131859" y="95355"/>
                  </a:cubicBezTo>
                  <a:cubicBezTo>
                    <a:pt x="176082" y="80133"/>
                    <a:pt x="195957" y="53127"/>
                    <a:pt x="195957" y="30540"/>
                  </a:cubicBezTo>
                  <a:cubicBezTo>
                    <a:pt x="195957" y="97"/>
                    <a:pt x="157200" y="97"/>
                    <a:pt x="109251" y="97"/>
                  </a:cubicBezTo>
                  <a:cubicBezTo>
                    <a:pt x="77947" y="97"/>
                    <a:pt x="62792" y="97"/>
                    <a:pt x="40681" y="8690"/>
                  </a:cubicBezTo>
                  <a:cubicBezTo>
                    <a:pt x="7638" y="21702"/>
                    <a:pt x="185" y="43061"/>
                    <a:pt x="185" y="46989"/>
                  </a:cubicBezTo>
                  <a:cubicBezTo>
                    <a:pt x="185" y="48954"/>
                    <a:pt x="1924" y="49199"/>
                    <a:pt x="3166" y="49199"/>
                  </a:cubicBezTo>
                  <a:cubicBezTo>
                    <a:pt x="6893" y="49199"/>
                    <a:pt x="20309" y="44289"/>
                    <a:pt x="23290" y="35696"/>
                  </a:cubicBezTo>
                  <a:cubicBezTo>
                    <a:pt x="26520" y="25876"/>
                    <a:pt x="29749" y="17037"/>
                    <a:pt x="69749" y="15073"/>
                  </a:cubicBezTo>
                  <a:cubicBezTo>
                    <a:pt x="65028" y="81852"/>
                    <a:pt x="46395" y="131936"/>
                    <a:pt x="32234" y="165325"/>
                  </a:cubicBezTo>
                  <a:cubicBezTo>
                    <a:pt x="30246" y="169745"/>
                    <a:pt x="30246" y="170236"/>
                    <a:pt x="30246" y="170481"/>
                  </a:cubicBezTo>
                  <a:cubicBezTo>
                    <a:pt x="30246" y="172200"/>
                    <a:pt x="31488" y="172691"/>
                    <a:pt x="33228" y="172691"/>
                  </a:cubicBezTo>
                  <a:cubicBezTo>
                    <a:pt x="38693" y="172691"/>
                    <a:pt x="49128" y="166553"/>
                    <a:pt x="51861" y="162379"/>
                  </a:cubicBezTo>
                  <a:cubicBezTo>
                    <a:pt x="52358" y="161643"/>
                    <a:pt x="85152" y="95109"/>
                    <a:pt x="91860" y="15073"/>
                  </a:cubicBezTo>
                  <a:lnTo>
                    <a:pt x="110742" y="15073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0167EED7-6E3B-95DE-4EE0-2264D6E41C65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8407867" y="8325294"/>
              <a:ext cx="80211" cy="123518"/>
            </a:xfrm>
            <a:custGeom>
              <a:avLst/>
              <a:gdLst>
                <a:gd name="csX0" fmla="*/ 36393 w 80211"/>
                <a:gd name="csY0" fmla="*/ 6648 h 123518"/>
                <a:gd name="csX1" fmla="*/ 37103 w 80211"/>
                <a:gd name="csY1" fmla="*/ 2966 h 123518"/>
                <a:gd name="csX2" fmla="*/ 31602 w 80211"/>
                <a:gd name="csY2" fmla="*/ 160 h 123518"/>
                <a:gd name="csX3" fmla="*/ 9774 w 80211"/>
                <a:gd name="csY3" fmla="*/ 1738 h 123518"/>
                <a:gd name="csX4" fmla="*/ 5515 w 80211"/>
                <a:gd name="csY4" fmla="*/ 2790 h 123518"/>
                <a:gd name="csX5" fmla="*/ 4273 w 80211"/>
                <a:gd name="csY5" fmla="*/ 6824 h 123518"/>
                <a:gd name="csX6" fmla="*/ 9597 w 80211"/>
                <a:gd name="csY6" fmla="*/ 9805 h 123518"/>
                <a:gd name="csX7" fmla="*/ 15630 w 80211"/>
                <a:gd name="csY7" fmla="*/ 10156 h 123518"/>
                <a:gd name="csX8" fmla="*/ 19180 w 80211"/>
                <a:gd name="csY8" fmla="*/ 12435 h 123518"/>
                <a:gd name="csX9" fmla="*/ 16340 w 80211"/>
                <a:gd name="csY9" fmla="*/ 24185 h 123518"/>
                <a:gd name="csX10" fmla="*/ 1611 w 80211"/>
                <a:gd name="csY10" fmla="*/ 82932 h 123518"/>
                <a:gd name="csX11" fmla="*/ 192 w 80211"/>
                <a:gd name="csY11" fmla="*/ 93278 h 123518"/>
                <a:gd name="csX12" fmla="*/ 30360 w 80211"/>
                <a:gd name="csY12" fmla="*/ 123616 h 123518"/>
                <a:gd name="csX13" fmla="*/ 80403 w 80211"/>
                <a:gd name="csY13" fmla="*/ 74690 h 123518"/>
                <a:gd name="csX14" fmla="*/ 49348 w 80211"/>
                <a:gd name="csY14" fmla="*/ 44176 h 123518"/>
                <a:gd name="csX15" fmla="*/ 24503 w 80211"/>
                <a:gd name="csY15" fmla="*/ 53646 h 123518"/>
                <a:gd name="csX16" fmla="*/ 36393 w 80211"/>
                <a:gd name="csY16" fmla="*/ 6648 h 123518"/>
                <a:gd name="csX17" fmla="*/ 30714 w 80211"/>
                <a:gd name="csY17" fmla="*/ 117654 h 123518"/>
                <a:gd name="csX18" fmla="*/ 14388 w 80211"/>
                <a:gd name="csY18" fmla="*/ 98890 h 123518"/>
                <a:gd name="csX19" fmla="*/ 17228 w 80211"/>
                <a:gd name="csY19" fmla="*/ 81704 h 123518"/>
                <a:gd name="csX20" fmla="*/ 20954 w 80211"/>
                <a:gd name="csY20" fmla="*/ 67149 h 123518"/>
                <a:gd name="csX21" fmla="*/ 48815 w 80211"/>
                <a:gd name="csY21" fmla="*/ 50139 h 123518"/>
                <a:gd name="csX22" fmla="*/ 64432 w 80211"/>
                <a:gd name="csY22" fmla="*/ 68026 h 123518"/>
                <a:gd name="csX23" fmla="*/ 55381 w 80211"/>
                <a:gd name="csY23" fmla="*/ 101170 h 123518"/>
                <a:gd name="csX24" fmla="*/ 30714 w 80211"/>
                <a:gd name="csY24" fmla="*/ 117654 h 1235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80211" h="123518">
                  <a:moveTo>
                    <a:pt x="36393" y="6648"/>
                  </a:moveTo>
                  <a:cubicBezTo>
                    <a:pt x="37103" y="4193"/>
                    <a:pt x="37103" y="3843"/>
                    <a:pt x="37103" y="2966"/>
                  </a:cubicBezTo>
                  <a:cubicBezTo>
                    <a:pt x="37103" y="-15"/>
                    <a:pt x="34441" y="-15"/>
                    <a:pt x="31602" y="160"/>
                  </a:cubicBezTo>
                  <a:lnTo>
                    <a:pt x="9774" y="1738"/>
                  </a:lnTo>
                  <a:cubicBezTo>
                    <a:pt x="6757" y="1914"/>
                    <a:pt x="6403" y="2089"/>
                    <a:pt x="5515" y="2790"/>
                  </a:cubicBezTo>
                  <a:cubicBezTo>
                    <a:pt x="4805" y="3667"/>
                    <a:pt x="4273" y="5772"/>
                    <a:pt x="4273" y="6824"/>
                  </a:cubicBezTo>
                  <a:cubicBezTo>
                    <a:pt x="4273" y="9805"/>
                    <a:pt x="7112" y="9805"/>
                    <a:pt x="9597" y="9805"/>
                  </a:cubicBezTo>
                  <a:cubicBezTo>
                    <a:pt x="9774" y="9805"/>
                    <a:pt x="12969" y="9805"/>
                    <a:pt x="15630" y="10156"/>
                  </a:cubicBezTo>
                  <a:cubicBezTo>
                    <a:pt x="19002" y="10506"/>
                    <a:pt x="19180" y="11032"/>
                    <a:pt x="19180" y="12435"/>
                  </a:cubicBezTo>
                  <a:cubicBezTo>
                    <a:pt x="19180" y="13488"/>
                    <a:pt x="17405" y="20327"/>
                    <a:pt x="16340" y="24185"/>
                  </a:cubicBezTo>
                  <a:lnTo>
                    <a:pt x="1611" y="82932"/>
                  </a:lnTo>
                  <a:cubicBezTo>
                    <a:pt x="724" y="86615"/>
                    <a:pt x="192" y="89420"/>
                    <a:pt x="192" y="93278"/>
                  </a:cubicBezTo>
                  <a:cubicBezTo>
                    <a:pt x="192" y="111516"/>
                    <a:pt x="13323" y="123616"/>
                    <a:pt x="30360" y="123616"/>
                  </a:cubicBezTo>
                  <a:cubicBezTo>
                    <a:pt x="56091" y="123616"/>
                    <a:pt x="80403" y="99065"/>
                    <a:pt x="80403" y="74690"/>
                  </a:cubicBezTo>
                  <a:cubicBezTo>
                    <a:pt x="80403" y="57329"/>
                    <a:pt x="67626" y="44176"/>
                    <a:pt x="49348" y="44176"/>
                  </a:cubicBezTo>
                  <a:cubicBezTo>
                    <a:pt x="41894" y="44176"/>
                    <a:pt x="33199" y="46982"/>
                    <a:pt x="24503" y="53646"/>
                  </a:cubicBezTo>
                  <a:lnTo>
                    <a:pt x="36393" y="6648"/>
                  </a:lnTo>
                  <a:close/>
                  <a:moveTo>
                    <a:pt x="30714" y="117654"/>
                  </a:moveTo>
                  <a:cubicBezTo>
                    <a:pt x="23084" y="117654"/>
                    <a:pt x="14388" y="113095"/>
                    <a:pt x="14388" y="98890"/>
                  </a:cubicBezTo>
                  <a:cubicBezTo>
                    <a:pt x="14388" y="93278"/>
                    <a:pt x="15808" y="87667"/>
                    <a:pt x="17228" y="81704"/>
                  </a:cubicBezTo>
                  <a:cubicBezTo>
                    <a:pt x="17760" y="79600"/>
                    <a:pt x="20777" y="68201"/>
                    <a:pt x="20954" y="67149"/>
                  </a:cubicBezTo>
                  <a:cubicBezTo>
                    <a:pt x="21487" y="65395"/>
                    <a:pt x="33909" y="50139"/>
                    <a:pt x="48815" y="50139"/>
                  </a:cubicBezTo>
                  <a:cubicBezTo>
                    <a:pt x="56446" y="50139"/>
                    <a:pt x="64432" y="54698"/>
                    <a:pt x="64432" y="68026"/>
                  </a:cubicBezTo>
                  <a:cubicBezTo>
                    <a:pt x="64432" y="74514"/>
                    <a:pt x="61060" y="90999"/>
                    <a:pt x="55381" y="101170"/>
                  </a:cubicBezTo>
                  <a:cubicBezTo>
                    <a:pt x="49348" y="111516"/>
                    <a:pt x="39410" y="117654"/>
                    <a:pt x="30714" y="117654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26ED6DE1-D2BC-D24B-E444-F841040410DB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8817862" y="7640983"/>
              <a:ext cx="472395" cy="491020"/>
            </a:xfrm>
            <a:custGeom>
              <a:avLst/>
              <a:gdLst>
                <a:gd name="csX0" fmla="*/ 429654 w 472395"/>
                <a:gd name="csY0" fmla="*/ 491095 h 491020"/>
                <a:gd name="csX1" fmla="*/ 472599 w 472395"/>
                <a:gd name="csY1" fmla="*/ 378862 h 491020"/>
                <a:gd name="csX2" fmla="*/ 463726 w 472395"/>
                <a:gd name="csY2" fmla="*/ 378862 h 491020"/>
                <a:gd name="csX3" fmla="*/ 371447 w 472395"/>
                <a:gd name="csY3" fmla="*/ 449710 h 491020"/>
                <a:gd name="csX4" fmla="*/ 261068 w 472395"/>
                <a:gd name="csY4" fmla="*/ 460582 h 491020"/>
                <a:gd name="csX5" fmla="*/ 47052 w 472395"/>
                <a:gd name="csY5" fmla="*/ 460582 h 491020"/>
                <a:gd name="csX6" fmla="*/ 227705 w 472395"/>
                <a:gd name="csY6" fmla="*/ 251197 h 491020"/>
                <a:gd name="csX7" fmla="*/ 230900 w 472395"/>
                <a:gd name="csY7" fmla="*/ 245585 h 491020"/>
                <a:gd name="csX8" fmla="*/ 228415 w 472395"/>
                <a:gd name="csY8" fmla="*/ 240324 h 491020"/>
                <a:gd name="csX9" fmla="*/ 63024 w 472395"/>
                <a:gd name="csY9" fmla="*/ 16910 h 491020"/>
                <a:gd name="csX10" fmla="*/ 257519 w 472395"/>
                <a:gd name="csY10" fmla="*/ 16910 h 491020"/>
                <a:gd name="csX11" fmla="*/ 340569 w 472395"/>
                <a:gd name="csY11" fmla="*/ 22522 h 491020"/>
                <a:gd name="csX12" fmla="*/ 418651 w 472395"/>
                <a:gd name="csY12" fmla="*/ 48827 h 491020"/>
                <a:gd name="csX13" fmla="*/ 463726 w 472395"/>
                <a:gd name="csY13" fmla="*/ 98630 h 491020"/>
                <a:gd name="csX14" fmla="*/ 472599 w 472395"/>
                <a:gd name="csY14" fmla="*/ 98630 h 491020"/>
                <a:gd name="csX15" fmla="*/ 429654 w 472395"/>
                <a:gd name="csY15" fmla="*/ 75 h 491020"/>
                <a:gd name="csX16" fmla="*/ 10141 w 472395"/>
                <a:gd name="csY16" fmla="*/ 75 h 491020"/>
                <a:gd name="csX17" fmla="*/ 558 w 472395"/>
                <a:gd name="csY17" fmla="*/ 2530 h 491020"/>
                <a:gd name="csX18" fmla="*/ 203 w 472395"/>
                <a:gd name="csY18" fmla="*/ 14104 h 491020"/>
                <a:gd name="csX19" fmla="*/ 187955 w 472395"/>
                <a:gd name="csY19" fmla="*/ 268032 h 491020"/>
                <a:gd name="csX20" fmla="*/ 4107 w 472395"/>
                <a:gd name="csY20" fmla="*/ 480924 h 491020"/>
                <a:gd name="csX21" fmla="*/ 558 w 472395"/>
                <a:gd name="csY21" fmla="*/ 487237 h 491020"/>
                <a:gd name="csX22" fmla="*/ 10141 w 472395"/>
                <a:gd name="csY22" fmla="*/ 491095 h 491020"/>
                <a:gd name="csX23" fmla="*/ 429654 w 472395"/>
                <a:gd name="csY23" fmla="*/ 491095 h 491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72395" h="491020">
                  <a:moveTo>
                    <a:pt x="429654" y="491095"/>
                  </a:moveTo>
                  <a:lnTo>
                    <a:pt x="472599" y="378862"/>
                  </a:lnTo>
                  <a:lnTo>
                    <a:pt x="463726" y="378862"/>
                  </a:lnTo>
                  <a:cubicBezTo>
                    <a:pt x="449884" y="415338"/>
                    <a:pt x="412263" y="439188"/>
                    <a:pt x="371447" y="449710"/>
                  </a:cubicBezTo>
                  <a:cubicBezTo>
                    <a:pt x="363994" y="451463"/>
                    <a:pt x="329212" y="460582"/>
                    <a:pt x="261068" y="460582"/>
                  </a:cubicBezTo>
                  <a:lnTo>
                    <a:pt x="47052" y="460582"/>
                  </a:lnTo>
                  <a:lnTo>
                    <a:pt x="227705" y="251197"/>
                  </a:lnTo>
                  <a:cubicBezTo>
                    <a:pt x="230190" y="248391"/>
                    <a:pt x="230900" y="247339"/>
                    <a:pt x="230900" y="245585"/>
                  </a:cubicBezTo>
                  <a:cubicBezTo>
                    <a:pt x="230900" y="244884"/>
                    <a:pt x="230900" y="243832"/>
                    <a:pt x="228415" y="240324"/>
                  </a:cubicBezTo>
                  <a:lnTo>
                    <a:pt x="63024" y="16910"/>
                  </a:lnTo>
                  <a:lnTo>
                    <a:pt x="257519" y="16910"/>
                  </a:lnTo>
                  <a:cubicBezTo>
                    <a:pt x="305078" y="16910"/>
                    <a:pt x="337375" y="21820"/>
                    <a:pt x="340569" y="22522"/>
                  </a:cubicBezTo>
                  <a:cubicBezTo>
                    <a:pt x="359735" y="25328"/>
                    <a:pt x="390613" y="31290"/>
                    <a:pt x="418651" y="48827"/>
                  </a:cubicBezTo>
                  <a:cubicBezTo>
                    <a:pt x="427524" y="54438"/>
                    <a:pt x="451659" y="70221"/>
                    <a:pt x="463726" y="98630"/>
                  </a:cubicBezTo>
                  <a:lnTo>
                    <a:pt x="472599" y="98630"/>
                  </a:lnTo>
                  <a:lnTo>
                    <a:pt x="429654" y="75"/>
                  </a:lnTo>
                  <a:lnTo>
                    <a:pt x="10141" y="75"/>
                  </a:lnTo>
                  <a:cubicBezTo>
                    <a:pt x="1978" y="75"/>
                    <a:pt x="1623" y="426"/>
                    <a:pt x="558" y="2530"/>
                  </a:cubicBezTo>
                  <a:cubicBezTo>
                    <a:pt x="203" y="3582"/>
                    <a:pt x="203" y="10246"/>
                    <a:pt x="203" y="14104"/>
                  </a:cubicBezTo>
                  <a:lnTo>
                    <a:pt x="187955" y="268032"/>
                  </a:lnTo>
                  <a:lnTo>
                    <a:pt x="4107" y="480924"/>
                  </a:lnTo>
                  <a:cubicBezTo>
                    <a:pt x="558" y="485133"/>
                    <a:pt x="558" y="486887"/>
                    <a:pt x="558" y="487237"/>
                  </a:cubicBezTo>
                  <a:cubicBezTo>
                    <a:pt x="558" y="491095"/>
                    <a:pt x="3752" y="491095"/>
                    <a:pt x="10141" y="491095"/>
                  </a:cubicBezTo>
                  <a:lnTo>
                    <a:pt x="429654" y="491095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17AA9E84-3ED3-9514-3882-6D60687CB42D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8583169" y="8223188"/>
              <a:ext cx="103352" cy="175785"/>
            </a:xfrm>
            <a:custGeom>
              <a:avLst/>
              <a:gdLst>
                <a:gd name="csX0" fmla="*/ 24047 w 103352"/>
                <a:gd name="csY0" fmla="*/ 139301 h 175785"/>
                <a:gd name="csX1" fmla="*/ 55848 w 103352"/>
                <a:gd name="csY1" fmla="*/ 175882 h 175785"/>
                <a:gd name="csX2" fmla="*/ 81686 w 103352"/>
                <a:gd name="csY2" fmla="*/ 167044 h 175785"/>
                <a:gd name="csX3" fmla="*/ 98829 w 103352"/>
                <a:gd name="csY3" fmla="*/ 152558 h 175785"/>
                <a:gd name="csX4" fmla="*/ 94853 w 103352"/>
                <a:gd name="csY4" fmla="*/ 147894 h 175785"/>
                <a:gd name="csX5" fmla="*/ 89388 w 103352"/>
                <a:gd name="csY5" fmla="*/ 151576 h 175785"/>
                <a:gd name="csX6" fmla="*/ 56096 w 103352"/>
                <a:gd name="csY6" fmla="*/ 169008 h 175785"/>
                <a:gd name="csX7" fmla="*/ 39202 w 103352"/>
                <a:gd name="csY7" fmla="*/ 135618 h 175785"/>
                <a:gd name="csX8" fmla="*/ 39699 w 103352"/>
                <a:gd name="csY8" fmla="*/ 127271 h 175785"/>
                <a:gd name="csX9" fmla="*/ 42929 w 103352"/>
                <a:gd name="csY9" fmla="*/ 121624 h 175785"/>
                <a:gd name="csX10" fmla="*/ 103549 w 103352"/>
                <a:gd name="csY10" fmla="*/ 21456 h 175785"/>
                <a:gd name="csX11" fmla="*/ 87152 w 103352"/>
                <a:gd name="csY11" fmla="*/ 97 h 175785"/>
                <a:gd name="csX12" fmla="*/ 45910 w 103352"/>
                <a:gd name="csY12" fmla="*/ 39133 h 175785"/>
                <a:gd name="csX13" fmla="*/ 26532 w 103352"/>
                <a:gd name="csY13" fmla="*/ 92408 h 175785"/>
                <a:gd name="csX14" fmla="*/ 22805 w 103352"/>
                <a:gd name="csY14" fmla="*/ 129481 h 175785"/>
                <a:gd name="csX15" fmla="*/ 4420 w 103352"/>
                <a:gd name="csY15" fmla="*/ 145684 h 175785"/>
                <a:gd name="csX16" fmla="*/ 197 w 103352"/>
                <a:gd name="csY16" fmla="*/ 150840 h 175785"/>
                <a:gd name="csX17" fmla="*/ 4420 w 103352"/>
                <a:gd name="csY17" fmla="*/ 155259 h 175785"/>
                <a:gd name="csX18" fmla="*/ 14607 w 103352"/>
                <a:gd name="csY18" fmla="*/ 147403 h 175785"/>
                <a:gd name="csX19" fmla="*/ 24047 w 103352"/>
                <a:gd name="csY19" fmla="*/ 139301 h 175785"/>
                <a:gd name="csX20" fmla="*/ 41935 w 103352"/>
                <a:gd name="csY20" fmla="*/ 111313 h 175785"/>
                <a:gd name="csX21" fmla="*/ 86903 w 103352"/>
                <a:gd name="csY21" fmla="*/ 6971 h 175785"/>
                <a:gd name="csX22" fmla="*/ 95599 w 103352"/>
                <a:gd name="csY22" fmla="*/ 19737 h 175785"/>
                <a:gd name="csX23" fmla="*/ 74233 w 103352"/>
                <a:gd name="csY23" fmla="*/ 74732 h 175785"/>
                <a:gd name="csX24" fmla="*/ 41935 w 103352"/>
                <a:gd name="csY24" fmla="*/ 111313 h 1757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03352" h="175785">
                  <a:moveTo>
                    <a:pt x="24047" y="139301"/>
                  </a:moveTo>
                  <a:cubicBezTo>
                    <a:pt x="26532" y="155259"/>
                    <a:pt x="34730" y="175882"/>
                    <a:pt x="55848" y="175882"/>
                  </a:cubicBezTo>
                  <a:cubicBezTo>
                    <a:pt x="63798" y="175882"/>
                    <a:pt x="72742" y="172690"/>
                    <a:pt x="81686" y="167044"/>
                  </a:cubicBezTo>
                  <a:cubicBezTo>
                    <a:pt x="85910" y="164588"/>
                    <a:pt x="98829" y="155505"/>
                    <a:pt x="98829" y="152558"/>
                  </a:cubicBezTo>
                  <a:cubicBezTo>
                    <a:pt x="98829" y="151085"/>
                    <a:pt x="97089" y="147894"/>
                    <a:pt x="94853" y="147894"/>
                  </a:cubicBezTo>
                  <a:cubicBezTo>
                    <a:pt x="93611" y="147894"/>
                    <a:pt x="93114" y="147894"/>
                    <a:pt x="89388" y="151576"/>
                  </a:cubicBezTo>
                  <a:cubicBezTo>
                    <a:pt x="78705" y="160906"/>
                    <a:pt x="67276" y="169008"/>
                    <a:pt x="56096" y="169008"/>
                  </a:cubicBezTo>
                  <a:cubicBezTo>
                    <a:pt x="39202" y="169008"/>
                    <a:pt x="39202" y="140283"/>
                    <a:pt x="39202" y="135618"/>
                  </a:cubicBezTo>
                  <a:cubicBezTo>
                    <a:pt x="39202" y="132427"/>
                    <a:pt x="39202" y="131936"/>
                    <a:pt x="39699" y="127271"/>
                  </a:cubicBezTo>
                  <a:cubicBezTo>
                    <a:pt x="39948" y="124816"/>
                    <a:pt x="39948" y="124325"/>
                    <a:pt x="42929" y="121624"/>
                  </a:cubicBezTo>
                  <a:cubicBezTo>
                    <a:pt x="56593" y="108858"/>
                    <a:pt x="103549" y="64175"/>
                    <a:pt x="103549" y="21456"/>
                  </a:cubicBezTo>
                  <a:cubicBezTo>
                    <a:pt x="103549" y="17773"/>
                    <a:pt x="103549" y="97"/>
                    <a:pt x="87152" y="97"/>
                  </a:cubicBezTo>
                  <a:cubicBezTo>
                    <a:pt x="66531" y="97"/>
                    <a:pt x="49885" y="31767"/>
                    <a:pt x="45910" y="39133"/>
                  </a:cubicBezTo>
                  <a:cubicBezTo>
                    <a:pt x="34979" y="60001"/>
                    <a:pt x="29265" y="80133"/>
                    <a:pt x="26532" y="92408"/>
                  </a:cubicBezTo>
                  <a:cubicBezTo>
                    <a:pt x="22805" y="108858"/>
                    <a:pt x="22805" y="117450"/>
                    <a:pt x="22805" y="129481"/>
                  </a:cubicBezTo>
                  <a:cubicBezTo>
                    <a:pt x="21066" y="131199"/>
                    <a:pt x="6905" y="143720"/>
                    <a:pt x="4420" y="145684"/>
                  </a:cubicBezTo>
                  <a:cubicBezTo>
                    <a:pt x="445" y="149121"/>
                    <a:pt x="197" y="149367"/>
                    <a:pt x="197" y="150840"/>
                  </a:cubicBezTo>
                  <a:cubicBezTo>
                    <a:pt x="197" y="152558"/>
                    <a:pt x="2433" y="155259"/>
                    <a:pt x="4420" y="155259"/>
                  </a:cubicBezTo>
                  <a:cubicBezTo>
                    <a:pt x="6159" y="155259"/>
                    <a:pt x="12867" y="149121"/>
                    <a:pt x="14607" y="147403"/>
                  </a:cubicBezTo>
                  <a:lnTo>
                    <a:pt x="24047" y="139301"/>
                  </a:lnTo>
                  <a:close/>
                  <a:moveTo>
                    <a:pt x="41935" y="111313"/>
                  </a:moveTo>
                  <a:cubicBezTo>
                    <a:pt x="46407" y="86271"/>
                    <a:pt x="66034" y="6971"/>
                    <a:pt x="86903" y="6971"/>
                  </a:cubicBezTo>
                  <a:cubicBezTo>
                    <a:pt x="92617" y="6971"/>
                    <a:pt x="95599" y="10899"/>
                    <a:pt x="95599" y="19737"/>
                  </a:cubicBezTo>
                  <a:cubicBezTo>
                    <a:pt x="95599" y="22684"/>
                    <a:pt x="95599" y="44534"/>
                    <a:pt x="74233" y="74732"/>
                  </a:cubicBezTo>
                  <a:cubicBezTo>
                    <a:pt x="61562" y="92408"/>
                    <a:pt x="47898" y="105666"/>
                    <a:pt x="41935" y="111313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9307E8FD-6F14-CA8A-117E-AA6B5F2A7649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8723087" y="8227853"/>
              <a:ext cx="167947" cy="214084"/>
            </a:xfrm>
            <a:custGeom>
              <a:avLst/>
              <a:gdLst>
                <a:gd name="csX0" fmla="*/ 162682 w 167947"/>
                <a:gd name="csY0" fmla="*/ 12618 h 214084"/>
                <a:gd name="csX1" fmla="*/ 168147 w 167947"/>
                <a:gd name="csY1" fmla="*/ 6234 h 214084"/>
                <a:gd name="csX2" fmla="*/ 161936 w 167947"/>
                <a:gd name="csY2" fmla="*/ 97 h 214084"/>
                <a:gd name="csX3" fmla="*/ 157464 w 167947"/>
                <a:gd name="csY3" fmla="*/ 1570 h 214084"/>
                <a:gd name="csX4" fmla="*/ 5914 w 167947"/>
                <a:gd name="csY4" fmla="*/ 73504 h 214084"/>
                <a:gd name="csX5" fmla="*/ 200 w 167947"/>
                <a:gd name="csY5" fmla="*/ 80133 h 214084"/>
                <a:gd name="csX6" fmla="*/ 5914 w 167947"/>
                <a:gd name="csY6" fmla="*/ 86762 h 214084"/>
                <a:gd name="csX7" fmla="*/ 156967 w 167947"/>
                <a:gd name="csY7" fmla="*/ 158451 h 214084"/>
                <a:gd name="csX8" fmla="*/ 161936 w 167947"/>
                <a:gd name="csY8" fmla="*/ 160169 h 214084"/>
                <a:gd name="csX9" fmla="*/ 168147 w 167947"/>
                <a:gd name="csY9" fmla="*/ 154277 h 214084"/>
                <a:gd name="csX10" fmla="*/ 162930 w 167947"/>
                <a:gd name="csY10" fmla="*/ 147894 h 214084"/>
                <a:gd name="csX11" fmla="*/ 20324 w 167947"/>
                <a:gd name="csY11" fmla="*/ 80133 h 214084"/>
                <a:gd name="csX12" fmla="*/ 162682 w 167947"/>
                <a:gd name="csY12" fmla="*/ 12618 h 214084"/>
                <a:gd name="csX13" fmla="*/ 158210 w 167947"/>
                <a:gd name="csY13" fmla="*/ 214182 h 214084"/>
                <a:gd name="csX14" fmla="*/ 168147 w 167947"/>
                <a:gd name="csY14" fmla="*/ 208289 h 214084"/>
                <a:gd name="csX15" fmla="*/ 158210 w 167947"/>
                <a:gd name="csY15" fmla="*/ 202152 h 214084"/>
                <a:gd name="csX16" fmla="*/ 10138 w 167947"/>
                <a:gd name="csY16" fmla="*/ 202152 h 214084"/>
                <a:gd name="csX17" fmla="*/ 200 w 167947"/>
                <a:gd name="csY17" fmla="*/ 208289 h 214084"/>
                <a:gd name="csX18" fmla="*/ 10138 w 167947"/>
                <a:gd name="csY18" fmla="*/ 214182 h 214084"/>
                <a:gd name="csX19" fmla="*/ 158210 w 167947"/>
                <a:gd name="csY19" fmla="*/ 214182 h 2140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67947" h="214084">
                  <a:moveTo>
                    <a:pt x="162682" y="12618"/>
                  </a:moveTo>
                  <a:cubicBezTo>
                    <a:pt x="165911" y="11145"/>
                    <a:pt x="168147" y="9181"/>
                    <a:pt x="168147" y="6234"/>
                  </a:cubicBezTo>
                  <a:cubicBezTo>
                    <a:pt x="168147" y="2797"/>
                    <a:pt x="165415" y="97"/>
                    <a:pt x="161936" y="97"/>
                  </a:cubicBezTo>
                  <a:cubicBezTo>
                    <a:pt x="161688" y="97"/>
                    <a:pt x="160446" y="97"/>
                    <a:pt x="157464" y="1570"/>
                  </a:cubicBezTo>
                  <a:lnTo>
                    <a:pt x="5914" y="73504"/>
                  </a:lnTo>
                  <a:cubicBezTo>
                    <a:pt x="1691" y="75468"/>
                    <a:pt x="200" y="77432"/>
                    <a:pt x="200" y="80133"/>
                  </a:cubicBezTo>
                  <a:cubicBezTo>
                    <a:pt x="200" y="82834"/>
                    <a:pt x="1691" y="84798"/>
                    <a:pt x="5914" y="86762"/>
                  </a:cubicBezTo>
                  <a:lnTo>
                    <a:pt x="156967" y="158451"/>
                  </a:lnTo>
                  <a:cubicBezTo>
                    <a:pt x="160446" y="160169"/>
                    <a:pt x="161439" y="160169"/>
                    <a:pt x="161936" y="160169"/>
                  </a:cubicBezTo>
                  <a:cubicBezTo>
                    <a:pt x="165911" y="160169"/>
                    <a:pt x="168147" y="156978"/>
                    <a:pt x="168147" y="154277"/>
                  </a:cubicBezTo>
                  <a:cubicBezTo>
                    <a:pt x="168147" y="150349"/>
                    <a:pt x="165166" y="148876"/>
                    <a:pt x="162930" y="147894"/>
                  </a:cubicBezTo>
                  <a:lnTo>
                    <a:pt x="20324" y="80133"/>
                  </a:lnTo>
                  <a:lnTo>
                    <a:pt x="162682" y="12618"/>
                  </a:lnTo>
                  <a:close/>
                  <a:moveTo>
                    <a:pt x="158210" y="214182"/>
                  </a:moveTo>
                  <a:cubicBezTo>
                    <a:pt x="162185" y="214182"/>
                    <a:pt x="168147" y="214182"/>
                    <a:pt x="168147" y="208289"/>
                  </a:cubicBezTo>
                  <a:cubicBezTo>
                    <a:pt x="168147" y="202152"/>
                    <a:pt x="162433" y="202152"/>
                    <a:pt x="158210" y="202152"/>
                  </a:cubicBezTo>
                  <a:lnTo>
                    <a:pt x="10138" y="202152"/>
                  </a:lnTo>
                  <a:cubicBezTo>
                    <a:pt x="5914" y="202152"/>
                    <a:pt x="200" y="202152"/>
                    <a:pt x="200" y="208289"/>
                  </a:cubicBezTo>
                  <a:cubicBezTo>
                    <a:pt x="200" y="214182"/>
                    <a:pt x="6163" y="214182"/>
                    <a:pt x="10138" y="214182"/>
                  </a:cubicBezTo>
                  <a:lnTo>
                    <a:pt x="158210" y="214182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E1DF84B-2A6D-5E3C-CB8C-C7838BAC00DB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8929757" y="8287757"/>
              <a:ext cx="228070" cy="110725"/>
            </a:xfrm>
            <a:custGeom>
              <a:avLst/>
              <a:gdLst>
                <a:gd name="csX0" fmla="*/ 96354 w 228070"/>
                <a:gd name="csY0" fmla="*/ 88480 h 110725"/>
                <a:gd name="csX1" fmla="*/ 92875 w 228070"/>
                <a:gd name="csY1" fmla="*/ 102965 h 110725"/>
                <a:gd name="csX2" fmla="*/ 101323 w 228070"/>
                <a:gd name="csY2" fmla="*/ 110822 h 110725"/>
                <a:gd name="csX3" fmla="*/ 111012 w 228070"/>
                <a:gd name="csY3" fmla="*/ 105421 h 110725"/>
                <a:gd name="csX4" fmla="*/ 115484 w 228070"/>
                <a:gd name="csY4" fmla="*/ 90199 h 110725"/>
                <a:gd name="csX5" fmla="*/ 120949 w 228070"/>
                <a:gd name="csY5" fmla="*/ 68103 h 110725"/>
                <a:gd name="csX6" fmla="*/ 125173 w 228070"/>
                <a:gd name="csY6" fmla="*/ 51654 h 110725"/>
                <a:gd name="csX7" fmla="*/ 132875 w 228070"/>
                <a:gd name="csY7" fmla="*/ 32995 h 110725"/>
                <a:gd name="csX8" fmla="*/ 172626 w 228070"/>
                <a:gd name="csY8" fmla="*/ 6971 h 110725"/>
                <a:gd name="csX9" fmla="*/ 187284 w 228070"/>
                <a:gd name="csY9" fmla="*/ 24157 h 110725"/>
                <a:gd name="csX10" fmla="*/ 172626 w 228070"/>
                <a:gd name="csY10" fmla="*/ 76450 h 110725"/>
                <a:gd name="csX11" fmla="*/ 168899 w 228070"/>
                <a:gd name="csY11" fmla="*/ 89708 h 110725"/>
                <a:gd name="csX12" fmla="*/ 192501 w 228070"/>
                <a:gd name="csY12" fmla="*/ 110822 h 110725"/>
                <a:gd name="csX13" fmla="*/ 228277 w 228070"/>
                <a:gd name="csY13" fmla="*/ 73259 h 110725"/>
                <a:gd name="csX14" fmla="*/ 224302 w 228070"/>
                <a:gd name="csY14" fmla="*/ 70067 h 110725"/>
                <a:gd name="csX15" fmla="*/ 219581 w 228070"/>
                <a:gd name="csY15" fmla="*/ 74241 h 110725"/>
                <a:gd name="csX16" fmla="*/ 193246 w 228070"/>
                <a:gd name="csY16" fmla="*/ 103947 h 110725"/>
                <a:gd name="csX17" fmla="*/ 187035 w 228070"/>
                <a:gd name="csY17" fmla="*/ 95355 h 110725"/>
                <a:gd name="csX18" fmla="*/ 192749 w 228070"/>
                <a:gd name="csY18" fmla="*/ 75468 h 110725"/>
                <a:gd name="csX19" fmla="*/ 205917 w 228070"/>
                <a:gd name="csY19" fmla="*/ 28085 h 110725"/>
                <a:gd name="csX20" fmla="*/ 196724 w 228070"/>
                <a:gd name="csY20" fmla="*/ 6725 h 110725"/>
                <a:gd name="csX21" fmla="*/ 173619 w 228070"/>
                <a:gd name="csY21" fmla="*/ 97 h 110725"/>
                <a:gd name="csX22" fmla="*/ 129645 w 228070"/>
                <a:gd name="csY22" fmla="*/ 24893 h 110725"/>
                <a:gd name="csX23" fmla="*/ 97347 w 228070"/>
                <a:gd name="csY23" fmla="*/ 97 h 110725"/>
                <a:gd name="csX24" fmla="*/ 55361 w 228070"/>
                <a:gd name="csY24" fmla="*/ 22438 h 110725"/>
                <a:gd name="csX25" fmla="*/ 28777 w 228070"/>
                <a:gd name="csY25" fmla="*/ 97 h 110725"/>
                <a:gd name="csX26" fmla="*/ 9150 w 228070"/>
                <a:gd name="csY26" fmla="*/ 13354 h 110725"/>
                <a:gd name="csX27" fmla="*/ 206 w 228070"/>
                <a:gd name="csY27" fmla="*/ 37660 h 110725"/>
                <a:gd name="csX28" fmla="*/ 4430 w 228070"/>
                <a:gd name="csY28" fmla="*/ 40851 h 110725"/>
                <a:gd name="csX29" fmla="*/ 9896 w 228070"/>
                <a:gd name="csY29" fmla="*/ 33486 h 110725"/>
                <a:gd name="csX30" fmla="*/ 28032 w 228070"/>
                <a:gd name="csY30" fmla="*/ 6971 h 110725"/>
                <a:gd name="csX31" fmla="*/ 36231 w 228070"/>
                <a:gd name="csY31" fmla="*/ 19001 h 110725"/>
                <a:gd name="csX32" fmla="*/ 32255 w 228070"/>
                <a:gd name="csY32" fmla="*/ 39378 h 110725"/>
                <a:gd name="csX33" fmla="*/ 26790 w 228070"/>
                <a:gd name="csY33" fmla="*/ 61474 h 110725"/>
                <a:gd name="csX34" fmla="*/ 18840 w 228070"/>
                <a:gd name="csY34" fmla="*/ 92900 h 110725"/>
                <a:gd name="csX35" fmla="*/ 16355 w 228070"/>
                <a:gd name="csY35" fmla="*/ 102965 h 110725"/>
                <a:gd name="csX36" fmla="*/ 24802 w 228070"/>
                <a:gd name="csY36" fmla="*/ 110822 h 110725"/>
                <a:gd name="csX37" fmla="*/ 34491 w 228070"/>
                <a:gd name="csY37" fmla="*/ 105421 h 110725"/>
                <a:gd name="csX38" fmla="*/ 38963 w 228070"/>
                <a:gd name="csY38" fmla="*/ 90199 h 110725"/>
                <a:gd name="csX39" fmla="*/ 44429 w 228070"/>
                <a:gd name="csY39" fmla="*/ 68103 h 110725"/>
                <a:gd name="csX40" fmla="*/ 48653 w 228070"/>
                <a:gd name="csY40" fmla="*/ 51654 h 110725"/>
                <a:gd name="csX41" fmla="*/ 59087 w 228070"/>
                <a:gd name="csY41" fmla="*/ 29558 h 110725"/>
                <a:gd name="csX42" fmla="*/ 96354 w 228070"/>
                <a:gd name="csY42" fmla="*/ 6971 h 110725"/>
                <a:gd name="csX43" fmla="*/ 111012 w 228070"/>
                <a:gd name="csY43" fmla="*/ 24157 h 110725"/>
                <a:gd name="csX44" fmla="*/ 106788 w 228070"/>
                <a:gd name="csY44" fmla="*/ 47235 h 110725"/>
                <a:gd name="csX45" fmla="*/ 96354 w 228070"/>
                <a:gd name="csY45" fmla="*/ 88480 h 110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228070" h="110725">
                  <a:moveTo>
                    <a:pt x="96354" y="88480"/>
                  </a:moveTo>
                  <a:cubicBezTo>
                    <a:pt x="95111" y="93391"/>
                    <a:pt x="92875" y="101738"/>
                    <a:pt x="92875" y="102965"/>
                  </a:cubicBezTo>
                  <a:cubicBezTo>
                    <a:pt x="92875" y="108367"/>
                    <a:pt x="97347" y="110822"/>
                    <a:pt x="101323" y="110822"/>
                  </a:cubicBezTo>
                  <a:cubicBezTo>
                    <a:pt x="105794" y="110822"/>
                    <a:pt x="109770" y="107630"/>
                    <a:pt x="111012" y="105421"/>
                  </a:cubicBezTo>
                  <a:cubicBezTo>
                    <a:pt x="112254" y="103211"/>
                    <a:pt x="114242" y="95355"/>
                    <a:pt x="115484" y="90199"/>
                  </a:cubicBezTo>
                  <a:cubicBezTo>
                    <a:pt x="116726" y="85534"/>
                    <a:pt x="119459" y="74241"/>
                    <a:pt x="120949" y="68103"/>
                  </a:cubicBezTo>
                  <a:cubicBezTo>
                    <a:pt x="122440" y="62702"/>
                    <a:pt x="123931" y="57301"/>
                    <a:pt x="125173" y="51654"/>
                  </a:cubicBezTo>
                  <a:cubicBezTo>
                    <a:pt x="127906" y="41097"/>
                    <a:pt x="127906" y="40606"/>
                    <a:pt x="132875" y="32995"/>
                  </a:cubicBezTo>
                  <a:cubicBezTo>
                    <a:pt x="140825" y="20965"/>
                    <a:pt x="153247" y="6971"/>
                    <a:pt x="172626" y="6971"/>
                  </a:cubicBezTo>
                  <a:cubicBezTo>
                    <a:pt x="186538" y="6971"/>
                    <a:pt x="187284" y="18264"/>
                    <a:pt x="187284" y="24157"/>
                  </a:cubicBezTo>
                  <a:cubicBezTo>
                    <a:pt x="187284" y="38887"/>
                    <a:pt x="176601" y="66139"/>
                    <a:pt x="172626" y="76450"/>
                  </a:cubicBezTo>
                  <a:cubicBezTo>
                    <a:pt x="169893" y="83325"/>
                    <a:pt x="168899" y="85534"/>
                    <a:pt x="168899" y="89708"/>
                  </a:cubicBezTo>
                  <a:cubicBezTo>
                    <a:pt x="168899" y="102720"/>
                    <a:pt x="179830" y="110822"/>
                    <a:pt x="192501" y="110822"/>
                  </a:cubicBezTo>
                  <a:cubicBezTo>
                    <a:pt x="217345" y="110822"/>
                    <a:pt x="228277" y="76941"/>
                    <a:pt x="228277" y="73259"/>
                  </a:cubicBezTo>
                  <a:cubicBezTo>
                    <a:pt x="228277" y="70067"/>
                    <a:pt x="225047" y="70067"/>
                    <a:pt x="224302" y="70067"/>
                  </a:cubicBezTo>
                  <a:cubicBezTo>
                    <a:pt x="220823" y="70067"/>
                    <a:pt x="220575" y="71540"/>
                    <a:pt x="219581" y="74241"/>
                  </a:cubicBezTo>
                  <a:cubicBezTo>
                    <a:pt x="213867" y="93882"/>
                    <a:pt x="203184" y="103947"/>
                    <a:pt x="193246" y="103947"/>
                  </a:cubicBezTo>
                  <a:cubicBezTo>
                    <a:pt x="188029" y="103947"/>
                    <a:pt x="187035" y="100510"/>
                    <a:pt x="187035" y="95355"/>
                  </a:cubicBezTo>
                  <a:cubicBezTo>
                    <a:pt x="187035" y="89708"/>
                    <a:pt x="188277" y="86516"/>
                    <a:pt x="192749" y="75468"/>
                  </a:cubicBezTo>
                  <a:cubicBezTo>
                    <a:pt x="195731" y="67857"/>
                    <a:pt x="205917" y="41833"/>
                    <a:pt x="205917" y="28085"/>
                  </a:cubicBezTo>
                  <a:cubicBezTo>
                    <a:pt x="205917" y="24157"/>
                    <a:pt x="205917" y="13845"/>
                    <a:pt x="196724" y="6725"/>
                  </a:cubicBezTo>
                  <a:cubicBezTo>
                    <a:pt x="192501" y="3534"/>
                    <a:pt x="185296" y="97"/>
                    <a:pt x="173619" y="97"/>
                  </a:cubicBezTo>
                  <a:cubicBezTo>
                    <a:pt x="151259" y="97"/>
                    <a:pt x="137595" y="14582"/>
                    <a:pt x="129645" y="24893"/>
                  </a:cubicBezTo>
                  <a:cubicBezTo>
                    <a:pt x="127657" y="4025"/>
                    <a:pt x="110018" y="97"/>
                    <a:pt x="97347" y="97"/>
                  </a:cubicBezTo>
                  <a:cubicBezTo>
                    <a:pt x="76727" y="97"/>
                    <a:pt x="62814" y="12618"/>
                    <a:pt x="55361" y="22438"/>
                  </a:cubicBezTo>
                  <a:cubicBezTo>
                    <a:pt x="53622" y="5498"/>
                    <a:pt x="38963" y="97"/>
                    <a:pt x="28777" y="97"/>
                  </a:cubicBezTo>
                  <a:cubicBezTo>
                    <a:pt x="18094" y="97"/>
                    <a:pt x="12380" y="7707"/>
                    <a:pt x="9150" y="13354"/>
                  </a:cubicBezTo>
                  <a:cubicBezTo>
                    <a:pt x="3685" y="22438"/>
                    <a:pt x="206" y="36432"/>
                    <a:pt x="206" y="37660"/>
                  </a:cubicBezTo>
                  <a:cubicBezTo>
                    <a:pt x="206" y="40851"/>
                    <a:pt x="3685" y="40851"/>
                    <a:pt x="4430" y="40851"/>
                  </a:cubicBezTo>
                  <a:cubicBezTo>
                    <a:pt x="7908" y="40851"/>
                    <a:pt x="8157" y="40115"/>
                    <a:pt x="9896" y="33486"/>
                  </a:cubicBezTo>
                  <a:cubicBezTo>
                    <a:pt x="13622" y="19001"/>
                    <a:pt x="18343" y="6971"/>
                    <a:pt x="28032" y="6971"/>
                  </a:cubicBezTo>
                  <a:cubicBezTo>
                    <a:pt x="34491" y="6971"/>
                    <a:pt x="36231" y="12372"/>
                    <a:pt x="36231" y="19001"/>
                  </a:cubicBezTo>
                  <a:cubicBezTo>
                    <a:pt x="36231" y="23666"/>
                    <a:pt x="33995" y="32750"/>
                    <a:pt x="32255" y="39378"/>
                  </a:cubicBezTo>
                  <a:cubicBezTo>
                    <a:pt x="30516" y="46007"/>
                    <a:pt x="28032" y="56073"/>
                    <a:pt x="26790" y="61474"/>
                  </a:cubicBezTo>
                  <a:lnTo>
                    <a:pt x="18840" y="92900"/>
                  </a:lnTo>
                  <a:cubicBezTo>
                    <a:pt x="17846" y="96091"/>
                    <a:pt x="16355" y="102229"/>
                    <a:pt x="16355" y="102965"/>
                  </a:cubicBezTo>
                  <a:cubicBezTo>
                    <a:pt x="16355" y="108367"/>
                    <a:pt x="20827" y="110822"/>
                    <a:pt x="24802" y="110822"/>
                  </a:cubicBezTo>
                  <a:cubicBezTo>
                    <a:pt x="29274" y="110822"/>
                    <a:pt x="33249" y="107630"/>
                    <a:pt x="34491" y="105421"/>
                  </a:cubicBezTo>
                  <a:cubicBezTo>
                    <a:pt x="35734" y="103211"/>
                    <a:pt x="37721" y="95355"/>
                    <a:pt x="38963" y="90199"/>
                  </a:cubicBezTo>
                  <a:cubicBezTo>
                    <a:pt x="40206" y="85534"/>
                    <a:pt x="42939" y="74241"/>
                    <a:pt x="44429" y="68103"/>
                  </a:cubicBezTo>
                  <a:cubicBezTo>
                    <a:pt x="45920" y="62702"/>
                    <a:pt x="47410" y="57301"/>
                    <a:pt x="48653" y="51654"/>
                  </a:cubicBezTo>
                  <a:cubicBezTo>
                    <a:pt x="51386" y="41588"/>
                    <a:pt x="51882" y="39624"/>
                    <a:pt x="59087" y="29558"/>
                  </a:cubicBezTo>
                  <a:cubicBezTo>
                    <a:pt x="66044" y="19737"/>
                    <a:pt x="77720" y="6971"/>
                    <a:pt x="96354" y="6971"/>
                  </a:cubicBezTo>
                  <a:cubicBezTo>
                    <a:pt x="110763" y="6971"/>
                    <a:pt x="111012" y="19492"/>
                    <a:pt x="111012" y="24157"/>
                  </a:cubicBezTo>
                  <a:cubicBezTo>
                    <a:pt x="111012" y="30294"/>
                    <a:pt x="110266" y="33486"/>
                    <a:pt x="106788" y="47235"/>
                  </a:cubicBezTo>
                  <a:lnTo>
                    <a:pt x="96354" y="88480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C1DFCFA8-49AE-89D4-001C-15E72D73C1E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9196766" y="8254368"/>
              <a:ext cx="167947" cy="160318"/>
            </a:xfrm>
            <a:custGeom>
              <a:avLst/>
              <a:gdLst>
                <a:gd name="csX0" fmla="*/ 162695 w 167947"/>
                <a:gd name="csY0" fmla="*/ 12618 h 160318"/>
                <a:gd name="csX1" fmla="*/ 168161 w 167947"/>
                <a:gd name="csY1" fmla="*/ 6234 h 160318"/>
                <a:gd name="csX2" fmla="*/ 161950 w 167947"/>
                <a:gd name="csY2" fmla="*/ 97 h 160318"/>
                <a:gd name="csX3" fmla="*/ 157478 w 167947"/>
                <a:gd name="csY3" fmla="*/ 1570 h 160318"/>
                <a:gd name="csX4" fmla="*/ 5679 w 167947"/>
                <a:gd name="csY4" fmla="*/ 73750 h 160318"/>
                <a:gd name="csX5" fmla="*/ 213 w 167947"/>
                <a:gd name="csY5" fmla="*/ 80133 h 160318"/>
                <a:gd name="csX6" fmla="*/ 5431 w 167947"/>
                <a:gd name="csY6" fmla="*/ 86516 h 160318"/>
                <a:gd name="csX7" fmla="*/ 156981 w 167947"/>
                <a:gd name="csY7" fmla="*/ 158696 h 160318"/>
                <a:gd name="csX8" fmla="*/ 161950 w 167947"/>
                <a:gd name="csY8" fmla="*/ 160415 h 160318"/>
                <a:gd name="csX9" fmla="*/ 168161 w 167947"/>
                <a:gd name="csY9" fmla="*/ 154277 h 160318"/>
                <a:gd name="csX10" fmla="*/ 162943 w 167947"/>
                <a:gd name="csY10" fmla="*/ 148139 h 160318"/>
                <a:gd name="csX11" fmla="*/ 20337 w 167947"/>
                <a:gd name="csY11" fmla="*/ 80378 h 160318"/>
                <a:gd name="csX12" fmla="*/ 162695 w 167947"/>
                <a:gd name="csY12" fmla="*/ 12618 h 160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67947" h="160318">
                  <a:moveTo>
                    <a:pt x="162695" y="12618"/>
                  </a:moveTo>
                  <a:cubicBezTo>
                    <a:pt x="165676" y="11145"/>
                    <a:pt x="168161" y="9426"/>
                    <a:pt x="168161" y="6234"/>
                  </a:cubicBezTo>
                  <a:cubicBezTo>
                    <a:pt x="168161" y="2797"/>
                    <a:pt x="165428" y="97"/>
                    <a:pt x="161950" y="97"/>
                  </a:cubicBezTo>
                  <a:cubicBezTo>
                    <a:pt x="161701" y="97"/>
                    <a:pt x="160459" y="97"/>
                    <a:pt x="157478" y="1570"/>
                  </a:cubicBezTo>
                  <a:lnTo>
                    <a:pt x="5679" y="73750"/>
                  </a:lnTo>
                  <a:cubicBezTo>
                    <a:pt x="2698" y="75223"/>
                    <a:pt x="213" y="76941"/>
                    <a:pt x="213" y="80133"/>
                  </a:cubicBezTo>
                  <a:cubicBezTo>
                    <a:pt x="213" y="84061"/>
                    <a:pt x="2946" y="85289"/>
                    <a:pt x="5431" y="86516"/>
                  </a:cubicBezTo>
                  <a:lnTo>
                    <a:pt x="156981" y="158696"/>
                  </a:lnTo>
                  <a:cubicBezTo>
                    <a:pt x="160459" y="160415"/>
                    <a:pt x="161453" y="160415"/>
                    <a:pt x="161950" y="160415"/>
                  </a:cubicBezTo>
                  <a:cubicBezTo>
                    <a:pt x="165428" y="160415"/>
                    <a:pt x="168161" y="157714"/>
                    <a:pt x="168161" y="154277"/>
                  </a:cubicBezTo>
                  <a:cubicBezTo>
                    <a:pt x="168161" y="150594"/>
                    <a:pt x="165179" y="149121"/>
                    <a:pt x="162943" y="148139"/>
                  </a:cubicBezTo>
                  <a:lnTo>
                    <a:pt x="20337" y="80378"/>
                  </a:lnTo>
                  <a:lnTo>
                    <a:pt x="162695" y="12618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170711D0-47C4-08F1-962D-433DE5AF80C8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9403436" y="8287757"/>
              <a:ext cx="115525" cy="110725"/>
            </a:xfrm>
            <a:custGeom>
              <a:avLst/>
              <a:gdLst>
                <a:gd name="csX0" fmla="*/ 46927 w 115525"/>
                <a:gd name="csY0" fmla="*/ 58774 h 110725"/>
                <a:gd name="csX1" fmla="*/ 53386 w 115525"/>
                <a:gd name="csY1" fmla="*/ 33977 h 110725"/>
                <a:gd name="csX2" fmla="*/ 69038 w 115525"/>
                <a:gd name="csY2" fmla="*/ 13845 h 110725"/>
                <a:gd name="csX3" fmla="*/ 89162 w 115525"/>
                <a:gd name="csY3" fmla="*/ 6971 h 110725"/>
                <a:gd name="csX4" fmla="*/ 102826 w 115525"/>
                <a:gd name="csY4" fmla="*/ 10408 h 110725"/>
                <a:gd name="csX5" fmla="*/ 91895 w 115525"/>
                <a:gd name="csY5" fmla="*/ 23911 h 110725"/>
                <a:gd name="csX6" fmla="*/ 101833 w 115525"/>
                <a:gd name="csY6" fmla="*/ 32995 h 110725"/>
                <a:gd name="csX7" fmla="*/ 115745 w 115525"/>
                <a:gd name="csY7" fmla="*/ 18019 h 110725"/>
                <a:gd name="csX8" fmla="*/ 89411 w 115525"/>
                <a:gd name="csY8" fmla="*/ 97 h 110725"/>
                <a:gd name="csX9" fmla="*/ 54380 w 115525"/>
                <a:gd name="csY9" fmla="*/ 17528 h 110725"/>
                <a:gd name="csX10" fmla="*/ 28791 w 115525"/>
                <a:gd name="csY10" fmla="*/ 97 h 110725"/>
                <a:gd name="csX11" fmla="*/ 9412 w 115525"/>
                <a:gd name="csY11" fmla="*/ 12618 h 110725"/>
                <a:gd name="csX12" fmla="*/ 220 w 115525"/>
                <a:gd name="csY12" fmla="*/ 37660 h 110725"/>
                <a:gd name="csX13" fmla="*/ 4443 w 115525"/>
                <a:gd name="csY13" fmla="*/ 40851 h 110725"/>
                <a:gd name="csX14" fmla="*/ 9909 w 115525"/>
                <a:gd name="csY14" fmla="*/ 33486 h 110725"/>
                <a:gd name="csX15" fmla="*/ 28045 w 115525"/>
                <a:gd name="csY15" fmla="*/ 6971 h 110725"/>
                <a:gd name="csX16" fmla="*/ 36244 w 115525"/>
                <a:gd name="csY16" fmla="*/ 19001 h 110725"/>
                <a:gd name="csX17" fmla="*/ 32269 w 115525"/>
                <a:gd name="csY17" fmla="*/ 39378 h 110725"/>
                <a:gd name="csX18" fmla="*/ 26803 w 115525"/>
                <a:gd name="csY18" fmla="*/ 61474 h 110725"/>
                <a:gd name="csX19" fmla="*/ 18853 w 115525"/>
                <a:gd name="csY19" fmla="*/ 92900 h 110725"/>
                <a:gd name="csX20" fmla="*/ 16368 w 115525"/>
                <a:gd name="csY20" fmla="*/ 102965 h 110725"/>
                <a:gd name="csX21" fmla="*/ 24816 w 115525"/>
                <a:gd name="csY21" fmla="*/ 110822 h 110725"/>
                <a:gd name="csX22" fmla="*/ 35499 w 115525"/>
                <a:gd name="csY22" fmla="*/ 103702 h 110725"/>
                <a:gd name="csX23" fmla="*/ 40219 w 115525"/>
                <a:gd name="csY23" fmla="*/ 85289 h 110725"/>
                <a:gd name="csX24" fmla="*/ 46927 w 115525"/>
                <a:gd name="csY24" fmla="*/ 58774 h 110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15525" h="110725">
                  <a:moveTo>
                    <a:pt x="46927" y="58774"/>
                  </a:moveTo>
                  <a:cubicBezTo>
                    <a:pt x="47175" y="57301"/>
                    <a:pt x="52890" y="35205"/>
                    <a:pt x="53386" y="33977"/>
                  </a:cubicBezTo>
                  <a:cubicBezTo>
                    <a:pt x="53883" y="32013"/>
                    <a:pt x="61088" y="19737"/>
                    <a:pt x="69038" y="13845"/>
                  </a:cubicBezTo>
                  <a:cubicBezTo>
                    <a:pt x="71771" y="11881"/>
                    <a:pt x="78479" y="6971"/>
                    <a:pt x="89162" y="6971"/>
                  </a:cubicBezTo>
                  <a:cubicBezTo>
                    <a:pt x="91647" y="6971"/>
                    <a:pt x="97858" y="7216"/>
                    <a:pt x="102826" y="10408"/>
                  </a:cubicBezTo>
                  <a:cubicBezTo>
                    <a:pt x="94876" y="12618"/>
                    <a:pt x="91895" y="19492"/>
                    <a:pt x="91895" y="23911"/>
                  </a:cubicBezTo>
                  <a:cubicBezTo>
                    <a:pt x="91895" y="29312"/>
                    <a:pt x="96119" y="32995"/>
                    <a:pt x="101833" y="32995"/>
                  </a:cubicBezTo>
                  <a:cubicBezTo>
                    <a:pt x="107547" y="32995"/>
                    <a:pt x="115745" y="28330"/>
                    <a:pt x="115745" y="18019"/>
                  </a:cubicBezTo>
                  <a:cubicBezTo>
                    <a:pt x="115745" y="5252"/>
                    <a:pt x="102081" y="97"/>
                    <a:pt x="89411" y="97"/>
                  </a:cubicBezTo>
                  <a:cubicBezTo>
                    <a:pt x="76492" y="97"/>
                    <a:pt x="65312" y="5252"/>
                    <a:pt x="54380" y="17528"/>
                  </a:cubicBezTo>
                  <a:cubicBezTo>
                    <a:pt x="49908" y="2552"/>
                    <a:pt x="34753" y="97"/>
                    <a:pt x="28791" y="97"/>
                  </a:cubicBezTo>
                  <a:cubicBezTo>
                    <a:pt x="19598" y="97"/>
                    <a:pt x="13387" y="5743"/>
                    <a:pt x="9412" y="12618"/>
                  </a:cubicBezTo>
                  <a:cubicBezTo>
                    <a:pt x="3698" y="22193"/>
                    <a:pt x="220" y="36432"/>
                    <a:pt x="220" y="37660"/>
                  </a:cubicBezTo>
                  <a:cubicBezTo>
                    <a:pt x="220" y="40851"/>
                    <a:pt x="3698" y="40851"/>
                    <a:pt x="4443" y="40851"/>
                  </a:cubicBezTo>
                  <a:cubicBezTo>
                    <a:pt x="7921" y="40851"/>
                    <a:pt x="8170" y="40115"/>
                    <a:pt x="9909" y="33486"/>
                  </a:cubicBezTo>
                  <a:cubicBezTo>
                    <a:pt x="13636" y="18510"/>
                    <a:pt x="18356" y="6971"/>
                    <a:pt x="28045" y="6971"/>
                  </a:cubicBezTo>
                  <a:cubicBezTo>
                    <a:pt x="34505" y="6971"/>
                    <a:pt x="36244" y="12372"/>
                    <a:pt x="36244" y="19001"/>
                  </a:cubicBezTo>
                  <a:cubicBezTo>
                    <a:pt x="36244" y="23666"/>
                    <a:pt x="34008" y="32750"/>
                    <a:pt x="32269" y="39378"/>
                  </a:cubicBezTo>
                  <a:cubicBezTo>
                    <a:pt x="30530" y="46007"/>
                    <a:pt x="28045" y="56073"/>
                    <a:pt x="26803" y="61474"/>
                  </a:cubicBezTo>
                  <a:lnTo>
                    <a:pt x="18853" y="92900"/>
                  </a:lnTo>
                  <a:cubicBezTo>
                    <a:pt x="17859" y="96091"/>
                    <a:pt x="16368" y="102229"/>
                    <a:pt x="16368" y="102965"/>
                  </a:cubicBezTo>
                  <a:cubicBezTo>
                    <a:pt x="16368" y="108367"/>
                    <a:pt x="20840" y="110822"/>
                    <a:pt x="24816" y="110822"/>
                  </a:cubicBezTo>
                  <a:cubicBezTo>
                    <a:pt x="28542" y="110822"/>
                    <a:pt x="33511" y="108612"/>
                    <a:pt x="35499" y="103702"/>
                  </a:cubicBezTo>
                  <a:cubicBezTo>
                    <a:pt x="35995" y="102229"/>
                    <a:pt x="38728" y="91426"/>
                    <a:pt x="40219" y="85289"/>
                  </a:cubicBezTo>
                  <a:lnTo>
                    <a:pt x="46927" y="58774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88CDAAD-D031-1ED8-161E-4097E9D74067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9578973" y="7819155"/>
              <a:ext cx="185267" cy="223063"/>
            </a:xfrm>
            <a:custGeom>
              <a:avLst/>
              <a:gdLst>
                <a:gd name="csX0" fmla="*/ 27554 w 185267"/>
                <a:gd name="csY0" fmla="*/ 197896 h 223063"/>
                <a:gd name="csX1" fmla="*/ 8388 w 185267"/>
                <a:gd name="csY1" fmla="*/ 212276 h 223063"/>
                <a:gd name="csX2" fmla="*/ 225 w 185267"/>
                <a:gd name="csY2" fmla="*/ 218939 h 223063"/>
                <a:gd name="csX3" fmla="*/ 4839 w 185267"/>
                <a:gd name="csY3" fmla="*/ 223148 h 223063"/>
                <a:gd name="csX4" fmla="*/ 34652 w 185267"/>
                <a:gd name="csY4" fmla="*/ 222096 h 223063"/>
                <a:gd name="csX5" fmla="*/ 69789 w 185267"/>
                <a:gd name="csY5" fmla="*/ 223148 h 223063"/>
                <a:gd name="csX6" fmla="*/ 76178 w 185267"/>
                <a:gd name="csY6" fmla="*/ 216134 h 223063"/>
                <a:gd name="csX7" fmla="*/ 67660 w 185267"/>
                <a:gd name="csY7" fmla="*/ 212276 h 223063"/>
                <a:gd name="csX8" fmla="*/ 49914 w 185267"/>
                <a:gd name="csY8" fmla="*/ 206664 h 223063"/>
                <a:gd name="csX9" fmla="*/ 67305 w 185267"/>
                <a:gd name="csY9" fmla="*/ 136518 h 223063"/>
                <a:gd name="csX10" fmla="*/ 99957 w 185267"/>
                <a:gd name="csY10" fmla="*/ 158965 h 223063"/>
                <a:gd name="csX11" fmla="*/ 185492 w 185267"/>
                <a:gd name="csY11" fmla="*/ 56201 h 223063"/>
                <a:gd name="csX12" fmla="*/ 138288 w 185267"/>
                <a:gd name="csY12" fmla="*/ 85 h 223063"/>
                <a:gd name="csX13" fmla="*/ 91794 w 185267"/>
                <a:gd name="csY13" fmla="*/ 26389 h 223063"/>
                <a:gd name="csX14" fmla="*/ 59851 w 185267"/>
                <a:gd name="csY14" fmla="*/ 85 h 223063"/>
                <a:gd name="csX15" fmla="*/ 33588 w 185267"/>
                <a:gd name="csY15" fmla="*/ 20076 h 223063"/>
                <a:gd name="csX16" fmla="*/ 22585 w 185267"/>
                <a:gd name="csY16" fmla="*/ 54097 h 223063"/>
                <a:gd name="csX17" fmla="*/ 26844 w 185267"/>
                <a:gd name="csY17" fmla="*/ 57604 h 223063"/>
                <a:gd name="csX18" fmla="*/ 32878 w 185267"/>
                <a:gd name="csY18" fmla="*/ 49537 h 223063"/>
                <a:gd name="csX19" fmla="*/ 58787 w 185267"/>
                <a:gd name="csY19" fmla="*/ 7801 h 223063"/>
                <a:gd name="csX20" fmla="*/ 69789 w 185267"/>
                <a:gd name="csY20" fmla="*/ 23934 h 223063"/>
                <a:gd name="csX21" fmla="*/ 67305 w 185267"/>
                <a:gd name="csY21" fmla="*/ 41821 h 223063"/>
                <a:gd name="csX22" fmla="*/ 27554 w 185267"/>
                <a:gd name="csY22" fmla="*/ 197896 h 223063"/>
                <a:gd name="csX23" fmla="*/ 90019 w 185267"/>
                <a:gd name="csY23" fmla="*/ 45679 h 223063"/>
                <a:gd name="csX24" fmla="*/ 108475 w 185267"/>
                <a:gd name="csY24" fmla="*/ 21128 h 223063"/>
                <a:gd name="csX25" fmla="*/ 137224 w 185267"/>
                <a:gd name="csY25" fmla="*/ 7801 h 223063"/>
                <a:gd name="csX26" fmla="*/ 159938 w 185267"/>
                <a:gd name="csY26" fmla="*/ 40769 h 223063"/>
                <a:gd name="csX27" fmla="*/ 141838 w 185267"/>
                <a:gd name="csY27" fmla="*/ 115124 h 223063"/>
                <a:gd name="csX28" fmla="*/ 99602 w 185267"/>
                <a:gd name="csY28" fmla="*/ 151249 h 223063"/>
                <a:gd name="csX29" fmla="*/ 71564 w 185267"/>
                <a:gd name="csY29" fmla="*/ 120034 h 223063"/>
                <a:gd name="csX30" fmla="*/ 72629 w 185267"/>
                <a:gd name="csY30" fmla="*/ 114422 h 223063"/>
                <a:gd name="csX31" fmla="*/ 90019 w 185267"/>
                <a:gd name="csY31" fmla="*/ 45679 h 2230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85267" h="223063">
                  <a:moveTo>
                    <a:pt x="27554" y="197896"/>
                  </a:moveTo>
                  <a:cubicBezTo>
                    <a:pt x="24715" y="209821"/>
                    <a:pt x="24005" y="212276"/>
                    <a:pt x="8388" y="212276"/>
                  </a:cubicBezTo>
                  <a:cubicBezTo>
                    <a:pt x="4129" y="212276"/>
                    <a:pt x="225" y="212276"/>
                    <a:pt x="225" y="218939"/>
                  </a:cubicBezTo>
                  <a:cubicBezTo>
                    <a:pt x="225" y="221745"/>
                    <a:pt x="2000" y="223148"/>
                    <a:pt x="4839" y="223148"/>
                  </a:cubicBezTo>
                  <a:cubicBezTo>
                    <a:pt x="14422" y="223148"/>
                    <a:pt x="24715" y="222096"/>
                    <a:pt x="34652" y="222096"/>
                  </a:cubicBezTo>
                  <a:cubicBezTo>
                    <a:pt x="46365" y="222096"/>
                    <a:pt x="58432" y="223148"/>
                    <a:pt x="69789" y="223148"/>
                  </a:cubicBezTo>
                  <a:cubicBezTo>
                    <a:pt x="71564" y="223148"/>
                    <a:pt x="76178" y="223148"/>
                    <a:pt x="76178" y="216134"/>
                  </a:cubicBezTo>
                  <a:cubicBezTo>
                    <a:pt x="76178" y="212276"/>
                    <a:pt x="72629" y="212276"/>
                    <a:pt x="67660" y="212276"/>
                  </a:cubicBezTo>
                  <a:cubicBezTo>
                    <a:pt x="49914" y="212276"/>
                    <a:pt x="49914" y="209821"/>
                    <a:pt x="49914" y="206664"/>
                  </a:cubicBezTo>
                  <a:cubicBezTo>
                    <a:pt x="49914" y="202455"/>
                    <a:pt x="64820" y="145286"/>
                    <a:pt x="67305" y="136518"/>
                  </a:cubicBezTo>
                  <a:cubicBezTo>
                    <a:pt x="71919" y="146689"/>
                    <a:pt x="81856" y="158965"/>
                    <a:pt x="99957" y="158965"/>
                  </a:cubicBezTo>
                  <a:cubicBezTo>
                    <a:pt x="141128" y="158965"/>
                    <a:pt x="185492" y="107758"/>
                    <a:pt x="185492" y="56201"/>
                  </a:cubicBezTo>
                  <a:cubicBezTo>
                    <a:pt x="185492" y="23233"/>
                    <a:pt x="165262" y="85"/>
                    <a:pt x="138288" y="85"/>
                  </a:cubicBezTo>
                  <a:cubicBezTo>
                    <a:pt x="120542" y="85"/>
                    <a:pt x="103506" y="12711"/>
                    <a:pt x="91794" y="26389"/>
                  </a:cubicBezTo>
                  <a:cubicBezTo>
                    <a:pt x="88245" y="7450"/>
                    <a:pt x="72983" y="85"/>
                    <a:pt x="59851" y="85"/>
                  </a:cubicBezTo>
                  <a:cubicBezTo>
                    <a:pt x="43525" y="85"/>
                    <a:pt x="36782" y="13763"/>
                    <a:pt x="33588" y="20076"/>
                  </a:cubicBezTo>
                  <a:cubicBezTo>
                    <a:pt x="27199" y="32001"/>
                    <a:pt x="22585" y="53045"/>
                    <a:pt x="22585" y="54097"/>
                  </a:cubicBezTo>
                  <a:cubicBezTo>
                    <a:pt x="22585" y="57604"/>
                    <a:pt x="26134" y="57604"/>
                    <a:pt x="26844" y="57604"/>
                  </a:cubicBezTo>
                  <a:cubicBezTo>
                    <a:pt x="30393" y="57604"/>
                    <a:pt x="30748" y="57253"/>
                    <a:pt x="32878" y="49537"/>
                  </a:cubicBezTo>
                  <a:cubicBezTo>
                    <a:pt x="38911" y="24636"/>
                    <a:pt x="46010" y="7801"/>
                    <a:pt x="58787" y="7801"/>
                  </a:cubicBezTo>
                  <a:cubicBezTo>
                    <a:pt x="64820" y="7801"/>
                    <a:pt x="69789" y="10607"/>
                    <a:pt x="69789" y="23934"/>
                  </a:cubicBezTo>
                  <a:cubicBezTo>
                    <a:pt x="69789" y="32001"/>
                    <a:pt x="68724" y="35859"/>
                    <a:pt x="67305" y="41821"/>
                  </a:cubicBezTo>
                  <a:lnTo>
                    <a:pt x="27554" y="197896"/>
                  </a:lnTo>
                  <a:close/>
                  <a:moveTo>
                    <a:pt x="90019" y="45679"/>
                  </a:moveTo>
                  <a:cubicBezTo>
                    <a:pt x="92504" y="36210"/>
                    <a:pt x="102087" y="26389"/>
                    <a:pt x="108475" y="21128"/>
                  </a:cubicBezTo>
                  <a:cubicBezTo>
                    <a:pt x="120897" y="10256"/>
                    <a:pt x="131190" y="7801"/>
                    <a:pt x="137224" y="7801"/>
                  </a:cubicBezTo>
                  <a:cubicBezTo>
                    <a:pt x="151420" y="7801"/>
                    <a:pt x="159938" y="20076"/>
                    <a:pt x="159938" y="40769"/>
                  </a:cubicBezTo>
                  <a:cubicBezTo>
                    <a:pt x="159938" y="61462"/>
                    <a:pt x="148226" y="101796"/>
                    <a:pt x="141838" y="115124"/>
                  </a:cubicBezTo>
                  <a:cubicBezTo>
                    <a:pt x="129770" y="139675"/>
                    <a:pt x="112734" y="151249"/>
                    <a:pt x="99602" y="151249"/>
                  </a:cubicBezTo>
                  <a:cubicBezTo>
                    <a:pt x="76178" y="151249"/>
                    <a:pt x="71564" y="122138"/>
                    <a:pt x="71564" y="120034"/>
                  </a:cubicBezTo>
                  <a:cubicBezTo>
                    <a:pt x="71564" y="119332"/>
                    <a:pt x="71564" y="118631"/>
                    <a:pt x="72629" y="114422"/>
                  </a:cubicBezTo>
                  <a:lnTo>
                    <a:pt x="90019" y="45679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C1978D9D-0435-D01C-6E60-4448743B18FD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9804035" y="7711130"/>
              <a:ext cx="82340" cy="350728"/>
            </a:xfrm>
            <a:custGeom>
              <a:avLst/>
              <a:gdLst>
                <a:gd name="csX0" fmla="*/ 82571 w 82340"/>
                <a:gd name="csY0" fmla="*/ 347306 h 350728"/>
                <a:gd name="csX1" fmla="*/ 76538 w 82340"/>
                <a:gd name="csY1" fmla="*/ 339590 h 350728"/>
                <a:gd name="csX2" fmla="*/ 20816 w 82340"/>
                <a:gd name="csY2" fmla="*/ 175449 h 350728"/>
                <a:gd name="csX3" fmla="*/ 77957 w 82340"/>
                <a:gd name="csY3" fmla="*/ 9554 h 350728"/>
                <a:gd name="csX4" fmla="*/ 82571 w 82340"/>
                <a:gd name="csY4" fmla="*/ 3592 h 350728"/>
                <a:gd name="csX5" fmla="*/ 79022 w 82340"/>
                <a:gd name="csY5" fmla="*/ 85 h 350728"/>
                <a:gd name="csX6" fmla="*/ 22590 w 82340"/>
                <a:gd name="csY6" fmla="*/ 68477 h 350728"/>
                <a:gd name="csX7" fmla="*/ 230 w 82340"/>
                <a:gd name="csY7" fmla="*/ 175449 h 350728"/>
                <a:gd name="csX8" fmla="*/ 23655 w 82340"/>
                <a:gd name="csY8" fmla="*/ 284876 h 350728"/>
                <a:gd name="csX9" fmla="*/ 79022 w 82340"/>
                <a:gd name="csY9" fmla="*/ 350813 h 350728"/>
                <a:gd name="csX10" fmla="*/ 82571 w 82340"/>
                <a:gd name="csY10" fmla="*/ 347306 h 3507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2340" h="350728">
                  <a:moveTo>
                    <a:pt x="82571" y="347306"/>
                  </a:moveTo>
                  <a:cubicBezTo>
                    <a:pt x="82571" y="346254"/>
                    <a:pt x="82571" y="345553"/>
                    <a:pt x="76538" y="339590"/>
                  </a:cubicBezTo>
                  <a:cubicBezTo>
                    <a:pt x="32173" y="295398"/>
                    <a:pt x="20816" y="229111"/>
                    <a:pt x="20816" y="175449"/>
                  </a:cubicBezTo>
                  <a:cubicBezTo>
                    <a:pt x="20816" y="114422"/>
                    <a:pt x="34302" y="53395"/>
                    <a:pt x="77957" y="9554"/>
                  </a:cubicBezTo>
                  <a:cubicBezTo>
                    <a:pt x="82571" y="5346"/>
                    <a:pt x="82571" y="4644"/>
                    <a:pt x="82571" y="3592"/>
                  </a:cubicBezTo>
                  <a:cubicBezTo>
                    <a:pt x="82571" y="1137"/>
                    <a:pt x="81152" y="85"/>
                    <a:pt x="79022" y="85"/>
                  </a:cubicBezTo>
                  <a:cubicBezTo>
                    <a:pt x="75473" y="85"/>
                    <a:pt x="43530" y="23934"/>
                    <a:pt x="22590" y="68477"/>
                  </a:cubicBezTo>
                  <a:cubicBezTo>
                    <a:pt x="4489" y="107057"/>
                    <a:pt x="230" y="145988"/>
                    <a:pt x="230" y="175449"/>
                  </a:cubicBezTo>
                  <a:cubicBezTo>
                    <a:pt x="230" y="202806"/>
                    <a:pt x="4134" y="245244"/>
                    <a:pt x="23655" y="284876"/>
                  </a:cubicBezTo>
                  <a:cubicBezTo>
                    <a:pt x="44950" y="328016"/>
                    <a:pt x="75473" y="350813"/>
                    <a:pt x="79022" y="350813"/>
                  </a:cubicBezTo>
                  <a:cubicBezTo>
                    <a:pt x="81152" y="350813"/>
                    <a:pt x="82571" y="349761"/>
                    <a:pt x="82571" y="347306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70AC77FF-DC87-0223-76CC-9D9D1D388A1D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9923604" y="7730771"/>
              <a:ext cx="130609" cy="247263"/>
            </a:xfrm>
            <a:custGeom>
              <a:avLst/>
              <a:gdLst>
                <a:gd name="csX0" fmla="*/ 68378 w 130609"/>
                <a:gd name="csY0" fmla="*/ 3943 h 247263"/>
                <a:gd name="csX1" fmla="*/ 63764 w 130609"/>
                <a:gd name="csY1" fmla="*/ 85 h 247263"/>
                <a:gd name="csX2" fmla="*/ 20465 w 130609"/>
                <a:gd name="csY2" fmla="*/ 3592 h 247263"/>
                <a:gd name="csX3" fmla="*/ 13721 w 130609"/>
                <a:gd name="csY3" fmla="*/ 10607 h 247263"/>
                <a:gd name="csX4" fmla="*/ 22239 w 130609"/>
                <a:gd name="csY4" fmla="*/ 14815 h 247263"/>
                <a:gd name="csX5" fmla="*/ 39985 w 130609"/>
                <a:gd name="csY5" fmla="*/ 20778 h 247263"/>
                <a:gd name="csX6" fmla="*/ 35016 w 130609"/>
                <a:gd name="csY6" fmla="*/ 42523 h 247263"/>
                <a:gd name="csX7" fmla="*/ 5913 w 130609"/>
                <a:gd name="csY7" fmla="*/ 156860 h 247263"/>
                <a:gd name="csX8" fmla="*/ 234 w 130609"/>
                <a:gd name="csY8" fmla="*/ 192284 h 247263"/>
                <a:gd name="csX9" fmla="*/ 45309 w 130609"/>
                <a:gd name="csY9" fmla="*/ 247348 h 247263"/>
                <a:gd name="csX10" fmla="*/ 130844 w 130609"/>
                <a:gd name="csY10" fmla="*/ 144585 h 247263"/>
                <a:gd name="csX11" fmla="*/ 83640 w 130609"/>
                <a:gd name="csY11" fmla="*/ 88468 h 247263"/>
                <a:gd name="csX12" fmla="*/ 42114 w 130609"/>
                <a:gd name="csY12" fmla="*/ 109512 h 247263"/>
                <a:gd name="csX13" fmla="*/ 68378 w 130609"/>
                <a:gd name="csY13" fmla="*/ 3943 h 247263"/>
                <a:gd name="csX14" fmla="*/ 35016 w 130609"/>
                <a:gd name="csY14" fmla="*/ 136518 h 247263"/>
                <a:gd name="csX15" fmla="*/ 40340 w 130609"/>
                <a:gd name="csY15" fmla="*/ 124243 h 247263"/>
                <a:gd name="csX16" fmla="*/ 82930 w 130609"/>
                <a:gd name="csY16" fmla="*/ 96184 h 247263"/>
                <a:gd name="csX17" fmla="*/ 105290 w 130609"/>
                <a:gd name="csY17" fmla="*/ 129153 h 247263"/>
                <a:gd name="csX18" fmla="*/ 87189 w 130609"/>
                <a:gd name="csY18" fmla="*/ 203507 h 247263"/>
                <a:gd name="csX19" fmla="*/ 45309 w 130609"/>
                <a:gd name="csY19" fmla="*/ 239632 h 247263"/>
                <a:gd name="csX20" fmla="*/ 21529 w 130609"/>
                <a:gd name="csY20" fmla="*/ 204209 h 247263"/>
                <a:gd name="csX21" fmla="*/ 27208 w 130609"/>
                <a:gd name="csY21" fmla="*/ 168785 h 247263"/>
                <a:gd name="csX22" fmla="*/ 35016 w 130609"/>
                <a:gd name="csY22" fmla="*/ 136518 h 2472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30609" h="247263">
                  <a:moveTo>
                    <a:pt x="68378" y="3943"/>
                  </a:moveTo>
                  <a:cubicBezTo>
                    <a:pt x="68378" y="3592"/>
                    <a:pt x="68378" y="85"/>
                    <a:pt x="63764" y="85"/>
                  </a:cubicBezTo>
                  <a:cubicBezTo>
                    <a:pt x="55601" y="85"/>
                    <a:pt x="29692" y="2891"/>
                    <a:pt x="20465" y="3592"/>
                  </a:cubicBezTo>
                  <a:cubicBezTo>
                    <a:pt x="17625" y="3943"/>
                    <a:pt x="13721" y="4293"/>
                    <a:pt x="13721" y="10607"/>
                  </a:cubicBezTo>
                  <a:cubicBezTo>
                    <a:pt x="13721" y="14815"/>
                    <a:pt x="16915" y="14815"/>
                    <a:pt x="22239" y="14815"/>
                  </a:cubicBezTo>
                  <a:cubicBezTo>
                    <a:pt x="39275" y="14815"/>
                    <a:pt x="39985" y="17270"/>
                    <a:pt x="39985" y="20778"/>
                  </a:cubicBezTo>
                  <a:cubicBezTo>
                    <a:pt x="39985" y="23233"/>
                    <a:pt x="36791" y="35158"/>
                    <a:pt x="35016" y="42523"/>
                  </a:cubicBezTo>
                  <a:lnTo>
                    <a:pt x="5913" y="156860"/>
                  </a:lnTo>
                  <a:cubicBezTo>
                    <a:pt x="1654" y="174397"/>
                    <a:pt x="234" y="180009"/>
                    <a:pt x="234" y="192284"/>
                  </a:cubicBezTo>
                  <a:cubicBezTo>
                    <a:pt x="234" y="225603"/>
                    <a:pt x="19045" y="247348"/>
                    <a:pt x="45309" y="247348"/>
                  </a:cubicBezTo>
                  <a:cubicBezTo>
                    <a:pt x="87189" y="247348"/>
                    <a:pt x="130844" y="195090"/>
                    <a:pt x="130844" y="144585"/>
                  </a:cubicBezTo>
                  <a:cubicBezTo>
                    <a:pt x="130844" y="112669"/>
                    <a:pt x="112033" y="88468"/>
                    <a:pt x="83640" y="88468"/>
                  </a:cubicBezTo>
                  <a:cubicBezTo>
                    <a:pt x="67314" y="88468"/>
                    <a:pt x="52762" y="98639"/>
                    <a:pt x="42114" y="109512"/>
                  </a:cubicBezTo>
                  <a:lnTo>
                    <a:pt x="68378" y="3943"/>
                  </a:lnTo>
                  <a:close/>
                  <a:moveTo>
                    <a:pt x="35016" y="136518"/>
                  </a:moveTo>
                  <a:cubicBezTo>
                    <a:pt x="37146" y="128802"/>
                    <a:pt x="37146" y="128101"/>
                    <a:pt x="40340" y="124243"/>
                  </a:cubicBezTo>
                  <a:cubicBezTo>
                    <a:pt x="57731" y="101445"/>
                    <a:pt x="73702" y="96184"/>
                    <a:pt x="82930" y="96184"/>
                  </a:cubicBezTo>
                  <a:cubicBezTo>
                    <a:pt x="95707" y="96184"/>
                    <a:pt x="105290" y="106706"/>
                    <a:pt x="105290" y="129153"/>
                  </a:cubicBezTo>
                  <a:cubicBezTo>
                    <a:pt x="105290" y="149846"/>
                    <a:pt x="93578" y="190180"/>
                    <a:pt x="87189" y="203507"/>
                  </a:cubicBezTo>
                  <a:cubicBezTo>
                    <a:pt x="75477" y="227006"/>
                    <a:pt x="59151" y="239632"/>
                    <a:pt x="45309" y="239632"/>
                  </a:cubicBezTo>
                  <a:cubicBezTo>
                    <a:pt x="33242" y="239632"/>
                    <a:pt x="21529" y="230163"/>
                    <a:pt x="21529" y="204209"/>
                  </a:cubicBezTo>
                  <a:cubicBezTo>
                    <a:pt x="21529" y="197545"/>
                    <a:pt x="21529" y="190881"/>
                    <a:pt x="27208" y="168785"/>
                  </a:cubicBezTo>
                  <a:lnTo>
                    <a:pt x="35016" y="136518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DED47FEB-A264-9490-F7DD-504B5F0C45E1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0177348" y="7794955"/>
              <a:ext cx="315167" cy="183080"/>
            </a:xfrm>
            <a:custGeom>
              <a:avLst/>
              <a:gdLst>
                <a:gd name="csX0" fmla="*/ 276722 w 315167"/>
                <a:gd name="csY0" fmla="*/ 98639 h 183080"/>
                <a:gd name="csX1" fmla="*/ 244780 w 315167"/>
                <a:gd name="csY1" fmla="*/ 132309 h 183080"/>
                <a:gd name="csX2" fmla="*/ 225969 w 315167"/>
                <a:gd name="csY2" fmla="*/ 178956 h 183080"/>
                <a:gd name="csX3" fmla="*/ 233067 w 315167"/>
                <a:gd name="csY3" fmla="*/ 183165 h 183080"/>
                <a:gd name="csX4" fmla="*/ 240876 w 315167"/>
                <a:gd name="csY4" fmla="*/ 176151 h 183080"/>
                <a:gd name="csX5" fmla="*/ 310085 w 315167"/>
                <a:gd name="csY5" fmla="*/ 96184 h 183080"/>
                <a:gd name="csX6" fmla="*/ 315408 w 315167"/>
                <a:gd name="csY6" fmla="*/ 91625 h 183080"/>
                <a:gd name="csX7" fmla="*/ 312569 w 315167"/>
                <a:gd name="csY7" fmla="*/ 87767 h 183080"/>
                <a:gd name="csX8" fmla="*/ 240521 w 315167"/>
                <a:gd name="csY8" fmla="*/ 5346 h 183080"/>
                <a:gd name="csX9" fmla="*/ 233067 w 315167"/>
                <a:gd name="csY9" fmla="*/ 85 h 183080"/>
                <a:gd name="csX10" fmla="*/ 225969 w 315167"/>
                <a:gd name="csY10" fmla="*/ 4293 h 183080"/>
                <a:gd name="csX11" fmla="*/ 244070 w 315167"/>
                <a:gd name="csY11" fmla="*/ 50590 h 183080"/>
                <a:gd name="csX12" fmla="*/ 276722 w 315167"/>
                <a:gd name="csY12" fmla="*/ 84610 h 183080"/>
                <a:gd name="csX13" fmla="*/ 13018 w 315167"/>
                <a:gd name="csY13" fmla="*/ 84610 h 183080"/>
                <a:gd name="csX14" fmla="*/ 241 w 315167"/>
                <a:gd name="csY14" fmla="*/ 91625 h 183080"/>
                <a:gd name="csX15" fmla="*/ 13018 w 315167"/>
                <a:gd name="csY15" fmla="*/ 98639 h 183080"/>
                <a:gd name="csX16" fmla="*/ 276722 w 315167"/>
                <a:gd name="csY16" fmla="*/ 98639 h 183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315167" h="183080">
                  <a:moveTo>
                    <a:pt x="276722" y="98639"/>
                  </a:moveTo>
                  <a:cubicBezTo>
                    <a:pt x="257202" y="113370"/>
                    <a:pt x="247619" y="127750"/>
                    <a:pt x="244780" y="132309"/>
                  </a:cubicBezTo>
                  <a:cubicBezTo>
                    <a:pt x="228808" y="156510"/>
                    <a:pt x="225969" y="178606"/>
                    <a:pt x="225969" y="178956"/>
                  </a:cubicBezTo>
                  <a:cubicBezTo>
                    <a:pt x="225969" y="183165"/>
                    <a:pt x="230228" y="183165"/>
                    <a:pt x="233067" y="183165"/>
                  </a:cubicBezTo>
                  <a:cubicBezTo>
                    <a:pt x="239101" y="183165"/>
                    <a:pt x="239456" y="182464"/>
                    <a:pt x="240876" y="176151"/>
                  </a:cubicBezTo>
                  <a:cubicBezTo>
                    <a:pt x="249039" y="141779"/>
                    <a:pt x="269979" y="112318"/>
                    <a:pt x="310085" y="96184"/>
                  </a:cubicBezTo>
                  <a:cubicBezTo>
                    <a:pt x="314344" y="94781"/>
                    <a:pt x="315408" y="94080"/>
                    <a:pt x="315408" y="91625"/>
                  </a:cubicBezTo>
                  <a:cubicBezTo>
                    <a:pt x="315408" y="89170"/>
                    <a:pt x="313279" y="88118"/>
                    <a:pt x="312569" y="87767"/>
                  </a:cubicBezTo>
                  <a:cubicBezTo>
                    <a:pt x="296953" y="81804"/>
                    <a:pt x="254008" y="64268"/>
                    <a:pt x="240521" y="5346"/>
                  </a:cubicBezTo>
                  <a:cubicBezTo>
                    <a:pt x="239456" y="1137"/>
                    <a:pt x="239101" y="85"/>
                    <a:pt x="233067" y="85"/>
                  </a:cubicBezTo>
                  <a:cubicBezTo>
                    <a:pt x="230228" y="85"/>
                    <a:pt x="225969" y="85"/>
                    <a:pt x="225969" y="4293"/>
                  </a:cubicBezTo>
                  <a:cubicBezTo>
                    <a:pt x="225969" y="4995"/>
                    <a:pt x="229163" y="27091"/>
                    <a:pt x="244070" y="50590"/>
                  </a:cubicBezTo>
                  <a:cubicBezTo>
                    <a:pt x="251168" y="61111"/>
                    <a:pt x="261461" y="73387"/>
                    <a:pt x="276722" y="84610"/>
                  </a:cubicBezTo>
                  <a:lnTo>
                    <a:pt x="13018" y="84610"/>
                  </a:lnTo>
                  <a:cubicBezTo>
                    <a:pt x="6630" y="84610"/>
                    <a:pt x="241" y="84610"/>
                    <a:pt x="241" y="91625"/>
                  </a:cubicBezTo>
                  <a:cubicBezTo>
                    <a:pt x="241" y="98639"/>
                    <a:pt x="6630" y="98639"/>
                    <a:pt x="13018" y="98639"/>
                  </a:cubicBezTo>
                  <a:lnTo>
                    <a:pt x="276722" y="98639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E413947-AE78-BE1A-5D86-57C9426ADC41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0625529" y="7819155"/>
              <a:ext cx="162552" cy="158880"/>
            </a:xfrm>
            <a:custGeom>
              <a:avLst/>
              <a:gdLst>
                <a:gd name="csX0" fmla="*/ 118442 w 162552"/>
                <a:gd name="csY0" fmla="*/ 22531 h 158880"/>
                <a:gd name="csX1" fmla="*/ 85789 w 162552"/>
                <a:gd name="csY1" fmla="*/ 85 h 158880"/>
                <a:gd name="csX2" fmla="*/ 254 w 162552"/>
                <a:gd name="csY2" fmla="*/ 102848 h 158880"/>
                <a:gd name="csX3" fmla="*/ 47458 w 162552"/>
                <a:gd name="csY3" fmla="*/ 158965 h 158880"/>
                <a:gd name="csX4" fmla="*/ 93597 w 162552"/>
                <a:gd name="csY4" fmla="*/ 132660 h 158880"/>
                <a:gd name="csX5" fmla="*/ 125895 w 162552"/>
                <a:gd name="csY5" fmla="*/ 158965 h 158880"/>
                <a:gd name="csX6" fmla="*/ 152159 w 162552"/>
                <a:gd name="csY6" fmla="*/ 139675 h 158880"/>
                <a:gd name="csX7" fmla="*/ 162806 w 162552"/>
                <a:gd name="csY7" fmla="*/ 104953 h 158880"/>
                <a:gd name="csX8" fmla="*/ 158547 w 162552"/>
                <a:gd name="csY8" fmla="*/ 101445 h 158880"/>
                <a:gd name="csX9" fmla="*/ 153578 w 162552"/>
                <a:gd name="csY9" fmla="*/ 107758 h 158880"/>
                <a:gd name="csX10" fmla="*/ 126605 w 162552"/>
                <a:gd name="csY10" fmla="*/ 151249 h 158880"/>
                <a:gd name="csX11" fmla="*/ 115957 w 162552"/>
                <a:gd name="csY11" fmla="*/ 135115 h 158880"/>
                <a:gd name="csX12" fmla="*/ 120571 w 162552"/>
                <a:gd name="csY12" fmla="*/ 109161 h 158880"/>
                <a:gd name="csX13" fmla="*/ 128379 w 162552"/>
                <a:gd name="csY13" fmla="*/ 77596 h 158880"/>
                <a:gd name="csX14" fmla="*/ 141156 w 162552"/>
                <a:gd name="csY14" fmla="*/ 28494 h 158880"/>
                <a:gd name="csX15" fmla="*/ 143641 w 162552"/>
                <a:gd name="csY15" fmla="*/ 16569 h 158880"/>
                <a:gd name="csX16" fmla="*/ 133348 w 162552"/>
                <a:gd name="csY16" fmla="*/ 7099 h 158880"/>
                <a:gd name="csX17" fmla="*/ 118442 w 162552"/>
                <a:gd name="csY17" fmla="*/ 22531 h 158880"/>
                <a:gd name="csX18" fmla="*/ 95372 w 162552"/>
                <a:gd name="csY18" fmla="*/ 113370 h 158880"/>
                <a:gd name="csX19" fmla="*/ 88274 w 162552"/>
                <a:gd name="csY19" fmla="*/ 126347 h 158880"/>
                <a:gd name="csX20" fmla="*/ 48168 w 162552"/>
                <a:gd name="csY20" fmla="*/ 151249 h 158880"/>
                <a:gd name="csX21" fmla="*/ 25453 w 162552"/>
                <a:gd name="csY21" fmla="*/ 118280 h 158880"/>
                <a:gd name="csX22" fmla="*/ 44974 w 162552"/>
                <a:gd name="csY22" fmla="*/ 41471 h 158880"/>
                <a:gd name="csX23" fmla="*/ 86144 w 162552"/>
                <a:gd name="csY23" fmla="*/ 7801 h 158880"/>
                <a:gd name="csX24" fmla="*/ 114183 w 162552"/>
                <a:gd name="csY24" fmla="*/ 38665 h 158880"/>
                <a:gd name="csX25" fmla="*/ 113118 w 162552"/>
                <a:gd name="csY25" fmla="*/ 44627 h 158880"/>
                <a:gd name="csX26" fmla="*/ 95372 w 162552"/>
                <a:gd name="csY26" fmla="*/ 113370 h 158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62552" h="158880">
                  <a:moveTo>
                    <a:pt x="118442" y="22531"/>
                  </a:moveTo>
                  <a:cubicBezTo>
                    <a:pt x="112053" y="9554"/>
                    <a:pt x="101760" y="85"/>
                    <a:pt x="85789" y="85"/>
                  </a:cubicBezTo>
                  <a:cubicBezTo>
                    <a:pt x="44264" y="85"/>
                    <a:pt x="254" y="51642"/>
                    <a:pt x="254" y="102848"/>
                  </a:cubicBezTo>
                  <a:cubicBezTo>
                    <a:pt x="254" y="135817"/>
                    <a:pt x="19774" y="158965"/>
                    <a:pt x="47458" y="158965"/>
                  </a:cubicBezTo>
                  <a:cubicBezTo>
                    <a:pt x="54556" y="158965"/>
                    <a:pt x="72302" y="157562"/>
                    <a:pt x="93597" y="132660"/>
                  </a:cubicBezTo>
                  <a:cubicBezTo>
                    <a:pt x="96437" y="147391"/>
                    <a:pt x="108859" y="158965"/>
                    <a:pt x="125895" y="158965"/>
                  </a:cubicBezTo>
                  <a:cubicBezTo>
                    <a:pt x="138317" y="158965"/>
                    <a:pt x="146480" y="150898"/>
                    <a:pt x="152159" y="139675"/>
                  </a:cubicBezTo>
                  <a:cubicBezTo>
                    <a:pt x="158192" y="127049"/>
                    <a:pt x="162806" y="105654"/>
                    <a:pt x="162806" y="104953"/>
                  </a:cubicBezTo>
                  <a:cubicBezTo>
                    <a:pt x="162806" y="101445"/>
                    <a:pt x="159612" y="101445"/>
                    <a:pt x="158547" y="101445"/>
                  </a:cubicBezTo>
                  <a:cubicBezTo>
                    <a:pt x="154998" y="101445"/>
                    <a:pt x="154643" y="102848"/>
                    <a:pt x="153578" y="107758"/>
                  </a:cubicBezTo>
                  <a:cubicBezTo>
                    <a:pt x="147545" y="130556"/>
                    <a:pt x="141156" y="151249"/>
                    <a:pt x="126605" y="151249"/>
                  </a:cubicBezTo>
                  <a:cubicBezTo>
                    <a:pt x="117022" y="151249"/>
                    <a:pt x="115957" y="142130"/>
                    <a:pt x="115957" y="135115"/>
                  </a:cubicBezTo>
                  <a:cubicBezTo>
                    <a:pt x="115957" y="127399"/>
                    <a:pt x="116667" y="124593"/>
                    <a:pt x="120571" y="109161"/>
                  </a:cubicBezTo>
                  <a:cubicBezTo>
                    <a:pt x="124475" y="94431"/>
                    <a:pt x="125185" y="90923"/>
                    <a:pt x="128379" y="77596"/>
                  </a:cubicBezTo>
                  <a:lnTo>
                    <a:pt x="141156" y="28494"/>
                  </a:lnTo>
                  <a:cubicBezTo>
                    <a:pt x="143641" y="18673"/>
                    <a:pt x="143641" y="17972"/>
                    <a:pt x="143641" y="16569"/>
                  </a:cubicBezTo>
                  <a:cubicBezTo>
                    <a:pt x="143641" y="10607"/>
                    <a:pt x="139382" y="7099"/>
                    <a:pt x="133348" y="7099"/>
                  </a:cubicBezTo>
                  <a:cubicBezTo>
                    <a:pt x="124830" y="7099"/>
                    <a:pt x="119506" y="14815"/>
                    <a:pt x="118442" y="22531"/>
                  </a:cubicBezTo>
                  <a:close/>
                  <a:moveTo>
                    <a:pt x="95372" y="113370"/>
                  </a:moveTo>
                  <a:cubicBezTo>
                    <a:pt x="93597" y="119683"/>
                    <a:pt x="93597" y="120385"/>
                    <a:pt x="88274" y="126347"/>
                  </a:cubicBezTo>
                  <a:cubicBezTo>
                    <a:pt x="72657" y="145637"/>
                    <a:pt x="58106" y="151249"/>
                    <a:pt x="48168" y="151249"/>
                  </a:cubicBezTo>
                  <a:cubicBezTo>
                    <a:pt x="30422" y="151249"/>
                    <a:pt x="25453" y="131959"/>
                    <a:pt x="25453" y="118280"/>
                  </a:cubicBezTo>
                  <a:cubicBezTo>
                    <a:pt x="25453" y="100744"/>
                    <a:pt x="36810" y="57604"/>
                    <a:pt x="44974" y="41471"/>
                  </a:cubicBezTo>
                  <a:cubicBezTo>
                    <a:pt x="55976" y="20778"/>
                    <a:pt x="71947" y="7801"/>
                    <a:pt x="86144" y="7801"/>
                  </a:cubicBezTo>
                  <a:cubicBezTo>
                    <a:pt x="109214" y="7801"/>
                    <a:pt x="114183" y="36560"/>
                    <a:pt x="114183" y="38665"/>
                  </a:cubicBezTo>
                  <a:cubicBezTo>
                    <a:pt x="114183" y="40769"/>
                    <a:pt x="113473" y="42874"/>
                    <a:pt x="113118" y="44627"/>
                  </a:cubicBezTo>
                  <a:lnTo>
                    <a:pt x="95372" y="113370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8E19D81-CECC-5C78-01DE-6B59CE33BE29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0905059" y="7819155"/>
              <a:ext cx="138063" cy="158880"/>
            </a:xfrm>
            <a:custGeom>
              <a:avLst/>
              <a:gdLst>
                <a:gd name="csX0" fmla="*/ 126258 w 138063"/>
                <a:gd name="csY0" fmla="*/ 21830 h 158880"/>
                <a:gd name="csX1" fmla="*/ 110641 w 138063"/>
                <a:gd name="csY1" fmla="*/ 26740 h 158880"/>
                <a:gd name="csX2" fmla="*/ 104253 w 138063"/>
                <a:gd name="csY2" fmla="*/ 40419 h 158880"/>
                <a:gd name="csX3" fmla="*/ 117385 w 138063"/>
                <a:gd name="csY3" fmla="*/ 52694 h 158880"/>
                <a:gd name="csX4" fmla="*/ 137260 w 138063"/>
                <a:gd name="csY4" fmla="*/ 30247 h 158880"/>
                <a:gd name="csX5" fmla="*/ 95380 w 138063"/>
                <a:gd name="csY5" fmla="*/ 85 h 158880"/>
                <a:gd name="csX6" fmla="*/ 262 w 138063"/>
                <a:gd name="csY6" fmla="*/ 99692 h 158880"/>
                <a:gd name="csX7" fmla="*/ 57758 w 138063"/>
                <a:gd name="csY7" fmla="*/ 158965 h 158880"/>
                <a:gd name="csX8" fmla="*/ 138325 w 138063"/>
                <a:gd name="csY8" fmla="*/ 117579 h 158880"/>
                <a:gd name="csX9" fmla="*/ 134066 w 138063"/>
                <a:gd name="csY9" fmla="*/ 113019 h 158880"/>
                <a:gd name="csX10" fmla="*/ 129452 w 138063"/>
                <a:gd name="csY10" fmla="*/ 116527 h 158880"/>
                <a:gd name="csX11" fmla="*/ 58468 w 138063"/>
                <a:gd name="csY11" fmla="*/ 151249 h 158880"/>
                <a:gd name="csX12" fmla="*/ 26526 w 138063"/>
                <a:gd name="csY12" fmla="*/ 113019 h 158880"/>
                <a:gd name="csX13" fmla="*/ 45691 w 138063"/>
                <a:gd name="csY13" fmla="*/ 42874 h 158880"/>
                <a:gd name="csX14" fmla="*/ 95735 w 138063"/>
                <a:gd name="csY14" fmla="*/ 7801 h 158880"/>
                <a:gd name="csX15" fmla="*/ 126258 w 138063"/>
                <a:gd name="csY15" fmla="*/ 21830 h 158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38063" h="158880">
                  <a:moveTo>
                    <a:pt x="126258" y="21830"/>
                  </a:moveTo>
                  <a:cubicBezTo>
                    <a:pt x="120579" y="21830"/>
                    <a:pt x="115610" y="21830"/>
                    <a:pt x="110641" y="26740"/>
                  </a:cubicBezTo>
                  <a:cubicBezTo>
                    <a:pt x="104963" y="32001"/>
                    <a:pt x="104253" y="37963"/>
                    <a:pt x="104253" y="40419"/>
                  </a:cubicBezTo>
                  <a:cubicBezTo>
                    <a:pt x="104253" y="48836"/>
                    <a:pt x="110641" y="52694"/>
                    <a:pt x="117385" y="52694"/>
                  </a:cubicBezTo>
                  <a:cubicBezTo>
                    <a:pt x="127677" y="52694"/>
                    <a:pt x="137260" y="44277"/>
                    <a:pt x="137260" y="30247"/>
                  </a:cubicBezTo>
                  <a:cubicBezTo>
                    <a:pt x="137260" y="13062"/>
                    <a:pt x="120579" y="85"/>
                    <a:pt x="95380" y="85"/>
                  </a:cubicBezTo>
                  <a:cubicBezTo>
                    <a:pt x="47466" y="85"/>
                    <a:pt x="262" y="50239"/>
                    <a:pt x="262" y="99692"/>
                  </a:cubicBezTo>
                  <a:cubicBezTo>
                    <a:pt x="262" y="131257"/>
                    <a:pt x="20847" y="158965"/>
                    <a:pt x="57758" y="158965"/>
                  </a:cubicBezTo>
                  <a:cubicBezTo>
                    <a:pt x="108512" y="158965"/>
                    <a:pt x="138325" y="121788"/>
                    <a:pt x="138325" y="117579"/>
                  </a:cubicBezTo>
                  <a:cubicBezTo>
                    <a:pt x="138325" y="115474"/>
                    <a:pt x="136195" y="113019"/>
                    <a:pt x="134066" y="113019"/>
                  </a:cubicBezTo>
                  <a:cubicBezTo>
                    <a:pt x="132291" y="113019"/>
                    <a:pt x="131581" y="113721"/>
                    <a:pt x="129452" y="116527"/>
                  </a:cubicBezTo>
                  <a:cubicBezTo>
                    <a:pt x="101413" y="151249"/>
                    <a:pt x="62727" y="151249"/>
                    <a:pt x="58468" y="151249"/>
                  </a:cubicBezTo>
                  <a:cubicBezTo>
                    <a:pt x="36108" y="151249"/>
                    <a:pt x="26526" y="134063"/>
                    <a:pt x="26526" y="113019"/>
                  </a:cubicBezTo>
                  <a:cubicBezTo>
                    <a:pt x="26526" y="98639"/>
                    <a:pt x="33624" y="64619"/>
                    <a:pt x="45691" y="42874"/>
                  </a:cubicBezTo>
                  <a:cubicBezTo>
                    <a:pt x="56694" y="22882"/>
                    <a:pt x="76214" y="7801"/>
                    <a:pt x="95735" y="7801"/>
                  </a:cubicBezTo>
                  <a:cubicBezTo>
                    <a:pt x="107802" y="7801"/>
                    <a:pt x="121289" y="12360"/>
                    <a:pt x="126258" y="21830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ECF504FF-84D9-4FAA-4558-8FEC4188FEE3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1064331" y="7711130"/>
              <a:ext cx="82340" cy="350728"/>
            </a:xfrm>
            <a:custGeom>
              <a:avLst/>
              <a:gdLst>
                <a:gd name="csX0" fmla="*/ 82607 w 82340"/>
                <a:gd name="csY0" fmla="*/ 175449 h 350728"/>
                <a:gd name="csX1" fmla="*/ 59182 w 82340"/>
                <a:gd name="csY1" fmla="*/ 66022 h 350728"/>
                <a:gd name="csX2" fmla="*/ 3815 w 82340"/>
                <a:gd name="csY2" fmla="*/ 85 h 350728"/>
                <a:gd name="csX3" fmla="*/ 266 w 82340"/>
                <a:gd name="csY3" fmla="*/ 3592 h 350728"/>
                <a:gd name="csX4" fmla="*/ 7010 w 82340"/>
                <a:gd name="csY4" fmla="*/ 11659 h 350728"/>
                <a:gd name="csX5" fmla="*/ 62022 w 82340"/>
                <a:gd name="csY5" fmla="*/ 175449 h 350728"/>
                <a:gd name="csX6" fmla="*/ 4880 w 82340"/>
                <a:gd name="csY6" fmla="*/ 341344 h 350728"/>
                <a:gd name="csX7" fmla="*/ 266 w 82340"/>
                <a:gd name="csY7" fmla="*/ 347306 h 350728"/>
                <a:gd name="csX8" fmla="*/ 3815 w 82340"/>
                <a:gd name="csY8" fmla="*/ 350813 h 350728"/>
                <a:gd name="csX9" fmla="*/ 60247 w 82340"/>
                <a:gd name="csY9" fmla="*/ 282421 h 350728"/>
                <a:gd name="csX10" fmla="*/ 82607 w 82340"/>
                <a:gd name="csY10" fmla="*/ 175449 h 3507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2340" h="350728">
                  <a:moveTo>
                    <a:pt x="82607" y="175449"/>
                  </a:moveTo>
                  <a:cubicBezTo>
                    <a:pt x="82607" y="148092"/>
                    <a:pt x="78703" y="105654"/>
                    <a:pt x="59182" y="66022"/>
                  </a:cubicBezTo>
                  <a:cubicBezTo>
                    <a:pt x="37887" y="22882"/>
                    <a:pt x="7364" y="85"/>
                    <a:pt x="3815" y="85"/>
                  </a:cubicBezTo>
                  <a:cubicBezTo>
                    <a:pt x="1686" y="85"/>
                    <a:pt x="266" y="1488"/>
                    <a:pt x="266" y="3592"/>
                  </a:cubicBezTo>
                  <a:cubicBezTo>
                    <a:pt x="266" y="4644"/>
                    <a:pt x="266" y="5346"/>
                    <a:pt x="7010" y="11659"/>
                  </a:cubicBezTo>
                  <a:cubicBezTo>
                    <a:pt x="41791" y="46381"/>
                    <a:pt x="62022" y="102147"/>
                    <a:pt x="62022" y="175449"/>
                  </a:cubicBezTo>
                  <a:cubicBezTo>
                    <a:pt x="62022" y="235424"/>
                    <a:pt x="48890" y="297152"/>
                    <a:pt x="4880" y="341344"/>
                  </a:cubicBezTo>
                  <a:cubicBezTo>
                    <a:pt x="266" y="345553"/>
                    <a:pt x="266" y="346254"/>
                    <a:pt x="266" y="347306"/>
                  </a:cubicBezTo>
                  <a:cubicBezTo>
                    <a:pt x="266" y="349411"/>
                    <a:pt x="1686" y="350813"/>
                    <a:pt x="3815" y="350813"/>
                  </a:cubicBezTo>
                  <a:cubicBezTo>
                    <a:pt x="7364" y="350813"/>
                    <a:pt x="39307" y="326964"/>
                    <a:pt x="60247" y="282421"/>
                  </a:cubicBezTo>
                  <a:cubicBezTo>
                    <a:pt x="78348" y="243841"/>
                    <a:pt x="82607" y="204910"/>
                    <a:pt x="82607" y="175449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07D58994-88E9-A5B7-E938-1B639D46A7C4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1196322" y="7734629"/>
              <a:ext cx="253411" cy="239547"/>
            </a:xfrm>
            <a:custGeom>
              <a:avLst/>
              <a:gdLst>
                <a:gd name="csX0" fmla="*/ 93613 w 253411"/>
                <a:gd name="csY0" fmla="*/ 128802 h 239547"/>
                <a:gd name="csX1" fmla="*/ 153949 w 253411"/>
                <a:gd name="csY1" fmla="*/ 128802 h 239547"/>
                <a:gd name="csX2" fmla="*/ 253681 w 253411"/>
                <a:gd name="csY2" fmla="*/ 53045 h 239547"/>
                <a:gd name="csX3" fmla="*/ 183763 w 253411"/>
                <a:gd name="csY3" fmla="*/ 85 h 239547"/>
                <a:gd name="csX4" fmla="*/ 68769 w 253411"/>
                <a:gd name="csY4" fmla="*/ 85 h 239547"/>
                <a:gd name="csX5" fmla="*/ 58122 w 253411"/>
                <a:gd name="csY5" fmla="*/ 6749 h 239547"/>
                <a:gd name="csX6" fmla="*/ 68414 w 253411"/>
                <a:gd name="csY6" fmla="*/ 10957 h 239547"/>
                <a:gd name="csX7" fmla="*/ 83676 w 253411"/>
                <a:gd name="csY7" fmla="*/ 11659 h 239547"/>
                <a:gd name="csX8" fmla="*/ 91484 w 253411"/>
                <a:gd name="csY8" fmla="*/ 17270 h 239547"/>
                <a:gd name="csX9" fmla="*/ 90064 w 253411"/>
                <a:gd name="csY9" fmla="*/ 23934 h 239547"/>
                <a:gd name="csX10" fmla="*/ 42505 w 253411"/>
                <a:gd name="csY10" fmla="*/ 212276 h 239547"/>
                <a:gd name="csX11" fmla="*/ 10208 w 253411"/>
                <a:gd name="csY11" fmla="*/ 228760 h 239547"/>
                <a:gd name="csX12" fmla="*/ 270 w 253411"/>
                <a:gd name="csY12" fmla="*/ 235424 h 239547"/>
                <a:gd name="csX13" fmla="*/ 5594 w 253411"/>
                <a:gd name="csY13" fmla="*/ 239632 h 239547"/>
                <a:gd name="csX14" fmla="*/ 50668 w 253411"/>
                <a:gd name="csY14" fmla="*/ 238580 h 239547"/>
                <a:gd name="csX15" fmla="*/ 73383 w 253411"/>
                <a:gd name="csY15" fmla="*/ 238931 h 239547"/>
                <a:gd name="csX16" fmla="*/ 96453 w 253411"/>
                <a:gd name="csY16" fmla="*/ 239632 h 239547"/>
                <a:gd name="csX17" fmla="*/ 103551 w 253411"/>
                <a:gd name="csY17" fmla="*/ 232618 h 239547"/>
                <a:gd name="csX18" fmla="*/ 93613 w 253411"/>
                <a:gd name="csY18" fmla="*/ 228760 h 239547"/>
                <a:gd name="csX19" fmla="*/ 70544 w 253411"/>
                <a:gd name="csY19" fmla="*/ 222447 h 239547"/>
                <a:gd name="csX20" fmla="*/ 71608 w 253411"/>
                <a:gd name="csY20" fmla="*/ 216484 h 239547"/>
                <a:gd name="csX21" fmla="*/ 93613 w 253411"/>
                <a:gd name="csY21" fmla="*/ 128802 h 239547"/>
                <a:gd name="csX22" fmla="*/ 119167 w 253411"/>
                <a:gd name="csY22" fmla="*/ 24285 h 239547"/>
                <a:gd name="csX23" fmla="*/ 138333 w 253411"/>
                <a:gd name="csY23" fmla="*/ 10957 h 239547"/>
                <a:gd name="csX24" fmla="*/ 172405 w 253411"/>
                <a:gd name="csY24" fmla="*/ 10957 h 239547"/>
                <a:gd name="csX25" fmla="*/ 220674 w 253411"/>
                <a:gd name="csY25" fmla="*/ 44627 h 239547"/>
                <a:gd name="csX26" fmla="*/ 199734 w 253411"/>
                <a:gd name="csY26" fmla="*/ 101095 h 239547"/>
                <a:gd name="csX27" fmla="*/ 145076 w 253411"/>
                <a:gd name="csY27" fmla="*/ 119683 h 239547"/>
                <a:gd name="csX28" fmla="*/ 95033 w 253411"/>
                <a:gd name="csY28" fmla="*/ 119683 h 239547"/>
                <a:gd name="csX29" fmla="*/ 119167 w 253411"/>
                <a:gd name="csY29" fmla="*/ 24285 h 239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53411" h="239547">
                  <a:moveTo>
                    <a:pt x="93613" y="128802"/>
                  </a:moveTo>
                  <a:lnTo>
                    <a:pt x="153949" y="128802"/>
                  </a:lnTo>
                  <a:cubicBezTo>
                    <a:pt x="204348" y="128802"/>
                    <a:pt x="253681" y="92326"/>
                    <a:pt x="253681" y="53045"/>
                  </a:cubicBezTo>
                  <a:cubicBezTo>
                    <a:pt x="253681" y="26039"/>
                    <a:pt x="230257" y="85"/>
                    <a:pt x="183763" y="85"/>
                  </a:cubicBezTo>
                  <a:lnTo>
                    <a:pt x="68769" y="85"/>
                  </a:lnTo>
                  <a:cubicBezTo>
                    <a:pt x="62026" y="85"/>
                    <a:pt x="58122" y="85"/>
                    <a:pt x="58122" y="6749"/>
                  </a:cubicBezTo>
                  <a:cubicBezTo>
                    <a:pt x="58122" y="10957"/>
                    <a:pt x="61316" y="10957"/>
                    <a:pt x="68414" y="10957"/>
                  </a:cubicBezTo>
                  <a:cubicBezTo>
                    <a:pt x="73028" y="10957"/>
                    <a:pt x="79417" y="11308"/>
                    <a:pt x="83676" y="11659"/>
                  </a:cubicBezTo>
                  <a:cubicBezTo>
                    <a:pt x="89354" y="12360"/>
                    <a:pt x="91484" y="13412"/>
                    <a:pt x="91484" y="17270"/>
                  </a:cubicBezTo>
                  <a:cubicBezTo>
                    <a:pt x="91484" y="18673"/>
                    <a:pt x="91129" y="19726"/>
                    <a:pt x="90064" y="23934"/>
                  </a:cubicBezTo>
                  <a:lnTo>
                    <a:pt x="42505" y="212276"/>
                  </a:lnTo>
                  <a:cubicBezTo>
                    <a:pt x="38956" y="225954"/>
                    <a:pt x="38246" y="228760"/>
                    <a:pt x="10208" y="228760"/>
                  </a:cubicBezTo>
                  <a:cubicBezTo>
                    <a:pt x="4174" y="228760"/>
                    <a:pt x="270" y="228760"/>
                    <a:pt x="270" y="235424"/>
                  </a:cubicBezTo>
                  <a:cubicBezTo>
                    <a:pt x="270" y="239632"/>
                    <a:pt x="4529" y="239632"/>
                    <a:pt x="5594" y="239632"/>
                  </a:cubicBezTo>
                  <a:cubicBezTo>
                    <a:pt x="15531" y="239632"/>
                    <a:pt x="40731" y="238580"/>
                    <a:pt x="50668" y="238580"/>
                  </a:cubicBezTo>
                  <a:cubicBezTo>
                    <a:pt x="58122" y="238580"/>
                    <a:pt x="65930" y="238931"/>
                    <a:pt x="73383" y="238931"/>
                  </a:cubicBezTo>
                  <a:cubicBezTo>
                    <a:pt x="81191" y="238931"/>
                    <a:pt x="88999" y="239632"/>
                    <a:pt x="96453" y="239632"/>
                  </a:cubicBezTo>
                  <a:cubicBezTo>
                    <a:pt x="98937" y="239632"/>
                    <a:pt x="103551" y="239632"/>
                    <a:pt x="103551" y="232618"/>
                  </a:cubicBezTo>
                  <a:cubicBezTo>
                    <a:pt x="103551" y="228760"/>
                    <a:pt x="100357" y="228760"/>
                    <a:pt x="93613" y="228760"/>
                  </a:cubicBezTo>
                  <a:cubicBezTo>
                    <a:pt x="80481" y="228760"/>
                    <a:pt x="70544" y="228760"/>
                    <a:pt x="70544" y="222447"/>
                  </a:cubicBezTo>
                  <a:cubicBezTo>
                    <a:pt x="70544" y="220342"/>
                    <a:pt x="71254" y="218589"/>
                    <a:pt x="71608" y="216484"/>
                  </a:cubicBezTo>
                  <a:lnTo>
                    <a:pt x="93613" y="128802"/>
                  </a:lnTo>
                  <a:close/>
                  <a:moveTo>
                    <a:pt x="119167" y="24285"/>
                  </a:moveTo>
                  <a:cubicBezTo>
                    <a:pt x="122362" y="12009"/>
                    <a:pt x="123072" y="10957"/>
                    <a:pt x="138333" y="10957"/>
                  </a:cubicBezTo>
                  <a:lnTo>
                    <a:pt x="172405" y="10957"/>
                  </a:lnTo>
                  <a:cubicBezTo>
                    <a:pt x="201863" y="10957"/>
                    <a:pt x="220674" y="20427"/>
                    <a:pt x="220674" y="44627"/>
                  </a:cubicBezTo>
                  <a:cubicBezTo>
                    <a:pt x="220674" y="58306"/>
                    <a:pt x="213576" y="88468"/>
                    <a:pt x="199734" y="101095"/>
                  </a:cubicBezTo>
                  <a:cubicBezTo>
                    <a:pt x="181988" y="116877"/>
                    <a:pt x="160693" y="119683"/>
                    <a:pt x="145076" y="119683"/>
                  </a:cubicBezTo>
                  <a:lnTo>
                    <a:pt x="95033" y="119683"/>
                  </a:lnTo>
                  <a:lnTo>
                    <a:pt x="119167" y="24285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45E77E3F-8A52-EF39-CBAA-5FB94FBE1C78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1494418" y="7711130"/>
              <a:ext cx="82340" cy="350728"/>
            </a:xfrm>
            <a:custGeom>
              <a:avLst/>
              <a:gdLst>
                <a:gd name="csX0" fmla="*/ 82619 w 82340"/>
                <a:gd name="csY0" fmla="*/ 347306 h 350728"/>
                <a:gd name="csX1" fmla="*/ 76585 w 82340"/>
                <a:gd name="csY1" fmla="*/ 339590 h 350728"/>
                <a:gd name="csX2" fmla="*/ 20863 w 82340"/>
                <a:gd name="csY2" fmla="*/ 175449 h 350728"/>
                <a:gd name="csX3" fmla="*/ 78005 w 82340"/>
                <a:gd name="csY3" fmla="*/ 9554 h 350728"/>
                <a:gd name="csX4" fmla="*/ 82619 w 82340"/>
                <a:gd name="csY4" fmla="*/ 3592 h 350728"/>
                <a:gd name="csX5" fmla="*/ 79070 w 82340"/>
                <a:gd name="csY5" fmla="*/ 85 h 350728"/>
                <a:gd name="csX6" fmla="*/ 22638 w 82340"/>
                <a:gd name="csY6" fmla="*/ 68477 h 350728"/>
                <a:gd name="csX7" fmla="*/ 278 w 82340"/>
                <a:gd name="csY7" fmla="*/ 175449 h 350728"/>
                <a:gd name="csX8" fmla="*/ 23702 w 82340"/>
                <a:gd name="csY8" fmla="*/ 284876 h 350728"/>
                <a:gd name="csX9" fmla="*/ 79070 w 82340"/>
                <a:gd name="csY9" fmla="*/ 350813 h 350728"/>
                <a:gd name="csX10" fmla="*/ 82619 w 82340"/>
                <a:gd name="csY10" fmla="*/ 347306 h 3507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2340" h="350728">
                  <a:moveTo>
                    <a:pt x="82619" y="347306"/>
                  </a:moveTo>
                  <a:cubicBezTo>
                    <a:pt x="82619" y="346254"/>
                    <a:pt x="82619" y="345553"/>
                    <a:pt x="76585" y="339590"/>
                  </a:cubicBezTo>
                  <a:cubicBezTo>
                    <a:pt x="32220" y="295398"/>
                    <a:pt x="20863" y="229111"/>
                    <a:pt x="20863" y="175449"/>
                  </a:cubicBezTo>
                  <a:cubicBezTo>
                    <a:pt x="20863" y="114422"/>
                    <a:pt x="34350" y="53395"/>
                    <a:pt x="78005" y="9554"/>
                  </a:cubicBezTo>
                  <a:cubicBezTo>
                    <a:pt x="82619" y="5346"/>
                    <a:pt x="82619" y="4644"/>
                    <a:pt x="82619" y="3592"/>
                  </a:cubicBezTo>
                  <a:cubicBezTo>
                    <a:pt x="82619" y="1137"/>
                    <a:pt x="81199" y="85"/>
                    <a:pt x="79070" y="85"/>
                  </a:cubicBezTo>
                  <a:cubicBezTo>
                    <a:pt x="75520" y="85"/>
                    <a:pt x="43578" y="23934"/>
                    <a:pt x="22638" y="68477"/>
                  </a:cubicBezTo>
                  <a:cubicBezTo>
                    <a:pt x="4537" y="107057"/>
                    <a:pt x="278" y="145988"/>
                    <a:pt x="278" y="175449"/>
                  </a:cubicBezTo>
                  <a:cubicBezTo>
                    <a:pt x="278" y="202806"/>
                    <a:pt x="4182" y="245244"/>
                    <a:pt x="23702" y="284876"/>
                  </a:cubicBezTo>
                  <a:cubicBezTo>
                    <a:pt x="44997" y="328016"/>
                    <a:pt x="75520" y="350813"/>
                    <a:pt x="79070" y="350813"/>
                  </a:cubicBezTo>
                  <a:cubicBezTo>
                    <a:pt x="81199" y="350813"/>
                    <a:pt x="82619" y="349761"/>
                    <a:pt x="82619" y="347306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7FC70DEC-2BF4-E283-2350-5F1376FD40BE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1615761" y="7819155"/>
              <a:ext cx="130609" cy="158880"/>
            </a:xfrm>
            <a:custGeom>
              <a:avLst/>
              <a:gdLst>
                <a:gd name="csX0" fmla="*/ 120599 w 130609"/>
                <a:gd name="csY0" fmla="*/ 23934 h 158880"/>
                <a:gd name="csX1" fmla="*/ 103563 w 130609"/>
                <a:gd name="csY1" fmla="*/ 39717 h 158880"/>
                <a:gd name="csX2" fmla="*/ 114565 w 130609"/>
                <a:gd name="csY2" fmla="*/ 49888 h 158880"/>
                <a:gd name="csX3" fmla="*/ 130891 w 130609"/>
                <a:gd name="csY3" fmla="*/ 30247 h 158880"/>
                <a:gd name="csX4" fmla="*/ 88656 w 130609"/>
                <a:gd name="csY4" fmla="*/ 85 h 158880"/>
                <a:gd name="csX5" fmla="*/ 28675 w 130609"/>
                <a:gd name="csY5" fmla="*/ 51291 h 158880"/>
                <a:gd name="csX6" fmla="*/ 65232 w 130609"/>
                <a:gd name="csY6" fmla="*/ 86013 h 158880"/>
                <a:gd name="csX7" fmla="*/ 102143 w 130609"/>
                <a:gd name="csY7" fmla="*/ 112669 h 158880"/>
                <a:gd name="csX8" fmla="*/ 51390 w 130609"/>
                <a:gd name="csY8" fmla="*/ 151249 h 158880"/>
                <a:gd name="csX9" fmla="*/ 10929 w 130609"/>
                <a:gd name="csY9" fmla="*/ 132660 h 158880"/>
                <a:gd name="csX10" fmla="*/ 33289 w 130609"/>
                <a:gd name="csY10" fmla="*/ 114072 h 158880"/>
                <a:gd name="csX11" fmla="*/ 20157 w 130609"/>
                <a:gd name="csY11" fmla="*/ 101796 h 158880"/>
                <a:gd name="csX12" fmla="*/ 282 w 130609"/>
                <a:gd name="csY12" fmla="*/ 124944 h 158880"/>
                <a:gd name="csX13" fmla="*/ 51035 w 130609"/>
                <a:gd name="csY13" fmla="*/ 158965 h 158880"/>
                <a:gd name="csX14" fmla="*/ 122373 w 130609"/>
                <a:gd name="csY14" fmla="*/ 100744 h 158880"/>
                <a:gd name="csX15" fmla="*/ 111371 w 130609"/>
                <a:gd name="csY15" fmla="*/ 75141 h 158880"/>
                <a:gd name="csX16" fmla="*/ 75879 w 130609"/>
                <a:gd name="csY16" fmla="*/ 60410 h 158880"/>
                <a:gd name="csX17" fmla="*/ 48905 w 130609"/>
                <a:gd name="csY17" fmla="*/ 39366 h 158880"/>
                <a:gd name="csX18" fmla="*/ 88656 w 130609"/>
                <a:gd name="csY18" fmla="*/ 7801 h 158880"/>
                <a:gd name="csX19" fmla="*/ 120599 w 130609"/>
                <a:gd name="csY19" fmla="*/ 23934 h 158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30609" h="158880">
                  <a:moveTo>
                    <a:pt x="120599" y="23934"/>
                  </a:moveTo>
                  <a:cubicBezTo>
                    <a:pt x="110661" y="24285"/>
                    <a:pt x="103563" y="32001"/>
                    <a:pt x="103563" y="39717"/>
                  </a:cubicBezTo>
                  <a:cubicBezTo>
                    <a:pt x="103563" y="44627"/>
                    <a:pt x="106757" y="49888"/>
                    <a:pt x="114565" y="49888"/>
                  </a:cubicBezTo>
                  <a:cubicBezTo>
                    <a:pt x="122373" y="49888"/>
                    <a:pt x="130891" y="43926"/>
                    <a:pt x="130891" y="30247"/>
                  </a:cubicBezTo>
                  <a:cubicBezTo>
                    <a:pt x="130891" y="14465"/>
                    <a:pt x="115630" y="85"/>
                    <a:pt x="88656" y="85"/>
                  </a:cubicBezTo>
                  <a:cubicBezTo>
                    <a:pt x="41807" y="85"/>
                    <a:pt x="28675" y="35859"/>
                    <a:pt x="28675" y="51291"/>
                  </a:cubicBezTo>
                  <a:cubicBezTo>
                    <a:pt x="28675" y="78648"/>
                    <a:pt x="54939" y="83909"/>
                    <a:pt x="65232" y="86013"/>
                  </a:cubicBezTo>
                  <a:cubicBezTo>
                    <a:pt x="83687" y="89521"/>
                    <a:pt x="102143" y="93379"/>
                    <a:pt x="102143" y="112669"/>
                  </a:cubicBezTo>
                  <a:cubicBezTo>
                    <a:pt x="102143" y="121788"/>
                    <a:pt x="93980" y="151249"/>
                    <a:pt x="51390" y="151249"/>
                  </a:cubicBezTo>
                  <a:cubicBezTo>
                    <a:pt x="46421" y="151249"/>
                    <a:pt x="19092" y="151249"/>
                    <a:pt x="10929" y="132660"/>
                  </a:cubicBezTo>
                  <a:cubicBezTo>
                    <a:pt x="24416" y="134414"/>
                    <a:pt x="33289" y="123892"/>
                    <a:pt x="33289" y="114072"/>
                  </a:cubicBezTo>
                  <a:cubicBezTo>
                    <a:pt x="33289" y="106005"/>
                    <a:pt x="27610" y="101796"/>
                    <a:pt x="20157" y="101796"/>
                  </a:cubicBezTo>
                  <a:cubicBezTo>
                    <a:pt x="10929" y="101796"/>
                    <a:pt x="282" y="109161"/>
                    <a:pt x="282" y="124944"/>
                  </a:cubicBezTo>
                  <a:cubicBezTo>
                    <a:pt x="282" y="144936"/>
                    <a:pt x="20512" y="158965"/>
                    <a:pt x="51035" y="158965"/>
                  </a:cubicBezTo>
                  <a:cubicBezTo>
                    <a:pt x="108532" y="158965"/>
                    <a:pt x="122373" y="116527"/>
                    <a:pt x="122373" y="100744"/>
                  </a:cubicBezTo>
                  <a:cubicBezTo>
                    <a:pt x="122373" y="88118"/>
                    <a:pt x="115630" y="79349"/>
                    <a:pt x="111371" y="75141"/>
                  </a:cubicBezTo>
                  <a:cubicBezTo>
                    <a:pt x="101788" y="65320"/>
                    <a:pt x="91496" y="63567"/>
                    <a:pt x="75879" y="60410"/>
                  </a:cubicBezTo>
                  <a:cubicBezTo>
                    <a:pt x="63102" y="57604"/>
                    <a:pt x="48905" y="55149"/>
                    <a:pt x="48905" y="39366"/>
                  </a:cubicBezTo>
                  <a:cubicBezTo>
                    <a:pt x="48905" y="29195"/>
                    <a:pt x="57423" y="7801"/>
                    <a:pt x="88656" y="7801"/>
                  </a:cubicBezTo>
                  <a:cubicBezTo>
                    <a:pt x="97529" y="7801"/>
                    <a:pt x="115275" y="10256"/>
                    <a:pt x="120599" y="23934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BDEEABE1-C971-F8C1-6412-F09834824239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1769388" y="7853947"/>
              <a:ext cx="103352" cy="175785"/>
            </a:xfrm>
            <a:custGeom>
              <a:avLst/>
              <a:gdLst>
                <a:gd name="csX0" fmla="*/ 24137 w 103352"/>
                <a:gd name="csY0" fmla="*/ 139290 h 175785"/>
                <a:gd name="csX1" fmla="*/ 55937 w 103352"/>
                <a:gd name="csY1" fmla="*/ 175871 h 175785"/>
                <a:gd name="csX2" fmla="*/ 81775 w 103352"/>
                <a:gd name="csY2" fmla="*/ 167033 h 175785"/>
                <a:gd name="csX3" fmla="*/ 98918 w 103352"/>
                <a:gd name="csY3" fmla="*/ 152548 h 175785"/>
                <a:gd name="csX4" fmla="*/ 94943 w 103352"/>
                <a:gd name="csY4" fmla="*/ 147883 h 175785"/>
                <a:gd name="csX5" fmla="*/ 89477 w 103352"/>
                <a:gd name="csY5" fmla="*/ 151566 h 175785"/>
                <a:gd name="csX6" fmla="*/ 56186 w 103352"/>
                <a:gd name="csY6" fmla="*/ 168997 h 175785"/>
                <a:gd name="csX7" fmla="*/ 39292 w 103352"/>
                <a:gd name="csY7" fmla="*/ 135608 h 175785"/>
                <a:gd name="csX8" fmla="*/ 39789 w 103352"/>
                <a:gd name="csY8" fmla="*/ 127260 h 175785"/>
                <a:gd name="csX9" fmla="*/ 43018 w 103352"/>
                <a:gd name="csY9" fmla="*/ 121614 h 175785"/>
                <a:gd name="csX10" fmla="*/ 103638 w 103352"/>
                <a:gd name="csY10" fmla="*/ 21446 h 175785"/>
                <a:gd name="csX11" fmla="*/ 87241 w 103352"/>
                <a:gd name="csY11" fmla="*/ 86 h 175785"/>
                <a:gd name="csX12" fmla="*/ 46000 w 103352"/>
                <a:gd name="csY12" fmla="*/ 39122 h 175785"/>
                <a:gd name="csX13" fmla="*/ 26621 w 103352"/>
                <a:gd name="csY13" fmla="*/ 92398 h 175785"/>
                <a:gd name="csX14" fmla="*/ 22895 w 103352"/>
                <a:gd name="csY14" fmla="*/ 129470 h 175785"/>
                <a:gd name="csX15" fmla="*/ 4510 w 103352"/>
                <a:gd name="csY15" fmla="*/ 145674 h 175785"/>
                <a:gd name="csX16" fmla="*/ 286 w 103352"/>
                <a:gd name="csY16" fmla="*/ 150829 h 175785"/>
                <a:gd name="csX17" fmla="*/ 4510 w 103352"/>
                <a:gd name="csY17" fmla="*/ 155249 h 175785"/>
                <a:gd name="csX18" fmla="*/ 14696 w 103352"/>
                <a:gd name="csY18" fmla="*/ 147392 h 175785"/>
                <a:gd name="csX19" fmla="*/ 24137 w 103352"/>
                <a:gd name="csY19" fmla="*/ 139290 h 175785"/>
                <a:gd name="csX20" fmla="*/ 42025 w 103352"/>
                <a:gd name="csY20" fmla="*/ 111302 h 175785"/>
                <a:gd name="csX21" fmla="*/ 86993 w 103352"/>
                <a:gd name="csY21" fmla="*/ 6960 h 175785"/>
                <a:gd name="csX22" fmla="*/ 95688 w 103352"/>
                <a:gd name="csY22" fmla="*/ 19727 h 175785"/>
                <a:gd name="csX23" fmla="*/ 74322 w 103352"/>
                <a:gd name="csY23" fmla="*/ 74721 h 175785"/>
                <a:gd name="csX24" fmla="*/ 42025 w 103352"/>
                <a:gd name="csY24" fmla="*/ 111302 h 1757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03352" h="175785">
                  <a:moveTo>
                    <a:pt x="24137" y="139290"/>
                  </a:moveTo>
                  <a:cubicBezTo>
                    <a:pt x="26621" y="155249"/>
                    <a:pt x="34820" y="175871"/>
                    <a:pt x="55937" y="175871"/>
                  </a:cubicBezTo>
                  <a:cubicBezTo>
                    <a:pt x="63888" y="175871"/>
                    <a:pt x="72831" y="172680"/>
                    <a:pt x="81775" y="167033"/>
                  </a:cubicBezTo>
                  <a:cubicBezTo>
                    <a:pt x="85999" y="164578"/>
                    <a:pt x="98918" y="155494"/>
                    <a:pt x="98918" y="152548"/>
                  </a:cubicBezTo>
                  <a:cubicBezTo>
                    <a:pt x="98918" y="151075"/>
                    <a:pt x="97179" y="147883"/>
                    <a:pt x="94943" y="147883"/>
                  </a:cubicBezTo>
                  <a:cubicBezTo>
                    <a:pt x="93701" y="147883"/>
                    <a:pt x="93204" y="147883"/>
                    <a:pt x="89477" y="151566"/>
                  </a:cubicBezTo>
                  <a:cubicBezTo>
                    <a:pt x="78794" y="160895"/>
                    <a:pt x="67366" y="168997"/>
                    <a:pt x="56186" y="168997"/>
                  </a:cubicBezTo>
                  <a:cubicBezTo>
                    <a:pt x="39292" y="168997"/>
                    <a:pt x="39292" y="140272"/>
                    <a:pt x="39292" y="135608"/>
                  </a:cubicBezTo>
                  <a:cubicBezTo>
                    <a:pt x="39292" y="132416"/>
                    <a:pt x="39292" y="131925"/>
                    <a:pt x="39789" y="127260"/>
                  </a:cubicBezTo>
                  <a:cubicBezTo>
                    <a:pt x="40037" y="124805"/>
                    <a:pt x="40037" y="124314"/>
                    <a:pt x="43018" y="121614"/>
                  </a:cubicBezTo>
                  <a:cubicBezTo>
                    <a:pt x="56683" y="108847"/>
                    <a:pt x="103638" y="64164"/>
                    <a:pt x="103638" y="21446"/>
                  </a:cubicBezTo>
                  <a:cubicBezTo>
                    <a:pt x="103638" y="17763"/>
                    <a:pt x="103638" y="86"/>
                    <a:pt x="87241" y="86"/>
                  </a:cubicBezTo>
                  <a:cubicBezTo>
                    <a:pt x="66620" y="86"/>
                    <a:pt x="49975" y="31757"/>
                    <a:pt x="46000" y="39122"/>
                  </a:cubicBezTo>
                  <a:cubicBezTo>
                    <a:pt x="35068" y="59991"/>
                    <a:pt x="29354" y="80122"/>
                    <a:pt x="26621" y="92398"/>
                  </a:cubicBezTo>
                  <a:cubicBezTo>
                    <a:pt x="22895" y="108847"/>
                    <a:pt x="22895" y="117440"/>
                    <a:pt x="22895" y="129470"/>
                  </a:cubicBezTo>
                  <a:cubicBezTo>
                    <a:pt x="21155" y="131189"/>
                    <a:pt x="6994" y="143710"/>
                    <a:pt x="4510" y="145674"/>
                  </a:cubicBezTo>
                  <a:cubicBezTo>
                    <a:pt x="535" y="149111"/>
                    <a:pt x="286" y="149356"/>
                    <a:pt x="286" y="150829"/>
                  </a:cubicBezTo>
                  <a:cubicBezTo>
                    <a:pt x="286" y="152548"/>
                    <a:pt x="2522" y="155249"/>
                    <a:pt x="4510" y="155249"/>
                  </a:cubicBezTo>
                  <a:cubicBezTo>
                    <a:pt x="6249" y="155249"/>
                    <a:pt x="12957" y="149111"/>
                    <a:pt x="14696" y="147392"/>
                  </a:cubicBezTo>
                  <a:lnTo>
                    <a:pt x="24137" y="139290"/>
                  </a:lnTo>
                  <a:close/>
                  <a:moveTo>
                    <a:pt x="42025" y="111302"/>
                  </a:moveTo>
                  <a:cubicBezTo>
                    <a:pt x="46497" y="86260"/>
                    <a:pt x="66124" y="6960"/>
                    <a:pt x="86993" y="6960"/>
                  </a:cubicBezTo>
                  <a:cubicBezTo>
                    <a:pt x="92707" y="6960"/>
                    <a:pt x="95688" y="10889"/>
                    <a:pt x="95688" y="19727"/>
                  </a:cubicBezTo>
                  <a:cubicBezTo>
                    <a:pt x="95688" y="22673"/>
                    <a:pt x="95688" y="44523"/>
                    <a:pt x="74322" y="74721"/>
                  </a:cubicBezTo>
                  <a:cubicBezTo>
                    <a:pt x="61652" y="92398"/>
                    <a:pt x="47987" y="105656"/>
                    <a:pt x="42025" y="111302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C7503691-81B1-0B64-7C0F-3EEFAF5AA7DB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1910299" y="7998552"/>
              <a:ext cx="28570" cy="28233"/>
            </a:xfrm>
            <a:custGeom>
              <a:avLst/>
              <a:gdLst>
                <a:gd name="csX0" fmla="*/ 28861 w 28570"/>
                <a:gd name="csY0" fmla="*/ 14326 h 28233"/>
                <a:gd name="csX1" fmla="*/ 14699 w 28570"/>
                <a:gd name="csY1" fmla="*/ 86 h 28233"/>
                <a:gd name="csX2" fmla="*/ 290 w 28570"/>
                <a:gd name="csY2" fmla="*/ 14080 h 28233"/>
                <a:gd name="csX3" fmla="*/ 14451 w 28570"/>
                <a:gd name="csY3" fmla="*/ 28320 h 28233"/>
                <a:gd name="csX4" fmla="*/ 28861 w 28570"/>
                <a:gd name="csY4" fmla="*/ 14326 h 282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570" h="28233">
                  <a:moveTo>
                    <a:pt x="28861" y="14326"/>
                  </a:moveTo>
                  <a:cubicBezTo>
                    <a:pt x="28861" y="5487"/>
                    <a:pt x="21407" y="86"/>
                    <a:pt x="14699" y="86"/>
                  </a:cubicBezTo>
                  <a:cubicBezTo>
                    <a:pt x="6501" y="86"/>
                    <a:pt x="290" y="6715"/>
                    <a:pt x="290" y="14080"/>
                  </a:cubicBezTo>
                  <a:cubicBezTo>
                    <a:pt x="290" y="22919"/>
                    <a:pt x="7743" y="28320"/>
                    <a:pt x="14451" y="28320"/>
                  </a:cubicBezTo>
                  <a:cubicBezTo>
                    <a:pt x="22649" y="28320"/>
                    <a:pt x="28861" y="21691"/>
                    <a:pt x="28861" y="14326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9D47C991-970D-C2A9-33CB-802718237D5C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1994593" y="7998552"/>
              <a:ext cx="28570" cy="28233"/>
            </a:xfrm>
            <a:custGeom>
              <a:avLst/>
              <a:gdLst>
                <a:gd name="csX0" fmla="*/ 28863 w 28570"/>
                <a:gd name="csY0" fmla="*/ 14326 h 28233"/>
                <a:gd name="csX1" fmla="*/ 14702 w 28570"/>
                <a:gd name="csY1" fmla="*/ 86 h 28233"/>
                <a:gd name="csX2" fmla="*/ 292 w 28570"/>
                <a:gd name="csY2" fmla="*/ 14080 h 28233"/>
                <a:gd name="csX3" fmla="*/ 14453 w 28570"/>
                <a:gd name="csY3" fmla="*/ 28320 h 28233"/>
                <a:gd name="csX4" fmla="*/ 28863 w 28570"/>
                <a:gd name="csY4" fmla="*/ 14326 h 282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570" h="28233">
                  <a:moveTo>
                    <a:pt x="28863" y="14326"/>
                  </a:moveTo>
                  <a:cubicBezTo>
                    <a:pt x="28863" y="5487"/>
                    <a:pt x="21410" y="86"/>
                    <a:pt x="14702" y="86"/>
                  </a:cubicBezTo>
                  <a:cubicBezTo>
                    <a:pt x="6503" y="86"/>
                    <a:pt x="292" y="6715"/>
                    <a:pt x="292" y="14080"/>
                  </a:cubicBezTo>
                  <a:cubicBezTo>
                    <a:pt x="292" y="22919"/>
                    <a:pt x="7745" y="28320"/>
                    <a:pt x="14453" y="28320"/>
                  </a:cubicBezTo>
                  <a:cubicBezTo>
                    <a:pt x="22652" y="28320"/>
                    <a:pt x="28863" y="21691"/>
                    <a:pt x="28863" y="14326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06B2C089-DBC1-7A12-0FF4-21717685A4FB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2062738" y="7918516"/>
              <a:ext cx="228070" cy="110725"/>
            </a:xfrm>
            <a:custGeom>
              <a:avLst/>
              <a:gdLst>
                <a:gd name="csX0" fmla="*/ 96442 w 228070"/>
                <a:gd name="csY0" fmla="*/ 88470 h 110725"/>
                <a:gd name="csX1" fmla="*/ 92963 w 228070"/>
                <a:gd name="csY1" fmla="*/ 102955 h 110725"/>
                <a:gd name="csX2" fmla="*/ 101410 w 228070"/>
                <a:gd name="csY2" fmla="*/ 110811 h 110725"/>
                <a:gd name="csX3" fmla="*/ 111100 w 228070"/>
                <a:gd name="csY3" fmla="*/ 105410 h 110725"/>
                <a:gd name="csX4" fmla="*/ 115572 w 228070"/>
                <a:gd name="csY4" fmla="*/ 90188 h 110725"/>
                <a:gd name="csX5" fmla="*/ 121037 w 228070"/>
                <a:gd name="csY5" fmla="*/ 68092 h 110725"/>
                <a:gd name="csX6" fmla="*/ 125261 w 228070"/>
                <a:gd name="csY6" fmla="*/ 51643 h 110725"/>
                <a:gd name="csX7" fmla="*/ 132963 w 228070"/>
                <a:gd name="csY7" fmla="*/ 32985 h 110725"/>
                <a:gd name="csX8" fmla="*/ 172713 w 228070"/>
                <a:gd name="csY8" fmla="*/ 6960 h 110725"/>
                <a:gd name="csX9" fmla="*/ 187372 w 228070"/>
                <a:gd name="csY9" fmla="*/ 24146 h 110725"/>
                <a:gd name="csX10" fmla="*/ 172713 w 228070"/>
                <a:gd name="csY10" fmla="*/ 76440 h 110725"/>
                <a:gd name="csX11" fmla="*/ 168987 w 228070"/>
                <a:gd name="csY11" fmla="*/ 89697 h 110725"/>
                <a:gd name="csX12" fmla="*/ 192589 w 228070"/>
                <a:gd name="csY12" fmla="*/ 110811 h 110725"/>
                <a:gd name="csX13" fmla="*/ 228365 w 228070"/>
                <a:gd name="csY13" fmla="*/ 73248 h 110725"/>
                <a:gd name="csX14" fmla="*/ 224390 w 228070"/>
                <a:gd name="csY14" fmla="*/ 70057 h 110725"/>
                <a:gd name="csX15" fmla="*/ 219669 w 228070"/>
                <a:gd name="csY15" fmla="*/ 74230 h 110725"/>
                <a:gd name="csX16" fmla="*/ 193334 w 228070"/>
                <a:gd name="csY16" fmla="*/ 103937 h 110725"/>
                <a:gd name="csX17" fmla="*/ 187123 w 228070"/>
                <a:gd name="csY17" fmla="*/ 95344 h 110725"/>
                <a:gd name="csX18" fmla="*/ 192837 w 228070"/>
                <a:gd name="csY18" fmla="*/ 75458 h 110725"/>
                <a:gd name="csX19" fmla="*/ 206005 w 228070"/>
                <a:gd name="csY19" fmla="*/ 28074 h 110725"/>
                <a:gd name="csX20" fmla="*/ 196812 w 228070"/>
                <a:gd name="csY20" fmla="*/ 6715 h 110725"/>
                <a:gd name="csX21" fmla="*/ 173707 w 228070"/>
                <a:gd name="csY21" fmla="*/ 86 h 110725"/>
                <a:gd name="csX22" fmla="*/ 129733 w 228070"/>
                <a:gd name="csY22" fmla="*/ 24883 h 110725"/>
                <a:gd name="csX23" fmla="*/ 97435 w 228070"/>
                <a:gd name="csY23" fmla="*/ 86 h 110725"/>
                <a:gd name="csX24" fmla="*/ 55449 w 228070"/>
                <a:gd name="csY24" fmla="*/ 22428 h 110725"/>
                <a:gd name="csX25" fmla="*/ 28865 w 228070"/>
                <a:gd name="csY25" fmla="*/ 86 h 110725"/>
                <a:gd name="csX26" fmla="*/ 9238 w 228070"/>
                <a:gd name="csY26" fmla="*/ 13344 h 110725"/>
                <a:gd name="csX27" fmla="*/ 294 w 228070"/>
                <a:gd name="csY27" fmla="*/ 37649 h 110725"/>
                <a:gd name="csX28" fmla="*/ 4518 w 228070"/>
                <a:gd name="csY28" fmla="*/ 40841 h 110725"/>
                <a:gd name="csX29" fmla="*/ 9984 w 228070"/>
                <a:gd name="csY29" fmla="*/ 33476 h 110725"/>
                <a:gd name="csX30" fmla="*/ 28120 w 228070"/>
                <a:gd name="csY30" fmla="*/ 6960 h 110725"/>
                <a:gd name="csX31" fmla="*/ 36319 w 228070"/>
                <a:gd name="csY31" fmla="*/ 18990 h 110725"/>
                <a:gd name="csX32" fmla="*/ 32343 w 228070"/>
                <a:gd name="csY32" fmla="*/ 39368 h 110725"/>
                <a:gd name="csX33" fmla="*/ 26878 w 228070"/>
                <a:gd name="csY33" fmla="*/ 61464 h 110725"/>
                <a:gd name="csX34" fmla="*/ 18928 w 228070"/>
                <a:gd name="csY34" fmla="*/ 92889 h 110725"/>
                <a:gd name="csX35" fmla="*/ 16443 w 228070"/>
                <a:gd name="csY35" fmla="*/ 102955 h 110725"/>
                <a:gd name="csX36" fmla="*/ 24890 w 228070"/>
                <a:gd name="csY36" fmla="*/ 110811 h 110725"/>
                <a:gd name="csX37" fmla="*/ 34579 w 228070"/>
                <a:gd name="csY37" fmla="*/ 105410 h 110725"/>
                <a:gd name="csX38" fmla="*/ 39051 w 228070"/>
                <a:gd name="csY38" fmla="*/ 90188 h 110725"/>
                <a:gd name="csX39" fmla="*/ 44517 w 228070"/>
                <a:gd name="csY39" fmla="*/ 68092 h 110725"/>
                <a:gd name="csX40" fmla="*/ 48741 w 228070"/>
                <a:gd name="csY40" fmla="*/ 51643 h 110725"/>
                <a:gd name="csX41" fmla="*/ 59175 w 228070"/>
                <a:gd name="csY41" fmla="*/ 29547 h 110725"/>
                <a:gd name="csX42" fmla="*/ 96442 w 228070"/>
                <a:gd name="csY42" fmla="*/ 6960 h 110725"/>
                <a:gd name="csX43" fmla="*/ 111100 w 228070"/>
                <a:gd name="csY43" fmla="*/ 24146 h 110725"/>
                <a:gd name="csX44" fmla="*/ 106876 w 228070"/>
                <a:gd name="csY44" fmla="*/ 47224 h 110725"/>
                <a:gd name="csX45" fmla="*/ 96442 w 228070"/>
                <a:gd name="csY45" fmla="*/ 88470 h 110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228070" h="110725">
                  <a:moveTo>
                    <a:pt x="96442" y="88470"/>
                  </a:moveTo>
                  <a:cubicBezTo>
                    <a:pt x="95199" y="93380"/>
                    <a:pt x="92963" y="101727"/>
                    <a:pt x="92963" y="102955"/>
                  </a:cubicBezTo>
                  <a:cubicBezTo>
                    <a:pt x="92963" y="108356"/>
                    <a:pt x="97435" y="110811"/>
                    <a:pt x="101410" y="110811"/>
                  </a:cubicBezTo>
                  <a:cubicBezTo>
                    <a:pt x="105882" y="110811"/>
                    <a:pt x="109858" y="107620"/>
                    <a:pt x="111100" y="105410"/>
                  </a:cubicBezTo>
                  <a:cubicBezTo>
                    <a:pt x="112342" y="103200"/>
                    <a:pt x="114329" y="95344"/>
                    <a:pt x="115572" y="90188"/>
                  </a:cubicBezTo>
                  <a:cubicBezTo>
                    <a:pt x="116814" y="85524"/>
                    <a:pt x="119547" y="74230"/>
                    <a:pt x="121037" y="68092"/>
                  </a:cubicBezTo>
                  <a:cubicBezTo>
                    <a:pt x="122528" y="62691"/>
                    <a:pt x="124019" y="57290"/>
                    <a:pt x="125261" y="51643"/>
                  </a:cubicBezTo>
                  <a:cubicBezTo>
                    <a:pt x="127994" y="41086"/>
                    <a:pt x="127994" y="40595"/>
                    <a:pt x="132963" y="32985"/>
                  </a:cubicBezTo>
                  <a:cubicBezTo>
                    <a:pt x="140913" y="20955"/>
                    <a:pt x="153335" y="6960"/>
                    <a:pt x="172713" y="6960"/>
                  </a:cubicBezTo>
                  <a:cubicBezTo>
                    <a:pt x="186626" y="6960"/>
                    <a:pt x="187372" y="18254"/>
                    <a:pt x="187372" y="24146"/>
                  </a:cubicBezTo>
                  <a:cubicBezTo>
                    <a:pt x="187372" y="38877"/>
                    <a:pt x="176689" y="66128"/>
                    <a:pt x="172713" y="76440"/>
                  </a:cubicBezTo>
                  <a:cubicBezTo>
                    <a:pt x="169981" y="83314"/>
                    <a:pt x="168987" y="85524"/>
                    <a:pt x="168987" y="89697"/>
                  </a:cubicBezTo>
                  <a:cubicBezTo>
                    <a:pt x="168987" y="102709"/>
                    <a:pt x="179918" y="110811"/>
                    <a:pt x="192589" y="110811"/>
                  </a:cubicBezTo>
                  <a:cubicBezTo>
                    <a:pt x="217433" y="110811"/>
                    <a:pt x="228365" y="76931"/>
                    <a:pt x="228365" y="73248"/>
                  </a:cubicBezTo>
                  <a:cubicBezTo>
                    <a:pt x="228365" y="70057"/>
                    <a:pt x="225135" y="70057"/>
                    <a:pt x="224390" y="70057"/>
                  </a:cubicBezTo>
                  <a:cubicBezTo>
                    <a:pt x="220911" y="70057"/>
                    <a:pt x="220663" y="71530"/>
                    <a:pt x="219669" y="74230"/>
                  </a:cubicBezTo>
                  <a:cubicBezTo>
                    <a:pt x="213955" y="93871"/>
                    <a:pt x="203272" y="103937"/>
                    <a:pt x="193334" y="103937"/>
                  </a:cubicBezTo>
                  <a:cubicBezTo>
                    <a:pt x="188117" y="103937"/>
                    <a:pt x="187123" y="100500"/>
                    <a:pt x="187123" y="95344"/>
                  </a:cubicBezTo>
                  <a:cubicBezTo>
                    <a:pt x="187123" y="89697"/>
                    <a:pt x="188365" y="86506"/>
                    <a:pt x="192837" y="75458"/>
                  </a:cubicBezTo>
                  <a:cubicBezTo>
                    <a:pt x="195819" y="67847"/>
                    <a:pt x="206005" y="41823"/>
                    <a:pt x="206005" y="28074"/>
                  </a:cubicBezTo>
                  <a:cubicBezTo>
                    <a:pt x="206005" y="24146"/>
                    <a:pt x="206005" y="13835"/>
                    <a:pt x="196812" y="6715"/>
                  </a:cubicBezTo>
                  <a:cubicBezTo>
                    <a:pt x="192589" y="3523"/>
                    <a:pt x="185384" y="86"/>
                    <a:pt x="173707" y="86"/>
                  </a:cubicBezTo>
                  <a:cubicBezTo>
                    <a:pt x="151347" y="86"/>
                    <a:pt x="137683" y="14571"/>
                    <a:pt x="129733" y="24883"/>
                  </a:cubicBezTo>
                  <a:cubicBezTo>
                    <a:pt x="127745" y="4014"/>
                    <a:pt x="110106" y="86"/>
                    <a:pt x="97435" y="86"/>
                  </a:cubicBezTo>
                  <a:cubicBezTo>
                    <a:pt x="76815" y="86"/>
                    <a:pt x="62902" y="12607"/>
                    <a:pt x="55449" y="22428"/>
                  </a:cubicBezTo>
                  <a:cubicBezTo>
                    <a:pt x="53709" y="5487"/>
                    <a:pt x="39051" y="86"/>
                    <a:pt x="28865" y="86"/>
                  </a:cubicBezTo>
                  <a:cubicBezTo>
                    <a:pt x="18182" y="86"/>
                    <a:pt x="12468" y="7697"/>
                    <a:pt x="9238" y="13344"/>
                  </a:cubicBezTo>
                  <a:cubicBezTo>
                    <a:pt x="3773" y="22428"/>
                    <a:pt x="294" y="36422"/>
                    <a:pt x="294" y="37649"/>
                  </a:cubicBezTo>
                  <a:cubicBezTo>
                    <a:pt x="294" y="40841"/>
                    <a:pt x="3773" y="40841"/>
                    <a:pt x="4518" y="40841"/>
                  </a:cubicBezTo>
                  <a:cubicBezTo>
                    <a:pt x="7996" y="40841"/>
                    <a:pt x="8245" y="40104"/>
                    <a:pt x="9984" y="33476"/>
                  </a:cubicBezTo>
                  <a:cubicBezTo>
                    <a:pt x="13710" y="18990"/>
                    <a:pt x="18431" y="6960"/>
                    <a:pt x="28120" y="6960"/>
                  </a:cubicBezTo>
                  <a:cubicBezTo>
                    <a:pt x="34579" y="6960"/>
                    <a:pt x="36319" y="12362"/>
                    <a:pt x="36319" y="18990"/>
                  </a:cubicBezTo>
                  <a:cubicBezTo>
                    <a:pt x="36319" y="23655"/>
                    <a:pt x="34083" y="32739"/>
                    <a:pt x="32343" y="39368"/>
                  </a:cubicBezTo>
                  <a:cubicBezTo>
                    <a:pt x="30604" y="45997"/>
                    <a:pt x="28120" y="56062"/>
                    <a:pt x="26878" y="61464"/>
                  </a:cubicBezTo>
                  <a:lnTo>
                    <a:pt x="18928" y="92889"/>
                  </a:lnTo>
                  <a:cubicBezTo>
                    <a:pt x="17934" y="96081"/>
                    <a:pt x="16443" y="102218"/>
                    <a:pt x="16443" y="102955"/>
                  </a:cubicBezTo>
                  <a:cubicBezTo>
                    <a:pt x="16443" y="108356"/>
                    <a:pt x="20915" y="110811"/>
                    <a:pt x="24890" y="110811"/>
                  </a:cubicBezTo>
                  <a:cubicBezTo>
                    <a:pt x="29362" y="110811"/>
                    <a:pt x="33337" y="107620"/>
                    <a:pt x="34579" y="105410"/>
                  </a:cubicBezTo>
                  <a:cubicBezTo>
                    <a:pt x="35822" y="103200"/>
                    <a:pt x="37809" y="95344"/>
                    <a:pt x="39051" y="90188"/>
                  </a:cubicBezTo>
                  <a:cubicBezTo>
                    <a:pt x="40294" y="85524"/>
                    <a:pt x="43026" y="74230"/>
                    <a:pt x="44517" y="68092"/>
                  </a:cubicBezTo>
                  <a:cubicBezTo>
                    <a:pt x="46008" y="62691"/>
                    <a:pt x="47498" y="57290"/>
                    <a:pt x="48741" y="51643"/>
                  </a:cubicBezTo>
                  <a:cubicBezTo>
                    <a:pt x="51474" y="41577"/>
                    <a:pt x="51970" y="39613"/>
                    <a:pt x="59175" y="29547"/>
                  </a:cubicBezTo>
                  <a:cubicBezTo>
                    <a:pt x="66132" y="19727"/>
                    <a:pt x="77808" y="6960"/>
                    <a:pt x="96442" y="6960"/>
                  </a:cubicBezTo>
                  <a:cubicBezTo>
                    <a:pt x="110851" y="6960"/>
                    <a:pt x="111100" y="19481"/>
                    <a:pt x="111100" y="24146"/>
                  </a:cubicBezTo>
                  <a:cubicBezTo>
                    <a:pt x="111100" y="30284"/>
                    <a:pt x="110354" y="33476"/>
                    <a:pt x="106876" y="47224"/>
                  </a:cubicBezTo>
                  <a:lnTo>
                    <a:pt x="96442" y="88470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1EE9ACC4-C7FF-AE15-A09A-C64BCD6F219D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2351182" y="7937000"/>
              <a:ext cx="41525" cy="104867"/>
            </a:xfrm>
            <a:custGeom>
              <a:avLst/>
              <a:gdLst>
                <a:gd name="csX0" fmla="*/ 41827 w 41525"/>
                <a:gd name="csY0" fmla="*/ 36911 h 104867"/>
                <a:gd name="csX1" fmla="*/ 19113 w 41525"/>
                <a:gd name="csY1" fmla="*/ 85 h 104867"/>
                <a:gd name="csX2" fmla="*/ 302 w 41525"/>
                <a:gd name="csY2" fmla="*/ 18673 h 104867"/>
                <a:gd name="csX3" fmla="*/ 19113 w 41525"/>
                <a:gd name="csY3" fmla="*/ 37262 h 104867"/>
                <a:gd name="csX4" fmla="*/ 31535 w 41525"/>
                <a:gd name="csY4" fmla="*/ 32702 h 104867"/>
                <a:gd name="csX5" fmla="*/ 33309 w 41525"/>
                <a:gd name="csY5" fmla="*/ 31650 h 104867"/>
                <a:gd name="csX6" fmla="*/ 34019 w 41525"/>
                <a:gd name="csY6" fmla="*/ 36911 h 104867"/>
                <a:gd name="csX7" fmla="*/ 9885 w 41525"/>
                <a:gd name="csY7" fmla="*/ 95483 h 104867"/>
                <a:gd name="csX8" fmla="*/ 5981 w 41525"/>
                <a:gd name="csY8" fmla="*/ 101095 h 104867"/>
                <a:gd name="csX9" fmla="*/ 9530 w 41525"/>
                <a:gd name="csY9" fmla="*/ 104953 h 104867"/>
                <a:gd name="csX10" fmla="*/ 41827 w 41525"/>
                <a:gd name="csY10" fmla="*/ 36911 h 1048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1525" h="104867">
                  <a:moveTo>
                    <a:pt x="41827" y="36911"/>
                  </a:moveTo>
                  <a:cubicBezTo>
                    <a:pt x="41827" y="13763"/>
                    <a:pt x="32954" y="85"/>
                    <a:pt x="19113" y="85"/>
                  </a:cubicBezTo>
                  <a:cubicBezTo>
                    <a:pt x="7400" y="85"/>
                    <a:pt x="302" y="8853"/>
                    <a:pt x="302" y="18673"/>
                  </a:cubicBezTo>
                  <a:cubicBezTo>
                    <a:pt x="302" y="28143"/>
                    <a:pt x="7400" y="37262"/>
                    <a:pt x="19113" y="37262"/>
                  </a:cubicBezTo>
                  <a:cubicBezTo>
                    <a:pt x="23372" y="37262"/>
                    <a:pt x="27986" y="35859"/>
                    <a:pt x="31535" y="32702"/>
                  </a:cubicBezTo>
                  <a:cubicBezTo>
                    <a:pt x="32599" y="32001"/>
                    <a:pt x="32954" y="31650"/>
                    <a:pt x="33309" y="31650"/>
                  </a:cubicBezTo>
                  <a:cubicBezTo>
                    <a:pt x="33664" y="31650"/>
                    <a:pt x="34019" y="32001"/>
                    <a:pt x="34019" y="36911"/>
                  </a:cubicBezTo>
                  <a:cubicBezTo>
                    <a:pt x="34019" y="62865"/>
                    <a:pt x="21597" y="83909"/>
                    <a:pt x="9885" y="95483"/>
                  </a:cubicBezTo>
                  <a:cubicBezTo>
                    <a:pt x="5981" y="99341"/>
                    <a:pt x="5981" y="100042"/>
                    <a:pt x="5981" y="101095"/>
                  </a:cubicBezTo>
                  <a:cubicBezTo>
                    <a:pt x="5981" y="103550"/>
                    <a:pt x="7755" y="104953"/>
                    <a:pt x="9530" y="104953"/>
                  </a:cubicBezTo>
                  <a:cubicBezTo>
                    <a:pt x="13434" y="104953"/>
                    <a:pt x="41827" y="77946"/>
                    <a:pt x="41827" y="36911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BD0D998A-5612-B1FE-F3B6-C92D1BB5291E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2492596" y="7819155"/>
              <a:ext cx="162552" cy="158880"/>
            </a:xfrm>
            <a:custGeom>
              <a:avLst/>
              <a:gdLst>
                <a:gd name="csX0" fmla="*/ 118494 w 162552"/>
                <a:gd name="csY0" fmla="*/ 22531 h 158880"/>
                <a:gd name="csX1" fmla="*/ 85842 w 162552"/>
                <a:gd name="csY1" fmla="*/ 85 h 158880"/>
                <a:gd name="csX2" fmla="*/ 306 w 162552"/>
                <a:gd name="csY2" fmla="*/ 102848 h 158880"/>
                <a:gd name="csX3" fmla="*/ 47510 w 162552"/>
                <a:gd name="csY3" fmla="*/ 158965 h 158880"/>
                <a:gd name="csX4" fmla="*/ 93650 w 162552"/>
                <a:gd name="csY4" fmla="*/ 132660 h 158880"/>
                <a:gd name="csX5" fmla="*/ 125947 w 162552"/>
                <a:gd name="csY5" fmla="*/ 158965 h 158880"/>
                <a:gd name="csX6" fmla="*/ 152211 w 162552"/>
                <a:gd name="csY6" fmla="*/ 139675 h 158880"/>
                <a:gd name="csX7" fmla="*/ 162859 w 162552"/>
                <a:gd name="csY7" fmla="*/ 104953 h 158880"/>
                <a:gd name="csX8" fmla="*/ 158600 w 162552"/>
                <a:gd name="csY8" fmla="*/ 101445 h 158880"/>
                <a:gd name="csX9" fmla="*/ 153631 w 162552"/>
                <a:gd name="csY9" fmla="*/ 107758 h 158880"/>
                <a:gd name="csX10" fmla="*/ 126657 w 162552"/>
                <a:gd name="csY10" fmla="*/ 151249 h 158880"/>
                <a:gd name="csX11" fmla="*/ 116010 w 162552"/>
                <a:gd name="csY11" fmla="*/ 135115 h 158880"/>
                <a:gd name="csX12" fmla="*/ 120624 w 162552"/>
                <a:gd name="csY12" fmla="*/ 109161 h 158880"/>
                <a:gd name="csX13" fmla="*/ 128432 w 162552"/>
                <a:gd name="csY13" fmla="*/ 77596 h 158880"/>
                <a:gd name="csX14" fmla="*/ 141209 w 162552"/>
                <a:gd name="csY14" fmla="*/ 28494 h 158880"/>
                <a:gd name="csX15" fmla="*/ 143693 w 162552"/>
                <a:gd name="csY15" fmla="*/ 16569 h 158880"/>
                <a:gd name="csX16" fmla="*/ 133401 w 162552"/>
                <a:gd name="csY16" fmla="*/ 7099 h 158880"/>
                <a:gd name="csX17" fmla="*/ 118494 w 162552"/>
                <a:gd name="csY17" fmla="*/ 22531 h 158880"/>
                <a:gd name="csX18" fmla="*/ 95424 w 162552"/>
                <a:gd name="csY18" fmla="*/ 113370 h 158880"/>
                <a:gd name="csX19" fmla="*/ 88326 w 162552"/>
                <a:gd name="csY19" fmla="*/ 126347 h 158880"/>
                <a:gd name="csX20" fmla="*/ 48220 w 162552"/>
                <a:gd name="csY20" fmla="*/ 151249 h 158880"/>
                <a:gd name="csX21" fmla="*/ 25506 w 162552"/>
                <a:gd name="csY21" fmla="*/ 118280 h 158880"/>
                <a:gd name="csX22" fmla="*/ 45026 w 162552"/>
                <a:gd name="csY22" fmla="*/ 41471 h 158880"/>
                <a:gd name="csX23" fmla="*/ 86196 w 162552"/>
                <a:gd name="csY23" fmla="*/ 7801 h 158880"/>
                <a:gd name="csX24" fmla="*/ 114235 w 162552"/>
                <a:gd name="csY24" fmla="*/ 38665 h 158880"/>
                <a:gd name="csX25" fmla="*/ 113170 w 162552"/>
                <a:gd name="csY25" fmla="*/ 44627 h 158880"/>
                <a:gd name="csX26" fmla="*/ 95424 w 162552"/>
                <a:gd name="csY26" fmla="*/ 113370 h 158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62552" h="158880">
                  <a:moveTo>
                    <a:pt x="118494" y="22531"/>
                  </a:moveTo>
                  <a:cubicBezTo>
                    <a:pt x="112105" y="9554"/>
                    <a:pt x="101813" y="85"/>
                    <a:pt x="85842" y="85"/>
                  </a:cubicBezTo>
                  <a:cubicBezTo>
                    <a:pt x="44316" y="85"/>
                    <a:pt x="306" y="51642"/>
                    <a:pt x="306" y="102848"/>
                  </a:cubicBezTo>
                  <a:cubicBezTo>
                    <a:pt x="306" y="135817"/>
                    <a:pt x="19827" y="158965"/>
                    <a:pt x="47510" y="158965"/>
                  </a:cubicBezTo>
                  <a:cubicBezTo>
                    <a:pt x="54609" y="158965"/>
                    <a:pt x="72355" y="157562"/>
                    <a:pt x="93650" y="132660"/>
                  </a:cubicBezTo>
                  <a:cubicBezTo>
                    <a:pt x="96489" y="147391"/>
                    <a:pt x="108911" y="158965"/>
                    <a:pt x="125947" y="158965"/>
                  </a:cubicBezTo>
                  <a:cubicBezTo>
                    <a:pt x="138369" y="158965"/>
                    <a:pt x="146533" y="150898"/>
                    <a:pt x="152211" y="139675"/>
                  </a:cubicBezTo>
                  <a:cubicBezTo>
                    <a:pt x="158245" y="127049"/>
                    <a:pt x="162859" y="105654"/>
                    <a:pt x="162859" y="104953"/>
                  </a:cubicBezTo>
                  <a:cubicBezTo>
                    <a:pt x="162859" y="101445"/>
                    <a:pt x="159664" y="101445"/>
                    <a:pt x="158600" y="101445"/>
                  </a:cubicBezTo>
                  <a:cubicBezTo>
                    <a:pt x="155051" y="101445"/>
                    <a:pt x="154696" y="102848"/>
                    <a:pt x="153631" y="107758"/>
                  </a:cubicBezTo>
                  <a:cubicBezTo>
                    <a:pt x="147597" y="130556"/>
                    <a:pt x="141209" y="151249"/>
                    <a:pt x="126657" y="151249"/>
                  </a:cubicBezTo>
                  <a:cubicBezTo>
                    <a:pt x="117074" y="151249"/>
                    <a:pt x="116010" y="142130"/>
                    <a:pt x="116010" y="135115"/>
                  </a:cubicBezTo>
                  <a:cubicBezTo>
                    <a:pt x="116010" y="127399"/>
                    <a:pt x="116719" y="124593"/>
                    <a:pt x="120624" y="109161"/>
                  </a:cubicBezTo>
                  <a:cubicBezTo>
                    <a:pt x="124528" y="94431"/>
                    <a:pt x="125237" y="90923"/>
                    <a:pt x="128432" y="77596"/>
                  </a:cubicBezTo>
                  <a:lnTo>
                    <a:pt x="141209" y="28494"/>
                  </a:lnTo>
                  <a:cubicBezTo>
                    <a:pt x="143693" y="18673"/>
                    <a:pt x="143693" y="17972"/>
                    <a:pt x="143693" y="16569"/>
                  </a:cubicBezTo>
                  <a:cubicBezTo>
                    <a:pt x="143693" y="10607"/>
                    <a:pt x="139434" y="7099"/>
                    <a:pt x="133401" y="7099"/>
                  </a:cubicBezTo>
                  <a:cubicBezTo>
                    <a:pt x="124883" y="7099"/>
                    <a:pt x="119559" y="14815"/>
                    <a:pt x="118494" y="22531"/>
                  </a:cubicBezTo>
                  <a:close/>
                  <a:moveTo>
                    <a:pt x="95424" y="113370"/>
                  </a:moveTo>
                  <a:cubicBezTo>
                    <a:pt x="93650" y="119683"/>
                    <a:pt x="93650" y="120385"/>
                    <a:pt x="88326" y="126347"/>
                  </a:cubicBezTo>
                  <a:cubicBezTo>
                    <a:pt x="72710" y="145637"/>
                    <a:pt x="58158" y="151249"/>
                    <a:pt x="48220" y="151249"/>
                  </a:cubicBezTo>
                  <a:cubicBezTo>
                    <a:pt x="30474" y="151249"/>
                    <a:pt x="25506" y="131959"/>
                    <a:pt x="25506" y="118280"/>
                  </a:cubicBezTo>
                  <a:cubicBezTo>
                    <a:pt x="25506" y="100744"/>
                    <a:pt x="36863" y="57604"/>
                    <a:pt x="45026" y="41471"/>
                  </a:cubicBezTo>
                  <a:cubicBezTo>
                    <a:pt x="56028" y="20778"/>
                    <a:pt x="72000" y="7801"/>
                    <a:pt x="86196" y="7801"/>
                  </a:cubicBezTo>
                  <a:cubicBezTo>
                    <a:pt x="109266" y="7801"/>
                    <a:pt x="114235" y="36560"/>
                    <a:pt x="114235" y="38665"/>
                  </a:cubicBezTo>
                  <a:cubicBezTo>
                    <a:pt x="114235" y="40769"/>
                    <a:pt x="113525" y="42874"/>
                    <a:pt x="113170" y="44627"/>
                  </a:cubicBezTo>
                  <a:lnTo>
                    <a:pt x="95424" y="113370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853030E-1742-0CFF-584F-33AB73C51B7D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2686236" y="7711130"/>
              <a:ext cx="82340" cy="350728"/>
            </a:xfrm>
            <a:custGeom>
              <a:avLst/>
              <a:gdLst>
                <a:gd name="csX0" fmla="*/ 82653 w 82340"/>
                <a:gd name="csY0" fmla="*/ 175449 h 350728"/>
                <a:gd name="csX1" fmla="*/ 59228 w 82340"/>
                <a:gd name="csY1" fmla="*/ 66022 h 350728"/>
                <a:gd name="csX2" fmla="*/ 3861 w 82340"/>
                <a:gd name="csY2" fmla="*/ 85 h 350728"/>
                <a:gd name="csX3" fmla="*/ 312 w 82340"/>
                <a:gd name="csY3" fmla="*/ 3592 h 350728"/>
                <a:gd name="csX4" fmla="*/ 7055 w 82340"/>
                <a:gd name="csY4" fmla="*/ 11659 h 350728"/>
                <a:gd name="csX5" fmla="*/ 62067 w 82340"/>
                <a:gd name="csY5" fmla="*/ 175449 h 350728"/>
                <a:gd name="csX6" fmla="*/ 4926 w 82340"/>
                <a:gd name="csY6" fmla="*/ 341344 h 350728"/>
                <a:gd name="csX7" fmla="*/ 312 w 82340"/>
                <a:gd name="csY7" fmla="*/ 347306 h 350728"/>
                <a:gd name="csX8" fmla="*/ 3861 w 82340"/>
                <a:gd name="csY8" fmla="*/ 350813 h 350728"/>
                <a:gd name="csX9" fmla="*/ 60293 w 82340"/>
                <a:gd name="csY9" fmla="*/ 282421 h 350728"/>
                <a:gd name="csX10" fmla="*/ 82653 w 82340"/>
                <a:gd name="csY10" fmla="*/ 175449 h 3507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2340" h="350728">
                  <a:moveTo>
                    <a:pt x="82653" y="175449"/>
                  </a:moveTo>
                  <a:cubicBezTo>
                    <a:pt x="82653" y="148092"/>
                    <a:pt x="78748" y="105654"/>
                    <a:pt x="59228" y="66022"/>
                  </a:cubicBezTo>
                  <a:cubicBezTo>
                    <a:pt x="37933" y="22882"/>
                    <a:pt x="7410" y="85"/>
                    <a:pt x="3861" y="85"/>
                  </a:cubicBezTo>
                  <a:cubicBezTo>
                    <a:pt x="1731" y="85"/>
                    <a:pt x="312" y="1488"/>
                    <a:pt x="312" y="3592"/>
                  </a:cubicBezTo>
                  <a:cubicBezTo>
                    <a:pt x="312" y="4644"/>
                    <a:pt x="312" y="5346"/>
                    <a:pt x="7055" y="11659"/>
                  </a:cubicBezTo>
                  <a:cubicBezTo>
                    <a:pt x="41837" y="46381"/>
                    <a:pt x="62067" y="102147"/>
                    <a:pt x="62067" y="175449"/>
                  </a:cubicBezTo>
                  <a:cubicBezTo>
                    <a:pt x="62067" y="235424"/>
                    <a:pt x="48935" y="297152"/>
                    <a:pt x="4926" y="341344"/>
                  </a:cubicBezTo>
                  <a:cubicBezTo>
                    <a:pt x="312" y="345553"/>
                    <a:pt x="312" y="346254"/>
                    <a:pt x="312" y="347306"/>
                  </a:cubicBezTo>
                  <a:cubicBezTo>
                    <a:pt x="312" y="349411"/>
                    <a:pt x="1731" y="350813"/>
                    <a:pt x="3861" y="350813"/>
                  </a:cubicBezTo>
                  <a:cubicBezTo>
                    <a:pt x="7410" y="350813"/>
                    <a:pt x="39353" y="326964"/>
                    <a:pt x="60293" y="282421"/>
                  </a:cubicBezTo>
                  <a:cubicBezTo>
                    <a:pt x="78394" y="243841"/>
                    <a:pt x="82653" y="204910"/>
                    <a:pt x="82653" y="175449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52C690-FE12-1637-1626-B44FCB569E73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2818227" y="7734629"/>
              <a:ext cx="253411" cy="239547"/>
            </a:xfrm>
            <a:custGeom>
              <a:avLst/>
              <a:gdLst>
                <a:gd name="csX0" fmla="*/ 93659 w 253411"/>
                <a:gd name="csY0" fmla="*/ 128802 h 239547"/>
                <a:gd name="csX1" fmla="*/ 153995 w 253411"/>
                <a:gd name="csY1" fmla="*/ 128802 h 239547"/>
                <a:gd name="csX2" fmla="*/ 253727 w 253411"/>
                <a:gd name="csY2" fmla="*/ 53045 h 239547"/>
                <a:gd name="csX3" fmla="*/ 183808 w 253411"/>
                <a:gd name="csY3" fmla="*/ 85 h 239547"/>
                <a:gd name="csX4" fmla="*/ 68815 w 253411"/>
                <a:gd name="csY4" fmla="*/ 85 h 239547"/>
                <a:gd name="csX5" fmla="*/ 58167 w 253411"/>
                <a:gd name="csY5" fmla="*/ 6749 h 239547"/>
                <a:gd name="csX6" fmla="*/ 68460 w 253411"/>
                <a:gd name="csY6" fmla="*/ 10957 h 239547"/>
                <a:gd name="csX7" fmla="*/ 83721 w 253411"/>
                <a:gd name="csY7" fmla="*/ 11659 h 239547"/>
                <a:gd name="csX8" fmla="*/ 91529 w 253411"/>
                <a:gd name="csY8" fmla="*/ 17270 h 239547"/>
                <a:gd name="csX9" fmla="*/ 90110 w 253411"/>
                <a:gd name="csY9" fmla="*/ 23934 h 239547"/>
                <a:gd name="csX10" fmla="*/ 42551 w 253411"/>
                <a:gd name="csY10" fmla="*/ 212276 h 239547"/>
                <a:gd name="csX11" fmla="*/ 10253 w 253411"/>
                <a:gd name="csY11" fmla="*/ 228760 h 239547"/>
                <a:gd name="csX12" fmla="*/ 315 w 253411"/>
                <a:gd name="csY12" fmla="*/ 235424 h 239547"/>
                <a:gd name="csX13" fmla="*/ 5639 w 253411"/>
                <a:gd name="csY13" fmla="*/ 239632 h 239547"/>
                <a:gd name="csX14" fmla="*/ 50714 w 253411"/>
                <a:gd name="csY14" fmla="*/ 238580 h 239547"/>
                <a:gd name="csX15" fmla="*/ 73429 w 253411"/>
                <a:gd name="csY15" fmla="*/ 238931 h 239547"/>
                <a:gd name="csX16" fmla="*/ 96498 w 253411"/>
                <a:gd name="csY16" fmla="*/ 239632 h 239547"/>
                <a:gd name="csX17" fmla="*/ 103597 w 253411"/>
                <a:gd name="csY17" fmla="*/ 232618 h 239547"/>
                <a:gd name="csX18" fmla="*/ 93659 w 253411"/>
                <a:gd name="csY18" fmla="*/ 228760 h 239547"/>
                <a:gd name="csX19" fmla="*/ 70589 w 253411"/>
                <a:gd name="csY19" fmla="*/ 222447 h 239547"/>
                <a:gd name="csX20" fmla="*/ 71654 w 253411"/>
                <a:gd name="csY20" fmla="*/ 216484 h 239547"/>
                <a:gd name="csX21" fmla="*/ 93659 w 253411"/>
                <a:gd name="csY21" fmla="*/ 128802 h 239547"/>
                <a:gd name="csX22" fmla="*/ 119213 w 253411"/>
                <a:gd name="csY22" fmla="*/ 24285 h 239547"/>
                <a:gd name="csX23" fmla="*/ 138379 w 253411"/>
                <a:gd name="csY23" fmla="*/ 10957 h 239547"/>
                <a:gd name="csX24" fmla="*/ 172451 w 253411"/>
                <a:gd name="csY24" fmla="*/ 10957 h 239547"/>
                <a:gd name="csX25" fmla="*/ 220720 w 253411"/>
                <a:gd name="csY25" fmla="*/ 44627 h 239547"/>
                <a:gd name="csX26" fmla="*/ 199779 w 253411"/>
                <a:gd name="csY26" fmla="*/ 101095 h 239547"/>
                <a:gd name="csX27" fmla="*/ 145122 w 253411"/>
                <a:gd name="csY27" fmla="*/ 119683 h 239547"/>
                <a:gd name="csX28" fmla="*/ 95079 w 253411"/>
                <a:gd name="csY28" fmla="*/ 119683 h 239547"/>
                <a:gd name="csX29" fmla="*/ 119213 w 253411"/>
                <a:gd name="csY29" fmla="*/ 24285 h 239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53411" h="239547">
                  <a:moveTo>
                    <a:pt x="93659" y="128802"/>
                  </a:moveTo>
                  <a:lnTo>
                    <a:pt x="153995" y="128802"/>
                  </a:lnTo>
                  <a:cubicBezTo>
                    <a:pt x="204393" y="128802"/>
                    <a:pt x="253727" y="92326"/>
                    <a:pt x="253727" y="53045"/>
                  </a:cubicBezTo>
                  <a:cubicBezTo>
                    <a:pt x="253727" y="26039"/>
                    <a:pt x="230302" y="85"/>
                    <a:pt x="183808" y="85"/>
                  </a:cubicBezTo>
                  <a:lnTo>
                    <a:pt x="68815" y="85"/>
                  </a:lnTo>
                  <a:cubicBezTo>
                    <a:pt x="62071" y="85"/>
                    <a:pt x="58167" y="85"/>
                    <a:pt x="58167" y="6749"/>
                  </a:cubicBezTo>
                  <a:cubicBezTo>
                    <a:pt x="58167" y="10957"/>
                    <a:pt x="61361" y="10957"/>
                    <a:pt x="68460" y="10957"/>
                  </a:cubicBezTo>
                  <a:cubicBezTo>
                    <a:pt x="73074" y="10957"/>
                    <a:pt x="79462" y="11308"/>
                    <a:pt x="83721" y="11659"/>
                  </a:cubicBezTo>
                  <a:cubicBezTo>
                    <a:pt x="89400" y="12360"/>
                    <a:pt x="91529" y="13412"/>
                    <a:pt x="91529" y="17270"/>
                  </a:cubicBezTo>
                  <a:cubicBezTo>
                    <a:pt x="91529" y="18673"/>
                    <a:pt x="91174" y="19726"/>
                    <a:pt x="90110" y="23934"/>
                  </a:cubicBezTo>
                  <a:lnTo>
                    <a:pt x="42551" y="212276"/>
                  </a:lnTo>
                  <a:cubicBezTo>
                    <a:pt x="39002" y="225954"/>
                    <a:pt x="38292" y="228760"/>
                    <a:pt x="10253" y="228760"/>
                  </a:cubicBezTo>
                  <a:cubicBezTo>
                    <a:pt x="4220" y="228760"/>
                    <a:pt x="315" y="228760"/>
                    <a:pt x="315" y="235424"/>
                  </a:cubicBezTo>
                  <a:cubicBezTo>
                    <a:pt x="315" y="239632"/>
                    <a:pt x="4574" y="239632"/>
                    <a:pt x="5639" y="239632"/>
                  </a:cubicBezTo>
                  <a:cubicBezTo>
                    <a:pt x="15577" y="239632"/>
                    <a:pt x="40776" y="238580"/>
                    <a:pt x="50714" y="238580"/>
                  </a:cubicBezTo>
                  <a:cubicBezTo>
                    <a:pt x="58167" y="238580"/>
                    <a:pt x="65975" y="238931"/>
                    <a:pt x="73429" y="238931"/>
                  </a:cubicBezTo>
                  <a:cubicBezTo>
                    <a:pt x="81237" y="238931"/>
                    <a:pt x="89045" y="239632"/>
                    <a:pt x="96498" y="239632"/>
                  </a:cubicBezTo>
                  <a:cubicBezTo>
                    <a:pt x="98983" y="239632"/>
                    <a:pt x="103597" y="239632"/>
                    <a:pt x="103597" y="232618"/>
                  </a:cubicBezTo>
                  <a:cubicBezTo>
                    <a:pt x="103597" y="228760"/>
                    <a:pt x="100402" y="228760"/>
                    <a:pt x="93659" y="228760"/>
                  </a:cubicBezTo>
                  <a:cubicBezTo>
                    <a:pt x="80527" y="228760"/>
                    <a:pt x="70589" y="228760"/>
                    <a:pt x="70589" y="222447"/>
                  </a:cubicBezTo>
                  <a:cubicBezTo>
                    <a:pt x="70589" y="220342"/>
                    <a:pt x="71299" y="218589"/>
                    <a:pt x="71654" y="216484"/>
                  </a:cubicBezTo>
                  <a:lnTo>
                    <a:pt x="93659" y="128802"/>
                  </a:lnTo>
                  <a:close/>
                  <a:moveTo>
                    <a:pt x="119213" y="24285"/>
                  </a:moveTo>
                  <a:cubicBezTo>
                    <a:pt x="122407" y="12009"/>
                    <a:pt x="123117" y="10957"/>
                    <a:pt x="138379" y="10957"/>
                  </a:cubicBezTo>
                  <a:lnTo>
                    <a:pt x="172451" y="10957"/>
                  </a:lnTo>
                  <a:cubicBezTo>
                    <a:pt x="201909" y="10957"/>
                    <a:pt x="220720" y="20427"/>
                    <a:pt x="220720" y="44627"/>
                  </a:cubicBezTo>
                  <a:cubicBezTo>
                    <a:pt x="220720" y="58306"/>
                    <a:pt x="213621" y="88468"/>
                    <a:pt x="199779" y="101095"/>
                  </a:cubicBezTo>
                  <a:cubicBezTo>
                    <a:pt x="182033" y="116877"/>
                    <a:pt x="160738" y="119683"/>
                    <a:pt x="145122" y="119683"/>
                  </a:cubicBezTo>
                  <a:lnTo>
                    <a:pt x="95079" y="119683"/>
                  </a:lnTo>
                  <a:lnTo>
                    <a:pt x="119213" y="24285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90C1BA76-3DC7-4E28-CD23-76767910431E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3116324" y="7711130"/>
              <a:ext cx="82340" cy="350728"/>
            </a:xfrm>
            <a:custGeom>
              <a:avLst/>
              <a:gdLst>
                <a:gd name="csX0" fmla="*/ 82664 w 82340"/>
                <a:gd name="csY0" fmla="*/ 347306 h 350728"/>
                <a:gd name="csX1" fmla="*/ 76631 w 82340"/>
                <a:gd name="csY1" fmla="*/ 339590 h 350728"/>
                <a:gd name="csX2" fmla="*/ 20908 w 82340"/>
                <a:gd name="csY2" fmla="*/ 175449 h 350728"/>
                <a:gd name="csX3" fmla="*/ 78050 w 82340"/>
                <a:gd name="csY3" fmla="*/ 9554 h 350728"/>
                <a:gd name="csX4" fmla="*/ 82664 w 82340"/>
                <a:gd name="csY4" fmla="*/ 3592 h 350728"/>
                <a:gd name="csX5" fmla="*/ 79115 w 82340"/>
                <a:gd name="csY5" fmla="*/ 85 h 350728"/>
                <a:gd name="csX6" fmla="*/ 22683 w 82340"/>
                <a:gd name="csY6" fmla="*/ 68477 h 350728"/>
                <a:gd name="csX7" fmla="*/ 323 w 82340"/>
                <a:gd name="csY7" fmla="*/ 175449 h 350728"/>
                <a:gd name="csX8" fmla="*/ 23748 w 82340"/>
                <a:gd name="csY8" fmla="*/ 284876 h 350728"/>
                <a:gd name="csX9" fmla="*/ 79115 w 82340"/>
                <a:gd name="csY9" fmla="*/ 350813 h 350728"/>
                <a:gd name="csX10" fmla="*/ 82664 w 82340"/>
                <a:gd name="csY10" fmla="*/ 347306 h 3507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2340" h="350728">
                  <a:moveTo>
                    <a:pt x="82664" y="347306"/>
                  </a:moveTo>
                  <a:cubicBezTo>
                    <a:pt x="82664" y="346254"/>
                    <a:pt x="82664" y="345553"/>
                    <a:pt x="76631" y="339590"/>
                  </a:cubicBezTo>
                  <a:cubicBezTo>
                    <a:pt x="32266" y="295398"/>
                    <a:pt x="20908" y="229111"/>
                    <a:pt x="20908" y="175449"/>
                  </a:cubicBezTo>
                  <a:cubicBezTo>
                    <a:pt x="20908" y="114422"/>
                    <a:pt x="34395" y="53395"/>
                    <a:pt x="78050" y="9554"/>
                  </a:cubicBezTo>
                  <a:cubicBezTo>
                    <a:pt x="82664" y="5346"/>
                    <a:pt x="82664" y="4644"/>
                    <a:pt x="82664" y="3592"/>
                  </a:cubicBezTo>
                  <a:cubicBezTo>
                    <a:pt x="82664" y="1137"/>
                    <a:pt x="81245" y="85"/>
                    <a:pt x="79115" y="85"/>
                  </a:cubicBezTo>
                  <a:cubicBezTo>
                    <a:pt x="75566" y="85"/>
                    <a:pt x="43623" y="23934"/>
                    <a:pt x="22683" y="68477"/>
                  </a:cubicBezTo>
                  <a:cubicBezTo>
                    <a:pt x="4582" y="107057"/>
                    <a:pt x="323" y="145988"/>
                    <a:pt x="323" y="175449"/>
                  </a:cubicBezTo>
                  <a:cubicBezTo>
                    <a:pt x="323" y="202806"/>
                    <a:pt x="4227" y="245244"/>
                    <a:pt x="23748" y="284876"/>
                  </a:cubicBezTo>
                  <a:cubicBezTo>
                    <a:pt x="45043" y="328016"/>
                    <a:pt x="75566" y="350813"/>
                    <a:pt x="79115" y="350813"/>
                  </a:cubicBezTo>
                  <a:cubicBezTo>
                    <a:pt x="81245" y="350813"/>
                    <a:pt x="82664" y="349761"/>
                    <a:pt x="82664" y="347306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B6CBBCD-9371-CE69-95E9-578AA5FE97D4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3237667" y="7819155"/>
              <a:ext cx="130609" cy="158880"/>
            </a:xfrm>
            <a:custGeom>
              <a:avLst/>
              <a:gdLst>
                <a:gd name="csX0" fmla="*/ 120644 w 130609"/>
                <a:gd name="csY0" fmla="*/ 23934 h 158880"/>
                <a:gd name="csX1" fmla="*/ 103608 w 130609"/>
                <a:gd name="csY1" fmla="*/ 39717 h 158880"/>
                <a:gd name="csX2" fmla="*/ 114611 w 130609"/>
                <a:gd name="csY2" fmla="*/ 49888 h 158880"/>
                <a:gd name="csX3" fmla="*/ 130937 w 130609"/>
                <a:gd name="csY3" fmla="*/ 30247 h 158880"/>
                <a:gd name="csX4" fmla="*/ 88702 w 130609"/>
                <a:gd name="csY4" fmla="*/ 85 h 158880"/>
                <a:gd name="csX5" fmla="*/ 28721 w 130609"/>
                <a:gd name="csY5" fmla="*/ 51291 h 158880"/>
                <a:gd name="csX6" fmla="*/ 65277 w 130609"/>
                <a:gd name="csY6" fmla="*/ 86013 h 158880"/>
                <a:gd name="csX7" fmla="*/ 102189 w 130609"/>
                <a:gd name="csY7" fmla="*/ 112669 h 158880"/>
                <a:gd name="csX8" fmla="*/ 51435 w 130609"/>
                <a:gd name="csY8" fmla="*/ 151249 h 158880"/>
                <a:gd name="csX9" fmla="*/ 10975 w 130609"/>
                <a:gd name="csY9" fmla="*/ 132660 h 158880"/>
                <a:gd name="csX10" fmla="*/ 33335 w 130609"/>
                <a:gd name="csY10" fmla="*/ 114072 h 158880"/>
                <a:gd name="csX11" fmla="*/ 20203 w 130609"/>
                <a:gd name="csY11" fmla="*/ 101796 h 158880"/>
                <a:gd name="csX12" fmla="*/ 327 w 130609"/>
                <a:gd name="csY12" fmla="*/ 124944 h 158880"/>
                <a:gd name="csX13" fmla="*/ 51080 w 130609"/>
                <a:gd name="csY13" fmla="*/ 158965 h 158880"/>
                <a:gd name="csX14" fmla="*/ 122419 w 130609"/>
                <a:gd name="csY14" fmla="*/ 100744 h 158880"/>
                <a:gd name="csX15" fmla="*/ 111416 w 130609"/>
                <a:gd name="csY15" fmla="*/ 75141 h 158880"/>
                <a:gd name="csX16" fmla="*/ 75925 w 130609"/>
                <a:gd name="csY16" fmla="*/ 60410 h 158880"/>
                <a:gd name="csX17" fmla="*/ 48951 w 130609"/>
                <a:gd name="csY17" fmla="*/ 39366 h 158880"/>
                <a:gd name="csX18" fmla="*/ 88702 w 130609"/>
                <a:gd name="csY18" fmla="*/ 7801 h 158880"/>
                <a:gd name="csX19" fmla="*/ 120644 w 130609"/>
                <a:gd name="csY19" fmla="*/ 23934 h 158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30609" h="158880">
                  <a:moveTo>
                    <a:pt x="120644" y="23934"/>
                  </a:moveTo>
                  <a:cubicBezTo>
                    <a:pt x="110707" y="24285"/>
                    <a:pt x="103608" y="32001"/>
                    <a:pt x="103608" y="39717"/>
                  </a:cubicBezTo>
                  <a:cubicBezTo>
                    <a:pt x="103608" y="44627"/>
                    <a:pt x="106803" y="49888"/>
                    <a:pt x="114611" y="49888"/>
                  </a:cubicBezTo>
                  <a:cubicBezTo>
                    <a:pt x="122419" y="49888"/>
                    <a:pt x="130937" y="43926"/>
                    <a:pt x="130937" y="30247"/>
                  </a:cubicBezTo>
                  <a:cubicBezTo>
                    <a:pt x="130937" y="14465"/>
                    <a:pt x="115675" y="85"/>
                    <a:pt x="88702" y="85"/>
                  </a:cubicBezTo>
                  <a:cubicBezTo>
                    <a:pt x="41853" y="85"/>
                    <a:pt x="28721" y="35859"/>
                    <a:pt x="28721" y="51291"/>
                  </a:cubicBezTo>
                  <a:cubicBezTo>
                    <a:pt x="28721" y="78648"/>
                    <a:pt x="54985" y="83909"/>
                    <a:pt x="65277" y="86013"/>
                  </a:cubicBezTo>
                  <a:cubicBezTo>
                    <a:pt x="83733" y="89521"/>
                    <a:pt x="102189" y="93379"/>
                    <a:pt x="102189" y="112669"/>
                  </a:cubicBezTo>
                  <a:cubicBezTo>
                    <a:pt x="102189" y="121788"/>
                    <a:pt x="94025" y="151249"/>
                    <a:pt x="51435" y="151249"/>
                  </a:cubicBezTo>
                  <a:cubicBezTo>
                    <a:pt x="46466" y="151249"/>
                    <a:pt x="19138" y="151249"/>
                    <a:pt x="10975" y="132660"/>
                  </a:cubicBezTo>
                  <a:cubicBezTo>
                    <a:pt x="24462" y="134414"/>
                    <a:pt x="33335" y="123892"/>
                    <a:pt x="33335" y="114072"/>
                  </a:cubicBezTo>
                  <a:cubicBezTo>
                    <a:pt x="33335" y="106005"/>
                    <a:pt x="27656" y="101796"/>
                    <a:pt x="20203" y="101796"/>
                  </a:cubicBezTo>
                  <a:cubicBezTo>
                    <a:pt x="10975" y="101796"/>
                    <a:pt x="327" y="109161"/>
                    <a:pt x="327" y="124944"/>
                  </a:cubicBezTo>
                  <a:cubicBezTo>
                    <a:pt x="327" y="144936"/>
                    <a:pt x="20557" y="158965"/>
                    <a:pt x="51080" y="158965"/>
                  </a:cubicBezTo>
                  <a:cubicBezTo>
                    <a:pt x="108577" y="158965"/>
                    <a:pt x="122419" y="116527"/>
                    <a:pt x="122419" y="100744"/>
                  </a:cubicBezTo>
                  <a:cubicBezTo>
                    <a:pt x="122419" y="88118"/>
                    <a:pt x="115675" y="79349"/>
                    <a:pt x="111416" y="75141"/>
                  </a:cubicBezTo>
                  <a:cubicBezTo>
                    <a:pt x="101834" y="65320"/>
                    <a:pt x="91541" y="63567"/>
                    <a:pt x="75925" y="60410"/>
                  </a:cubicBezTo>
                  <a:cubicBezTo>
                    <a:pt x="63148" y="57604"/>
                    <a:pt x="48951" y="55149"/>
                    <a:pt x="48951" y="39366"/>
                  </a:cubicBezTo>
                  <a:cubicBezTo>
                    <a:pt x="48951" y="29195"/>
                    <a:pt x="57469" y="7801"/>
                    <a:pt x="88702" y="7801"/>
                  </a:cubicBezTo>
                  <a:cubicBezTo>
                    <a:pt x="97575" y="7801"/>
                    <a:pt x="115321" y="10256"/>
                    <a:pt x="120644" y="23934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4714C211-FDF8-F028-668E-D662BA876AFB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3397255" y="7918516"/>
              <a:ext cx="228070" cy="110725"/>
            </a:xfrm>
            <a:custGeom>
              <a:avLst/>
              <a:gdLst>
                <a:gd name="csX0" fmla="*/ 96479 w 228070"/>
                <a:gd name="csY0" fmla="*/ 88470 h 110725"/>
                <a:gd name="csX1" fmla="*/ 93001 w 228070"/>
                <a:gd name="csY1" fmla="*/ 102955 h 110725"/>
                <a:gd name="csX2" fmla="*/ 101448 w 228070"/>
                <a:gd name="csY2" fmla="*/ 110811 h 110725"/>
                <a:gd name="csX3" fmla="*/ 111137 w 228070"/>
                <a:gd name="csY3" fmla="*/ 105410 h 110725"/>
                <a:gd name="csX4" fmla="*/ 115609 w 228070"/>
                <a:gd name="csY4" fmla="*/ 90188 h 110725"/>
                <a:gd name="csX5" fmla="*/ 121075 w 228070"/>
                <a:gd name="csY5" fmla="*/ 68092 h 110725"/>
                <a:gd name="csX6" fmla="*/ 125298 w 228070"/>
                <a:gd name="csY6" fmla="*/ 51643 h 110725"/>
                <a:gd name="csX7" fmla="*/ 133000 w 228070"/>
                <a:gd name="csY7" fmla="*/ 32985 h 110725"/>
                <a:gd name="csX8" fmla="*/ 172751 w 228070"/>
                <a:gd name="csY8" fmla="*/ 6960 h 110725"/>
                <a:gd name="csX9" fmla="*/ 187409 w 228070"/>
                <a:gd name="csY9" fmla="*/ 24146 h 110725"/>
                <a:gd name="csX10" fmla="*/ 172751 w 228070"/>
                <a:gd name="csY10" fmla="*/ 76440 h 110725"/>
                <a:gd name="csX11" fmla="*/ 169024 w 228070"/>
                <a:gd name="csY11" fmla="*/ 89697 h 110725"/>
                <a:gd name="csX12" fmla="*/ 192626 w 228070"/>
                <a:gd name="csY12" fmla="*/ 110811 h 110725"/>
                <a:gd name="csX13" fmla="*/ 228402 w 228070"/>
                <a:gd name="csY13" fmla="*/ 73248 h 110725"/>
                <a:gd name="csX14" fmla="*/ 224427 w 228070"/>
                <a:gd name="csY14" fmla="*/ 70057 h 110725"/>
                <a:gd name="csX15" fmla="*/ 219707 w 228070"/>
                <a:gd name="csY15" fmla="*/ 74230 h 110725"/>
                <a:gd name="csX16" fmla="*/ 193372 w 228070"/>
                <a:gd name="csY16" fmla="*/ 103937 h 110725"/>
                <a:gd name="csX17" fmla="*/ 187161 w 228070"/>
                <a:gd name="csY17" fmla="*/ 95344 h 110725"/>
                <a:gd name="csX18" fmla="*/ 192875 w 228070"/>
                <a:gd name="csY18" fmla="*/ 75458 h 110725"/>
                <a:gd name="csX19" fmla="*/ 206042 w 228070"/>
                <a:gd name="csY19" fmla="*/ 28074 h 110725"/>
                <a:gd name="csX20" fmla="*/ 196850 w 228070"/>
                <a:gd name="csY20" fmla="*/ 6715 h 110725"/>
                <a:gd name="csX21" fmla="*/ 173745 w 228070"/>
                <a:gd name="csY21" fmla="*/ 86 h 110725"/>
                <a:gd name="csX22" fmla="*/ 129770 w 228070"/>
                <a:gd name="csY22" fmla="*/ 24883 h 110725"/>
                <a:gd name="csX23" fmla="*/ 97473 w 228070"/>
                <a:gd name="csY23" fmla="*/ 86 h 110725"/>
                <a:gd name="csX24" fmla="*/ 55486 w 228070"/>
                <a:gd name="csY24" fmla="*/ 22428 h 110725"/>
                <a:gd name="csX25" fmla="*/ 28903 w 228070"/>
                <a:gd name="csY25" fmla="*/ 86 h 110725"/>
                <a:gd name="csX26" fmla="*/ 9276 w 228070"/>
                <a:gd name="csY26" fmla="*/ 13344 h 110725"/>
                <a:gd name="csX27" fmla="*/ 332 w 228070"/>
                <a:gd name="csY27" fmla="*/ 37649 h 110725"/>
                <a:gd name="csX28" fmla="*/ 4555 w 228070"/>
                <a:gd name="csY28" fmla="*/ 40841 h 110725"/>
                <a:gd name="csX29" fmla="*/ 10021 w 228070"/>
                <a:gd name="csY29" fmla="*/ 33476 h 110725"/>
                <a:gd name="csX30" fmla="*/ 28157 w 228070"/>
                <a:gd name="csY30" fmla="*/ 6960 h 110725"/>
                <a:gd name="csX31" fmla="*/ 36356 w 228070"/>
                <a:gd name="csY31" fmla="*/ 18990 h 110725"/>
                <a:gd name="csX32" fmla="*/ 32381 w 228070"/>
                <a:gd name="csY32" fmla="*/ 39368 h 110725"/>
                <a:gd name="csX33" fmla="*/ 26915 w 228070"/>
                <a:gd name="csY33" fmla="*/ 61464 h 110725"/>
                <a:gd name="csX34" fmla="*/ 18965 w 228070"/>
                <a:gd name="csY34" fmla="*/ 92889 h 110725"/>
                <a:gd name="csX35" fmla="*/ 16481 w 228070"/>
                <a:gd name="csY35" fmla="*/ 102955 h 110725"/>
                <a:gd name="csX36" fmla="*/ 24928 w 228070"/>
                <a:gd name="csY36" fmla="*/ 110811 h 110725"/>
                <a:gd name="csX37" fmla="*/ 34617 w 228070"/>
                <a:gd name="csY37" fmla="*/ 105410 h 110725"/>
                <a:gd name="csX38" fmla="*/ 39089 w 228070"/>
                <a:gd name="csY38" fmla="*/ 90188 h 110725"/>
                <a:gd name="csX39" fmla="*/ 44555 w 228070"/>
                <a:gd name="csY39" fmla="*/ 68092 h 110725"/>
                <a:gd name="csX40" fmla="*/ 48778 w 228070"/>
                <a:gd name="csY40" fmla="*/ 51643 h 110725"/>
                <a:gd name="csX41" fmla="*/ 59213 w 228070"/>
                <a:gd name="csY41" fmla="*/ 29547 h 110725"/>
                <a:gd name="csX42" fmla="*/ 96479 w 228070"/>
                <a:gd name="csY42" fmla="*/ 6960 h 110725"/>
                <a:gd name="csX43" fmla="*/ 111137 w 228070"/>
                <a:gd name="csY43" fmla="*/ 24146 h 110725"/>
                <a:gd name="csX44" fmla="*/ 106914 w 228070"/>
                <a:gd name="csY44" fmla="*/ 47224 h 110725"/>
                <a:gd name="csX45" fmla="*/ 96479 w 228070"/>
                <a:gd name="csY45" fmla="*/ 88470 h 110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228070" h="110725">
                  <a:moveTo>
                    <a:pt x="96479" y="88470"/>
                  </a:moveTo>
                  <a:cubicBezTo>
                    <a:pt x="95237" y="93380"/>
                    <a:pt x="93001" y="101727"/>
                    <a:pt x="93001" y="102955"/>
                  </a:cubicBezTo>
                  <a:cubicBezTo>
                    <a:pt x="93001" y="108356"/>
                    <a:pt x="97473" y="110811"/>
                    <a:pt x="101448" y="110811"/>
                  </a:cubicBezTo>
                  <a:cubicBezTo>
                    <a:pt x="105920" y="110811"/>
                    <a:pt x="109895" y="107620"/>
                    <a:pt x="111137" y="105410"/>
                  </a:cubicBezTo>
                  <a:cubicBezTo>
                    <a:pt x="112379" y="103200"/>
                    <a:pt x="114367" y="95344"/>
                    <a:pt x="115609" y="90188"/>
                  </a:cubicBezTo>
                  <a:cubicBezTo>
                    <a:pt x="116851" y="85524"/>
                    <a:pt x="119584" y="74230"/>
                    <a:pt x="121075" y="68092"/>
                  </a:cubicBezTo>
                  <a:cubicBezTo>
                    <a:pt x="122566" y="62691"/>
                    <a:pt x="124056" y="57290"/>
                    <a:pt x="125298" y="51643"/>
                  </a:cubicBezTo>
                  <a:cubicBezTo>
                    <a:pt x="128031" y="41086"/>
                    <a:pt x="128031" y="40595"/>
                    <a:pt x="133000" y="32985"/>
                  </a:cubicBezTo>
                  <a:cubicBezTo>
                    <a:pt x="140950" y="20955"/>
                    <a:pt x="153372" y="6960"/>
                    <a:pt x="172751" y="6960"/>
                  </a:cubicBezTo>
                  <a:cubicBezTo>
                    <a:pt x="186664" y="6960"/>
                    <a:pt x="187409" y="18254"/>
                    <a:pt x="187409" y="24146"/>
                  </a:cubicBezTo>
                  <a:cubicBezTo>
                    <a:pt x="187409" y="38877"/>
                    <a:pt x="176726" y="66128"/>
                    <a:pt x="172751" y="76440"/>
                  </a:cubicBezTo>
                  <a:cubicBezTo>
                    <a:pt x="170018" y="83314"/>
                    <a:pt x="169024" y="85524"/>
                    <a:pt x="169024" y="89697"/>
                  </a:cubicBezTo>
                  <a:cubicBezTo>
                    <a:pt x="169024" y="102709"/>
                    <a:pt x="179956" y="110811"/>
                    <a:pt x="192626" y="110811"/>
                  </a:cubicBezTo>
                  <a:cubicBezTo>
                    <a:pt x="217471" y="110811"/>
                    <a:pt x="228402" y="76931"/>
                    <a:pt x="228402" y="73248"/>
                  </a:cubicBezTo>
                  <a:cubicBezTo>
                    <a:pt x="228402" y="70057"/>
                    <a:pt x="225172" y="70057"/>
                    <a:pt x="224427" y="70057"/>
                  </a:cubicBezTo>
                  <a:cubicBezTo>
                    <a:pt x="220949" y="70057"/>
                    <a:pt x="220700" y="71530"/>
                    <a:pt x="219707" y="74230"/>
                  </a:cubicBezTo>
                  <a:cubicBezTo>
                    <a:pt x="213992" y="93871"/>
                    <a:pt x="203309" y="103937"/>
                    <a:pt x="193372" y="103937"/>
                  </a:cubicBezTo>
                  <a:cubicBezTo>
                    <a:pt x="188154" y="103937"/>
                    <a:pt x="187161" y="100500"/>
                    <a:pt x="187161" y="95344"/>
                  </a:cubicBezTo>
                  <a:cubicBezTo>
                    <a:pt x="187161" y="89697"/>
                    <a:pt x="188403" y="86506"/>
                    <a:pt x="192875" y="75458"/>
                  </a:cubicBezTo>
                  <a:cubicBezTo>
                    <a:pt x="195856" y="67847"/>
                    <a:pt x="206042" y="41823"/>
                    <a:pt x="206042" y="28074"/>
                  </a:cubicBezTo>
                  <a:cubicBezTo>
                    <a:pt x="206042" y="24146"/>
                    <a:pt x="206042" y="13835"/>
                    <a:pt x="196850" y="6715"/>
                  </a:cubicBezTo>
                  <a:cubicBezTo>
                    <a:pt x="192626" y="3523"/>
                    <a:pt x="185422" y="86"/>
                    <a:pt x="173745" y="86"/>
                  </a:cubicBezTo>
                  <a:cubicBezTo>
                    <a:pt x="151385" y="86"/>
                    <a:pt x="137721" y="14571"/>
                    <a:pt x="129770" y="24883"/>
                  </a:cubicBezTo>
                  <a:cubicBezTo>
                    <a:pt x="127783" y="4014"/>
                    <a:pt x="110143" y="86"/>
                    <a:pt x="97473" y="86"/>
                  </a:cubicBezTo>
                  <a:cubicBezTo>
                    <a:pt x="76852" y="86"/>
                    <a:pt x="62939" y="12607"/>
                    <a:pt x="55486" y="22428"/>
                  </a:cubicBezTo>
                  <a:cubicBezTo>
                    <a:pt x="53747" y="5487"/>
                    <a:pt x="39089" y="86"/>
                    <a:pt x="28903" y="86"/>
                  </a:cubicBezTo>
                  <a:cubicBezTo>
                    <a:pt x="18220" y="86"/>
                    <a:pt x="12505" y="7697"/>
                    <a:pt x="9276" y="13344"/>
                  </a:cubicBezTo>
                  <a:cubicBezTo>
                    <a:pt x="3810" y="22428"/>
                    <a:pt x="332" y="36422"/>
                    <a:pt x="332" y="37649"/>
                  </a:cubicBezTo>
                  <a:cubicBezTo>
                    <a:pt x="332" y="40841"/>
                    <a:pt x="3810" y="40841"/>
                    <a:pt x="4555" y="40841"/>
                  </a:cubicBezTo>
                  <a:cubicBezTo>
                    <a:pt x="8034" y="40841"/>
                    <a:pt x="8282" y="40104"/>
                    <a:pt x="10021" y="33476"/>
                  </a:cubicBezTo>
                  <a:cubicBezTo>
                    <a:pt x="13748" y="18990"/>
                    <a:pt x="18468" y="6960"/>
                    <a:pt x="28157" y="6960"/>
                  </a:cubicBezTo>
                  <a:cubicBezTo>
                    <a:pt x="34617" y="6960"/>
                    <a:pt x="36356" y="12362"/>
                    <a:pt x="36356" y="18990"/>
                  </a:cubicBezTo>
                  <a:cubicBezTo>
                    <a:pt x="36356" y="23655"/>
                    <a:pt x="34120" y="32739"/>
                    <a:pt x="32381" y="39368"/>
                  </a:cubicBezTo>
                  <a:cubicBezTo>
                    <a:pt x="30642" y="45997"/>
                    <a:pt x="28157" y="56062"/>
                    <a:pt x="26915" y="61464"/>
                  </a:cubicBezTo>
                  <a:lnTo>
                    <a:pt x="18965" y="92889"/>
                  </a:lnTo>
                  <a:cubicBezTo>
                    <a:pt x="17971" y="96081"/>
                    <a:pt x="16481" y="102218"/>
                    <a:pt x="16481" y="102955"/>
                  </a:cubicBezTo>
                  <a:cubicBezTo>
                    <a:pt x="16481" y="108356"/>
                    <a:pt x="20953" y="110811"/>
                    <a:pt x="24928" y="110811"/>
                  </a:cubicBezTo>
                  <a:cubicBezTo>
                    <a:pt x="29400" y="110811"/>
                    <a:pt x="33375" y="107620"/>
                    <a:pt x="34617" y="105410"/>
                  </a:cubicBezTo>
                  <a:cubicBezTo>
                    <a:pt x="35859" y="103200"/>
                    <a:pt x="37847" y="95344"/>
                    <a:pt x="39089" y="90188"/>
                  </a:cubicBezTo>
                  <a:cubicBezTo>
                    <a:pt x="40331" y="85524"/>
                    <a:pt x="43064" y="74230"/>
                    <a:pt x="44555" y="68092"/>
                  </a:cubicBezTo>
                  <a:cubicBezTo>
                    <a:pt x="46045" y="62691"/>
                    <a:pt x="47536" y="57290"/>
                    <a:pt x="48778" y="51643"/>
                  </a:cubicBezTo>
                  <a:cubicBezTo>
                    <a:pt x="51511" y="41577"/>
                    <a:pt x="52008" y="39613"/>
                    <a:pt x="59213" y="29547"/>
                  </a:cubicBezTo>
                  <a:cubicBezTo>
                    <a:pt x="66169" y="19727"/>
                    <a:pt x="77846" y="6960"/>
                    <a:pt x="96479" y="6960"/>
                  </a:cubicBezTo>
                  <a:cubicBezTo>
                    <a:pt x="110889" y="6960"/>
                    <a:pt x="111137" y="19481"/>
                    <a:pt x="111137" y="24146"/>
                  </a:cubicBezTo>
                  <a:cubicBezTo>
                    <a:pt x="111137" y="30284"/>
                    <a:pt x="110392" y="33476"/>
                    <a:pt x="106914" y="47224"/>
                  </a:cubicBezTo>
                  <a:lnTo>
                    <a:pt x="96479" y="88470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887B783D-063B-75FB-3935-3A9AEEB234B8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3654824" y="7874815"/>
              <a:ext cx="182853" cy="180940"/>
            </a:xfrm>
            <a:custGeom>
              <a:avLst/>
              <a:gdLst>
                <a:gd name="csX0" fmla="*/ 97977 w 182853"/>
                <a:gd name="csY0" fmla="*/ 96572 h 180940"/>
                <a:gd name="csX1" fmla="*/ 174000 w 182853"/>
                <a:gd name="csY1" fmla="*/ 96572 h 180940"/>
                <a:gd name="csX2" fmla="*/ 183193 w 182853"/>
                <a:gd name="csY2" fmla="*/ 90679 h 180940"/>
                <a:gd name="csX3" fmla="*/ 174000 w 182853"/>
                <a:gd name="csY3" fmla="*/ 84542 h 180940"/>
                <a:gd name="csX4" fmla="*/ 97977 w 182853"/>
                <a:gd name="csY4" fmla="*/ 84542 h 180940"/>
                <a:gd name="csX5" fmla="*/ 97977 w 182853"/>
                <a:gd name="csY5" fmla="*/ 9170 h 180940"/>
                <a:gd name="csX6" fmla="*/ 92014 w 182853"/>
                <a:gd name="csY6" fmla="*/ 86 h 180940"/>
                <a:gd name="csX7" fmla="*/ 85803 w 182853"/>
                <a:gd name="csY7" fmla="*/ 9170 h 180940"/>
                <a:gd name="csX8" fmla="*/ 85803 w 182853"/>
                <a:gd name="csY8" fmla="*/ 84542 h 180940"/>
                <a:gd name="csX9" fmla="*/ 9531 w 182853"/>
                <a:gd name="csY9" fmla="*/ 84542 h 180940"/>
                <a:gd name="csX10" fmla="*/ 339 w 182853"/>
                <a:gd name="csY10" fmla="*/ 90434 h 180940"/>
                <a:gd name="csX11" fmla="*/ 9531 w 182853"/>
                <a:gd name="csY11" fmla="*/ 96572 h 180940"/>
                <a:gd name="csX12" fmla="*/ 85803 w 182853"/>
                <a:gd name="csY12" fmla="*/ 96572 h 180940"/>
                <a:gd name="csX13" fmla="*/ 85803 w 182853"/>
                <a:gd name="csY13" fmla="*/ 171943 h 180940"/>
                <a:gd name="csX14" fmla="*/ 91766 w 182853"/>
                <a:gd name="csY14" fmla="*/ 181027 h 180940"/>
                <a:gd name="csX15" fmla="*/ 97977 w 182853"/>
                <a:gd name="csY15" fmla="*/ 171943 h 180940"/>
                <a:gd name="csX16" fmla="*/ 97977 w 182853"/>
                <a:gd name="csY16" fmla="*/ 96572 h 1809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82853" h="180940">
                  <a:moveTo>
                    <a:pt x="97977" y="96572"/>
                  </a:moveTo>
                  <a:lnTo>
                    <a:pt x="174000" y="96572"/>
                  </a:lnTo>
                  <a:cubicBezTo>
                    <a:pt x="177230" y="96572"/>
                    <a:pt x="183193" y="96572"/>
                    <a:pt x="183193" y="90679"/>
                  </a:cubicBezTo>
                  <a:cubicBezTo>
                    <a:pt x="183193" y="84542"/>
                    <a:pt x="177478" y="84542"/>
                    <a:pt x="174000" y="84542"/>
                  </a:cubicBezTo>
                  <a:lnTo>
                    <a:pt x="97977" y="84542"/>
                  </a:lnTo>
                  <a:lnTo>
                    <a:pt x="97977" y="9170"/>
                  </a:lnTo>
                  <a:cubicBezTo>
                    <a:pt x="97977" y="5978"/>
                    <a:pt x="97977" y="86"/>
                    <a:pt x="92014" y="86"/>
                  </a:cubicBezTo>
                  <a:cubicBezTo>
                    <a:pt x="85803" y="86"/>
                    <a:pt x="85803" y="5733"/>
                    <a:pt x="85803" y="9170"/>
                  </a:cubicBezTo>
                  <a:lnTo>
                    <a:pt x="85803" y="84542"/>
                  </a:lnTo>
                  <a:lnTo>
                    <a:pt x="9531" y="84542"/>
                  </a:lnTo>
                  <a:cubicBezTo>
                    <a:pt x="6302" y="84542"/>
                    <a:pt x="339" y="84542"/>
                    <a:pt x="339" y="90434"/>
                  </a:cubicBezTo>
                  <a:cubicBezTo>
                    <a:pt x="339" y="96572"/>
                    <a:pt x="6053" y="96572"/>
                    <a:pt x="9531" y="96572"/>
                  </a:cubicBezTo>
                  <a:lnTo>
                    <a:pt x="85803" y="96572"/>
                  </a:lnTo>
                  <a:lnTo>
                    <a:pt x="85803" y="171943"/>
                  </a:lnTo>
                  <a:cubicBezTo>
                    <a:pt x="85803" y="175135"/>
                    <a:pt x="85803" y="181027"/>
                    <a:pt x="91766" y="181027"/>
                  </a:cubicBezTo>
                  <a:cubicBezTo>
                    <a:pt x="97977" y="181027"/>
                    <a:pt x="97977" y="175380"/>
                    <a:pt x="97977" y="171943"/>
                  </a:cubicBezTo>
                  <a:lnTo>
                    <a:pt x="97977" y="96572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2F180368-6A5B-CA26-80C4-F84E3343427B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3882394" y="7863767"/>
              <a:ext cx="90433" cy="163018"/>
            </a:xfrm>
            <a:custGeom>
              <a:avLst/>
              <a:gdLst>
                <a:gd name="csX0" fmla="*/ 56493 w 90433"/>
                <a:gd name="csY0" fmla="*/ 6960 h 163018"/>
                <a:gd name="csX1" fmla="*/ 49040 w 90433"/>
                <a:gd name="csY1" fmla="*/ 86 h 163018"/>
                <a:gd name="csX2" fmla="*/ 345 w 90433"/>
                <a:gd name="csY2" fmla="*/ 15799 h 163018"/>
                <a:gd name="csX3" fmla="*/ 345 w 90433"/>
                <a:gd name="csY3" fmla="*/ 24637 h 163018"/>
                <a:gd name="csX4" fmla="*/ 36369 w 90433"/>
                <a:gd name="csY4" fmla="*/ 17763 h 163018"/>
                <a:gd name="csX5" fmla="*/ 36369 w 90433"/>
                <a:gd name="csY5" fmla="*/ 142973 h 163018"/>
                <a:gd name="csX6" fmla="*/ 11525 w 90433"/>
                <a:gd name="csY6" fmla="*/ 154267 h 163018"/>
                <a:gd name="csX7" fmla="*/ 2084 w 90433"/>
                <a:gd name="csY7" fmla="*/ 154267 h 163018"/>
                <a:gd name="csX8" fmla="*/ 2084 w 90433"/>
                <a:gd name="csY8" fmla="*/ 163105 h 163018"/>
                <a:gd name="csX9" fmla="*/ 46307 w 90433"/>
                <a:gd name="csY9" fmla="*/ 162123 h 163018"/>
                <a:gd name="csX10" fmla="*/ 90778 w 90433"/>
                <a:gd name="csY10" fmla="*/ 163105 h 163018"/>
                <a:gd name="csX11" fmla="*/ 90778 w 90433"/>
                <a:gd name="csY11" fmla="*/ 154267 h 163018"/>
                <a:gd name="csX12" fmla="*/ 81337 w 90433"/>
                <a:gd name="csY12" fmla="*/ 154267 h 163018"/>
                <a:gd name="csX13" fmla="*/ 56493 w 90433"/>
                <a:gd name="csY13" fmla="*/ 142973 h 163018"/>
                <a:gd name="csX14" fmla="*/ 56493 w 90433"/>
                <a:gd name="csY14" fmla="*/ 6960 h 1630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90433" h="163018">
                  <a:moveTo>
                    <a:pt x="56493" y="6960"/>
                  </a:moveTo>
                  <a:cubicBezTo>
                    <a:pt x="56493" y="332"/>
                    <a:pt x="55996" y="86"/>
                    <a:pt x="49040" y="86"/>
                  </a:cubicBezTo>
                  <a:cubicBezTo>
                    <a:pt x="33139" y="15553"/>
                    <a:pt x="10531" y="15799"/>
                    <a:pt x="345" y="15799"/>
                  </a:cubicBezTo>
                  <a:lnTo>
                    <a:pt x="345" y="24637"/>
                  </a:lnTo>
                  <a:cubicBezTo>
                    <a:pt x="6308" y="24637"/>
                    <a:pt x="22705" y="24637"/>
                    <a:pt x="36369" y="17763"/>
                  </a:cubicBezTo>
                  <a:lnTo>
                    <a:pt x="36369" y="142973"/>
                  </a:lnTo>
                  <a:cubicBezTo>
                    <a:pt x="36369" y="151075"/>
                    <a:pt x="36369" y="154267"/>
                    <a:pt x="11525" y="154267"/>
                  </a:cubicBezTo>
                  <a:lnTo>
                    <a:pt x="2084" y="154267"/>
                  </a:lnTo>
                  <a:lnTo>
                    <a:pt x="2084" y="163105"/>
                  </a:lnTo>
                  <a:cubicBezTo>
                    <a:pt x="6556" y="162859"/>
                    <a:pt x="37115" y="162123"/>
                    <a:pt x="46307" y="162123"/>
                  </a:cubicBezTo>
                  <a:cubicBezTo>
                    <a:pt x="54009" y="162123"/>
                    <a:pt x="85312" y="162859"/>
                    <a:pt x="90778" y="163105"/>
                  </a:cubicBezTo>
                  <a:lnTo>
                    <a:pt x="90778" y="154267"/>
                  </a:lnTo>
                  <a:lnTo>
                    <a:pt x="81337" y="154267"/>
                  </a:lnTo>
                  <a:cubicBezTo>
                    <a:pt x="56493" y="154267"/>
                    <a:pt x="56493" y="151075"/>
                    <a:pt x="56493" y="142973"/>
                  </a:cubicBezTo>
                  <a:lnTo>
                    <a:pt x="56493" y="6960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E32299A5-DD0B-9B48-6A3F-FB5621B5290C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4024614" y="7998552"/>
              <a:ext cx="28570" cy="28233"/>
            </a:xfrm>
            <a:custGeom>
              <a:avLst/>
              <a:gdLst>
                <a:gd name="csX0" fmla="*/ 28920 w 28570"/>
                <a:gd name="csY0" fmla="*/ 14326 h 28233"/>
                <a:gd name="csX1" fmla="*/ 14759 w 28570"/>
                <a:gd name="csY1" fmla="*/ 86 h 28233"/>
                <a:gd name="csX2" fmla="*/ 349 w 28570"/>
                <a:gd name="csY2" fmla="*/ 14080 h 28233"/>
                <a:gd name="csX3" fmla="*/ 14510 w 28570"/>
                <a:gd name="csY3" fmla="*/ 28320 h 28233"/>
                <a:gd name="csX4" fmla="*/ 28920 w 28570"/>
                <a:gd name="csY4" fmla="*/ 14326 h 282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570" h="28233">
                  <a:moveTo>
                    <a:pt x="28920" y="14326"/>
                  </a:moveTo>
                  <a:cubicBezTo>
                    <a:pt x="28920" y="5487"/>
                    <a:pt x="21467" y="86"/>
                    <a:pt x="14759" y="86"/>
                  </a:cubicBezTo>
                  <a:cubicBezTo>
                    <a:pt x="6560" y="86"/>
                    <a:pt x="349" y="6715"/>
                    <a:pt x="349" y="14080"/>
                  </a:cubicBezTo>
                  <a:cubicBezTo>
                    <a:pt x="349" y="22919"/>
                    <a:pt x="7802" y="28320"/>
                    <a:pt x="14510" y="28320"/>
                  </a:cubicBezTo>
                  <a:cubicBezTo>
                    <a:pt x="22709" y="28320"/>
                    <a:pt x="28920" y="21691"/>
                    <a:pt x="28920" y="14326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006B6A75-E076-C5C3-6007-F724757C0167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4108908" y="7998552"/>
              <a:ext cx="28570" cy="28233"/>
            </a:xfrm>
            <a:custGeom>
              <a:avLst/>
              <a:gdLst>
                <a:gd name="csX0" fmla="*/ 28922 w 28570"/>
                <a:gd name="csY0" fmla="*/ 14326 h 28233"/>
                <a:gd name="csX1" fmla="*/ 14761 w 28570"/>
                <a:gd name="csY1" fmla="*/ 86 h 28233"/>
                <a:gd name="csX2" fmla="*/ 351 w 28570"/>
                <a:gd name="csY2" fmla="*/ 14080 h 28233"/>
                <a:gd name="csX3" fmla="*/ 14513 w 28570"/>
                <a:gd name="csY3" fmla="*/ 28320 h 28233"/>
                <a:gd name="csX4" fmla="*/ 28922 w 28570"/>
                <a:gd name="csY4" fmla="*/ 14326 h 282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570" h="28233">
                  <a:moveTo>
                    <a:pt x="28922" y="14326"/>
                  </a:moveTo>
                  <a:cubicBezTo>
                    <a:pt x="28922" y="5487"/>
                    <a:pt x="21469" y="86"/>
                    <a:pt x="14761" y="86"/>
                  </a:cubicBezTo>
                  <a:cubicBezTo>
                    <a:pt x="6562" y="86"/>
                    <a:pt x="351" y="6715"/>
                    <a:pt x="351" y="14080"/>
                  </a:cubicBezTo>
                  <a:cubicBezTo>
                    <a:pt x="351" y="22919"/>
                    <a:pt x="7805" y="28320"/>
                    <a:pt x="14513" y="28320"/>
                  </a:cubicBezTo>
                  <a:cubicBezTo>
                    <a:pt x="22711" y="28320"/>
                    <a:pt x="28922" y="21691"/>
                    <a:pt x="28922" y="14326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E09311A2-5687-BAC3-EBF2-0BCB4E90A361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4177053" y="7918516"/>
              <a:ext cx="115525" cy="110725"/>
            </a:xfrm>
            <a:custGeom>
              <a:avLst/>
              <a:gdLst>
                <a:gd name="csX0" fmla="*/ 47061 w 115525"/>
                <a:gd name="csY0" fmla="*/ 58763 h 110725"/>
                <a:gd name="csX1" fmla="*/ 53520 w 115525"/>
                <a:gd name="csY1" fmla="*/ 33967 h 110725"/>
                <a:gd name="csX2" fmla="*/ 69172 w 115525"/>
                <a:gd name="csY2" fmla="*/ 13835 h 110725"/>
                <a:gd name="csX3" fmla="*/ 89296 w 115525"/>
                <a:gd name="csY3" fmla="*/ 6960 h 110725"/>
                <a:gd name="csX4" fmla="*/ 102960 w 115525"/>
                <a:gd name="csY4" fmla="*/ 10398 h 110725"/>
                <a:gd name="csX5" fmla="*/ 92029 w 115525"/>
                <a:gd name="csY5" fmla="*/ 23901 h 110725"/>
                <a:gd name="csX6" fmla="*/ 101967 w 115525"/>
                <a:gd name="csY6" fmla="*/ 32985 h 110725"/>
                <a:gd name="csX7" fmla="*/ 115879 w 115525"/>
                <a:gd name="csY7" fmla="*/ 18008 h 110725"/>
                <a:gd name="csX8" fmla="*/ 89545 w 115525"/>
                <a:gd name="csY8" fmla="*/ 86 h 110725"/>
                <a:gd name="csX9" fmla="*/ 54514 w 115525"/>
                <a:gd name="csY9" fmla="*/ 17517 h 110725"/>
                <a:gd name="csX10" fmla="*/ 28925 w 115525"/>
                <a:gd name="csY10" fmla="*/ 86 h 110725"/>
                <a:gd name="csX11" fmla="*/ 9546 w 115525"/>
                <a:gd name="csY11" fmla="*/ 12607 h 110725"/>
                <a:gd name="csX12" fmla="*/ 354 w 115525"/>
                <a:gd name="csY12" fmla="*/ 37649 h 110725"/>
                <a:gd name="csX13" fmla="*/ 4577 w 115525"/>
                <a:gd name="csY13" fmla="*/ 40841 h 110725"/>
                <a:gd name="csX14" fmla="*/ 10043 w 115525"/>
                <a:gd name="csY14" fmla="*/ 33476 h 110725"/>
                <a:gd name="csX15" fmla="*/ 28179 w 115525"/>
                <a:gd name="csY15" fmla="*/ 6960 h 110725"/>
                <a:gd name="csX16" fmla="*/ 36378 w 115525"/>
                <a:gd name="csY16" fmla="*/ 18990 h 110725"/>
                <a:gd name="csX17" fmla="*/ 32403 w 115525"/>
                <a:gd name="csY17" fmla="*/ 39368 h 110725"/>
                <a:gd name="csX18" fmla="*/ 26937 w 115525"/>
                <a:gd name="csY18" fmla="*/ 61464 h 110725"/>
                <a:gd name="csX19" fmla="*/ 18987 w 115525"/>
                <a:gd name="csY19" fmla="*/ 92889 h 110725"/>
                <a:gd name="csX20" fmla="*/ 16502 w 115525"/>
                <a:gd name="csY20" fmla="*/ 102955 h 110725"/>
                <a:gd name="csX21" fmla="*/ 24950 w 115525"/>
                <a:gd name="csY21" fmla="*/ 110811 h 110725"/>
                <a:gd name="csX22" fmla="*/ 35633 w 115525"/>
                <a:gd name="csY22" fmla="*/ 103691 h 110725"/>
                <a:gd name="csX23" fmla="*/ 40353 w 115525"/>
                <a:gd name="csY23" fmla="*/ 85278 h 110725"/>
                <a:gd name="csX24" fmla="*/ 47061 w 115525"/>
                <a:gd name="csY24" fmla="*/ 58763 h 110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15525" h="110725">
                  <a:moveTo>
                    <a:pt x="47061" y="58763"/>
                  </a:moveTo>
                  <a:cubicBezTo>
                    <a:pt x="47309" y="57290"/>
                    <a:pt x="53024" y="35194"/>
                    <a:pt x="53520" y="33967"/>
                  </a:cubicBezTo>
                  <a:cubicBezTo>
                    <a:pt x="54017" y="32002"/>
                    <a:pt x="61222" y="19727"/>
                    <a:pt x="69172" y="13835"/>
                  </a:cubicBezTo>
                  <a:cubicBezTo>
                    <a:pt x="71905" y="11871"/>
                    <a:pt x="78613" y="6960"/>
                    <a:pt x="89296" y="6960"/>
                  </a:cubicBezTo>
                  <a:cubicBezTo>
                    <a:pt x="91781" y="6960"/>
                    <a:pt x="97992" y="7206"/>
                    <a:pt x="102960" y="10398"/>
                  </a:cubicBezTo>
                  <a:cubicBezTo>
                    <a:pt x="95010" y="12607"/>
                    <a:pt x="92029" y="19481"/>
                    <a:pt x="92029" y="23901"/>
                  </a:cubicBezTo>
                  <a:cubicBezTo>
                    <a:pt x="92029" y="29302"/>
                    <a:pt x="96253" y="32985"/>
                    <a:pt x="101967" y="32985"/>
                  </a:cubicBezTo>
                  <a:cubicBezTo>
                    <a:pt x="107681" y="32985"/>
                    <a:pt x="115879" y="28320"/>
                    <a:pt x="115879" y="18008"/>
                  </a:cubicBezTo>
                  <a:cubicBezTo>
                    <a:pt x="115879" y="5242"/>
                    <a:pt x="102215" y="86"/>
                    <a:pt x="89545" y="86"/>
                  </a:cubicBezTo>
                  <a:cubicBezTo>
                    <a:pt x="76626" y="86"/>
                    <a:pt x="65446" y="5242"/>
                    <a:pt x="54514" y="17517"/>
                  </a:cubicBezTo>
                  <a:cubicBezTo>
                    <a:pt x="50042" y="2541"/>
                    <a:pt x="34887" y="86"/>
                    <a:pt x="28925" y="86"/>
                  </a:cubicBezTo>
                  <a:cubicBezTo>
                    <a:pt x="19732" y="86"/>
                    <a:pt x="13521" y="5733"/>
                    <a:pt x="9546" y="12607"/>
                  </a:cubicBezTo>
                  <a:cubicBezTo>
                    <a:pt x="3832" y="22182"/>
                    <a:pt x="354" y="36422"/>
                    <a:pt x="354" y="37649"/>
                  </a:cubicBezTo>
                  <a:cubicBezTo>
                    <a:pt x="354" y="40841"/>
                    <a:pt x="3832" y="40841"/>
                    <a:pt x="4577" y="40841"/>
                  </a:cubicBezTo>
                  <a:cubicBezTo>
                    <a:pt x="8055" y="40841"/>
                    <a:pt x="8304" y="40104"/>
                    <a:pt x="10043" y="33476"/>
                  </a:cubicBezTo>
                  <a:cubicBezTo>
                    <a:pt x="13770" y="18499"/>
                    <a:pt x="18490" y="6960"/>
                    <a:pt x="28179" y="6960"/>
                  </a:cubicBezTo>
                  <a:cubicBezTo>
                    <a:pt x="34639" y="6960"/>
                    <a:pt x="36378" y="12362"/>
                    <a:pt x="36378" y="18990"/>
                  </a:cubicBezTo>
                  <a:cubicBezTo>
                    <a:pt x="36378" y="23655"/>
                    <a:pt x="34142" y="32739"/>
                    <a:pt x="32403" y="39368"/>
                  </a:cubicBezTo>
                  <a:cubicBezTo>
                    <a:pt x="30664" y="45997"/>
                    <a:pt x="28179" y="56062"/>
                    <a:pt x="26937" y="61464"/>
                  </a:cubicBezTo>
                  <a:lnTo>
                    <a:pt x="18987" y="92889"/>
                  </a:lnTo>
                  <a:cubicBezTo>
                    <a:pt x="17993" y="96081"/>
                    <a:pt x="16502" y="102218"/>
                    <a:pt x="16502" y="102955"/>
                  </a:cubicBezTo>
                  <a:cubicBezTo>
                    <a:pt x="16502" y="108356"/>
                    <a:pt x="20974" y="110811"/>
                    <a:pt x="24950" y="110811"/>
                  </a:cubicBezTo>
                  <a:cubicBezTo>
                    <a:pt x="28676" y="110811"/>
                    <a:pt x="33645" y="108602"/>
                    <a:pt x="35633" y="103691"/>
                  </a:cubicBezTo>
                  <a:cubicBezTo>
                    <a:pt x="36129" y="102218"/>
                    <a:pt x="38862" y="91416"/>
                    <a:pt x="40353" y="85278"/>
                  </a:cubicBezTo>
                  <a:lnTo>
                    <a:pt x="47061" y="58763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8F095425-70A9-728C-C01D-068FDA1ACFA1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4353064" y="7937000"/>
              <a:ext cx="41525" cy="104867"/>
            </a:xfrm>
            <a:custGeom>
              <a:avLst/>
              <a:gdLst>
                <a:gd name="csX0" fmla="*/ 41884 w 41525"/>
                <a:gd name="csY0" fmla="*/ 36911 h 104867"/>
                <a:gd name="csX1" fmla="*/ 19169 w 41525"/>
                <a:gd name="csY1" fmla="*/ 85 h 104867"/>
                <a:gd name="csX2" fmla="*/ 358 w 41525"/>
                <a:gd name="csY2" fmla="*/ 18673 h 104867"/>
                <a:gd name="csX3" fmla="*/ 19169 w 41525"/>
                <a:gd name="csY3" fmla="*/ 37262 h 104867"/>
                <a:gd name="csX4" fmla="*/ 31591 w 41525"/>
                <a:gd name="csY4" fmla="*/ 32702 h 104867"/>
                <a:gd name="csX5" fmla="*/ 33365 w 41525"/>
                <a:gd name="csY5" fmla="*/ 31650 h 104867"/>
                <a:gd name="csX6" fmla="*/ 34075 w 41525"/>
                <a:gd name="csY6" fmla="*/ 36911 h 104867"/>
                <a:gd name="csX7" fmla="*/ 9941 w 41525"/>
                <a:gd name="csY7" fmla="*/ 95483 h 104867"/>
                <a:gd name="csX8" fmla="*/ 6037 w 41525"/>
                <a:gd name="csY8" fmla="*/ 101095 h 104867"/>
                <a:gd name="csX9" fmla="*/ 9586 w 41525"/>
                <a:gd name="csY9" fmla="*/ 104953 h 104867"/>
                <a:gd name="csX10" fmla="*/ 41884 w 41525"/>
                <a:gd name="csY10" fmla="*/ 36911 h 1048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1525" h="104867">
                  <a:moveTo>
                    <a:pt x="41884" y="36911"/>
                  </a:moveTo>
                  <a:cubicBezTo>
                    <a:pt x="41884" y="13763"/>
                    <a:pt x="33011" y="85"/>
                    <a:pt x="19169" y="85"/>
                  </a:cubicBezTo>
                  <a:cubicBezTo>
                    <a:pt x="7456" y="85"/>
                    <a:pt x="358" y="8853"/>
                    <a:pt x="358" y="18673"/>
                  </a:cubicBezTo>
                  <a:cubicBezTo>
                    <a:pt x="358" y="28143"/>
                    <a:pt x="7456" y="37262"/>
                    <a:pt x="19169" y="37262"/>
                  </a:cubicBezTo>
                  <a:cubicBezTo>
                    <a:pt x="23428" y="37262"/>
                    <a:pt x="28042" y="35859"/>
                    <a:pt x="31591" y="32702"/>
                  </a:cubicBezTo>
                  <a:cubicBezTo>
                    <a:pt x="32656" y="32001"/>
                    <a:pt x="33011" y="31650"/>
                    <a:pt x="33365" y="31650"/>
                  </a:cubicBezTo>
                  <a:cubicBezTo>
                    <a:pt x="33720" y="31650"/>
                    <a:pt x="34075" y="32001"/>
                    <a:pt x="34075" y="36911"/>
                  </a:cubicBezTo>
                  <a:cubicBezTo>
                    <a:pt x="34075" y="62865"/>
                    <a:pt x="21653" y="83909"/>
                    <a:pt x="9941" y="95483"/>
                  </a:cubicBezTo>
                  <a:cubicBezTo>
                    <a:pt x="6037" y="99341"/>
                    <a:pt x="6037" y="100042"/>
                    <a:pt x="6037" y="101095"/>
                  </a:cubicBezTo>
                  <a:cubicBezTo>
                    <a:pt x="6037" y="103550"/>
                    <a:pt x="7811" y="104953"/>
                    <a:pt x="9586" y="104953"/>
                  </a:cubicBezTo>
                  <a:cubicBezTo>
                    <a:pt x="13490" y="104953"/>
                    <a:pt x="41884" y="77946"/>
                    <a:pt x="41884" y="36911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2AD4CB6B-851F-A1F9-454F-9CF7957F060F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4494833" y="7819155"/>
              <a:ext cx="138063" cy="158880"/>
            </a:xfrm>
            <a:custGeom>
              <a:avLst/>
              <a:gdLst>
                <a:gd name="csX0" fmla="*/ 126358 w 138063"/>
                <a:gd name="csY0" fmla="*/ 21830 h 158880"/>
                <a:gd name="csX1" fmla="*/ 110742 w 138063"/>
                <a:gd name="csY1" fmla="*/ 26740 h 158880"/>
                <a:gd name="csX2" fmla="*/ 104354 w 138063"/>
                <a:gd name="csY2" fmla="*/ 40419 h 158880"/>
                <a:gd name="csX3" fmla="*/ 117485 w 138063"/>
                <a:gd name="csY3" fmla="*/ 52694 h 158880"/>
                <a:gd name="csX4" fmla="*/ 137361 w 138063"/>
                <a:gd name="csY4" fmla="*/ 30247 h 158880"/>
                <a:gd name="csX5" fmla="*/ 95481 w 138063"/>
                <a:gd name="csY5" fmla="*/ 85 h 158880"/>
                <a:gd name="csX6" fmla="*/ 363 w 138063"/>
                <a:gd name="csY6" fmla="*/ 99692 h 158880"/>
                <a:gd name="csX7" fmla="*/ 57859 w 138063"/>
                <a:gd name="csY7" fmla="*/ 158965 h 158880"/>
                <a:gd name="csX8" fmla="*/ 138426 w 138063"/>
                <a:gd name="csY8" fmla="*/ 117579 h 158880"/>
                <a:gd name="csX9" fmla="*/ 134167 w 138063"/>
                <a:gd name="csY9" fmla="*/ 113019 h 158880"/>
                <a:gd name="csX10" fmla="*/ 129553 w 138063"/>
                <a:gd name="csY10" fmla="*/ 116527 h 158880"/>
                <a:gd name="csX11" fmla="*/ 58569 w 138063"/>
                <a:gd name="csY11" fmla="*/ 151249 h 158880"/>
                <a:gd name="csX12" fmla="*/ 26626 w 138063"/>
                <a:gd name="csY12" fmla="*/ 113019 h 158880"/>
                <a:gd name="csX13" fmla="*/ 45792 w 138063"/>
                <a:gd name="csY13" fmla="*/ 42874 h 158880"/>
                <a:gd name="csX14" fmla="*/ 95835 w 138063"/>
                <a:gd name="csY14" fmla="*/ 7801 h 158880"/>
                <a:gd name="csX15" fmla="*/ 126358 w 138063"/>
                <a:gd name="csY15" fmla="*/ 21830 h 158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38063" h="158880">
                  <a:moveTo>
                    <a:pt x="126358" y="21830"/>
                  </a:moveTo>
                  <a:cubicBezTo>
                    <a:pt x="120680" y="21830"/>
                    <a:pt x="115711" y="21830"/>
                    <a:pt x="110742" y="26740"/>
                  </a:cubicBezTo>
                  <a:cubicBezTo>
                    <a:pt x="105063" y="32001"/>
                    <a:pt x="104354" y="37963"/>
                    <a:pt x="104354" y="40419"/>
                  </a:cubicBezTo>
                  <a:cubicBezTo>
                    <a:pt x="104354" y="48836"/>
                    <a:pt x="110742" y="52694"/>
                    <a:pt x="117485" y="52694"/>
                  </a:cubicBezTo>
                  <a:cubicBezTo>
                    <a:pt x="127778" y="52694"/>
                    <a:pt x="137361" y="44277"/>
                    <a:pt x="137361" y="30247"/>
                  </a:cubicBezTo>
                  <a:cubicBezTo>
                    <a:pt x="137361" y="13062"/>
                    <a:pt x="120680" y="85"/>
                    <a:pt x="95481" y="85"/>
                  </a:cubicBezTo>
                  <a:cubicBezTo>
                    <a:pt x="47567" y="85"/>
                    <a:pt x="363" y="50239"/>
                    <a:pt x="363" y="99692"/>
                  </a:cubicBezTo>
                  <a:cubicBezTo>
                    <a:pt x="363" y="131257"/>
                    <a:pt x="20948" y="158965"/>
                    <a:pt x="57859" y="158965"/>
                  </a:cubicBezTo>
                  <a:cubicBezTo>
                    <a:pt x="108613" y="158965"/>
                    <a:pt x="138426" y="121788"/>
                    <a:pt x="138426" y="117579"/>
                  </a:cubicBezTo>
                  <a:cubicBezTo>
                    <a:pt x="138426" y="115474"/>
                    <a:pt x="136296" y="113019"/>
                    <a:pt x="134167" y="113019"/>
                  </a:cubicBezTo>
                  <a:cubicBezTo>
                    <a:pt x="132392" y="113019"/>
                    <a:pt x="131682" y="113721"/>
                    <a:pt x="129553" y="116527"/>
                  </a:cubicBezTo>
                  <a:cubicBezTo>
                    <a:pt x="101514" y="151249"/>
                    <a:pt x="62828" y="151249"/>
                    <a:pt x="58569" y="151249"/>
                  </a:cubicBezTo>
                  <a:cubicBezTo>
                    <a:pt x="36209" y="151249"/>
                    <a:pt x="26626" y="134063"/>
                    <a:pt x="26626" y="113019"/>
                  </a:cubicBezTo>
                  <a:cubicBezTo>
                    <a:pt x="26626" y="98639"/>
                    <a:pt x="33725" y="64619"/>
                    <a:pt x="45792" y="42874"/>
                  </a:cubicBezTo>
                  <a:cubicBezTo>
                    <a:pt x="56794" y="22882"/>
                    <a:pt x="76315" y="7801"/>
                    <a:pt x="95835" y="7801"/>
                  </a:cubicBezTo>
                  <a:cubicBezTo>
                    <a:pt x="107903" y="7801"/>
                    <a:pt x="121390" y="12360"/>
                    <a:pt x="126358" y="21830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69E56DF6-1612-AE83-D1BB-C90FDE8BD81F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4654105" y="7711130"/>
              <a:ext cx="82340" cy="350728"/>
            </a:xfrm>
            <a:custGeom>
              <a:avLst/>
              <a:gdLst>
                <a:gd name="csX0" fmla="*/ 82708 w 82340"/>
                <a:gd name="csY0" fmla="*/ 175449 h 350728"/>
                <a:gd name="csX1" fmla="*/ 59283 w 82340"/>
                <a:gd name="csY1" fmla="*/ 66022 h 350728"/>
                <a:gd name="csX2" fmla="*/ 3916 w 82340"/>
                <a:gd name="csY2" fmla="*/ 85 h 350728"/>
                <a:gd name="csX3" fmla="*/ 367 w 82340"/>
                <a:gd name="csY3" fmla="*/ 3592 h 350728"/>
                <a:gd name="csX4" fmla="*/ 7110 w 82340"/>
                <a:gd name="csY4" fmla="*/ 11659 h 350728"/>
                <a:gd name="csX5" fmla="*/ 62123 w 82340"/>
                <a:gd name="csY5" fmla="*/ 175449 h 350728"/>
                <a:gd name="csX6" fmla="*/ 4981 w 82340"/>
                <a:gd name="csY6" fmla="*/ 341344 h 350728"/>
                <a:gd name="csX7" fmla="*/ 367 w 82340"/>
                <a:gd name="csY7" fmla="*/ 347306 h 350728"/>
                <a:gd name="csX8" fmla="*/ 3916 w 82340"/>
                <a:gd name="csY8" fmla="*/ 350813 h 350728"/>
                <a:gd name="csX9" fmla="*/ 60348 w 82340"/>
                <a:gd name="csY9" fmla="*/ 282421 h 350728"/>
                <a:gd name="csX10" fmla="*/ 82708 w 82340"/>
                <a:gd name="csY10" fmla="*/ 175449 h 3507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2340" h="350728">
                  <a:moveTo>
                    <a:pt x="82708" y="175449"/>
                  </a:moveTo>
                  <a:cubicBezTo>
                    <a:pt x="82708" y="148092"/>
                    <a:pt x="78804" y="105654"/>
                    <a:pt x="59283" y="66022"/>
                  </a:cubicBezTo>
                  <a:cubicBezTo>
                    <a:pt x="37988" y="22882"/>
                    <a:pt x="7465" y="85"/>
                    <a:pt x="3916" y="85"/>
                  </a:cubicBezTo>
                  <a:cubicBezTo>
                    <a:pt x="1787" y="85"/>
                    <a:pt x="367" y="1488"/>
                    <a:pt x="367" y="3592"/>
                  </a:cubicBezTo>
                  <a:cubicBezTo>
                    <a:pt x="367" y="4644"/>
                    <a:pt x="367" y="5346"/>
                    <a:pt x="7110" y="11659"/>
                  </a:cubicBezTo>
                  <a:cubicBezTo>
                    <a:pt x="41892" y="46381"/>
                    <a:pt x="62123" y="102147"/>
                    <a:pt x="62123" y="175449"/>
                  </a:cubicBezTo>
                  <a:cubicBezTo>
                    <a:pt x="62123" y="235424"/>
                    <a:pt x="48991" y="297152"/>
                    <a:pt x="4981" y="341344"/>
                  </a:cubicBezTo>
                  <a:cubicBezTo>
                    <a:pt x="367" y="345553"/>
                    <a:pt x="367" y="346254"/>
                    <a:pt x="367" y="347306"/>
                  </a:cubicBezTo>
                  <a:cubicBezTo>
                    <a:pt x="367" y="349411"/>
                    <a:pt x="1787" y="350813"/>
                    <a:pt x="3916" y="350813"/>
                  </a:cubicBezTo>
                  <a:cubicBezTo>
                    <a:pt x="7465" y="350813"/>
                    <a:pt x="39408" y="326964"/>
                    <a:pt x="60348" y="282421"/>
                  </a:cubicBezTo>
                  <a:cubicBezTo>
                    <a:pt x="78449" y="243841"/>
                    <a:pt x="82708" y="204910"/>
                    <a:pt x="82708" y="175449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959D6773-E9E2-660C-DFFF-BF2808508F07}"/>
              </a:ext>
            </a:extLst>
          </p:cNvPr>
          <p:cNvCxnSpPr>
            <a:cxnSpLocks/>
            <a:stCxn id="491" idx="0"/>
          </p:cNvCxnSpPr>
          <p:nvPr/>
        </p:nvCxnSpPr>
        <p:spPr>
          <a:xfrm flipH="1" flipV="1">
            <a:off x="4561370" y="3732722"/>
            <a:ext cx="160586" cy="278522"/>
          </a:xfrm>
          <a:prstGeom prst="straightConnector1">
            <a:avLst/>
          </a:prstGeom>
          <a:ln>
            <a:solidFill>
              <a:srgbClr val="2683C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91" name="TextBox 395">
                <a:extLst>
                  <a:ext uri="{FF2B5EF4-FFF2-40B4-BE49-F238E27FC236}">
                    <a16:creationId xmlns:a16="http://schemas.microsoft.com/office/drawing/2014/main" id="{B470A6F8-B93C-1CF2-AA88-CEFAA72973E1}"/>
                  </a:ext>
                </a:extLst>
              </p:cNvPr>
              <p:cNvSpPr txBox="1"/>
              <p:nvPr/>
            </p:nvSpPr>
            <p:spPr>
              <a:xfrm>
                <a:off x="4016902" y="4011244"/>
                <a:ext cx="141010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>
                    <a:solidFill>
                      <a:srgbClr val="288CD2"/>
                    </a:solidFill>
                    <a:latin typeface="Nunito" pitchFamily="2" charset="0"/>
                  </a:rPr>
                  <a:t>Rules to rewrite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288CD2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2000" i="1" dirty="0">
                  <a:solidFill>
                    <a:srgbClr val="288CD2"/>
                  </a:solidFill>
                  <a:latin typeface="Nunito" pitchFamily="2" charset="0"/>
                </a:endParaRPr>
              </a:p>
            </p:txBody>
          </p:sp>
        </mc:Choice>
        <mc:Fallback>
          <p:sp>
            <p:nvSpPr>
              <p:cNvPr id="491" name="TextBox 395">
                <a:extLst>
                  <a:ext uri="{FF2B5EF4-FFF2-40B4-BE49-F238E27FC236}">
                    <a16:creationId xmlns:a16="http://schemas.microsoft.com/office/drawing/2014/main" id="{B470A6F8-B93C-1CF2-AA88-CEFAA7297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6902" y="4011244"/>
                <a:ext cx="1410108" cy="707886"/>
              </a:xfrm>
              <a:prstGeom prst="rect">
                <a:avLst/>
              </a:prstGeom>
              <a:blipFill>
                <a:blip r:embed="rId59"/>
                <a:stretch>
                  <a:fillRect l="-4762" t="-4310" b="-1551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2" name="Straight Arrow Connector 491">
            <a:extLst>
              <a:ext uri="{FF2B5EF4-FFF2-40B4-BE49-F238E27FC236}">
                <a16:creationId xmlns:a16="http://schemas.microsoft.com/office/drawing/2014/main" id="{42E12471-B1DA-1FA8-63EF-7593B43E4962}"/>
              </a:ext>
            </a:extLst>
          </p:cNvPr>
          <p:cNvCxnSpPr>
            <a:cxnSpLocks/>
            <a:stCxn id="493" idx="0"/>
          </p:cNvCxnSpPr>
          <p:nvPr/>
        </p:nvCxnSpPr>
        <p:spPr>
          <a:xfrm flipH="1" flipV="1">
            <a:off x="5366260" y="3732722"/>
            <a:ext cx="1064604" cy="278522"/>
          </a:xfrm>
          <a:prstGeom prst="straightConnector1">
            <a:avLst/>
          </a:prstGeom>
          <a:ln>
            <a:solidFill>
              <a:srgbClr val="2683C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3" name="TextBox 400">
            <a:extLst>
              <a:ext uri="{FF2B5EF4-FFF2-40B4-BE49-F238E27FC236}">
                <a16:creationId xmlns:a16="http://schemas.microsoft.com/office/drawing/2014/main" id="{A399FAC9-D0FF-5026-78FD-118A7F83E2A9}"/>
              </a:ext>
            </a:extLst>
          </p:cNvPr>
          <p:cNvSpPr txBox="1"/>
          <p:nvPr/>
        </p:nvSpPr>
        <p:spPr>
          <a:xfrm>
            <a:off x="5580327" y="4011244"/>
            <a:ext cx="17010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288CD2"/>
                </a:solidFill>
                <a:latin typeface="Nunito" pitchFamily="2" charset="0"/>
              </a:rPr>
              <a:t>midpoint for splitting</a:t>
            </a:r>
            <a:endParaRPr lang="en-US" sz="2000" i="1" dirty="0">
              <a:solidFill>
                <a:srgbClr val="288CD2"/>
              </a:solidFill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661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" grpId="0"/>
      <p:bldP spid="49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24E4F-8D7F-5915-93BE-93FE92A5B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Chomsky Normal Form (CNF)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5A481-8FFC-DBE6-9583-0D9F9DC3B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any free-form PCFG, there exists an equivalent PCFG in which each node has zero or two children.</a:t>
            </a:r>
          </a:p>
          <a:p>
            <a:r>
              <a:rPr lang="en-US" dirty="0"/>
              <a:t>Trees satisfying the latter conditions are said to be in the Chomsky normal form.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6CD57-8FE6-DCD2-E6AB-C9E69FB09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31</a:t>
            </a:fld>
            <a:endParaRPr lang="en-CA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FAA7AAA-83AA-DF7D-43E3-4FBA99BAF377}"/>
              </a:ext>
            </a:extLst>
          </p:cNvPr>
          <p:cNvGrpSpPr/>
          <p:nvPr/>
        </p:nvGrpSpPr>
        <p:grpSpPr>
          <a:xfrm>
            <a:off x="1388720" y="3280915"/>
            <a:ext cx="9414559" cy="3005951"/>
            <a:chOff x="1091028" y="2853750"/>
            <a:chExt cx="9414559" cy="300595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312E0AE-0BAB-70A5-81A4-5582195C54A9}"/>
                </a:ext>
              </a:extLst>
            </p:cNvPr>
            <p:cNvSpPr txBox="1"/>
            <p:nvPr/>
          </p:nvSpPr>
          <p:spPr>
            <a:xfrm>
              <a:off x="1091028" y="3612931"/>
              <a:ext cx="4970537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dirty="0">
                  <a:latin typeface="Nunito" pitchFamily="2" charset="0"/>
                  <a:sym typeface="Wingdings"/>
                </a:rPr>
                <a:t>A </a:t>
              </a:r>
              <a:r>
                <a:rPr lang="en-US" sz="2400" dirty="0">
                  <a:latin typeface="Nunito" pitchFamily="2" charset="0"/>
                  <a:sym typeface="Wingdings"/>
                </a:rPr>
                <a:t></a:t>
              </a:r>
              <a:r>
                <a:rPr lang="en-US" sz="2800" dirty="0">
                  <a:latin typeface="Nunito" pitchFamily="2" charset="0"/>
                </a:rPr>
                <a:t> B C D    0.5</a:t>
              </a:r>
            </a:p>
            <a:p>
              <a:r>
                <a:rPr lang="en-US" sz="2800" dirty="0">
                  <a:latin typeface="Nunito" pitchFamily="2" charset="0"/>
                  <a:sym typeface="Wingdings"/>
                </a:rPr>
                <a:t>A </a:t>
              </a:r>
              <a:r>
                <a:rPr lang="en-US" sz="2400" dirty="0">
                  <a:latin typeface="Nunito" pitchFamily="2" charset="0"/>
                  <a:sym typeface="Wingdings"/>
                </a:rPr>
                <a:t></a:t>
              </a:r>
              <a:r>
                <a:rPr lang="en-US" sz="2800" dirty="0">
                  <a:latin typeface="Nunito" pitchFamily="2" charset="0"/>
                </a:rPr>
                <a:t> B C  	  0.5</a:t>
              </a:r>
            </a:p>
            <a:p>
              <a:endParaRPr lang="en-CA" sz="2800" dirty="0">
                <a:latin typeface="Nunito" pitchFamily="2" charset="0"/>
              </a:endParaRPr>
            </a:p>
            <a:p>
              <a:endParaRPr lang="en-CA" sz="2800" dirty="0">
                <a:latin typeface="Nunito" pitchFamily="2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0743F5E-08DF-34DA-0549-C1BB5FC4A07B}"/>
                </a:ext>
              </a:extLst>
            </p:cNvPr>
            <p:cNvSpPr txBox="1"/>
            <p:nvPr/>
          </p:nvSpPr>
          <p:spPr>
            <a:xfrm>
              <a:off x="5535050" y="3612932"/>
              <a:ext cx="4970537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dirty="0">
                  <a:latin typeface="Nunito" pitchFamily="2" charset="0"/>
                  <a:sym typeface="Wingdings"/>
                </a:rPr>
                <a:t>A </a:t>
              </a:r>
              <a:r>
                <a:rPr lang="en-US" sz="2400" dirty="0">
                  <a:latin typeface="Nunito" pitchFamily="2" charset="0"/>
                  <a:sym typeface="Wingdings"/>
                </a:rPr>
                <a:t></a:t>
              </a:r>
              <a:r>
                <a:rPr lang="en-US" sz="2800" dirty="0">
                  <a:latin typeface="Nunito" pitchFamily="2" charset="0"/>
                </a:rPr>
                <a:t> B  C-D    	0.5</a:t>
              </a:r>
            </a:p>
            <a:p>
              <a:r>
                <a:rPr lang="en-US" sz="2800" dirty="0">
                  <a:latin typeface="Nunito" pitchFamily="2" charset="0"/>
                  <a:sym typeface="Wingdings"/>
                </a:rPr>
                <a:t>A </a:t>
              </a:r>
              <a:r>
                <a:rPr lang="en-US" sz="2400" dirty="0">
                  <a:latin typeface="Nunito" pitchFamily="2" charset="0"/>
                  <a:sym typeface="Wingdings"/>
                </a:rPr>
                <a:t></a:t>
              </a:r>
              <a:r>
                <a:rPr lang="en-US" sz="2800" dirty="0">
                  <a:latin typeface="Nunito" pitchFamily="2" charset="0"/>
                </a:rPr>
                <a:t> B  C  		0.5</a:t>
              </a:r>
            </a:p>
            <a:p>
              <a:r>
                <a:rPr lang="en-US" sz="2800" dirty="0">
                  <a:latin typeface="Nunito" pitchFamily="2" charset="0"/>
                  <a:sym typeface="Wingdings"/>
                </a:rPr>
                <a:t>C-D </a:t>
              </a:r>
              <a:r>
                <a:rPr lang="en-US" sz="2400" dirty="0">
                  <a:latin typeface="Nunito" pitchFamily="2" charset="0"/>
                  <a:sym typeface="Wingdings"/>
                </a:rPr>
                <a:t></a:t>
              </a:r>
              <a:r>
                <a:rPr lang="en-US" sz="2800" dirty="0">
                  <a:latin typeface="Nunito" pitchFamily="2" charset="0"/>
                </a:rPr>
                <a:t> C  D  	1.0</a:t>
              </a:r>
            </a:p>
            <a:p>
              <a:endParaRPr lang="en-CA" sz="2800" dirty="0">
                <a:latin typeface="Nunito" pitchFamily="2" charset="0"/>
              </a:endParaRPr>
            </a:p>
            <a:p>
              <a:endParaRPr lang="en-CA" sz="2800" dirty="0">
                <a:latin typeface="Nunito" pitchFamily="2" charset="0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8EF309B-5F94-B9E4-E8E8-7631C8A4F797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7114966" y="3253860"/>
              <a:ext cx="374330" cy="373909"/>
            </a:xfrm>
            <a:prstGeom prst="straightConnector1">
              <a:avLst/>
            </a:prstGeom>
            <a:ln>
              <a:solidFill>
                <a:srgbClr val="2683C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197C6839-4932-25CE-0DA9-85D85114F2EC}"/>
                </a:ext>
              </a:extLst>
            </p:cNvPr>
            <p:cNvSpPr txBox="1"/>
            <p:nvPr/>
          </p:nvSpPr>
          <p:spPr>
            <a:xfrm>
              <a:off x="6041543" y="2853750"/>
              <a:ext cx="28955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dirty="0">
                  <a:solidFill>
                    <a:srgbClr val="288CD2"/>
                  </a:solidFill>
                  <a:latin typeface="Nunito" pitchFamily="2" charset="0"/>
                </a:rPr>
                <a:t>added dummy node</a:t>
              </a:r>
              <a:endParaRPr lang="en-US" sz="2000" i="1" dirty="0">
                <a:solidFill>
                  <a:srgbClr val="288CD2"/>
                </a:solidFill>
                <a:latin typeface="Nunito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65110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B58E1-FC65-64A3-D246-B02569DC3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From Constituency to Dependency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6878F-780D-DC01-555D-15D956253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32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AACF90-64C5-5230-719E-A566CC815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246" y="1491285"/>
            <a:ext cx="5498173" cy="4744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4CFE69-2EFC-B147-F49A-A003247D4102}"/>
              </a:ext>
            </a:extLst>
          </p:cNvPr>
          <p:cNvSpPr txBox="1"/>
          <p:nvPr/>
        </p:nvSpPr>
        <p:spPr>
          <a:xfrm>
            <a:off x="7401100" y="1325563"/>
            <a:ext cx="44927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Nunito" pitchFamily="2" charset="0"/>
              </a:rPr>
              <a:t>heads have bold outline</a:t>
            </a:r>
          </a:p>
          <a:p>
            <a:endParaRPr lang="en-US" sz="2400" b="1" dirty="0">
              <a:latin typeface="Nunito" pitchFamily="2" charset="0"/>
            </a:endParaRPr>
          </a:p>
          <a:p>
            <a:r>
              <a:rPr lang="en-US" sz="2400" b="1" dirty="0">
                <a:latin typeface="Nunito" pitchFamily="2" charset="0"/>
              </a:rPr>
              <a:t>e.g., VP is head of S -&gt; NP VP</a:t>
            </a:r>
            <a:endParaRPr lang="en-US" sz="2400" dirty="0">
              <a:latin typeface="Nunito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B2D9B5-4BB9-21DD-15F6-68D47FD334BC}"/>
              </a:ext>
            </a:extLst>
          </p:cNvPr>
          <p:cNvCxnSpPr/>
          <p:nvPr/>
        </p:nvCxnSpPr>
        <p:spPr bwMode="auto">
          <a:xfrm flipH="1">
            <a:off x="4906245" y="1737046"/>
            <a:ext cx="2494856" cy="74267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="" xmlns:a14="http://schemas.microsoft.com/office/drawing/2010/main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TextBox 8">
            <a:extLst>
              <a:ext uri="{FF2B5EF4-FFF2-40B4-BE49-F238E27FC236}">
                <a16:creationId xmlns:a16="http://schemas.microsoft.com/office/drawing/2014/main" id="{3ADF38DC-7D20-AB44-C298-5A772E8CD4C6}"/>
              </a:ext>
            </a:extLst>
          </p:cNvPr>
          <p:cNvSpPr txBox="1"/>
          <p:nvPr/>
        </p:nvSpPr>
        <p:spPr>
          <a:xfrm>
            <a:off x="9027885" y="5934653"/>
            <a:ext cx="194636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Nunito" pitchFamily="2" charset="0"/>
              </a:rPr>
              <a:t>from Noah Smith</a:t>
            </a:r>
          </a:p>
        </p:txBody>
      </p:sp>
    </p:spTree>
    <p:extLst>
      <p:ext uri="{BB962C8B-B14F-4D97-AF65-F5344CB8AC3E}">
        <p14:creationId xmlns:p14="http://schemas.microsoft.com/office/powerpoint/2010/main" val="36484843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9440F-F029-AE39-3D62-E3A912F5C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From Constituency to Dependency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6D0C6-0DD4-EE19-74F0-4D94FE190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33</a:t>
            </a:fld>
            <a:endParaRPr lang="en-CA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B98BBD-6F51-2D66-504B-4412F14C0E57}"/>
              </a:ext>
            </a:extLst>
          </p:cNvPr>
          <p:cNvSpPr txBox="1">
            <a:spLocks/>
          </p:cNvSpPr>
          <p:nvPr/>
        </p:nvSpPr>
        <p:spPr>
          <a:xfrm>
            <a:off x="404751" y="1470285"/>
            <a:ext cx="10515600" cy="454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Nunito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AACF90-64C5-5230-719E-A566CC815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21594" y="1446508"/>
            <a:ext cx="5498173" cy="4697114"/>
          </a:xfrm>
          <a:prstGeom prst="rect">
            <a:avLst/>
          </a:prstGeom>
        </p:spPr>
      </p:pic>
      <p:sp>
        <p:nvSpPr>
          <p:cNvPr id="8" name="TextBox 9">
            <a:extLst>
              <a:ext uri="{FF2B5EF4-FFF2-40B4-BE49-F238E27FC236}">
                <a16:creationId xmlns:a16="http://schemas.microsoft.com/office/drawing/2014/main" id="{BFE15FAF-56F1-A8A8-C883-A1A648A19A59}"/>
              </a:ext>
            </a:extLst>
          </p:cNvPr>
          <p:cNvSpPr txBox="1"/>
          <p:nvPr/>
        </p:nvSpPr>
        <p:spPr>
          <a:xfrm>
            <a:off x="6194356" y="1800061"/>
            <a:ext cx="51517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Nunito" pitchFamily="2" charset="0"/>
              </a:rPr>
              <a:t>Propagate lexical heads up the tree</a:t>
            </a:r>
            <a:endParaRPr lang="en-US" sz="2400" dirty="0">
              <a:latin typeface="Nunito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94CD46-4D5D-C129-F491-A2283B138104}"/>
              </a:ext>
            </a:extLst>
          </p:cNvPr>
          <p:cNvSpPr txBox="1"/>
          <p:nvPr/>
        </p:nvSpPr>
        <p:spPr>
          <a:xfrm>
            <a:off x="9027885" y="5934653"/>
            <a:ext cx="194636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Nunito" pitchFamily="2" charset="0"/>
              </a:rPr>
              <a:t>from Noah Smith</a:t>
            </a:r>
          </a:p>
        </p:txBody>
      </p:sp>
    </p:spTree>
    <p:extLst>
      <p:ext uri="{BB962C8B-B14F-4D97-AF65-F5344CB8AC3E}">
        <p14:creationId xmlns:p14="http://schemas.microsoft.com/office/powerpoint/2010/main" val="40475269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DA6DB-17D4-D1D4-27E3-16763B9ED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From Constituency to Dependency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9E446-F582-6ADD-4F59-D19632FD3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34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AACF90-64C5-5230-719E-A566CC815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9249" y="1567453"/>
            <a:ext cx="5440025" cy="4697114"/>
          </a:xfrm>
          <a:prstGeom prst="rect">
            <a:avLst/>
          </a:prstGeom>
        </p:spPr>
      </p:pic>
      <p:sp>
        <p:nvSpPr>
          <p:cNvPr id="7" name="TextBox 9">
            <a:extLst>
              <a:ext uri="{FF2B5EF4-FFF2-40B4-BE49-F238E27FC236}">
                <a16:creationId xmlns:a16="http://schemas.microsoft.com/office/drawing/2014/main" id="{BFE15FAF-56F1-A8A8-C883-A1A648A19A59}"/>
              </a:ext>
            </a:extLst>
          </p:cNvPr>
          <p:cNvSpPr txBox="1"/>
          <p:nvPr/>
        </p:nvSpPr>
        <p:spPr>
          <a:xfrm>
            <a:off x="6032937" y="1921006"/>
            <a:ext cx="4805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Nunito" pitchFamily="2" charset="0"/>
              </a:rPr>
              <a:t>Remove </a:t>
            </a:r>
            <a:r>
              <a:rPr lang="en-US" sz="2400" b="1" dirty="0" err="1">
                <a:latin typeface="Nunito" pitchFamily="2" charset="0"/>
              </a:rPr>
              <a:t>nonlexical</a:t>
            </a:r>
            <a:r>
              <a:rPr lang="en-US" sz="2400" b="1" dirty="0">
                <a:latin typeface="Nunito" pitchFamily="2" charset="0"/>
              </a:rPr>
              <a:t> parts</a:t>
            </a:r>
            <a:endParaRPr lang="en-US" sz="2400" dirty="0">
              <a:latin typeface="Nunito" pitchFamily="2" charset="0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321617C-B82F-C9B7-51CB-CD2A10814941}"/>
              </a:ext>
            </a:extLst>
          </p:cNvPr>
          <p:cNvSpPr txBox="1"/>
          <p:nvPr/>
        </p:nvSpPr>
        <p:spPr>
          <a:xfrm>
            <a:off x="9027885" y="5934653"/>
            <a:ext cx="194636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Nunito" pitchFamily="2" charset="0"/>
              </a:rPr>
              <a:t>from Noah Smith</a:t>
            </a:r>
          </a:p>
        </p:txBody>
      </p:sp>
    </p:spTree>
    <p:extLst>
      <p:ext uri="{BB962C8B-B14F-4D97-AF65-F5344CB8AC3E}">
        <p14:creationId xmlns:p14="http://schemas.microsoft.com/office/powerpoint/2010/main" val="12274174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12D4E-E3E7-3848-6F22-E2DAEF3BF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From Constituency to Dependency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EE3F2-DEDD-A8C8-A0FC-ED08462B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35</a:t>
            </a:fld>
            <a:endParaRPr lang="en-CA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B98BBD-6F51-2D66-504B-4412F14C0E57}"/>
              </a:ext>
            </a:extLst>
          </p:cNvPr>
          <p:cNvSpPr txBox="1">
            <a:spLocks/>
          </p:cNvSpPr>
          <p:nvPr/>
        </p:nvSpPr>
        <p:spPr>
          <a:xfrm>
            <a:off x="758916" y="1046440"/>
            <a:ext cx="10515600" cy="454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Nunito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AACF90-64C5-5230-719E-A566CC815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0830" y="1889269"/>
            <a:ext cx="5440025" cy="4053482"/>
          </a:xfrm>
          <a:prstGeom prst="rect">
            <a:avLst/>
          </a:prstGeom>
        </p:spPr>
      </p:pic>
      <p:sp>
        <p:nvSpPr>
          <p:cNvPr id="8" name="TextBox 9">
            <a:extLst>
              <a:ext uri="{FF2B5EF4-FFF2-40B4-BE49-F238E27FC236}">
                <a16:creationId xmlns:a16="http://schemas.microsoft.com/office/drawing/2014/main" id="{BFE15FAF-56F1-A8A8-C883-A1A648A19A59}"/>
              </a:ext>
            </a:extLst>
          </p:cNvPr>
          <p:cNvSpPr txBox="1"/>
          <p:nvPr/>
        </p:nvSpPr>
        <p:spPr>
          <a:xfrm>
            <a:off x="5974518" y="1921006"/>
            <a:ext cx="4805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Nunito" pitchFamily="2" charset="0"/>
              </a:rPr>
              <a:t>Merge redundant nodes</a:t>
            </a:r>
            <a:endParaRPr lang="en-US" sz="2400" dirty="0">
              <a:latin typeface="Nunito" pitchFamily="2" charset="0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B6163970-D48B-5F45-2663-EC9BD18522E5}"/>
              </a:ext>
            </a:extLst>
          </p:cNvPr>
          <p:cNvSpPr txBox="1"/>
          <p:nvPr/>
        </p:nvSpPr>
        <p:spPr>
          <a:xfrm>
            <a:off x="5985401" y="2345551"/>
            <a:ext cx="5361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Nunito" pitchFamily="2" charset="0"/>
              </a:rPr>
              <a:t>This is the dependency parse tree</a:t>
            </a:r>
            <a:endParaRPr lang="en-US" sz="2400" dirty="0">
              <a:latin typeface="Nunito" pitchFamily="2" charset="0"/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87196A3A-A14A-3404-0E64-9921DB04D846}"/>
              </a:ext>
            </a:extLst>
          </p:cNvPr>
          <p:cNvSpPr txBox="1"/>
          <p:nvPr/>
        </p:nvSpPr>
        <p:spPr>
          <a:xfrm>
            <a:off x="9027885" y="5934653"/>
            <a:ext cx="194636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Nunito" pitchFamily="2" charset="0"/>
              </a:rPr>
              <a:t>from Noah Smith</a:t>
            </a:r>
          </a:p>
        </p:txBody>
      </p:sp>
    </p:spTree>
    <p:extLst>
      <p:ext uri="{BB962C8B-B14F-4D97-AF65-F5344CB8AC3E}">
        <p14:creationId xmlns:p14="http://schemas.microsoft.com/office/powerpoint/2010/main" val="9782349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CD8E1-51C8-5FCA-3883-F142D640F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Dependency Parses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CC4C9-200E-0387-4A82-951D9D0BD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Directly model the relation between words.</a:t>
            </a:r>
          </a:p>
          <a:p>
            <a:r>
              <a:rPr lang="en-CA" dirty="0"/>
              <a:t>See SLP: </a:t>
            </a:r>
            <a:r>
              <a:rPr lang="en-CA" dirty="0">
                <a:hlinkClick r:id="rId2"/>
              </a:rPr>
              <a:t>Chapter 19</a:t>
            </a:r>
            <a:r>
              <a:rPr lang="en-CA" dirty="0"/>
              <a:t> for more details.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B67B8-3553-6F89-DEB3-72483DFD5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36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42038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7B07E-A3D1-3C2B-B017-E96EB120E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F30C2-A671-A559-D900-4A640E03F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Multimodal language models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5523B-1334-EAF3-9596-64B802147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37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65400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5.84573"/>
  <p:tag name="ORIGINALWIDTH" val=" 334.5462"/>
  <p:tag name="OUTPUTTYPE" val="SVG"/>
  <p:tag name="IGUANATEXVERSION" val="162"/>
  <p:tag name="LATEXADDIN" val="\documentclass{article}&#10;\usepackage{nunito}&#10;\usepackage[linguistics]{forest}&#10;\usepackage{amsmath,amssymb,bm}&#10;\pagestyle{empty}&#10;\begin{document}&#10;&#10;\begin{align*}&#10;\text{Loss } \mathcal{L}(\mathbf{w}) = \max\left(0, &#10;\sum_{s\in \hat{\bm{y}}} \text{span-score}(s; \mathbf{x}, \mathbf{w}) &#10;-\sum_{s\in \bm{y}} \text{span-score}(s; \mathbf{x}, \mathbf{w}) &#10;+ \delta\right)&#10;\end{align*}&#10;&#10;&#10;\end{document}"/>
  <p:tag name="IGUANATEXSIZE" val="24"/>
  <p:tag name="IGUANATEXCURSOR" val="23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10584"/>
  <p:tag name="ORIGINALWIDTH" val=" 137.0723"/>
  <p:tag name="OUTPUTTYPE" val="SVG"/>
  <p:tag name="IGUANATEXVERSION" val="162"/>
  <p:tag name="LATEXADDIN" val="\documentclass{article}&#10;\usepackage{nunito}&#10;\usepackage[linguistics]{forest}&#10;\usepackage{amsmath,amssymb,bm}&#10;\pagestyle{empty}&#10;\begin{document}&#10;&#10;\begin{align*}&#10;\hat{\bm{y}}: \text{ Tree with the highest score}&#10;\end{align*}&#10;&#10;&#10;\end{document}"/>
  <p:tag name="IGUANATEXSIZE" val="24"/>
  <p:tag name="IGUANATEXCURSOR" val="10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534219"/>
  <p:tag name="ORIGINALWIDTH" val=" 2.660006"/>
  <p:tag name="LATEXADDIN" val="\documentclass{article}&#10;\usepackage{nunito}&#10;\usepackage[linguistics]{forest}&#10;\usepackage{amsmath,amssymb,bm}&#10;\pagestyle{empty}&#10;\begin{document}&#10;&#10;\begin{align*}&#10;\hat{\bm{y}}: \text{ Tree with the highest score}&#10;\end{align*}&#10;&#10;&#10;\end{document}"/>
  <p:tag name="IGUANATEXSIZE" val="24"/>
  <p:tag name="IGUANATEXCURSOR" val="10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15551"/>
  <p:tag name="ORIGINALWIDTH" val=" 5.479429"/>
  <p:tag name="EMFCHILD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93897"/>
  <p:tag name="ORIGINALWIDTH" val=" 1.056037"/>
  <p:tag name="EMFCHILD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93372"/>
  <p:tag name="ORIGINALWIDTH" val=" 6.067224"/>
  <p:tag name="EMFCHIL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13484"/>
  <p:tag name="ORIGINALWIDTH" val=" 2.741831"/>
  <p:tag name="EMFCHIL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433366"/>
  <p:tag name="EMFCHIL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433366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81299"/>
  <p:tag name="ORIGINALWIDTH" val=" 7.60187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4357"/>
  <p:tag name="ORIGINALWIDTH" val=" 1.056037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485662"/>
  <p:tag name="ORIGINALWIDTH" val=" 3.596489"/>
  <p:tag name="EMFCHIL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163123"/>
  <p:tag name="ORIGINALWIDTH" val=" 4.174344"/>
  <p:tag name="EMFCHIL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485662"/>
  <p:tag name="ORIGINALWIDTH" val=" 3.596489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163123"/>
  <p:tag name="ORIGINALWIDTH" val=" 4.174344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433366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163123"/>
  <p:tag name="ORIGINALWIDTH" val=" 4.174344"/>
  <p:tag name="EMFCHIL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4357"/>
  <p:tag name="ORIGINALWIDTH" val=" 1.056037"/>
  <p:tag name="EMFCHIL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14435"/>
  <p:tag name="ORIGINALWIDTH" val=" 4.622638"/>
  <p:tag name="EMFCHIL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163123"/>
  <p:tag name="ORIGINALWIDTH" val=" 4.174344"/>
  <p:tag name="EMFCHIL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433366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855512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485662"/>
  <p:tag name="ORIGINALWIDTH" val=" 3.596489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855512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949475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622638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13484"/>
  <p:tag name="ORIGINALWIDTH" val=" 2.741831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433366"/>
  <p:tag name="EMFCHIL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73458"/>
  <p:tag name="ORIGINALWIDTH" val=" 4.466536"/>
  <p:tag name="LATEXADDIN" val="\documentclass{article}&#10;\usepackage{nunito}&#10;\usepackage[linguistics]{forest}&#10;\usepackage{amsmath,amssymb,bm}&#10;\pagestyle{empty}&#10;\begin{document}&#10;&#10;\begin{align*}&#10;\text{Loss } \mathcal{L}(\mathbf{w}) = \max\left(0, &#10;\sum_{s\in \hat{\bm{y}}} \text{span-score}(s; \mathbf{x}, \mathbf{w}) &#10;-\sum_{s\in \bm{y}} \text{span-score}(s; \mathbf{x}, \mathbf{w}) &#10;+ \delta\right)&#10;\end{align*}&#10;&#10;&#10;\end{document}"/>
  <p:tag name="IGUANATEXSIZE" val="24"/>
  <p:tag name="IGUANATEXCURSOR" val="23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626083"/>
  <p:tag name="EMFCHIL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858366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858366"/>
  <p:tag name="EMFCHIL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242815"/>
  <p:tag name="ORIGINALWIDTH" val=" 6.22126"/>
  <p:tag name="EMFCHILD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13025"/>
  <p:tag name="EMFCHILD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3254"/>
  <p:tag name="ORIGINALWIDTH" val=" 7.776576"/>
  <p:tag name="EMFCHILD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13025"/>
  <p:tag name="EMFCHIL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31234"/>
  <p:tag name="ORIGINALWIDTH" val=" 6.630053"/>
  <p:tag name="EMFCHILD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77"/>
  <p:tag name="ORIGINALWIDTH" val=" 7.78655"/>
  <p:tag name="EMFCHIL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96457"/>
  <p:tag name="EMFCHIL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93897"/>
  <p:tag name="ORIGINALWIDTH" val=" 5.024869"/>
  <p:tag name="EMFCHIL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8.02241"/>
  <p:tag name="ORIGINALWIDTH" val=" 5.493472"/>
  <p:tag name="EMFCHILD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8.02241"/>
  <p:tag name="ORIGINALWIDTH" val=" 5.493472"/>
  <p:tag name="EMFCHILD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54264"/>
  <p:tag name="ORIGINALWIDTH" val=" 4.197343"/>
  <p:tag name="EMFCHILD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647"/>
  <p:tag name="EMFCHILD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94767"/>
  <p:tag name="ORIGINALWIDTH" val=" 13.27008"/>
  <p:tag name="EMFCHILD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77"/>
  <p:tag name="ORIGINALWIDTH" val=" 2.784613"/>
  <p:tag name="EMFCHILD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53904"/>
  <p:tag name="ORIGINALWIDTH" val=" 3.859384"/>
  <p:tag name="EMFCHILD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108825"/>
  <p:tag name="ORIGINALWIDTH" val=" 2.079725"/>
  <p:tag name="EMFCHILD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60893"/>
  <p:tag name="ORIGINALWIDTH" val=" 4.271129"/>
  <p:tag name="EMFCHILD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858366"/>
  <p:tag name="EMFCHILD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94521"/>
  <p:tag name="ORIGINALWIDTH" val=" 4.596162"/>
  <p:tag name="EMFCHILD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00794"/>
  <p:tag name="EMFCHILD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01214"/>
  <p:tag name="ORIGINALWIDTH" val=" 4.177428"/>
  <p:tag name="EMFCHIL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6674868"/>
  <p:tag name="ORIGINALWIDTH" val=" 2.931168"/>
  <p:tag name="EMFCHILD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858366"/>
  <p:tag name="EMFCHILD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952395"/>
  <p:tag name="EMFCHILD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626083"/>
  <p:tag name="EMFCHILD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13484"/>
  <p:tag name="ORIGINALWIDTH" val=" 2.743865"/>
  <p:tag name="EMFCHILD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436647"/>
  <p:tag name="EMFCHILD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13025"/>
  <p:tag name="EMFCHILD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8"/>
  <p:tag name="ORIGINALWIDTH" val=" 3.668963"/>
  <p:tag name="EMFCHILD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16666"/>
  <p:tag name="ORIGINALWIDTH" val=" 1.086713"/>
  <p:tag name="EMFCHILD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23392"/>
  <p:tag name="ORIGINALWIDTH" val=" 5.613091"/>
  <p:tag name="EMFCHILD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647"/>
  <p:tag name="EMFCHILD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3254"/>
  <p:tag name="ORIGINALWIDTH" val=" 7.776576"/>
  <p:tag name="EMFCHILD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13025"/>
  <p:tag name="EMFCHILD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84908"/>
  <p:tag name="ORIGINALWIDTH" val=" 6.091667"/>
  <p:tag name="EMFCHILD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94767"/>
  <p:tag name="ORIGINALWIDTH" val=" 13.27008"/>
  <p:tag name="EMFCHILD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77"/>
  <p:tag name="ORIGINALWIDTH" val=" 2.784613"/>
  <p:tag name="EMFCHILD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53904"/>
  <p:tag name="ORIGINALWIDTH" val=" 3.859384"/>
  <p:tag name="EMFCHILD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60893"/>
  <p:tag name="ORIGINALWIDTH" val=" 4.271129"/>
  <p:tag name="EMFCHILD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858366"/>
  <p:tag name="EMFCHILD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94521"/>
  <p:tag name="ORIGINALWIDTH" val=" 4.596162"/>
  <p:tag name="EMFCHILD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00794"/>
  <p:tag name="EMFCHILD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01214"/>
  <p:tag name="ORIGINALWIDTH" val=" 4.177428"/>
  <p:tag name="EMFCHILD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6674868"/>
  <p:tag name="ORIGINALWIDTH" val=" 2.931168"/>
  <p:tag name="EMFCHILD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858366"/>
  <p:tag name="EMFCHILD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952395"/>
  <p:tag name="EMFCHILD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626083"/>
  <p:tag name="EMFCHILD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13484"/>
  <p:tag name="ORIGINALWIDTH" val=" 2.743865"/>
  <p:tag name="EMFCHILD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436647"/>
  <p:tag name="EMFCHIL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13025"/>
  <p:tag name="EMFCHILD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8"/>
  <p:tag name="ORIGINALWIDTH" val=" 3.668963"/>
  <p:tag name="EMFCHILD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16666"/>
  <p:tag name="ORIGINALWIDTH" val=" 1.086713"/>
  <p:tag name="EMFCHILD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23392"/>
  <p:tag name="ORIGINALWIDTH" val=" 5.613091"/>
  <p:tag name="EMFCHILD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647"/>
  <p:tag name="EMFCHILD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3254"/>
  <p:tag name="ORIGINALWIDTH" val=" 7.776576"/>
  <p:tag name="EMFCHILD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13025"/>
  <p:tag name="EMFCHILD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5105"/>
  <p:tag name="ORIGINALWIDTH" val=" 6.630053"/>
  <p:tag name="EMFCHIL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202985"/>
  <p:tag name="ORIGINALWIDTH" val=" 4.087697"/>
  <p:tag name="EMFCHILD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8.02241"/>
  <p:tag name="ORIGINALWIDTH" val=" 5.493472"/>
  <p:tag name="EMFCHILD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8.02241"/>
  <p:tag name="ORIGINALWIDTH" val=" 5.493472"/>
  <p:tag name="EMFCHILD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3.33563"/>
  <p:tag name="ORIGINALWIDTH" val=" 273.2965"/>
  <p:tag name="OUTPUTTYPE" val="SVG"/>
  <p:tag name="IGUANATEXVERSION" val="162"/>
  <p:tag name="LATEXADDIN" val="\documentclass{article}&#10;\usepackage{nunito}&#10;\usepackage[linguistics]{forest}&#10;\usepackage{amsmath,amssymb}&#10;\pagestyle{empty}&#10;\begin{document}&#10;&#10;\begin{align*}&#10;P(s_{\ell..r}, b) = \sum_{(b\rightarrow a~c)\in \mathcal{R}_b} \sum_{\ell\leq m &lt; r}p(b\rightarrow a~ c) P(s_{\ell..m}, a) P(s_{m+1..r}, c)&#10;\end{align*}&#10;&#10;&#10;\end{document}"/>
  <p:tag name="IGUANATEXSIZE" val="28"/>
  <p:tag name="IGUANATEXCURSOR" val="19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36418"/>
  <p:tag name="ORIGINALWIDTH" val=" 7.126294"/>
  <p:tag name="LATEXADDIN" val="\documentclass{article}&#10;\usepackage{nunito}&#10;\usepackage[linguistics]{forest}&#10;\usepackage{amsmath,amssymb}&#10;\pagestyle{empty}&#10;\begin{document}&#10;&#10;\begin{align*}&#10;P(s_{\ell..r}, b) = \sum_{(b\rightarrow a~c)\in \mathcal{R}_b} \sum_{\ell\leq m &lt; r}p(b\rightarrow a~ c) P(s_{\ell..m}, a) P(s_{m+1..r}, c)&#10;\end{align*}&#10;&#10;&#10;\end{document}"/>
  <p:tag name="IGUANATEXSIZE" val="28"/>
  <p:tag name="IGUANATEXCURSOR" val="19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2"/>
  <p:tag name="ORIGINALWIDTH" val=" 2.315523"/>
  <p:tag name="EMFCHILD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41"/>
  <p:tag name="ORIGINALWIDTH" val=" 3.672919"/>
  <p:tag name="EMFCHILD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43335"/>
  <p:tag name="ORIGINALWIDTH" val=" 2.906412"/>
  <p:tag name="EMFCHILD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7939539"/>
  <p:tag name="ORIGINALWIDTH" val=" .8034309"/>
  <p:tag name="EMFCHILD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7939539"/>
  <p:tag name="ORIGINALWIDTH" val=" .8034309"/>
  <p:tag name="EMFCHILD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3751"/>
  <p:tag name="ORIGINALWIDTH" val=" 3.248734"/>
  <p:tag name="EMFCHILD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9016"/>
  <p:tag name="ORIGINALWIDTH" val=" 1.167745"/>
  <p:tag name="EMFCHILD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53403"/>
  <p:tag name="ORIGINALWIDTH" val=" 3.672919"/>
  <p:tag name="EMFCHILD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2"/>
  <p:tag name="ORIGINALWIDTH" val=" 2.315523"/>
  <p:tag name="EMFCHILD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0793"/>
  <p:tag name="ORIGINALWIDTH" val=" 6.637233"/>
  <p:tag name="EMFCHILD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80821"/>
  <p:tag name="ORIGINALWIDTH" val=" 13.28445"/>
  <p:tag name="EMFCHILD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97188"/>
  <p:tag name="ORIGINALWIDTH" val=" 1.816507"/>
  <p:tag name="EMFCHILD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60489"/>
  <p:tag name="ORIGINALWIDTH" val=" 2.829556"/>
  <p:tag name="EMFCHILD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638442"/>
  <p:tag name="ORIGINALWIDTH" val=" 6.874775"/>
  <p:tag name="EMFCHILD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3751"/>
  <p:tag name="ORIGINALWIDTH" val=" 3.563133"/>
  <p:tag name="EMFCHILD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3751"/>
  <p:tag name="ORIGINALWIDTH" val=" 3.025169"/>
  <p:tag name="EMFCHILD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97188"/>
  <p:tag name="ORIGINALWIDTH" val=" 1.809505"/>
  <p:tag name="EMFCHILD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0838"/>
  <p:tag name="ORIGINALWIDTH" val=" 3.863555"/>
  <p:tag name="EMFCHILD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53571"/>
  <p:tag name="ORIGINALWIDTH" val=" 6.399691"/>
  <p:tag name="EMFCHILD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47351"/>
  <p:tag name="ORIGINALWIDTH" val=" 2.255652"/>
  <p:tag name="EMFCHILD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80821"/>
  <p:tag name="ORIGINALWIDTH" val=" 13.28445"/>
  <p:tag name="EMFCHILD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43335"/>
  <p:tag name="ORIGINALWIDTH" val=" 2.906412"/>
  <p:tag name="EMFCHILD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02036"/>
  <p:tag name="ORIGINALWIDTH" val=" 4.722919"/>
  <p:tag name="EMFCHILD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3751"/>
  <p:tag name="ORIGINALWIDTH" val=" 6.413667"/>
  <p:tag name="EMFCHILD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0838"/>
  <p:tag name="ORIGINALWIDTH" val=" 4.722919"/>
  <p:tag name="EMFCHILD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3751"/>
  <p:tag name="ORIGINALWIDTH" val=" 3.248734"/>
  <p:tag name="EMFCHILD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72863"/>
  <p:tag name="ORIGINALWIDTH" val=" 5.209983"/>
  <p:tag name="EMFCHILD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2"/>
  <p:tag name="ORIGINALWIDTH" val=" 2.315523"/>
  <p:tag name="EMFCHILD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53403"/>
  <p:tag name="ORIGINALWIDTH" val=" 3.672919"/>
  <p:tag name="EMFCHILD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148481"/>
  <p:tag name="ORIGINALWIDTH" val=" 8.862965"/>
  <p:tag name="EMFCHILD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41"/>
  <p:tag name="ORIGINALWIDTH" val=" 4.571204"/>
  <p:tag name="EMFCHILD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41"/>
  <p:tag name="ORIGINALWIDTH" val=" 3.882537"/>
  <p:tag name="EMFCHILD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2"/>
  <p:tag name="ORIGINALWIDTH" val=" 2.315523"/>
  <p:tag name="EMFCHILD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36418"/>
  <p:tag name="ORIGINALWIDTH" val=" 7.126294"/>
  <p:tag name="EMFCHILD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2"/>
  <p:tag name="ORIGINALWIDTH" val=" 2.315523"/>
  <p:tag name="EMFCHILD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41"/>
  <p:tag name="ORIGINALWIDTH" val=" 3.672919"/>
  <p:tag name="EMFCHILD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43335"/>
  <p:tag name="ORIGINALWIDTH" val=" 2.906412"/>
  <p:tag name="EMFCHILD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7939539"/>
  <p:tag name="ORIGINALWIDTH" val=" .8034309"/>
  <p:tag name="EMFCHILD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7939539"/>
  <p:tag name="ORIGINALWIDTH" val=" .8034309"/>
  <p:tag name="EMFCHILD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3751"/>
  <p:tag name="ORIGINALWIDTH" val=" 6.413667"/>
  <p:tag name="EMFCHILD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9016"/>
  <p:tag name="ORIGINALWIDTH" val=" 1.167745"/>
  <p:tag name="EMFCHILD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41"/>
  <p:tag name="ORIGINALWIDTH" val=" 4.571204"/>
  <p:tag name="EMFCHILD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2"/>
  <p:tag name="ORIGINALWIDTH" val=" 2.315523"/>
  <p:tag name="EMFCHILD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36418"/>
  <p:tag name="ORIGINALWIDTH" val=" 7.126294"/>
  <p:tag name="EMFCHILD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2"/>
  <p:tag name="ORIGINALWIDTH" val=" 2.315523"/>
  <p:tag name="EMFCHILD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41"/>
  <p:tag name="ORIGINALWIDTH" val=" 3.672919"/>
  <p:tag name="EMFCHILD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3751"/>
  <p:tag name="ORIGINALWIDTH" val=" 6.413667"/>
  <p:tag name="EMFCHILD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88302"/>
  <p:tag name="ORIGINALWIDTH" val=" 5.142098"/>
  <p:tag name="EMFCHILD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09"/>
  <p:tag name="ORIGINALWIDTH" val=" 2.54311"/>
  <p:tag name="EMFCHILD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7939539"/>
  <p:tag name="ORIGINALWIDTH" val=" .8034309"/>
  <p:tag name="EMFCHILD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7939539"/>
  <p:tag name="ORIGINALWIDTH" val=" .8034309"/>
  <p:tag name="EMFCHILD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3751"/>
  <p:tag name="ORIGINALWIDTH" val=" 3.248734"/>
  <p:tag name="EMFCHILD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9016"/>
  <p:tag name="ORIGINALWIDTH" val=" 1.167745"/>
  <p:tag name="EMFCHILD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41"/>
  <p:tag name="ORIGINALWIDTH" val=" 3.882537"/>
  <p:tag name="EMFCHILD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2"/>
  <p:tag name="ORIGINALWIDTH" val=" 2.315523"/>
  <p:tag name="EMFCHILD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9ee03e0-b78c-4998-8bf4-79b266b85105}" enabled="1" method="Standard" siteId="{723a5a87-f39a-4a22-9247-3fc240c0139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1596</Words>
  <Application>Microsoft Office PowerPoint</Application>
  <PresentationFormat>Widescreen</PresentationFormat>
  <Paragraphs>309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Arial</vt:lpstr>
      <vt:lpstr>Cambria Math</vt:lpstr>
      <vt:lpstr>Nunito</vt:lpstr>
      <vt:lpstr>Wingdings</vt:lpstr>
      <vt:lpstr>Office Theme</vt:lpstr>
      <vt:lpstr>CS 489/698: Introduction to Natural Language Processing  Lecture 7: Syntax</vt:lpstr>
      <vt:lpstr>Outline</vt:lpstr>
      <vt:lpstr>Phrase Structures/Constituency Grammar</vt:lpstr>
      <vt:lpstr>What makes a group of words a constituent?</vt:lpstr>
      <vt:lpstr>Constituency Test: Coordination</vt:lpstr>
      <vt:lpstr>Constituency Test: Topicalization</vt:lpstr>
      <vt:lpstr>Constituency Test: Deletion</vt:lpstr>
      <vt:lpstr>Constituency Test: Substitution</vt:lpstr>
      <vt:lpstr>Constituency Parsing as Bracketing</vt:lpstr>
      <vt:lpstr>Labeled Bracketing / Tree</vt:lpstr>
      <vt:lpstr>Labeled Bracketing / Tree</vt:lpstr>
      <vt:lpstr>Penn Treebank Tagset (Pre-Terminals)</vt:lpstr>
      <vt:lpstr>Penn Treebank Non-Terminal Set</vt:lpstr>
      <vt:lpstr>Head of a Constituent</vt:lpstr>
      <vt:lpstr>Syntactic Ambiguities</vt:lpstr>
      <vt:lpstr>NLP Task: Constituency Parsing</vt:lpstr>
      <vt:lpstr>Constituency Parsing within General Formulation</vt:lpstr>
      <vt:lpstr>Constituency Parsing: Modeling</vt:lpstr>
      <vt:lpstr>Constituency Parsing: Modeling and Learning</vt:lpstr>
      <vt:lpstr>Constituency Parsing: Inference</vt:lpstr>
      <vt:lpstr>Constituency Parsing: Inference</vt:lpstr>
      <vt:lpstr>The (Simplified) CKY Algorithm</vt:lpstr>
      <vt:lpstr>Context-Free Grammar (CFG)</vt:lpstr>
      <vt:lpstr>Context-Free Grammar (CFG)</vt:lpstr>
      <vt:lpstr>Why Context-Free?</vt:lpstr>
      <vt:lpstr>Probabilistic Context-Free Grammar (PCFG)</vt:lpstr>
      <vt:lpstr>PCFG: Learning</vt:lpstr>
      <vt:lpstr>CKY with PCFG Formalism</vt:lpstr>
      <vt:lpstr>CKY with PCFG Formalism</vt:lpstr>
      <vt:lpstr>Inside Algorithm</vt:lpstr>
      <vt:lpstr>The Chomsky Normal Form (CNF)</vt:lpstr>
      <vt:lpstr>From Constituency to Dependency</vt:lpstr>
      <vt:lpstr>From Constituency to Dependency</vt:lpstr>
      <vt:lpstr>From Constituency to Dependency</vt:lpstr>
      <vt:lpstr>From Constituency to Dependency</vt:lpstr>
      <vt:lpstr>Dependency Parses</vt:lpstr>
      <vt:lpstr>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Freda Shi</dc:creator>
  <cp:lastModifiedBy>Freda Shi</cp:lastModifiedBy>
  <cp:revision>1</cp:revision>
  <dcterms:created xsi:type="dcterms:W3CDTF">2025-07-25T21:38:11Z</dcterms:created>
  <dcterms:modified xsi:type="dcterms:W3CDTF">2026-02-09T09:40:56Z</dcterms:modified>
</cp:coreProperties>
</file>